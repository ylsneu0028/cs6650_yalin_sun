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27" r:id="rId4"/>
    <p:sldMasterId id="2147483728" r:id="rId5"/>
    <p:sldMasterId id="214748372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</p:sldIdLst>
  <p:sldSz cy="5143500" cx="9144000"/>
  <p:notesSz cx="6858000" cy="9144000"/>
  <p:embeddedFontLst>
    <p:embeddedFont>
      <p:font typeface="Anaheim"/>
      <p:regular r:id="rId13"/>
      <p:bold r:id="rId14"/>
    </p:embeddedFont>
    <p:embeddedFont>
      <p:font typeface="Bebas Neue"/>
      <p:regular r:id="rId15"/>
    </p:embeddedFont>
    <p:embeddedFont>
      <p:font typeface="Sansita"/>
      <p:regular r:id="rId16"/>
      <p:bold r:id="rId17"/>
      <p:italic r:id="rId18"/>
      <p:boldItalic r:id="rId19"/>
    </p:embeddedFont>
    <p:embeddedFont>
      <p:font typeface="PT Sans"/>
      <p:regular r:id="rId20"/>
      <p:bold r:id="rId21"/>
      <p:italic r:id="rId22"/>
      <p:boldItalic r:id="rId23"/>
    </p:embeddedFont>
    <p:embeddedFont>
      <p:font typeface="Roboto Mono"/>
      <p:regular r:id="rId24"/>
      <p:bold r:id="rId25"/>
      <p:italic r:id="rId26"/>
      <p:boldItalic r:id="rId27"/>
    </p:embeddedFont>
    <p:embeddedFont>
      <p:font typeface="DM Sans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TSans-regular.fntdata"/><Relationship Id="rId22" Type="http://schemas.openxmlformats.org/officeDocument/2006/relationships/font" Target="fonts/PTSans-italic.fntdata"/><Relationship Id="rId21" Type="http://schemas.openxmlformats.org/officeDocument/2006/relationships/font" Target="fonts/PTSans-bold.fntdata"/><Relationship Id="rId24" Type="http://schemas.openxmlformats.org/officeDocument/2006/relationships/font" Target="fonts/RobotoMono-regular.fntdata"/><Relationship Id="rId23" Type="http://schemas.openxmlformats.org/officeDocument/2006/relationships/font" Target="fonts/PTSans-boldItalic.fntdata"/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font" Target="fonts/RobotoMono-italic.fntdata"/><Relationship Id="rId25" Type="http://schemas.openxmlformats.org/officeDocument/2006/relationships/font" Target="fonts/RobotoMono-bold.fntdata"/><Relationship Id="rId28" Type="http://schemas.openxmlformats.org/officeDocument/2006/relationships/font" Target="fonts/DMSans-regular.fntdata"/><Relationship Id="rId27" Type="http://schemas.openxmlformats.org/officeDocument/2006/relationships/font" Target="fonts/RobotoMono-boldItalic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font" Target="fonts/DMSans-bold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DMSans-boldItalic.fntdata"/><Relationship Id="rId30" Type="http://schemas.openxmlformats.org/officeDocument/2006/relationships/font" Target="fonts/DMSans-italic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font" Target="fonts/Anaheim-regular.fntdata"/><Relationship Id="rId12" Type="http://schemas.openxmlformats.org/officeDocument/2006/relationships/slide" Target="slides/slide5.xml"/><Relationship Id="rId15" Type="http://schemas.openxmlformats.org/officeDocument/2006/relationships/font" Target="fonts/BebasNeue-regular.fntdata"/><Relationship Id="rId14" Type="http://schemas.openxmlformats.org/officeDocument/2006/relationships/font" Target="fonts/Anaheim-bold.fntdata"/><Relationship Id="rId17" Type="http://schemas.openxmlformats.org/officeDocument/2006/relationships/font" Target="fonts/Sansita-bold.fntdata"/><Relationship Id="rId16" Type="http://schemas.openxmlformats.org/officeDocument/2006/relationships/font" Target="fonts/Sansita-regular.fntdata"/><Relationship Id="rId19" Type="http://schemas.openxmlformats.org/officeDocument/2006/relationships/font" Target="fonts/Sansita-boldItalic.fntdata"/><Relationship Id="rId18" Type="http://schemas.openxmlformats.org/officeDocument/2006/relationships/font" Target="fonts/Sansita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1" name="Shape 1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2" name="Google Shape;1572;g3bb62e8893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3" name="Google Shape;1573;g3bb62e8893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7" name="Shape 1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8" name="Google Shape;1618;g3bb62e88936_0_23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9" name="Google Shape;1619;g3bb62e88936_0_2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8" name="Shape 1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9" name="Google Shape;1629;g3bb62e88936_0_23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0" name="Google Shape;1630;g3bb62e88936_0_2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9" name="Shape 1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0" name="Google Shape;1640;g3b8fbab6d4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1" name="Google Shape;1641;g3b8fbab6d4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6" name="Shape 1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7" name="Google Shape;1647;g3b8fbab6d4c_0_15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8" name="Google Shape;1648;g3b8fbab6d4c_0_15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13"/>
          <p:cNvGrpSpPr/>
          <p:nvPr/>
        </p:nvGrpSpPr>
        <p:grpSpPr>
          <a:xfrm>
            <a:off x="0" y="0"/>
            <a:ext cx="9144003" cy="5143501"/>
            <a:chOff x="0" y="0"/>
            <a:chExt cx="9144003" cy="5143501"/>
          </a:xfrm>
        </p:grpSpPr>
        <p:pic>
          <p:nvPicPr>
            <p:cNvPr id="52" name="Google Shape;52;p13"/>
            <p:cNvPicPr preferRelativeResize="0"/>
            <p:nvPr/>
          </p:nvPicPr>
          <p:blipFill rotWithShape="1">
            <a:blip r:embed="rId2">
              <a:alphaModFix/>
            </a:blip>
            <a:srcRect b="8068" l="0" r="0" t="8060"/>
            <a:stretch/>
          </p:blipFill>
          <p:spPr>
            <a:xfrm>
              <a:off x="0" y="0"/>
              <a:ext cx="9144003" cy="5143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" name="Google Shape;53;p13"/>
            <p:cNvSpPr/>
            <p:nvPr/>
          </p:nvSpPr>
          <p:spPr>
            <a:xfrm>
              <a:off x="209980" y="194500"/>
              <a:ext cx="8763466" cy="4752275"/>
            </a:xfrm>
            <a:custGeom>
              <a:rect b="b" l="l" r="r" t="t"/>
              <a:pathLst>
                <a:path extrusionOk="0" h="147209" w="271904">
                  <a:moveTo>
                    <a:pt x="596" y="0"/>
                  </a:moveTo>
                  <a:lnTo>
                    <a:pt x="596" y="0"/>
                  </a:lnTo>
                  <a:cubicBezTo>
                    <a:pt x="2025" y="5965"/>
                    <a:pt x="3072" y="13895"/>
                    <a:pt x="3644" y="22312"/>
                  </a:cubicBezTo>
                  <a:cubicBezTo>
                    <a:pt x="7942" y="23515"/>
                    <a:pt x="13609" y="23932"/>
                    <a:pt x="5085" y="25063"/>
                  </a:cubicBezTo>
                  <a:cubicBezTo>
                    <a:pt x="5096" y="25110"/>
                    <a:pt x="5108" y="25146"/>
                    <a:pt x="5120" y="25194"/>
                  </a:cubicBezTo>
                  <a:cubicBezTo>
                    <a:pt x="5263" y="25301"/>
                    <a:pt x="5394" y="25396"/>
                    <a:pt x="5525" y="25503"/>
                  </a:cubicBezTo>
                  <a:cubicBezTo>
                    <a:pt x="5692" y="25539"/>
                    <a:pt x="5954" y="25479"/>
                    <a:pt x="6037" y="25658"/>
                  </a:cubicBezTo>
                  <a:cubicBezTo>
                    <a:pt x="8561" y="26230"/>
                    <a:pt x="4561" y="26670"/>
                    <a:pt x="3894" y="26789"/>
                  </a:cubicBezTo>
                  <a:cubicBezTo>
                    <a:pt x="4203" y="33719"/>
                    <a:pt x="4192" y="40803"/>
                    <a:pt x="3787" y="47256"/>
                  </a:cubicBezTo>
                  <a:cubicBezTo>
                    <a:pt x="2560" y="47137"/>
                    <a:pt x="1298" y="47006"/>
                    <a:pt x="1" y="46875"/>
                  </a:cubicBezTo>
                  <a:lnTo>
                    <a:pt x="1" y="46875"/>
                  </a:lnTo>
                  <a:cubicBezTo>
                    <a:pt x="1429" y="52840"/>
                    <a:pt x="2477" y="60770"/>
                    <a:pt x="3049" y="69199"/>
                  </a:cubicBezTo>
                  <a:cubicBezTo>
                    <a:pt x="7347" y="70402"/>
                    <a:pt x="13014" y="70818"/>
                    <a:pt x="4489" y="71949"/>
                  </a:cubicBezTo>
                  <a:cubicBezTo>
                    <a:pt x="4501" y="71985"/>
                    <a:pt x="4513" y="72033"/>
                    <a:pt x="4525" y="72069"/>
                  </a:cubicBezTo>
                  <a:cubicBezTo>
                    <a:pt x="4668" y="72176"/>
                    <a:pt x="4787" y="72283"/>
                    <a:pt x="4930" y="72390"/>
                  </a:cubicBezTo>
                  <a:cubicBezTo>
                    <a:pt x="5096" y="72414"/>
                    <a:pt x="5358" y="72366"/>
                    <a:pt x="5442" y="72545"/>
                  </a:cubicBezTo>
                  <a:cubicBezTo>
                    <a:pt x="7966" y="73104"/>
                    <a:pt x="3965" y="73557"/>
                    <a:pt x="3299" y="73664"/>
                  </a:cubicBezTo>
                  <a:cubicBezTo>
                    <a:pt x="3513" y="78510"/>
                    <a:pt x="3572" y="83427"/>
                    <a:pt x="3453" y="88154"/>
                  </a:cubicBezTo>
                  <a:cubicBezTo>
                    <a:pt x="2322" y="88047"/>
                    <a:pt x="1179" y="87928"/>
                    <a:pt x="1" y="87809"/>
                  </a:cubicBezTo>
                  <a:lnTo>
                    <a:pt x="1" y="87809"/>
                  </a:lnTo>
                  <a:cubicBezTo>
                    <a:pt x="989" y="91940"/>
                    <a:pt x="1798" y="97036"/>
                    <a:pt x="2394" y="102584"/>
                  </a:cubicBezTo>
                  <a:cubicBezTo>
                    <a:pt x="2239" y="103727"/>
                    <a:pt x="2072" y="104834"/>
                    <a:pt x="1882" y="105894"/>
                  </a:cubicBezTo>
                  <a:cubicBezTo>
                    <a:pt x="2156" y="105870"/>
                    <a:pt x="2429" y="105846"/>
                    <a:pt x="2715" y="105811"/>
                  </a:cubicBezTo>
                  <a:cubicBezTo>
                    <a:pt x="2834" y="107228"/>
                    <a:pt x="2953" y="108668"/>
                    <a:pt x="3049" y="110121"/>
                  </a:cubicBezTo>
                  <a:cubicBezTo>
                    <a:pt x="7347" y="111323"/>
                    <a:pt x="13014" y="111740"/>
                    <a:pt x="4489" y="112871"/>
                  </a:cubicBezTo>
                  <a:cubicBezTo>
                    <a:pt x="4501" y="112919"/>
                    <a:pt x="4513" y="112954"/>
                    <a:pt x="4525" y="113002"/>
                  </a:cubicBezTo>
                  <a:cubicBezTo>
                    <a:pt x="4668" y="113109"/>
                    <a:pt x="4799" y="113205"/>
                    <a:pt x="4930" y="113312"/>
                  </a:cubicBezTo>
                  <a:cubicBezTo>
                    <a:pt x="5096" y="113347"/>
                    <a:pt x="5358" y="113288"/>
                    <a:pt x="5442" y="113466"/>
                  </a:cubicBezTo>
                  <a:cubicBezTo>
                    <a:pt x="7966" y="114038"/>
                    <a:pt x="3965" y="114478"/>
                    <a:pt x="3299" y="114598"/>
                  </a:cubicBezTo>
                  <a:cubicBezTo>
                    <a:pt x="3822" y="126123"/>
                    <a:pt x="4668" y="127147"/>
                    <a:pt x="3120" y="135886"/>
                  </a:cubicBezTo>
                  <a:cubicBezTo>
                    <a:pt x="4608" y="136338"/>
                    <a:pt x="14133" y="147209"/>
                    <a:pt x="14133" y="147209"/>
                  </a:cubicBezTo>
                  <a:cubicBezTo>
                    <a:pt x="14133" y="147209"/>
                    <a:pt x="16765" y="146220"/>
                    <a:pt x="20479" y="146137"/>
                  </a:cubicBezTo>
                  <a:cubicBezTo>
                    <a:pt x="20503" y="146054"/>
                    <a:pt x="20539" y="145959"/>
                    <a:pt x="20563" y="145875"/>
                  </a:cubicBezTo>
                  <a:lnTo>
                    <a:pt x="20563" y="145875"/>
                  </a:lnTo>
                  <a:cubicBezTo>
                    <a:pt x="20491" y="146340"/>
                    <a:pt x="23242" y="146363"/>
                    <a:pt x="23158" y="146816"/>
                  </a:cubicBezTo>
                  <a:cubicBezTo>
                    <a:pt x="29516" y="146220"/>
                    <a:pt x="36481" y="145875"/>
                    <a:pt x="44589" y="145697"/>
                  </a:cubicBezTo>
                  <a:cubicBezTo>
                    <a:pt x="44613" y="145625"/>
                    <a:pt x="44637" y="145554"/>
                    <a:pt x="44661" y="145494"/>
                  </a:cubicBezTo>
                  <a:cubicBezTo>
                    <a:pt x="45090" y="145494"/>
                    <a:pt x="45530" y="145494"/>
                    <a:pt x="45959" y="145482"/>
                  </a:cubicBezTo>
                  <a:cubicBezTo>
                    <a:pt x="45959" y="145542"/>
                    <a:pt x="45959" y="145601"/>
                    <a:pt x="45959" y="145661"/>
                  </a:cubicBezTo>
                  <a:cubicBezTo>
                    <a:pt x="46173" y="145661"/>
                    <a:pt x="46387" y="145661"/>
                    <a:pt x="46602" y="145649"/>
                  </a:cubicBezTo>
                  <a:cubicBezTo>
                    <a:pt x="46637" y="145601"/>
                    <a:pt x="46661" y="145542"/>
                    <a:pt x="46685" y="145482"/>
                  </a:cubicBezTo>
                  <a:cubicBezTo>
                    <a:pt x="47197" y="145482"/>
                    <a:pt x="47709" y="145482"/>
                    <a:pt x="48221" y="145494"/>
                  </a:cubicBezTo>
                  <a:cubicBezTo>
                    <a:pt x="48221" y="145530"/>
                    <a:pt x="48221" y="145578"/>
                    <a:pt x="48221" y="145625"/>
                  </a:cubicBezTo>
                  <a:cubicBezTo>
                    <a:pt x="50912" y="145578"/>
                    <a:pt x="53900" y="145542"/>
                    <a:pt x="57031" y="145518"/>
                  </a:cubicBezTo>
                  <a:cubicBezTo>
                    <a:pt x="59651" y="145542"/>
                    <a:pt x="62151" y="145566"/>
                    <a:pt x="64461" y="145601"/>
                  </a:cubicBezTo>
                  <a:cubicBezTo>
                    <a:pt x="64461" y="145566"/>
                    <a:pt x="64461" y="145530"/>
                    <a:pt x="64461" y="145494"/>
                  </a:cubicBezTo>
                  <a:cubicBezTo>
                    <a:pt x="65592" y="145488"/>
                    <a:pt x="66726" y="145485"/>
                    <a:pt x="67860" y="145485"/>
                  </a:cubicBezTo>
                  <a:cubicBezTo>
                    <a:pt x="68994" y="145485"/>
                    <a:pt x="70128" y="145488"/>
                    <a:pt x="71259" y="145494"/>
                  </a:cubicBezTo>
                  <a:cubicBezTo>
                    <a:pt x="71402" y="145578"/>
                    <a:pt x="71545" y="145661"/>
                    <a:pt x="71700" y="145744"/>
                  </a:cubicBezTo>
                  <a:cubicBezTo>
                    <a:pt x="78891" y="145947"/>
                    <a:pt x="85190" y="146268"/>
                    <a:pt x="90976" y="146816"/>
                  </a:cubicBezTo>
                  <a:cubicBezTo>
                    <a:pt x="90845" y="146054"/>
                    <a:pt x="90714" y="145256"/>
                    <a:pt x="90595" y="144435"/>
                  </a:cubicBezTo>
                  <a:lnTo>
                    <a:pt x="90595" y="144435"/>
                  </a:lnTo>
                  <a:cubicBezTo>
                    <a:pt x="91429" y="144792"/>
                    <a:pt x="92191" y="145304"/>
                    <a:pt x="92976" y="145744"/>
                  </a:cubicBezTo>
                  <a:cubicBezTo>
                    <a:pt x="96596" y="145851"/>
                    <a:pt x="99989" y="145982"/>
                    <a:pt x="103204" y="146161"/>
                  </a:cubicBezTo>
                  <a:cubicBezTo>
                    <a:pt x="103156" y="146375"/>
                    <a:pt x="103121" y="146601"/>
                    <a:pt x="103085" y="146828"/>
                  </a:cubicBezTo>
                  <a:cubicBezTo>
                    <a:pt x="104573" y="146685"/>
                    <a:pt x="106109" y="146554"/>
                    <a:pt x="107669" y="146447"/>
                  </a:cubicBezTo>
                  <a:cubicBezTo>
                    <a:pt x="109240" y="146554"/>
                    <a:pt x="110764" y="146685"/>
                    <a:pt x="112265" y="146828"/>
                  </a:cubicBezTo>
                  <a:cubicBezTo>
                    <a:pt x="112217" y="146601"/>
                    <a:pt x="112181" y="146375"/>
                    <a:pt x="112146" y="146161"/>
                  </a:cubicBezTo>
                  <a:cubicBezTo>
                    <a:pt x="115979" y="145947"/>
                    <a:pt x="120075" y="145792"/>
                    <a:pt x="124504" y="145697"/>
                  </a:cubicBezTo>
                  <a:cubicBezTo>
                    <a:pt x="125022" y="144156"/>
                    <a:pt x="125413" y="143165"/>
                    <a:pt x="125645" y="143165"/>
                  </a:cubicBezTo>
                  <a:cubicBezTo>
                    <a:pt x="125846" y="143165"/>
                    <a:pt x="125929" y="143902"/>
                    <a:pt x="125873" y="145661"/>
                  </a:cubicBezTo>
                  <a:cubicBezTo>
                    <a:pt x="126100" y="145661"/>
                    <a:pt x="126302" y="145661"/>
                    <a:pt x="126528" y="145649"/>
                  </a:cubicBezTo>
                  <a:cubicBezTo>
                    <a:pt x="127181" y="144357"/>
                    <a:pt x="127670" y="143321"/>
                    <a:pt x="127939" y="143321"/>
                  </a:cubicBezTo>
                  <a:cubicBezTo>
                    <a:pt x="128150" y="143321"/>
                    <a:pt x="128225" y="143963"/>
                    <a:pt x="128136" y="145625"/>
                  </a:cubicBezTo>
                  <a:cubicBezTo>
                    <a:pt x="130541" y="145589"/>
                    <a:pt x="133184" y="145554"/>
                    <a:pt x="135946" y="145530"/>
                  </a:cubicBezTo>
                  <a:cubicBezTo>
                    <a:pt x="138720" y="145554"/>
                    <a:pt x="141352" y="145589"/>
                    <a:pt x="143757" y="145625"/>
                  </a:cubicBezTo>
                  <a:cubicBezTo>
                    <a:pt x="143667" y="143963"/>
                    <a:pt x="143745" y="143321"/>
                    <a:pt x="143959" y="143321"/>
                  </a:cubicBezTo>
                  <a:cubicBezTo>
                    <a:pt x="144230" y="143321"/>
                    <a:pt x="144723" y="144357"/>
                    <a:pt x="145376" y="145649"/>
                  </a:cubicBezTo>
                  <a:cubicBezTo>
                    <a:pt x="145590" y="145661"/>
                    <a:pt x="145804" y="145661"/>
                    <a:pt x="146019" y="145661"/>
                  </a:cubicBezTo>
                  <a:cubicBezTo>
                    <a:pt x="145964" y="143902"/>
                    <a:pt x="146046" y="143165"/>
                    <a:pt x="146247" y="143165"/>
                  </a:cubicBezTo>
                  <a:cubicBezTo>
                    <a:pt x="146479" y="143165"/>
                    <a:pt x="146870" y="144156"/>
                    <a:pt x="147388" y="145697"/>
                  </a:cubicBezTo>
                  <a:cubicBezTo>
                    <a:pt x="151817" y="145792"/>
                    <a:pt x="155913" y="145947"/>
                    <a:pt x="159759" y="146161"/>
                  </a:cubicBezTo>
                  <a:cubicBezTo>
                    <a:pt x="159711" y="146375"/>
                    <a:pt x="159675" y="146601"/>
                    <a:pt x="159640" y="146828"/>
                  </a:cubicBezTo>
                  <a:cubicBezTo>
                    <a:pt x="161128" y="146685"/>
                    <a:pt x="162664" y="146554"/>
                    <a:pt x="164223" y="146447"/>
                  </a:cubicBezTo>
                  <a:cubicBezTo>
                    <a:pt x="165795" y="146554"/>
                    <a:pt x="167319" y="146685"/>
                    <a:pt x="168819" y="146828"/>
                  </a:cubicBezTo>
                  <a:cubicBezTo>
                    <a:pt x="168772" y="146601"/>
                    <a:pt x="168736" y="146375"/>
                    <a:pt x="168700" y="146161"/>
                  </a:cubicBezTo>
                  <a:cubicBezTo>
                    <a:pt x="171915" y="145982"/>
                    <a:pt x="175296" y="145851"/>
                    <a:pt x="178916" y="145744"/>
                  </a:cubicBezTo>
                  <a:cubicBezTo>
                    <a:pt x="179702" y="145304"/>
                    <a:pt x="180464" y="144792"/>
                    <a:pt x="181309" y="144435"/>
                  </a:cubicBezTo>
                  <a:lnTo>
                    <a:pt x="181309" y="144435"/>
                  </a:lnTo>
                  <a:cubicBezTo>
                    <a:pt x="181190" y="145256"/>
                    <a:pt x="181059" y="146054"/>
                    <a:pt x="180916" y="146816"/>
                  </a:cubicBezTo>
                  <a:cubicBezTo>
                    <a:pt x="186714" y="146268"/>
                    <a:pt x="193001" y="145947"/>
                    <a:pt x="200204" y="145744"/>
                  </a:cubicBezTo>
                  <a:cubicBezTo>
                    <a:pt x="200347" y="145661"/>
                    <a:pt x="200490" y="145578"/>
                    <a:pt x="200645" y="145494"/>
                  </a:cubicBezTo>
                  <a:cubicBezTo>
                    <a:pt x="201770" y="145488"/>
                    <a:pt x="202904" y="145485"/>
                    <a:pt x="204039" y="145485"/>
                  </a:cubicBezTo>
                  <a:cubicBezTo>
                    <a:pt x="205175" y="145485"/>
                    <a:pt x="206312" y="145488"/>
                    <a:pt x="207443" y="145494"/>
                  </a:cubicBezTo>
                  <a:cubicBezTo>
                    <a:pt x="207443" y="145530"/>
                    <a:pt x="207443" y="145566"/>
                    <a:pt x="207431" y="145601"/>
                  </a:cubicBezTo>
                  <a:cubicBezTo>
                    <a:pt x="209741" y="145566"/>
                    <a:pt x="212253" y="145542"/>
                    <a:pt x="214873" y="145518"/>
                  </a:cubicBezTo>
                  <a:cubicBezTo>
                    <a:pt x="218004" y="145542"/>
                    <a:pt x="220981" y="145578"/>
                    <a:pt x="223683" y="145625"/>
                  </a:cubicBezTo>
                  <a:cubicBezTo>
                    <a:pt x="223671" y="145578"/>
                    <a:pt x="223671" y="145530"/>
                    <a:pt x="223671" y="145494"/>
                  </a:cubicBezTo>
                  <a:cubicBezTo>
                    <a:pt x="224183" y="145494"/>
                    <a:pt x="224695" y="145482"/>
                    <a:pt x="225207" y="145482"/>
                  </a:cubicBezTo>
                  <a:cubicBezTo>
                    <a:pt x="225243" y="145542"/>
                    <a:pt x="225267" y="145601"/>
                    <a:pt x="225291" y="145649"/>
                  </a:cubicBezTo>
                  <a:cubicBezTo>
                    <a:pt x="225517" y="145661"/>
                    <a:pt x="225731" y="145661"/>
                    <a:pt x="225945" y="145661"/>
                  </a:cubicBezTo>
                  <a:cubicBezTo>
                    <a:pt x="225945" y="145601"/>
                    <a:pt x="225934" y="145542"/>
                    <a:pt x="225934" y="145482"/>
                  </a:cubicBezTo>
                  <a:cubicBezTo>
                    <a:pt x="226374" y="145482"/>
                    <a:pt x="226803" y="145482"/>
                    <a:pt x="227243" y="145494"/>
                  </a:cubicBezTo>
                  <a:cubicBezTo>
                    <a:pt x="227267" y="145554"/>
                    <a:pt x="227291" y="145625"/>
                    <a:pt x="227315" y="145697"/>
                  </a:cubicBezTo>
                  <a:cubicBezTo>
                    <a:pt x="235411" y="145875"/>
                    <a:pt x="242376" y="146220"/>
                    <a:pt x="248734" y="146816"/>
                  </a:cubicBezTo>
                  <a:cubicBezTo>
                    <a:pt x="248651" y="146363"/>
                    <a:pt x="248579" y="145899"/>
                    <a:pt x="248508" y="145423"/>
                  </a:cubicBezTo>
                  <a:lnTo>
                    <a:pt x="248508" y="145423"/>
                  </a:lnTo>
                  <a:cubicBezTo>
                    <a:pt x="248532" y="145506"/>
                    <a:pt x="248567" y="145601"/>
                    <a:pt x="248591" y="145697"/>
                  </a:cubicBezTo>
                  <a:cubicBezTo>
                    <a:pt x="256699" y="145875"/>
                    <a:pt x="263664" y="146220"/>
                    <a:pt x="270022" y="146816"/>
                  </a:cubicBezTo>
                  <a:cubicBezTo>
                    <a:pt x="268463" y="138065"/>
                    <a:pt x="268082" y="126123"/>
                    <a:pt x="268606" y="114598"/>
                  </a:cubicBezTo>
                  <a:cubicBezTo>
                    <a:pt x="267939" y="114478"/>
                    <a:pt x="263926" y="114038"/>
                    <a:pt x="266462" y="113466"/>
                  </a:cubicBezTo>
                  <a:cubicBezTo>
                    <a:pt x="266546" y="113288"/>
                    <a:pt x="266808" y="113347"/>
                    <a:pt x="266974" y="113312"/>
                  </a:cubicBezTo>
                  <a:cubicBezTo>
                    <a:pt x="267105" y="113205"/>
                    <a:pt x="267236" y="113109"/>
                    <a:pt x="267367" y="113002"/>
                  </a:cubicBezTo>
                  <a:cubicBezTo>
                    <a:pt x="267391" y="112954"/>
                    <a:pt x="267403" y="112919"/>
                    <a:pt x="267415" y="112871"/>
                  </a:cubicBezTo>
                  <a:cubicBezTo>
                    <a:pt x="258878" y="111740"/>
                    <a:pt x="264557" y="111323"/>
                    <a:pt x="268856" y="110121"/>
                  </a:cubicBezTo>
                  <a:cubicBezTo>
                    <a:pt x="268951" y="108668"/>
                    <a:pt x="269070" y="107228"/>
                    <a:pt x="269189" y="105811"/>
                  </a:cubicBezTo>
                  <a:cubicBezTo>
                    <a:pt x="269463" y="105846"/>
                    <a:pt x="269749" y="105870"/>
                    <a:pt x="270022" y="105894"/>
                  </a:cubicBezTo>
                  <a:cubicBezTo>
                    <a:pt x="269832" y="104834"/>
                    <a:pt x="269653" y="103727"/>
                    <a:pt x="269510" y="102584"/>
                  </a:cubicBezTo>
                  <a:cubicBezTo>
                    <a:pt x="270094" y="97036"/>
                    <a:pt x="270903" y="91940"/>
                    <a:pt x="271904" y="87809"/>
                  </a:cubicBezTo>
                  <a:lnTo>
                    <a:pt x="271904" y="87809"/>
                  </a:lnTo>
                  <a:cubicBezTo>
                    <a:pt x="270725" y="87928"/>
                    <a:pt x="269570" y="88047"/>
                    <a:pt x="268451" y="88154"/>
                  </a:cubicBezTo>
                  <a:cubicBezTo>
                    <a:pt x="268320" y="83427"/>
                    <a:pt x="268379" y="78510"/>
                    <a:pt x="268606" y="73664"/>
                  </a:cubicBezTo>
                  <a:cubicBezTo>
                    <a:pt x="267939" y="73557"/>
                    <a:pt x="263926" y="73104"/>
                    <a:pt x="266462" y="72545"/>
                  </a:cubicBezTo>
                  <a:cubicBezTo>
                    <a:pt x="266546" y="72366"/>
                    <a:pt x="266808" y="72426"/>
                    <a:pt x="266974" y="72390"/>
                  </a:cubicBezTo>
                  <a:cubicBezTo>
                    <a:pt x="267105" y="72283"/>
                    <a:pt x="267236" y="72176"/>
                    <a:pt x="267367" y="72069"/>
                  </a:cubicBezTo>
                  <a:cubicBezTo>
                    <a:pt x="267391" y="72033"/>
                    <a:pt x="267403" y="71985"/>
                    <a:pt x="267415" y="71949"/>
                  </a:cubicBezTo>
                  <a:cubicBezTo>
                    <a:pt x="258878" y="70818"/>
                    <a:pt x="264557" y="70402"/>
                    <a:pt x="268856" y="69199"/>
                  </a:cubicBezTo>
                  <a:cubicBezTo>
                    <a:pt x="269415" y="60770"/>
                    <a:pt x="270463" y="52840"/>
                    <a:pt x="271904" y="46875"/>
                  </a:cubicBezTo>
                  <a:lnTo>
                    <a:pt x="271904" y="46875"/>
                  </a:lnTo>
                  <a:cubicBezTo>
                    <a:pt x="270606" y="47006"/>
                    <a:pt x="269344" y="47137"/>
                    <a:pt x="268105" y="47256"/>
                  </a:cubicBezTo>
                  <a:cubicBezTo>
                    <a:pt x="267713" y="40803"/>
                    <a:pt x="267689" y="33719"/>
                    <a:pt x="268010" y="26789"/>
                  </a:cubicBezTo>
                  <a:cubicBezTo>
                    <a:pt x="267343" y="26670"/>
                    <a:pt x="263331" y="26230"/>
                    <a:pt x="265867" y="25658"/>
                  </a:cubicBezTo>
                  <a:cubicBezTo>
                    <a:pt x="265950" y="25479"/>
                    <a:pt x="266212" y="25539"/>
                    <a:pt x="266379" y="25503"/>
                  </a:cubicBezTo>
                  <a:cubicBezTo>
                    <a:pt x="266510" y="25396"/>
                    <a:pt x="266641" y="25301"/>
                    <a:pt x="266772" y="25194"/>
                  </a:cubicBezTo>
                  <a:cubicBezTo>
                    <a:pt x="266796" y="25146"/>
                    <a:pt x="266808" y="25110"/>
                    <a:pt x="266820" y="25063"/>
                  </a:cubicBezTo>
                  <a:cubicBezTo>
                    <a:pt x="258283" y="23932"/>
                    <a:pt x="263962" y="23515"/>
                    <a:pt x="268260" y="22312"/>
                  </a:cubicBezTo>
                  <a:cubicBezTo>
                    <a:pt x="268415" y="19919"/>
                    <a:pt x="268856" y="15300"/>
                    <a:pt x="268856" y="15300"/>
                  </a:cubicBezTo>
                  <a:lnTo>
                    <a:pt x="254901" y="1453"/>
                  </a:lnTo>
                  <a:cubicBezTo>
                    <a:pt x="254901" y="1453"/>
                    <a:pt x="251413" y="1679"/>
                    <a:pt x="249615" y="1774"/>
                  </a:cubicBezTo>
                  <a:cubicBezTo>
                    <a:pt x="249746" y="1167"/>
                    <a:pt x="249889" y="572"/>
                    <a:pt x="250020" y="0"/>
                  </a:cubicBezTo>
                  <a:lnTo>
                    <a:pt x="250020" y="0"/>
                  </a:lnTo>
                  <a:cubicBezTo>
                    <a:pt x="240828" y="929"/>
                    <a:pt x="233577" y="1572"/>
                    <a:pt x="225017" y="1929"/>
                  </a:cubicBezTo>
                  <a:cubicBezTo>
                    <a:pt x="224814" y="2179"/>
                    <a:pt x="224600" y="2441"/>
                    <a:pt x="224386" y="2715"/>
                  </a:cubicBezTo>
                  <a:cubicBezTo>
                    <a:pt x="223731" y="2953"/>
                    <a:pt x="223112" y="3274"/>
                    <a:pt x="222647" y="3751"/>
                  </a:cubicBezTo>
                  <a:cubicBezTo>
                    <a:pt x="222755" y="3346"/>
                    <a:pt x="222945" y="2774"/>
                    <a:pt x="223219" y="2000"/>
                  </a:cubicBezTo>
                  <a:cubicBezTo>
                    <a:pt x="223094" y="1992"/>
                    <a:pt x="222968" y="1988"/>
                    <a:pt x="222843" y="1988"/>
                  </a:cubicBezTo>
                  <a:cubicBezTo>
                    <a:pt x="221740" y="1988"/>
                    <a:pt x="220632" y="2285"/>
                    <a:pt x="219537" y="2285"/>
                  </a:cubicBezTo>
                  <a:cubicBezTo>
                    <a:pt x="219371" y="2285"/>
                    <a:pt x="219205" y="2278"/>
                    <a:pt x="219040" y="2262"/>
                  </a:cubicBezTo>
                  <a:cubicBezTo>
                    <a:pt x="218567" y="2506"/>
                    <a:pt x="218202" y="2952"/>
                    <a:pt x="217926" y="2952"/>
                  </a:cubicBezTo>
                  <a:cubicBezTo>
                    <a:pt x="217744" y="2952"/>
                    <a:pt x="217601" y="2757"/>
                    <a:pt x="217492" y="2179"/>
                  </a:cubicBezTo>
                  <a:cubicBezTo>
                    <a:pt x="216420" y="2203"/>
                    <a:pt x="215337" y="2227"/>
                    <a:pt x="214218" y="2239"/>
                  </a:cubicBezTo>
                  <a:cubicBezTo>
                    <a:pt x="210515" y="2179"/>
                    <a:pt x="207169" y="2084"/>
                    <a:pt x="204002" y="1965"/>
                  </a:cubicBezTo>
                  <a:cubicBezTo>
                    <a:pt x="203967" y="2131"/>
                    <a:pt x="203943" y="2298"/>
                    <a:pt x="203919" y="2453"/>
                  </a:cubicBezTo>
                  <a:cubicBezTo>
                    <a:pt x="203550" y="2560"/>
                    <a:pt x="203181" y="2679"/>
                    <a:pt x="202824" y="2822"/>
                  </a:cubicBezTo>
                  <a:cubicBezTo>
                    <a:pt x="202776" y="2548"/>
                    <a:pt x="202728" y="2239"/>
                    <a:pt x="202681" y="1905"/>
                  </a:cubicBezTo>
                  <a:cubicBezTo>
                    <a:pt x="194453" y="1524"/>
                    <a:pt x="187357" y="905"/>
                    <a:pt x="178440" y="0"/>
                  </a:cubicBezTo>
                  <a:lnTo>
                    <a:pt x="178440" y="0"/>
                  </a:lnTo>
                  <a:cubicBezTo>
                    <a:pt x="178582" y="572"/>
                    <a:pt x="178713" y="1167"/>
                    <a:pt x="178844" y="1774"/>
                  </a:cubicBezTo>
                  <a:cubicBezTo>
                    <a:pt x="175773" y="1607"/>
                    <a:pt x="172832" y="1417"/>
                    <a:pt x="169831" y="1179"/>
                  </a:cubicBezTo>
                  <a:cubicBezTo>
                    <a:pt x="169927" y="774"/>
                    <a:pt x="170010" y="381"/>
                    <a:pt x="170105" y="0"/>
                  </a:cubicBezTo>
                  <a:lnTo>
                    <a:pt x="170105" y="0"/>
                  </a:lnTo>
                  <a:cubicBezTo>
                    <a:pt x="167843" y="226"/>
                    <a:pt x="165700" y="441"/>
                    <a:pt x="163628" y="631"/>
                  </a:cubicBezTo>
                  <a:cubicBezTo>
                    <a:pt x="161556" y="441"/>
                    <a:pt x="159413" y="226"/>
                    <a:pt x="157163" y="0"/>
                  </a:cubicBezTo>
                  <a:lnTo>
                    <a:pt x="157163" y="0"/>
                  </a:lnTo>
                  <a:cubicBezTo>
                    <a:pt x="157246" y="381"/>
                    <a:pt x="157342" y="774"/>
                    <a:pt x="157425" y="1179"/>
                  </a:cubicBezTo>
                  <a:cubicBezTo>
                    <a:pt x="153377" y="1500"/>
                    <a:pt x="149400" y="1750"/>
                    <a:pt x="145102" y="1929"/>
                  </a:cubicBezTo>
                  <a:cubicBezTo>
                    <a:pt x="144154" y="3043"/>
                    <a:pt x="143049" y="4616"/>
                    <a:pt x="142712" y="4616"/>
                  </a:cubicBezTo>
                  <a:cubicBezTo>
                    <a:pt x="142491" y="4616"/>
                    <a:pt x="142601" y="3936"/>
                    <a:pt x="143304" y="2000"/>
                  </a:cubicBezTo>
                  <a:cubicBezTo>
                    <a:pt x="143179" y="1992"/>
                    <a:pt x="143053" y="1988"/>
                    <a:pt x="142928" y="1988"/>
                  </a:cubicBezTo>
                  <a:cubicBezTo>
                    <a:pt x="141825" y="1988"/>
                    <a:pt x="140718" y="2285"/>
                    <a:pt x="139622" y="2285"/>
                  </a:cubicBezTo>
                  <a:cubicBezTo>
                    <a:pt x="139456" y="2285"/>
                    <a:pt x="139290" y="2278"/>
                    <a:pt x="139125" y="2262"/>
                  </a:cubicBezTo>
                  <a:cubicBezTo>
                    <a:pt x="138780" y="2441"/>
                    <a:pt x="138494" y="2715"/>
                    <a:pt x="138256" y="2858"/>
                  </a:cubicBezTo>
                  <a:lnTo>
                    <a:pt x="138256" y="2250"/>
                  </a:lnTo>
                  <a:cubicBezTo>
                    <a:pt x="138030" y="2250"/>
                    <a:pt x="137803" y="2239"/>
                    <a:pt x="137589" y="2239"/>
                  </a:cubicBezTo>
                  <a:cubicBezTo>
                    <a:pt x="137577" y="2215"/>
                    <a:pt x="137577" y="2203"/>
                    <a:pt x="137565" y="2179"/>
                  </a:cubicBezTo>
                  <a:cubicBezTo>
                    <a:pt x="137041" y="2191"/>
                    <a:pt x="136494" y="2203"/>
                    <a:pt x="135946" y="2215"/>
                  </a:cubicBezTo>
                  <a:cubicBezTo>
                    <a:pt x="135410" y="2203"/>
                    <a:pt x="134863" y="2191"/>
                    <a:pt x="134327" y="2179"/>
                  </a:cubicBezTo>
                  <a:cubicBezTo>
                    <a:pt x="134327" y="2203"/>
                    <a:pt x="134327" y="2215"/>
                    <a:pt x="134315" y="2239"/>
                  </a:cubicBezTo>
                  <a:cubicBezTo>
                    <a:pt x="134089" y="2239"/>
                    <a:pt x="133874" y="2250"/>
                    <a:pt x="133648" y="2250"/>
                  </a:cubicBezTo>
                  <a:lnTo>
                    <a:pt x="133648" y="2858"/>
                  </a:lnTo>
                  <a:cubicBezTo>
                    <a:pt x="133410" y="2715"/>
                    <a:pt x="133124" y="2441"/>
                    <a:pt x="132779" y="2262"/>
                  </a:cubicBezTo>
                  <a:cubicBezTo>
                    <a:pt x="132604" y="2280"/>
                    <a:pt x="132429" y="2288"/>
                    <a:pt x="132254" y="2288"/>
                  </a:cubicBezTo>
                  <a:cubicBezTo>
                    <a:pt x="131165" y="2288"/>
                    <a:pt x="130064" y="1988"/>
                    <a:pt x="128968" y="1988"/>
                  </a:cubicBezTo>
                  <a:cubicBezTo>
                    <a:pt x="128845" y="1988"/>
                    <a:pt x="128723" y="1992"/>
                    <a:pt x="128600" y="2000"/>
                  </a:cubicBezTo>
                  <a:cubicBezTo>
                    <a:pt x="129303" y="3936"/>
                    <a:pt x="129413" y="4616"/>
                    <a:pt x="129192" y="4616"/>
                  </a:cubicBezTo>
                  <a:cubicBezTo>
                    <a:pt x="128855" y="4616"/>
                    <a:pt x="127750" y="3043"/>
                    <a:pt x="126802" y="1929"/>
                  </a:cubicBezTo>
                  <a:cubicBezTo>
                    <a:pt x="122492" y="1750"/>
                    <a:pt x="118527" y="1500"/>
                    <a:pt x="114467" y="1179"/>
                  </a:cubicBezTo>
                  <a:cubicBezTo>
                    <a:pt x="114562" y="774"/>
                    <a:pt x="114646" y="381"/>
                    <a:pt x="114741" y="0"/>
                  </a:cubicBezTo>
                  <a:lnTo>
                    <a:pt x="114741" y="0"/>
                  </a:lnTo>
                  <a:cubicBezTo>
                    <a:pt x="112491" y="226"/>
                    <a:pt x="110348" y="441"/>
                    <a:pt x="108276" y="631"/>
                  </a:cubicBezTo>
                  <a:cubicBezTo>
                    <a:pt x="106192" y="441"/>
                    <a:pt x="104061" y="226"/>
                    <a:pt x="101799" y="0"/>
                  </a:cubicBezTo>
                  <a:lnTo>
                    <a:pt x="101799" y="0"/>
                  </a:lnTo>
                  <a:cubicBezTo>
                    <a:pt x="101894" y="381"/>
                    <a:pt x="101978" y="774"/>
                    <a:pt x="102073" y="1179"/>
                  </a:cubicBezTo>
                  <a:cubicBezTo>
                    <a:pt x="99072" y="1417"/>
                    <a:pt x="96132" y="1607"/>
                    <a:pt x="93060" y="1774"/>
                  </a:cubicBezTo>
                  <a:cubicBezTo>
                    <a:pt x="93191" y="1167"/>
                    <a:pt x="93322" y="572"/>
                    <a:pt x="93465" y="0"/>
                  </a:cubicBezTo>
                  <a:lnTo>
                    <a:pt x="93465" y="0"/>
                  </a:lnTo>
                  <a:cubicBezTo>
                    <a:pt x="84535" y="905"/>
                    <a:pt x="77439" y="1524"/>
                    <a:pt x="69212" y="1905"/>
                  </a:cubicBezTo>
                  <a:cubicBezTo>
                    <a:pt x="69164" y="2239"/>
                    <a:pt x="69116" y="2548"/>
                    <a:pt x="69081" y="2822"/>
                  </a:cubicBezTo>
                  <a:cubicBezTo>
                    <a:pt x="68723" y="2667"/>
                    <a:pt x="68342" y="2548"/>
                    <a:pt x="67973" y="2453"/>
                  </a:cubicBezTo>
                  <a:cubicBezTo>
                    <a:pt x="67950" y="2298"/>
                    <a:pt x="67926" y="2131"/>
                    <a:pt x="67902" y="1953"/>
                  </a:cubicBezTo>
                  <a:cubicBezTo>
                    <a:pt x="64735" y="2084"/>
                    <a:pt x="61377" y="2179"/>
                    <a:pt x="57686" y="2239"/>
                  </a:cubicBezTo>
                  <a:cubicBezTo>
                    <a:pt x="56567" y="2227"/>
                    <a:pt x="55472" y="2203"/>
                    <a:pt x="54412" y="2179"/>
                  </a:cubicBezTo>
                  <a:cubicBezTo>
                    <a:pt x="54303" y="2757"/>
                    <a:pt x="54160" y="2952"/>
                    <a:pt x="53977" y="2952"/>
                  </a:cubicBezTo>
                  <a:cubicBezTo>
                    <a:pt x="53701" y="2952"/>
                    <a:pt x="53333" y="2506"/>
                    <a:pt x="52852" y="2262"/>
                  </a:cubicBezTo>
                  <a:cubicBezTo>
                    <a:pt x="52687" y="2278"/>
                    <a:pt x="52522" y="2285"/>
                    <a:pt x="52356" y="2285"/>
                  </a:cubicBezTo>
                  <a:cubicBezTo>
                    <a:pt x="51262" y="2285"/>
                    <a:pt x="50161" y="1988"/>
                    <a:pt x="49052" y="1988"/>
                  </a:cubicBezTo>
                  <a:cubicBezTo>
                    <a:pt x="48926" y="1988"/>
                    <a:pt x="48800" y="1992"/>
                    <a:pt x="48673" y="2000"/>
                  </a:cubicBezTo>
                  <a:cubicBezTo>
                    <a:pt x="48959" y="2774"/>
                    <a:pt x="49138" y="3346"/>
                    <a:pt x="49257" y="3751"/>
                  </a:cubicBezTo>
                  <a:cubicBezTo>
                    <a:pt x="48792" y="3274"/>
                    <a:pt x="48173" y="2953"/>
                    <a:pt x="47518" y="2703"/>
                  </a:cubicBezTo>
                  <a:cubicBezTo>
                    <a:pt x="47304" y="2441"/>
                    <a:pt x="47090" y="2179"/>
                    <a:pt x="46875" y="1929"/>
                  </a:cubicBezTo>
                  <a:cubicBezTo>
                    <a:pt x="38315" y="1572"/>
                    <a:pt x="31064" y="929"/>
                    <a:pt x="21872" y="0"/>
                  </a:cubicBezTo>
                  <a:lnTo>
                    <a:pt x="21872" y="0"/>
                  </a:lnTo>
                  <a:cubicBezTo>
                    <a:pt x="22015" y="572"/>
                    <a:pt x="22146" y="1167"/>
                    <a:pt x="22277" y="1774"/>
                  </a:cubicBezTo>
                  <a:cubicBezTo>
                    <a:pt x="15098" y="1393"/>
                    <a:pt x="8573" y="810"/>
                    <a:pt x="5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13"/>
            <p:cNvSpPr/>
            <p:nvPr/>
          </p:nvSpPr>
          <p:spPr>
            <a:xfrm>
              <a:off x="283950" y="193150"/>
              <a:ext cx="8615526" cy="4752359"/>
            </a:xfrm>
            <a:custGeom>
              <a:rect b="b" l="l" r="r" t="t"/>
              <a:pathLst>
                <a:path extrusionOk="0" h="146757" w="269046">
                  <a:moveTo>
                    <a:pt x="21241" y="131"/>
                  </a:moveTo>
                  <a:cubicBezTo>
                    <a:pt x="20884" y="346"/>
                    <a:pt x="20527" y="572"/>
                    <a:pt x="20170" y="798"/>
                  </a:cubicBezTo>
                  <a:cubicBezTo>
                    <a:pt x="20217" y="953"/>
                    <a:pt x="20253" y="1120"/>
                    <a:pt x="20289" y="1286"/>
                  </a:cubicBezTo>
                  <a:cubicBezTo>
                    <a:pt x="20860" y="929"/>
                    <a:pt x="21432" y="560"/>
                    <a:pt x="22015" y="203"/>
                  </a:cubicBezTo>
                  <a:cubicBezTo>
                    <a:pt x="21753" y="179"/>
                    <a:pt x="21503" y="155"/>
                    <a:pt x="21241" y="131"/>
                  </a:cubicBezTo>
                  <a:close/>
                  <a:moveTo>
                    <a:pt x="18777" y="1691"/>
                  </a:moveTo>
                  <a:cubicBezTo>
                    <a:pt x="18515" y="1858"/>
                    <a:pt x="18265" y="2012"/>
                    <a:pt x="18015" y="2179"/>
                  </a:cubicBezTo>
                  <a:cubicBezTo>
                    <a:pt x="11788" y="6263"/>
                    <a:pt x="6156" y="10644"/>
                    <a:pt x="1155" y="15252"/>
                  </a:cubicBezTo>
                  <a:cubicBezTo>
                    <a:pt x="1179" y="15455"/>
                    <a:pt x="1203" y="15657"/>
                    <a:pt x="1215" y="15848"/>
                  </a:cubicBezTo>
                  <a:cubicBezTo>
                    <a:pt x="6263" y="11156"/>
                    <a:pt x="11966" y="6727"/>
                    <a:pt x="18277" y="2584"/>
                  </a:cubicBezTo>
                  <a:cubicBezTo>
                    <a:pt x="18705" y="2298"/>
                    <a:pt x="19146" y="2012"/>
                    <a:pt x="19574" y="1739"/>
                  </a:cubicBezTo>
                  <a:cubicBezTo>
                    <a:pt x="19312" y="1727"/>
                    <a:pt x="19039" y="1703"/>
                    <a:pt x="18777" y="1691"/>
                  </a:cubicBezTo>
                  <a:close/>
                  <a:moveTo>
                    <a:pt x="257199" y="5608"/>
                  </a:moveTo>
                  <a:cubicBezTo>
                    <a:pt x="259819" y="11180"/>
                    <a:pt x="262128" y="16943"/>
                    <a:pt x="264105" y="22884"/>
                  </a:cubicBezTo>
                  <a:cubicBezTo>
                    <a:pt x="264307" y="22836"/>
                    <a:pt x="264522" y="22789"/>
                    <a:pt x="264736" y="22741"/>
                  </a:cubicBezTo>
                  <a:cubicBezTo>
                    <a:pt x="262950" y="17360"/>
                    <a:pt x="260890" y="12085"/>
                    <a:pt x="258557" y="6942"/>
                  </a:cubicBezTo>
                  <a:lnTo>
                    <a:pt x="257199" y="5608"/>
                  </a:lnTo>
                  <a:close/>
                  <a:moveTo>
                    <a:pt x="234685" y="1239"/>
                  </a:moveTo>
                  <a:cubicBezTo>
                    <a:pt x="234423" y="1262"/>
                    <a:pt x="234149" y="1286"/>
                    <a:pt x="233887" y="1298"/>
                  </a:cubicBezTo>
                  <a:cubicBezTo>
                    <a:pt x="234554" y="1727"/>
                    <a:pt x="235220" y="2143"/>
                    <a:pt x="235875" y="2584"/>
                  </a:cubicBezTo>
                  <a:cubicBezTo>
                    <a:pt x="245662" y="9001"/>
                    <a:pt x="253961" y="16145"/>
                    <a:pt x="260676" y="23813"/>
                  </a:cubicBezTo>
                  <a:cubicBezTo>
                    <a:pt x="260783" y="23741"/>
                    <a:pt x="260938" y="23682"/>
                    <a:pt x="261140" y="23610"/>
                  </a:cubicBezTo>
                  <a:cubicBezTo>
                    <a:pt x="254377" y="15871"/>
                    <a:pt x="246007" y="8656"/>
                    <a:pt x="236137" y="2179"/>
                  </a:cubicBezTo>
                  <a:cubicBezTo>
                    <a:pt x="235649" y="1870"/>
                    <a:pt x="235173" y="1548"/>
                    <a:pt x="234685" y="1239"/>
                  </a:cubicBezTo>
                  <a:close/>
                  <a:moveTo>
                    <a:pt x="264807" y="25051"/>
                  </a:moveTo>
                  <a:lnTo>
                    <a:pt x="264867" y="25218"/>
                  </a:lnTo>
                  <a:cubicBezTo>
                    <a:pt x="264879" y="25218"/>
                    <a:pt x="264879" y="25206"/>
                    <a:pt x="264891" y="25194"/>
                  </a:cubicBezTo>
                  <a:cubicBezTo>
                    <a:pt x="264914" y="25158"/>
                    <a:pt x="264926" y="25111"/>
                    <a:pt x="264938" y="25075"/>
                  </a:cubicBezTo>
                  <a:cubicBezTo>
                    <a:pt x="264891" y="25063"/>
                    <a:pt x="264855" y="25063"/>
                    <a:pt x="264807" y="25051"/>
                  </a:cubicBezTo>
                  <a:close/>
                  <a:moveTo>
                    <a:pt x="265319" y="26670"/>
                  </a:moveTo>
                  <a:lnTo>
                    <a:pt x="265319" y="26670"/>
                  </a:lnTo>
                  <a:cubicBezTo>
                    <a:pt x="265557" y="27480"/>
                    <a:pt x="265807" y="28290"/>
                    <a:pt x="266034" y="29099"/>
                  </a:cubicBezTo>
                  <a:cubicBezTo>
                    <a:pt x="266057" y="28444"/>
                    <a:pt x="266081" y="27789"/>
                    <a:pt x="266117" y="27135"/>
                  </a:cubicBezTo>
                  <a:cubicBezTo>
                    <a:pt x="266081" y="27016"/>
                    <a:pt x="266046" y="26896"/>
                    <a:pt x="266010" y="26777"/>
                  </a:cubicBezTo>
                  <a:cubicBezTo>
                    <a:pt x="265843" y="26754"/>
                    <a:pt x="265593" y="26718"/>
                    <a:pt x="265319" y="26670"/>
                  </a:cubicBezTo>
                  <a:close/>
                  <a:moveTo>
                    <a:pt x="261188" y="24408"/>
                  </a:moveTo>
                  <a:lnTo>
                    <a:pt x="261188" y="24408"/>
                  </a:lnTo>
                  <a:cubicBezTo>
                    <a:pt x="262902" y="26396"/>
                    <a:pt x="264498" y="28409"/>
                    <a:pt x="265998" y="30456"/>
                  </a:cubicBezTo>
                  <a:cubicBezTo>
                    <a:pt x="265998" y="30195"/>
                    <a:pt x="266010" y="29944"/>
                    <a:pt x="266022" y="29683"/>
                  </a:cubicBezTo>
                  <a:cubicBezTo>
                    <a:pt x="265153" y="28516"/>
                    <a:pt x="264260" y="27361"/>
                    <a:pt x="263331" y="26218"/>
                  </a:cubicBezTo>
                  <a:cubicBezTo>
                    <a:pt x="263200" y="26158"/>
                    <a:pt x="263140" y="26087"/>
                    <a:pt x="263164" y="26015"/>
                  </a:cubicBezTo>
                  <a:cubicBezTo>
                    <a:pt x="262771" y="25539"/>
                    <a:pt x="262378" y="25075"/>
                    <a:pt x="261986" y="24599"/>
                  </a:cubicBezTo>
                  <a:cubicBezTo>
                    <a:pt x="261664" y="24539"/>
                    <a:pt x="261402" y="24468"/>
                    <a:pt x="261188" y="24408"/>
                  </a:cubicBezTo>
                  <a:close/>
                  <a:moveTo>
                    <a:pt x="127076" y="17431"/>
                  </a:moveTo>
                  <a:cubicBezTo>
                    <a:pt x="133339" y="17431"/>
                    <a:pt x="139506" y="17574"/>
                    <a:pt x="145578" y="17848"/>
                  </a:cubicBezTo>
                  <a:cubicBezTo>
                    <a:pt x="146150" y="29278"/>
                    <a:pt x="146554" y="41363"/>
                    <a:pt x="146769" y="53924"/>
                  </a:cubicBezTo>
                  <a:cubicBezTo>
                    <a:pt x="140292" y="53816"/>
                    <a:pt x="133720" y="53769"/>
                    <a:pt x="127076" y="53769"/>
                  </a:cubicBezTo>
                  <a:cubicBezTo>
                    <a:pt x="120432" y="53769"/>
                    <a:pt x="113860" y="53816"/>
                    <a:pt x="107371" y="53924"/>
                  </a:cubicBezTo>
                  <a:cubicBezTo>
                    <a:pt x="107585" y="41363"/>
                    <a:pt x="107990" y="29278"/>
                    <a:pt x="108562" y="17848"/>
                  </a:cubicBezTo>
                  <a:cubicBezTo>
                    <a:pt x="114634" y="17574"/>
                    <a:pt x="120813" y="17431"/>
                    <a:pt x="127076" y="17431"/>
                  </a:cubicBezTo>
                  <a:close/>
                  <a:moveTo>
                    <a:pt x="108359" y="17848"/>
                  </a:moveTo>
                  <a:cubicBezTo>
                    <a:pt x="107776" y="29385"/>
                    <a:pt x="107371" y="41482"/>
                    <a:pt x="107169" y="53924"/>
                  </a:cubicBezTo>
                  <a:cubicBezTo>
                    <a:pt x="94727" y="54138"/>
                    <a:pt x="82630" y="54531"/>
                    <a:pt x="71093" y="55114"/>
                  </a:cubicBezTo>
                  <a:cubicBezTo>
                    <a:pt x="71617" y="43244"/>
                    <a:pt x="72640" y="31766"/>
                    <a:pt x="74117" y="20872"/>
                  </a:cubicBezTo>
                  <a:cubicBezTo>
                    <a:pt x="85011" y="19407"/>
                    <a:pt x="96477" y="18384"/>
                    <a:pt x="108359" y="17848"/>
                  </a:cubicBezTo>
                  <a:close/>
                  <a:moveTo>
                    <a:pt x="145792" y="17860"/>
                  </a:moveTo>
                  <a:lnTo>
                    <a:pt x="145792" y="17860"/>
                  </a:lnTo>
                  <a:cubicBezTo>
                    <a:pt x="157675" y="18384"/>
                    <a:pt x="169141" y="19407"/>
                    <a:pt x="180035" y="20884"/>
                  </a:cubicBezTo>
                  <a:cubicBezTo>
                    <a:pt x="181499" y="31766"/>
                    <a:pt x="182523" y="43244"/>
                    <a:pt x="183059" y="55114"/>
                  </a:cubicBezTo>
                  <a:cubicBezTo>
                    <a:pt x="171522" y="54531"/>
                    <a:pt x="159425" y="54138"/>
                    <a:pt x="146983" y="53924"/>
                  </a:cubicBezTo>
                  <a:cubicBezTo>
                    <a:pt x="146781" y="41482"/>
                    <a:pt x="146376" y="29385"/>
                    <a:pt x="145792" y="17860"/>
                  </a:cubicBezTo>
                  <a:close/>
                  <a:moveTo>
                    <a:pt x="73724" y="20931"/>
                  </a:moveTo>
                  <a:lnTo>
                    <a:pt x="73724" y="20931"/>
                  </a:lnTo>
                  <a:cubicBezTo>
                    <a:pt x="72259" y="31909"/>
                    <a:pt x="71247" y="43375"/>
                    <a:pt x="70724" y="55138"/>
                  </a:cubicBezTo>
                  <a:cubicBezTo>
                    <a:pt x="54805" y="55948"/>
                    <a:pt x="39958" y="57103"/>
                    <a:pt x="26742" y="58579"/>
                  </a:cubicBezTo>
                  <a:cubicBezTo>
                    <a:pt x="27373" y="48816"/>
                    <a:pt x="28599" y="39255"/>
                    <a:pt x="30397" y="29992"/>
                  </a:cubicBezTo>
                  <a:cubicBezTo>
                    <a:pt x="43292" y="26158"/>
                    <a:pt x="57901" y="23086"/>
                    <a:pt x="73724" y="20931"/>
                  </a:cubicBezTo>
                  <a:close/>
                  <a:moveTo>
                    <a:pt x="180416" y="20931"/>
                  </a:moveTo>
                  <a:lnTo>
                    <a:pt x="180416" y="20931"/>
                  </a:lnTo>
                  <a:cubicBezTo>
                    <a:pt x="196251" y="23086"/>
                    <a:pt x="210860" y="26170"/>
                    <a:pt x="223755" y="29992"/>
                  </a:cubicBezTo>
                  <a:cubicBezTo>
                    <a:pt x="225552" y="39255"/>
                    <a:pt x="226779" y="48816"/>
                    <a:pt x="227410" y="58579"/>
                  </a:cubicBezTo>
                  <a:cubicBezTo>
                    <a:pt x="214194" y="57103"/>
                    <a:pt x="199335" y="55948"/>
                    <a:pt x="183416" y="55138"/>
                  </a:cubicBezTo>
                  <a:cubicBezTo>
                    <a:pt x="182904" y="43375"/>
                    <a:pt x="181892" y="31909"/>
                    <a:pt x="180416" y="20931"/>
                  </a:cubicBezTo>
                  <a:close/>
                  <a:moveTo>
                    <a:pt x="70724" y="55352"/>
                  </a:moveTo>
                  <a:cubicBezTo>
                    <a:pt x="70450" y="61436"/>
                    <a:pt x="70319" y="67616"/>
                    <a:pt x="70319" y="73843"/>
                  </a:cubicBezTo>
                  <a:cubicBezTo>
                    <a:pt x="70319" y="80070"/>
                    <a:pt x="70450" y="86237"/>
                    <a:pt x="70724" y="92321"/>
                  </a:cubicBezTo>
                  <a:cubicBezTo>
                    <a:pt x="54543" y="91500"/>
                    <a:pt x="39696" y="90333"/>
                    <a:pt x="26730" y="88892"/>
                  </a:cubicBezTo>
                  <a:cubicBezTo>
                    <a:pt x="26420" y="83915"/>
                    <a:pt x="26254" y="78891"/>
                    <a:pt x="26254" y="73843"/>
                  </a:cubicBezTo>
                  <a:cubicBezTo>
                    <a:pt x="26254" y="68783"/>
                    <a:pt x="26420" y="63758"/>
                    <a:pt x="26730" y="58781"/>
                  </a:cubicBezTo>
                  <a:cubicBezTo>
                    <a:pt x="39696" y="57341"/>
                    <a:pt x="54543" y="56174"/>
                    <a:pt x="70724" y="55352"/>
                  </a:cubicBezTo>
                  <a:close/>
                  <a:moveTo>
                    <a:pt x="183428" y="55352"/>
                  </a:moveTo>
                  <a:cubicBezTo>
                    <a:pt x="199609" y="56174"/>
                    <a:pt x="214444" y="57341"/>
                    <a:pt x="227410" y="58781"/>
                  </a:cubicBezTo>
                  <a:cubicBezTo>
                    <a:pt x="227731" y="63758"/>
                    <a:pt x="227886" y="68783"/>
                    <a:pt x="227886" y="73843"/>
                  </a:cubicBezTo>
                  <a:cubicBezTo>
                    <a:pt x="227886" y="78903"/>
                    <a:pt x="227731" y="83915"/>
                    <a:pt x="227410" y="88892"/>
                  </a:cubicBezTo>
                  <a:cubicBezTo>
                    <a:pt x="214444" y="90333"/>
                    <a:pt x="199609" y="91500"/>
                    <a:pt x="183428" y="92321"/>
                  </a:cubicBezTo>
                  <a:cubicBezTo>
                    <a:pt x="183690" y="86237"/>
                    <a:pt x="183833" y="80070"/>
                    <a:pt x="183833" y="73843"/>
                  </a:cubicBezTo>
                  <a:cubicBezTo>
                    <a:pt x="183833" y="67616"/>
                    <a:pt x="183690" y="61436"/>
                    <a:pt x="183428" y="55352"/>
                  </a:cubicBezTo>
                  <a:close/>
                  <a:moveTo>
                    <a:pt x="107157" y="54138"/>
                  </a:moveTo>
                  <a:cubicBezTo>
                    <a:pt x="107050" y="60627"/>
                    <a:pt x="107002" y="67199"/>
                    <a:pt x="107002" y="73843"/>
                  </a:cubicBezTo>
                  <a:cubicBezTo>
                    <a:pt x="107002" y="80475"/>
                    <a:pt x="107050" y="87047"/>
                    <a:pt x="107157" y="93536"/>
                  </a:cubicBezTo>
                  <a:cubicBezTo>
                    <a:pt x="94596" y="93321"/>
                    <a:pt x="82511" y="92917"/>
                    <a:pt x="71081" y="92345"/>
                  </a:cubicBezTo>
                  <a:cubicBezTo>
                    <a:pt x="70807" y="86273"/>
                    <a:pt x="70676" y="80105"/>
                    <a:pt x="70676" y="73843"/>
                  </a:cubicBezTo>
                  <a:cubicBezTo>
                    <a:pt x="70676" y="67580"/>
                    <a:pt x="70807" y="61401"/>
                    <a:pt x="71081" y="55329"/>
                  </a:cubicBezTo>
                  <a:cubicBezTo>
                    <a:pt x="82511" y="54757"/>
                    <a:pt x="94596" y="54352"/>
                    <a:pt x="107157" y="54138"/>
                  </a:cubicBezTo>
                  <a:close/>
                  <a:moveTo>
                    <a:pt x="146983" y="54138"/>
                  </a:moveTo>
                  <a:cubicBezTo>
                    <a:pt x="159544" y="54352"/>
                    <a:pt x="171641" y="54757"/>
                    <a:pt x="183071" y="55329"/>
                  </a:cubicBezTo>
                  <a:cubicBezTo>
                    <a:pt x="183333" y="61401"/>
                    <a:pt x="183476" y="67568"/>
                    <a:pt x="183476" y="73831"/>
                  </a:cubicBezTo>
                  <a:cubicBezTo>
                    <a:pt x="183476" y="80094"/>
                    <a:pt x="183333" y="86273"/>
                    <a:pt x="183071" y="92345"/>
                  </a:cubicBezTo>
                  <a:cubicBezTo>
                    <a:pt x="171641" y="92917"/>
                    <a:pt x="159544" y="93321"/>
                    <a:pt x="146983" y="93536"/>
                  </a:cubicBezTo>
                  <a:cubicBezTo>
                    <a:pt x="147090" y="87047"/>
                    <a:pt x="147150" y="80475"/>
                    <a:pt x="147150" y="73843"/>
                  </a:cubicBezTo>
                  <a:cubicBezTo>
                    <a:pt x="147150" y="67199"/>
                    <a:pt x="147090" y="60627"/>
                    <a:pt x="146983" y="54138"/>
                  </a:cubicBezTo>
                  <a:close/>
                  <a:moveTo>
                    <a:pt x="127076" y="53971"/>
                  </a:moveTo>
                  <a:cubicBezTo>
                    <a:pt x="133743" y="53971"/>
                    <a:pt x="140327" y="54031"/>
                    <a:pt x="146781" y="54138"/>
                  </a:cubicBezTo>
                  <a:cubicBezTo>
                    <a:pt x="146876" y="60591"/>
                    <a:pt x="146935" y="67163"/>
                    <a:pt x="146935" y="73843"/>
                  </a:cubicBezTo>
                  <a:cubicBezTo>
                    <a:pt x="146935" y="80510"/>
                    <a:pt x="146888" y="87082"/>
                    <a:pt x="146781" y="93536"/>
                  </a:cubicBezTo>
                  <a:cubicBezTo>
                    <a:pt x="140327" y="93643"/>
                    <a:pt x="133743" y="93702"/>
                    <a:pt x="127076" y="93702"/>
                  </a:cubicBezTo>
                  <a:cubicBezTo>
                    <a:pt x="120396" y="93702"/>
                    <a:pt x="113824" y="93643"/>
                    <a:pt x="107371" y="93536"/>
                  </a:cubicBezTo>
                  <a:cubicBezTo>
                    <a:pt x="107264" y="87082"/>
                    <a:pt x="107204" y="80510"/>
                    <a:pt x="107204" y="73843"/>
                  </a:cubicBezTo>
                  <a:cubicBezTo>
                    <a:pt x="107204" y="67163"/>
                    <a:pt x="107264" y="60591"/>
                    <a:pt x="107371" y="54138"/>
                  </a:cubicBezTo>
                  <a:cubicBezTo>
                    <a:pt x="113824" y="54031"/>
                    <a:pt x="120396" y="53971"/>
                    <a:pt x="127076" y="53971"/>
                  </a:cubicBezTo>
                  <a:close/>
                  <a:moveTo>
                    <a:pt x="48" y="105632"/>
                  </a:moveTo>
                  <a:cubicBezTo>
                    <a:pt x="36" y="105716"/>
                    <a:pt x="12" y="105811"/>
                    <a:pt x="0" y="105894"/>
                  </a:cubicBezTo>
                  <a:cubicBezTo>
                    <a:pt x="155" y="105882"/>
                    <a:pt x="310" y="105870"/>
                    <a:pt x="477" y="105859"/>
                  </a:cubicBezTo>
                  <a:cubicBezTo>
                    <a:pt x="334" y="105775"/>
                    <a:pt x="191" y="105704"/>
                    <a:pt x="48" y="105632"/>
                  </a:cubicBezTo>
                  <a:close/>
                  <a:moveTo>
                    <a:pt x="26742" y="89095"/>
                  </a:moveTo>
                  <a:cubicBezTo>
                    <a:pt x="39958" y="90571"/>
                    <a:pt x="54805" y="91726"/>
                    <a:pt x="70724" y="92536"/>
                  </a:cubicBezTo>
                  <a:cubicBezTo>
                    <a:pt x="71247" y="104299"/>
                    <a:pt x="72259" y="115765"/>
                    <a:pt x="73724" y="126742"/>
                  </a:cubicBezTo>
                  <a:cubicBezTo>
                    <a:pt x="57901" y="124587"/>
                    <a:pt x="43292" y="121515"/>
                    <a:pt x="30397" y="117681"/>
                  </a:cubicBezTo>
                  <a:cubicBezTo>
                    <a:pt x="28599" y="108418"/>
                    <a:pt x="27373" y="98858"/>
                    <a:pt x="26742" y="89095"/>
                  </a:cubicBezTo>
                  <a:close/>
                  <a:moveTo>
                    <a:pt x="227410" y="89095"/>
                  </a:moveTo>
                  <a:cubicBezTo>
                    <a:pt x="226779" y="98858"/>
                    <a:pt x="225552" y="108418"/>
                    <a:pt x="223755" y="117681"/>
                  </a:cubicBezTo>
                  <a:cubicBezTo>
                    <a:pt x="210860" y="121515"/>
                    <a:pt x="196251" y="124587"/>
                    <a:pt x="180416" y="126742"/>
                  </a:cubicBezTo>
                  <a:cubicBezTo>
                    <a:pt x="181892" y="115765"/>
                    <a:pt x="182904" y="104299"/>
                    <a:pt x="183416" y="92536"/>
                  </a:cubicBezTo>
                  <a:cubicBezTo>
                    <a:pt x="199347" y="91726"/>
                    <a:pt x="214194" y="90571"/>
                    <a:pt x="227410" y="89095"/>
                  </a:cubicBezTo>
                  <a:close/>
                  <a:moveTo>
                    <a:pt x="71093" y="92559"/>
                  </a:moveTo>
                  <a:lnTo>
                    <a:pt x="71093" y="92559"/>
                  </a:lnTo>
                  <a:cubicBezTo>
                    <a:pt x="82630" y="93143"/>
                    <a:pt x="94715" y="93536"/>
                    <a:pt x="107169" y="93750"/>
                  </a:cubicBezTo>
                  <a:cubicBezTo>
                    <a:pt x="107371" y="106192"/>
                    <a:pt x="107776" y="118289"/>
                    <a:pt x="108347" y="129826"/>
                  </a:cubicBezTo>
                  <a:cubicBezTo>
                    <a:pt x="96477" y="129290"/>
                    <a:pt x="85011" y="128266"/>
                    <a:pt x="74117" y="126790"/>
                  </a:cubicBezTo>
                  <a:cubicBezTo>
                    <a:pt x="72640" y="115907"/>
                    <a:pt x="71617" y="104442"/>
                    <a:pt x="71093" y="92559"/>
                  </a:cubicBezTo>
                  <a:close/>
                  <a:moveTo>
                    <a:pt x="183059" y="92559"/>
                  </a:moveTo>
                  <a:lnTo>
                    <a:pt x="183059" y="92559"/>
                  </a:lnTo>
                  <a:cubicBezTo>
                    <a:pt x="182523" y="104442"/>
                    <a:pt x="181499" y="115907"/>
                    <a:pt x="180035" y="126802"/>
                  </a:cubicBezTo>
                  <a:cubicBezTo>
                    <a:pt x="169141" y="128266"/>
                    <a:pt x="157675" y="129290"/>
                    <a:pt x="145792" y="129826"/>
                  </a:cubicBezTo>
                  <a:cubicBezTo>
                    <a:pt x="146376" y="118289"/>
                    <a:pt x="146769" y="106192"/>
                    <a:pt x="146983" y="93750"/>
                  </a:cubicBezTo>
                  <a:cubicBezTo>
                    <a:pt x="159425" y="93536"/>
                    <a:pt x="171522" y="93143"/>
                    <a:pt x="183059" y="92559"/>
                  </a:cubicBezTo>
                  <a:close/>
                  <a:moveTo>
                    <a:pt x="107371" y="93750"/>
                  </a:moveTo>
                  <a:cubicBezTo>
                    <a:pt x="113860" y="93857"/>
                    <a:pt x="120432" y="93917"/>
                    <a:pt x="127076" y="93917"/>
                  </a:cubicBezTo>
                  <a:cubicBezTo>
                    <a:pt x="133708" y="93917"/>
                    <a:pt x="140292" y="93857"/>
                    <a:pt x="146769" y="93750"/>
                  </a:cubicBezTo>
                  <a:lnTo>
                    <a:pt x="146769" y="93750"/>
                  </a:lnTo>
                  <a:cubicBezTo>
                    <a:pt x="146566" y="106311"/>
                    <a:pt x="146150" y="118396"/>
                    <a:pt x="145578" y="129826"/>
                  </a:cubicBezTo>
                  <a:cubicBezTo>
                    <a:pt x="139506" y="130100"/>
                    <a:pt x="133339" y="130243"/>
                    <a:pt x="127076" y="130243"/>
                  </a:cubicBezTo>
                  <a:cubicBezTo>
                    <a:pt x="120813" y="130243"/>
                    <a:pt x="114634" y="130100"/>
                    <a:pt x="108574" y="129826"/>
                  </a:cubicBezTo>
                  <a:cubicBezTo>
                    <a:pt x="107990" y="118396"/>
                    <a:pt x="107585" y="106311"/>
                    <a:pt x="107371" y="93750"/>
                  </a:cubicBezTo>
                  <a:close/>
                  <a:moveTo>
                    <a:pt x="266653" y="116300"/>
                  </a:moveTo>
                  <a:lnTo>
                    <a:pt x="266653" y="116300"/>
                  </a:lnTo>
                  <a:cubicBezTo>
                    <a:pt x="259152" y="126861"/>
                    <a:pt x="248817" y="136600"/>
                    <a:pt x="235875" y="145101"/>
                  </a:cubicBezTo>
                  <a:cubicBezTo>
                    <a:pt x="235411" y="145399"/>
                    <a:pt x="234946" y="145697"/>
                    <a:pt x="234482" y="145994"/>
                  </a:cubicBezTo>
                  <a:cubicBezTo>
                    <a:pt x="234756" y="146006"/>
                    <a:pt x="235030" y="146018"/>
                    <a:pt x="235304" y="146030"/>
                  </a:cubicBezTo>
                  <a:cubicBezTo>
                    <a:pt x="235577" y="145852"/>
                    <a:pt x="235851" y="145673"/>
                    <a:pt x="236137" y="145494"/>
                  </a:cubicBezTo>
                  <a:cubicBezTo>
                    <a:pt x="248710" y="137243"/>
                    <a:pt x="258854" y="127814"/>
                    <a:pt x="266319" y="117586"/>
                  </a:cubicBezTo>
                  <a:lnTo>
                    <a:pt x="266319" y="117586"/>
                  </a:lnTo>
                  <a:cubicBezTo>
                    <a:pt x="263533" y="127504"/>
                    <a:pt x="259831" y="137005"/>
                    <a:pt x="255306" y="145971"/>
                  </a:cubicBezTo>
                  <a:cubicBezTo>
                    <a:pt x="255544" y="145983"/>
                    <a:pt x="255794" y="145994"/>
                    <a:pt x="256032" y="146006"/>
                  </a:cubicBezTo>
                  <a:cubicBezTo>
                    <a:pt x="260354" y="137374"/>
                    <a:pt x="263879" y="128338"/>
                    <a:pt x="266569" y="118991"/>
                  </a:cubicBezTo>
                  <a:cubicBezTo>
                    <a:pt x="266593" y="118098"/>
                    <a:pt x="266617" y="117193"/>
                    <a:pt x="266653" y="116300"/>
                  </a:cubicBezTo>
                  <a:close/>
                  <a:moveTo>
                    <a:pt x="1798" y="132362"/>
                  </a:moveTo>
                  <a:cubicBezTo>
                    <a:pt x="1774" y="132540"/>
                    <a:pt x="1739" y="132731"/>
                    <a:pt x="1715" y="132933"/>
                  </a:cubicBezTo>
                  <a:cubicBezTo>
                    <a:pt x="6573" y="137362"/>
                    <a:pt x="12014" y="141553"/>
                    <a:pt x="18015" y="145494"/>
                  </a:cubicBezTo>
                  <a:cubicBezTo>
                    <a:pt x="18229" y="145637"/>
                    <a:pt x="18455" y="145780"/>
                    <a:pt x="18669" y="145923"/>
                  </a:cubicBezTo>
                  <a:cubicBezTo>
                    <a:pt x="18681" y="145899"/>
                    <a:pt x="18681" y="145887"/>
                    <a:pt x="18693" y="145875"/>
                  </a:cubicBezTo>
                  <a:lnTo>
                    <a:pt x="18693" y="145875"/>
                  </a:lnTo>
                  <a:cubicBezTo>
                    <a:pt x="18681" y="145899"/>
                    <a:pt x="18693" y="145911"/>
                    <a:pt x="18693" y="145935"/>
                  </a:cubicBezTo>
                  <a:cubicBezTo>
                    <a:pt x="18800" y="146006"/>
                    <a:pt x="18908" y="146066"/>
                    <a:pt x="19015" y="146137"/>
                  </a:cubicBezTo>
                  <a:cubicBezTo>
                    <a:pt x="19348" y="146256"/>
                    <a:pt x="19872" y="146328"/>
                    <a:pt x="20336" y="146423"/>
                  </a:cubicBezTo>
                  <a:cubicBezTo>
                    <a:pt x="19646" y="145983"/>
                    <a:pt x="18955" y="145542"/>
                    <a:pt x="18277" y="145090"/>
                  </a:cubicBezTo>
                  <a:cubicBezTo>
                    <a:pt x="12204" y="141113"/>
                    <a:pt x="6692" y="136850"/>
                    <a:pt x="1798" y="132362"/>
                  </a:cubicBezTo>
                  <a:close/>
                  <a:moveTo>
                    <a:pt x="176558" y="0"/>
                  </a:moveTo>
                  <a:cubicBezTo>
                    <a:pt x="176701" y="572"/>
                    <a:pt x="176832" y="1167"/>
                    <a:pt x="176963" y="1774"/>
                  </a:cubicBezTo>
                  <a:lnTo>
                    <a:pt x="176903" y="1774"/>
                  </a:lnTo>
                  <a:cubicBezTo>
                    <a:pt x="178070" y="7787"/>
                    <a:pt x="179106" y="14038"/>
                    <a:pt x="179975" y="20491"/>
                  </a:cubicBezTo>
                  <a:cubicBezTo>
                    <a:pt x="168998" y="19015"/>
                    <a:pt x="157544" y="18003"/>
                    <a:pt x="145781" y="17491"/>
                  </a:cubicBezTo>
                  <a:cubicBezTo>
                    <a:pt x="145507" y="12157"/>
                    <a:pt x="145197" y="6942"/>
                    <a:pt x="144852" y="1858"/>
                  </a:cubicBezTo>
                  <a:cubicBezTo>
                    <a:pt x="144780" y="1870"/>
                    <a:pt x="144697" y="1870"/>
                    <a:pt x="144626" y="1870"/>
                  </a:cubicBezTo>
                  <a:cubicBezTo>
                    <a:pt x="144971" y="6918"/>
                    <a:pt x="145292" y="12121"/>
                    <a:pt x="145554" y="17479"/>
                  </a:cubicBezTo>
                  <a:cubicBezTo>
                    <a:pt x="139470" y="17217"/>
                    <a:pt x="133303" y="17074"/>
                    <a:pt x="127076" y="17074"/>
                  </a:cubicBezTo>
                  <a:cubicBezTo>
                    <a:pt x="120849" y="17074"/>
                    <a:pt x="114681" y="17217"/>
                    <a:pt x="108585" y="17479"/>
                  </a:cubicBezTo>
                  <a:cubicBezTo>
                    <a:pt x="108895" y="11573"/>
                    <a:pt x="109240" y="5846"/>
                    <a:pt x="109621" y="322"/>
                  </a:cubicBezTo>
                  <a:lnTo>
                    <a:pt x="109621" y="322"/>
                  </a:lnTo>
                  <a:cubicBezTo>
                    <a:pt x="109550" y="334"/>
                    <a:pt x="109478" y="334"/>
                    <a:pt x="109407" y="346"/>
                  </a:cubicBezTo>
                  <a:cubicBezTo>
                    <a:pt x="109014" y="5894"/>
                    <a:pt x="108669" y="11621"/>
                    <a:pt x="108371" y="17491"/>
                  </a:cubicBezTo>
                  <a:cubicBezTo>
                    <a:pt x="96608" y="18003"/>
                    <a:pt x="85142" y="19015"/>
                    <a:pt x="74164" y="20491"/>
                  </a:cubicBezTo>
                  <a:cubicBezTo>
                    <a:pt x="75069" y="13871"/>
                    <a:pt x="76129" y="7454"/>
                    <a:pt x="77343" y="1298"/>
                  </a:cubicBezTo>
                  <a:lnTo>
                    <a:pt x="77343" y="1298"/>
                  </a:lnTo>
                  <a:cubicBezTo>
                    <a:pt x="77212" y="1310"/>
                    <a:pt x="77081" y="1322"/>
                    <a:pt x="76951" y="1334"/>
                  </a:cubicBezTo>
                  <a:cubicBezTo>
                    <a:pt x="75724" y="7537"/>
                    <a:pt x="74665" y="13954"/>
                    <a:pt x="73783" y="20539"/>
                  </a:cubicBezTo>
                  <a:cubicBezTo>
                    <a:pt x="58198" y="22646"/>
                    <a:pt x="43601" y="25682"/>
                    <a:pt x="30480" y="29575"/>
                  </a:cubicBezTo>
                  <a:cubicBezTo>
                    <a:pt x="32374" y="19872"/>
                    <a:pt x="34910" y="10502"/>
                    <a:pt x="38029" y="1560"/>
                  </a:cubicBezTo>
                  <a:cubicBezTo>
                    <a:pt x="37874" y="1548"/>
                    <a:pt x="37708" y="1548"/>
                    <a:pt x="37541" y="1536"/>
                  </a:cubicBezTo>
                  <a:cubicBezTo>
                    <a:pt x="34409" y="10525"/>
                    <a:pt x="31862" y="19955"/>
                    <a:pt x="29968" y="29718"/>
                  </a:cubicBezTo>
                  <a:cubicBezTo>
                    <a:pt x="25849" y="30957"/>
                    <a:pt x="21884" y="32266"/>
                    <a:pt x="18086" y="33659"/>
                  </a:cubicBezTo>
                  <a:cubicBezTo>
                    <a:pt x="12252" y="35802"/>
                    <a:pt x="6942" y="38088"/>
                    <a:pt x="2191" y="40493"/>
                  </a:cubicBezTo>
                  <a:lnTo>
                    <a:pt x="2179" y="40934"/>
                  </a:lnTo>
                  <a:cubicBezTo>
                    <a:pt x="10097" y="36910"/>
                    <a:pt x="19420" y="33278"/>
                    <a:pt x="29885" y="30147"/>
                  </a:cubicBezTo>
                  <a:lnTo>
                    <a:pt x="29885" y="30147"/>
                  </a:lnTo>
                  <a:cubicBezTo>
                    <a:pt x="28111" y="39386"/>
                    <a:pt x="26885" y="48911"/>
                    <a:pt x="26266" y="58627"/>
                  </a:cubicBezTo>
                  <a:cubicBezTo>
                    <a:pt x="23480" y="58948"/>
                    <a:pt x="20765" y="59270"/>
                    <a:pt x="18134" y="59615"/>
                  </a:cubicBezTo>
                  <a:cubicBezTo>
                    <a:pt x="11621" y="60460"/>
                    <a:pt x="5763" y="61365"/>
                    <a:pt x="584" y="62329"/>
                  </a:cubicBezTo>
                  <a:cubicBezTo>
                    <a:pt x="596" y="62389"/>
                    <a:pt x="596" y="62460"/>
                    <a:pt x="608" y="62520"/>
                  </a:cubicBezTo>
                  <a:cubicBezTo>
                    <a:pt x="7942" y="61163"/>
                    <a:pt x="16574" y="59924"/>
                    <a:pt x="26254" y="58841"/>
                  </a:cubicBezTo>
                  <a:lnTo>
                    <a:pt x="26254" y="58841"/>
                  </a:lnTo>
                  <a:cubicBezTo>
                    <a:pt x="25944" y="63794"/>
                    <a:pt x="25777" y="68794"/>
                    <a:pt x="25777" y="73843"/>
                  </a:cubicBezTo>
                  <a:cubicBezTo>
                    <a:pt x="25777" y="78879"/>
                    <a:pt x="25944" y="83880"/>
                    <a:pt x="26254" y="88833"/>
                  </a:cubicBezTo>
                  <a:cubicBezTo>
                    <a:pt x="17014" y="87797"/>
                    <a:pt x="8740" y="86618"/>
                    <a:pt x="1620" y="85332"/>
                  </a:cubicBezTo>
                  <a:cubicBezTo>
                    <a:pt x="1620" y="85404"/>
                    <a:pt x="1620" y="85475"/>
                    <a:pt x="1620" y="85535"/>
                  </a:cubicBezTo>
                  <a:cubicBezTo>
                    <a:pt x="6537" y="86428"/>
                    <a:pt x="12050" y="87273"/>
                    <a:pt x="18134" y="88059"/>
                  </a:cubicBezTo>
                  <a:cubicBezTo>
                    <a:pt x="20765" y="88404"/>
                    <a:pt x="23480" y="88726"/>
                    <a:pt x="26266" y="89047"/>
                  </a:cubicBezTo>
                  <a:cubicBezTo>
                    <a:pt x="26885" y="98762"/>
                    <a:pt x="28099" y="108287"/>
                    <a:pt x="29885" y="117527"/>
                  </a:cubicBezTo>
                  <a:cubicBezTo>
                    <a:pt x="18824" y="114217"/>
                    <a:pt x="9037" y="110359"/>
                    <a:pt x="846" y="106049"/>
                  </a:cubicBezTo>
                  <a:lnTo>
                    <a:pt x="846" y="106049"/>
                  </a:lnTo>
                  <a:cubicBezTo>
                    <a:pt x="858" y="106204"/>
                    <a:pt x="870" y="106359"/>
                    <a:pt x="881" y="106513"/>
                  </a:cubicBezTo>
                  <a:cubicBezTo>
                    <a:pt x="5977" y="109169"/>
                    <a:pt x="11716" y="111669"/>
                    <a:pt x="18086" y="114014"/>
                  </a:cubicBezTo>
                  <a:cubicBezTo>
                    <a:pt x="21884" y="115407"/>
                    <a:pt x="25849" y="116717"/>
                    <a:pt x="29968" y="117955"/>
                  </a:cubicBezTo>
                  <a:cubicBezTo>
                    <a:pt x="31850" y="127611"/>
                    <a:pt x="34350" y="136946"/>
                    <a:pt x="37446" y="145852"/>
                  </a:cubicBezTo>
                  <a:cubicBezTo>
                    <a:pt x="37600" y="145840"/>
                    <a:pt x="37767" y="145840"/>
                    <a:pt x="37934" y="145828"/>
                  </a:cubicBezTo>
                  <a:cubicBezTo>
                    <a:pt x="34862" y="136981"/>
                    <a:pt x="32362" y="127706"/>
                    <a:pt x="30480" y="118098"/>
                  </a:cubicBezTo>
                  <a:lnTo>
                    <a:pt x="30480" y="118098"/>
                  </a:lnTo>
                  <a:cubicBezTo>
                    <a:pt x="43589" y="121992"/>
                    <a:pt x="58198" y="125028"/>
                    <a:pt x="73783" y="127135"/>
                  </a:cubicBezTo>
                  <a:cubicBezTo>
                    <a:pt x="74653" y="133600"/>
                    <a:pt x="75688" y="139910"/>
                    <a:pt x="76879" y="146006"/>
                  </a:cubicBezTo>
                  <a:cubicBezTo>
                    <a:pt x="77010" y="146006"/>
                    <a:pt x="77141" y="146018"/>
                    <a:pt x="77272" y="146018"/>
                  </a:cubicBezTo>
                  <a:cubicBezTo>
                    <a:pt x="76093" y="139970"/>
                    <a:pt x="75046" y="133683"/>
                    <a:pt x="74164" y="127183"/>
                  </a:cubicBezTo>
                  <a:lnTo>
                    <a:pt x="74164" y="127183"/>
                  </a:lnTo>
                  <a:cubicBezTo>
                    <a:pt x="85154" y="128659"/>
                    <a:pt x="96608" y="129659"/>
                    <a:pt x="108371" y="130183"/>
                  </a:cubicBezTo>
                  <a:cubicBezTo>
                    <a:pt x="108657" y="135850"/>
                    <a:pt x="108990" y="141375"/>
                    <a:pt x="109371" y="146733"/>
                  </a:cubicBezTo>
                  <a:cubicBezTo>
                    <a:pt x="109443" y="146745"/>
                    <a:pt x="109514" y="146745"/>
                    <a:pt x="109586" y="146756"/>
                  </a:cubicBezTo>
                  <a:cubicBezTo>
                    <a:pt x="109205" y="141411"/>
                    <a:pt x="108883" y="135886"/>
                    <a:pt x="108585" y="130195"/>
                  </a:cubicBezTo>
                  <a:lnTo>
                    <a:pt x="108585" y="130195"/>
                  </a:lnTo>
                  <a:cubicBezTo>
                    <a:pt x="114681" y="130457"/>
                    <a:pt x="120849" y="130600"/>
                    <a:pt x="127076" y="130600"/>
                  </a:cubicBezTo>
                  <a:cubicBezTo>
                    <a:pt x="133303" y="130600"/>
                    <a:pt x="139470" y="130457"/>
                    <a:pt x="145554" y="130195"/>
                  </a:cubicBezTo>
                  <a:lnTo>
                    <a:pt x="145554" y="130195"/>
                  </a:lnTo>
                  <a:cubicBezTo>
                    <a:pt x="145328" y="134815"/>
                    <a:pt x="145066" y="139327"/>
                    <a:pt x="144769" y="143720"/>
                  </a:cubicBezTo>
                  <a:cubicBezTo>
                    <a:pt x="144828" y="143851"/>
                    <a:pt x="144888" y="143994"/>
                    <a:pt x="144959" y="144161"/>
                  </a:cubicBezTo>
                  <a:cubicBezTo>
                    <a:pt x="145257" y="139613"/>
                    <a:pt x="145531" y="134945"/>
                    <a:pt x="145781" y="130183"/>
                  </a:cubicBezTo>
                  <a:cubicBezTo>
                    <a:pt x="157544" y="129671"/>
                    <a:pt x="168998" y="128659"/>
                    <a:pt x="179975" y="127183"/>
                  </a:cubicBezTo>
                  <a:lnTo>
                    <a:pt x="179975" y="127183"/>
                  </a:lnTo>
                  <a:cubicBezTo>
                    <a:pt x="179106" y="133588"/>
                    <a:pt x="178094" y="139791"/>
                    <a:pt x="176927" y="145756"/>
                  </a:cubicBezTo>
                  <a:lnTo>
                    <a:pt x="177034" y="145756"/>
                  </a:lnTo>
                  <a:cubicBezTo>
                    <a:pt x="177142" y="145697"/>
                    <a:pt x="177249" y="145625"/>
                    <a:pt x="177356" y="145566"/>
                  </a:cubicBezTo>
                  <a:cubicBezTo>
                    <a:pt x="178511" y="139601"/>
                    <a:pt x="179511" y="133445"/>
                    <a:pt x="180368" y="127135"/>
                  </a:cubicBezTo>
                  <a:cubicBezTo>
                    <a:pt x="195953" y="125028"/>
                    <a:pt x="210551" y="121992"/>
                    <a:pt x="223671" y="118098"/>
                  </a:cubicBezTo>
                  <a:lnTo>
                    <a:pt x="223671" y="118098"/>
                  </a:lnTo>
                  <a:cubicBezTo>
                    <a:pt x="221814" y="127599"/>
                    <a:pt x="219337" y="136791"/>
                    <a:pt x="216301" y="145554"/>
                  </a:cubicBezTo>
                  <a:lnTo>
                    <a:pt x="216801" y="145554"/>
                  </a:lnTo>
                  <a:cubicBezTo>
                    <a:pt x="219849" y="136743"/>
                    <a:pt x="222326" y="127504"/>
                    <a:pt x="224183" y="117943"/>
                  </a:cubicBezTo>
                  <a:cubicBezTo>
                    <a:pt x="228291" y="116717"/>
                    <a:pt x="232268" y="115407"/>
                    <a:pt x="236066" y="114002"/>
                  </a:cubicBezTo>
                  <a:cubicBezTo>
                    <a:pt x="249877" y="108930"/>
                    <a:pt x="260747" y="103073"/>
                    <a:pt x="268367" y="96679"/>
                  </a:cubicBezTo>
                  <a:cubicBezTo>
                    <a:pt x="268391" y="96476"/>
                    <a:pt x="268427" y="96286"/>
                    <a:pt x="268451" y="96084"/>
                  </a:cubicBezTo>
                  <a:lnTo>
                    <a:pt x="268451" y="96084"/>
                  </a:lnTo>
                  <a:cubicBezTo>
                    <a:pt x="258592" y="104477"/>
                    <a:pt x="243317" y="111824"/>
                    <a:pt x="224267" y="117527"/>
                  </a:cubicBezTo>
                  <a:cubicBezTo>
                    <a:pt x="226041" y="108287"/>
                    <a:pt x="227267" y="98762"/>
                    <a:pt x="227886" y="89047"/>
                  </a:cubicBezTo>
                  <a:cubicBezTo>
                    <a:pt x="230672" y="88726"/>
                    <a:pt x="233387" y="88404"/>
                    <a:pt x="236018" y="88059"/>
                  </a:cubicBezTo>
                  <a:cubicBezTo>
                    <a:pt x="248770" y="86404"/>
                    <a:pt x="259009" y="84511"/>
                    <a:pt x="266510" y="82451"/>
                  </a:cubicBezTo>
                  <a:cubicBezTo>
                    <a:pt x="266510" y="82379"/>
                    <a:pt x="266510" y="82308"/>
                    <a:pt x="266510" y="82249"/>
                  </a:cubicBezTo>
                  <a:cubicBezTo>
                    <a:pt x="257306" y="84773"/>
                    <a:pt x="244079" y="87023"/>
                    <a:pt x="227898" y="88833"/>
                  </a:cubicBezTo>
                  <a:cubicBezTo>
                    <a:pt x="228208" y="83880"/>
                    <a:pt x="228362" y="78867"/>
                    <a:pt x="228362" y="73831"/>
                  </a:cubicBezTo>
                  <a:cubicBezTo>
                    <a:pt x="228362" y="68794"/>
                    <a:pt x="228208" y="63782"/>
                    <a:pt x="227898" y="58829"/>
                  </a:cubicBezTo>
                  <a:lnTo>
                    <a:pt x="227898" y="58829"/>
                  </a:lnTo>
                  <a:cubicBezTo>
                    <a:pt x="244519" y="60698"/>
                    <a:pt x="258009" y="63008"/>
                    <a:pt x="267248" y="65627"/>
                  </a:cubicBezTo>
                  <a:cubicBezTo>
                    <a:pt x="267248" y="65556"/>
                    <a:pt x="267260" y="65496"/>
                    <a:pt x="267260" y="65425"/>
                  </a:cubicBezTo>
                  <a:cubicBezTo>
                    <a:pt x="259711" y="63282"/>
                    <a:pt x="249210" y="61317"/>
                    <a:pt x="236018" y="59603"/>
                  </a:cubicBezTo>
                  <a:cubicBezTo>
                    <a:pt x="233387" y="59270"/>
                    <a:pt x="230672" y="58936"/>
                    <a:pt x="227886" y="58627"/>
                  </a:cubicBezTo>
                  <a:cubicBezTo>
                    <a:pt x="227267" y="48899"/>
                    <a:pt x="226041" y="39374"/>
                    <a:pt x="224267" y="30135"/>
                  </a:cubicBezTo>
                  <a:lnTo>
                    <a:pt x="224267" y="30135"/>
                  </a:lnTo>
                  <a:cubicBezTo>
                    <a:pt x="243650" y="35945"/>
                    <a:pt x="259116" y="43446"/>
                    <a:pt x="268963" y="52019"/>
                  </a:cubicBezTo>
                  <a:cubicBezTo>
                    <a:pt x="268986" y="51864"/>
                    <a:pt x="269010" y="51709"/>
                    <a:pt x="269046" y="51566"/>
                  </a:cubicBezTo>
                  <a:cubicBezTo>
                    <a:pt x="261390" y="44946"/>
                    <a:pt x="250294" y="38886"/>
                    <a:pt x="236066" y="33659"/>
                  </a:cubicBezTo>
                  <a:cubicBezTo>
                    <a:pt x="232268" y="32266"/>
                    <a:pt x="228291" y="30945"/>
                    <a:pt x="224183" y="29718"/>
                  </a:cubicBezTo>
                  <a:cubicBezTo>
                    <a:pt x="222338" y="20277"/>
                    <a:pt x="219909" y="11133"/>
                    <a:pt x="216908" y="2417"/>
                  </a:cubicBezTo>
                  <a:cubicBezTo>
                    <a:pt x="216766" y="2513"/>
                    <a:pt x="216635" y="2620"/>
                    <a:pt x="216504" y="2715"/>
                  </a:cubicBezTo>
                  <a:cubicBezTo>
                    <a:pt x="219456" y="11299"/>
                    <a:pt x="221850" y="20277"/>
                    <a:pt x="223671" y="29563"/>
                  </a:cubicBezTo>
                  <a:cubicBezTo>
                    <a:pt x="210551" y="25682"/>
                    <a:pt x="195953" y="22646"/>
                    <a:pt x="180368" y="20539"/>
                  </a:cubicBezTo>
                  <a:cubicBezTo>
                    <a:pt x="179416" y="13490"/>
                    <a:pt x="178273" y="6644"/>
                    <a:pt x="176951" y="36"/>
                  </a:cubicBezTo>
                  <a:cubicBezTo>
                    <a:pt x="176820" y="24"/>
                    <a:pt x="176689" y="12"/>
                    <a:pt x="176558" y="0"/>
                  </a:cubicBezTo>
                  <a:close/>
                </a:path>
              </a:pathLst>
            </a:custGeom>
            <a:solidFill>
              <a:srgbClr val="E3C98E">
                <a:alpha val="246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5" name="Google Shape;55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853326" y="2191618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2" type="subTitle"/>
          </p:nvPr>
        </p:nvSpPr>
        <p:spPr>
          <a:xfrm>
            <a:off x="3346647" y="2191618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3" type="subTitle"/>
          </p:nvPr>
        </p:nvSpPr>
        <p:spPr>
          <a:xfrm>
            <a:off x="853326" y="3772400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4" type="subTitle"/>
          </p:nvPr>
        </p:nvSpPr>
        <p:spPr>
          <a:xfrm>
            <a:off x="3346647" y="3772400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5" type="subTitle"/>
          </p:nvPr>
        </p:nvSpPr>
        <p:spPr>
          <a:xfrm>
            <a:off x="5985174" y="2191618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3"/>
          <p:cNvSpPr txBox="1"/>
          <p:nvPr>
            <p:ph idx="6" type="subTitle"/>
          </p:nvPr>
        </p:nvSpPr>
        <p:spPr>
          <a:xfrm>
            <a:off x="5985174" y="3772400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3"/>
          <p:cNvSpPr txBox="1"/>
          <p:nvPr>
            <p:ph hasCustomPrompt="1" idx="7" type="title"/>
          </p:nvPr>
        </p:nvSpPr>
        <p:spPr>
          <a:xfrm>
            <a:off x="1638726" y="1390645"/>
            <a:ext cx="7347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3" name="Google Shape;63;p13"/>
          <p:cNvSpPr txBox="1"/>
          <p:nvPr>
            <p:ph hasCustomPrompt="1" idx="8" type="title"/>
          </p:nvPr>
        </p:nvSpPr>
        <p:spPr>
          <a:xfrm>
            <a:off x="1638726" y="2970841"/>
            <a:ext cx="7347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4" name="Google Shape;64;p13"/>
          <p:cNvSpPr txBox="1"/>
          <p:nvPr>
            <p:ph hasCustomPrompt="1" idx="9" type="title"/>
          </p:nvPr>
        </p:nvSpPr>
        <p:spPr>
          <a:xfrm>
            <a:off x="4132047" y="1390645"/>
            <a:ext cx="7347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5" name="Google Shape;65;p13"/>
          <p:cNvSpPr txBox="1"/>
          <p:nvPr>
            <p:ph hasCustomPrompt="1" idx="13" type="title"/>
          </p:nvPr>
        </p:nvSpPr>
        <p:spPr>
          <a:xfrm>
            <a:off x="4132047" y="2970841"/>
            <a:ext cx="7347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6" name="Google Shape;66;p13"/>
          <p:cNvSpPr txBox="1"/>
          <p:nvPr>
            <p:ph hasCustomPrompt="1" idx="14" type="title"/>
          </p:nvPr>
        </p:nvSpPr>
        <p:spPr>
          <a:xfrm>
            <a:off x="6770574" y="1390645"/>
            <a:ext cx="7347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7" name="Google Shape;67;p13"/>
          <p:cNvSpPr txBox="1"/>
          <p:nvPr>
            <p:ph hasCustomPrompt="1" idx="15" type="title"/>
          </p:nvPr>
        </p:nvSpPr>
        <p:spPr>
          <a:xfrm>
            <a:off x="6770574" y="2970841"/>
            <a:ext cx="7347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8" name="Google Shape;68;p13"/>
          <p:cNvSpPr txBox="1"/>
          <p:nvPr>
            <p:ph idx="16" type="subTitle"/>
          </p:nvPr>
        </p:nvSpPr>
        <p:spPr>
          <a:xfrm>
            <a:off x="853326" y="1859737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Sansita"/>
                <a:ea typeface="Sansita"/>
                <a:cs typeface="Sansita"/>
                <a:sym typeface="Sansita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9" name="Google Shape;69;p13"/>
          <p:cNvSpPr txBox="1"/>
          <p:nvPr>
            <p:ph idx="17" type="subTitle"/>
          </p:nvPr>
        </p:nvSpPr>
        <p:spPr>
          <a:xfrm>
            <a:off x="3346647" y="1859737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Sansita"/>
                <a:ea typeface="Sansita"/>
                <a:cs typeface="Sansita"/>
                <a:sym typeface="Sansita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0" name="Google Shape;70;p13"/>
          <p:cNvSpPr txBox="1"/>
          <p:nvPr>
            <p:ph idx="18" type="subTitle"/>
          </p:nvPr>
        </p:nvSpPr>
        <p:spPr>
          <a:xfrm>
            <a:off x="5985174" y="1859737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Sansita"/>
                <a:ea typeface="Sansita"/>
                <a:cs typeface="Sansita"/>
                <a:sym typeface="Sansita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1" name="Google Shape;71;p13"/>
          <p:cNvSpPr txBox="1"/>
          <p:nvPr>
            <p:ph idx="19" type="subTitle"/>
          </p:nvPr>
        </p:nvSpPr>
        <p:spPr>
          <a:xfrm>
            <a:off x="853326" y="3440000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Sansita"/>
                <a:ea typeface="Sansita"/>
                <a:cs typeface="Sansita"/>
                <a:sym typeface="Sansita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2" name="Google Shape;72;p13"/>
          <p:cNvSpPr txBox="1"/>
          <p:nvPr>
            <p:ph idx="20" type="subTitle"/>
          </p:nvPr>
        </p:nvSpPr>
        <p:spPr>
          <a:xfrm>
            <a:off x="3346647" y="3440000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Sansita"/>
                <a:ea typeface="Sansita"/>
                <a:cs typeface="Sansita"/>
                <a:sym typeface="Sansita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3" name="Google Shape;73;p13"/>
          <p:cNvSpPr txBox="1"/>
          <p:nvPr>
            <p:ph idx="21" type="subTitle"/>
          </p:nvPr>
        </p:nvSpPr>
        <p:spPr>
          <a:xfrm>
            <a:off x="5985174" y="3440000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Sansita"/>
                <a:ea typeface="Sansita"/>
                <a:cs typeface="Sansita"/>
                <a:sym typeface="Sansita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74" name="Google Shape;74;p13"/>
          <p:cNvGrpSpPr/>
          <p:nvPr/>
        </p:nvGrpSpPr>
        <p:grpSpPr>
          <a:xfrm>
            <a:off x="7986280" y="357890"/>
            <a:ext cx="1003283" cy="1158056"/>
            <a:chOff x="6836250" y="6659075"/>
            <a:chExt cx="279225" cy="322300"/>
          </a:xfrm>
        </p:grpSpPr>
        <p:sp>
          <p:nvSpPr>
            <p:cNvPr id="75" name="Google Shape;75;p13"/>
            <p:cNvSpPr/>
            <p:nvPr/>
          </p:nvSpPr>
          <p:spPr>
            <a:xfrm>
              <a:off x="6911275" y="6937900"/>
              <a:ext cx="61025" cy="43475"/>
            </a:xfrm>
            <a:custGeom>
              <a:rect b="b" l="l" r="r" t="t"/>
              <a:pathLst>
                <a:path extrusionOk="0" h="1739" w="2441">
                  <a:moveTo>
                    <a:pt x="107" y="0"/>
                  </a:moveTo>
                  <a:lnTo>
                    <a:pt x="0" y="1441"/>
                  </a:lnTo>
                  <a:lnTo>
                    <a:pt x="2179" y="1739"/>
                  </a:lnTo>
                  <a:lnTo>
                    <a:pt x="2441" y="274"/>
                  </a:lnTo>
                  <a:lnTo>
                    <a:pt x="10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3"/>
            <p:cNvSpPr/>
            <p:nvPr/>
          </p:nvSpPr>
          <p:spPr>
            <a:xfrm>
              <a:off x="6836250" y="6659075"/>
              <a:ext cx="279225" cy="244325"/>
            </a:xfrm>
            <a:custGeom>
              <a:rect b="b" l="l" r="r" t="t"/>
              <a:pathLst>
                <a:path extrusionOk="0" h="9773" w="11169">
                  <a:moveTo>
                    <a:pt x="5126" y="1"/>
                  </a:moveTo>
                  <a:cubicBezTo>
                    <a:pt x="2777" y="1"/>
                    <a:pt x="616" y="834"/>
                    <a:pt x="346" y="3295"/>
                  </a:cubicBezTo>
                  <a:cubicBezTo>
                    <a:pt x="1" y="6438"/>
                    <a:pt x="2894" y="8772"/>
                    <a:pt x="2894" y="8772"/>
                  </a:cubicBezTo>
                  <a:lnTo>
                    <a:pt x="2894" y="9427"/>
                  </a:lnTo>
                  <a:lnTo>
                    <a:pt x="6025" y="9772"/>
                  </a:lnTo>
                  <a:lnTo>
                    <a:pt x="6180" y="9082"/>
                  </a:lnTo>
                  <a:cubicBezTo>
                    <a:pt x="6180" y="9082"/>
                    <a:pt x="9895" y="7284"/>
                    <a:pt x="10538" y="5403"/>
                  </a:cubicBezTo>
                  <a:cubicBezTo>
                    <a:pt x="11169" y="3521"/>
                    <a:pt x="10050" y="688"/>
                    <a:pt x="7085" y="176"/>
                  </a:cubicBezTo>
                  <a:cubicBezTo>
                    <a:pt x="6442" y="65"/>
                    <a:pt x="5777" y="1"/>
                    <a:pt x="51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3"/>
            <p:cNvSpPr/>
            <p:nvPr/>
          </p:nvSpPr>
          <p:spPr>
            <a:xfrm>
              <a:off x="6867800" y="6662575"/>
              <a:ext cx="204225" cy="240225"/>
            </a:xfrm>
            <a:custGeom>
              <a:rect b="b" l="l" r="r" t="t"/>
              <a:pathLst>
                <a:path extrusionOk="0" h="9609" w="8169">
                  <a:moveTo>
                    <a:pt x="3347" y="607"/>
                  </a:moveTo>
                  <a:cubicBezTo>
                    <a:pt x="3561" y="774"/>
                    <a:pt x="3823" y="964"/>
                    <a:pt x="4156" y="1107"/>
                  </a:cubicBezTo>
                  <a:cubicBezTo>
                    <a:pt x="739" y="3893"/>
                    <a:pt x="2549" y="8049"/>
                    <a:pt x="2858" y="8704"/>
                  </a:cubicBezTo>
                  <a:lnTo>
                    <a:pt x="2239" y="8644"/>
                  </a:lnTo>
                  <a:cubicBezTo>
                    <a:pt x="2061" y="8394"/>
                    <a:pt x="72" y="5525"/>
                    <a:pt x="751" y="3143"/>
                  </a:cubicBezTo>
                  <a:cubicBezTo>
                    <a:pt x="1084" y="2024"/>
                    <a:pt x="1954" y="1167"/>
                    <a:pt x="3347" y="607"/>
                  </a:cubicBezTo>
                  <a:close/>
                  <a:moveTo>
                    <a:pt x="4263" y="1155"/>
                  </a:moveTo>
                  <a:cubicBezTo>
                    <a:pt x="4561" y="1262"/>
                    <a:pt x="4894" y="1334"/>
                    <a:pt x="5275" y="1334"/>
                  </a:cubicBezTo>
                  <a:cubicBezTo>
                    <a:pt x="5418" y="1334"/>
                    <a:pt x="5573" y="1322"/>
                    <a:pt x="5740" y="1298"/>
                  </a:cubicBezTo>
                  <a:lnTo>
                    <a:pt x="5740" y="1298"/>
                  </a:lnTo>
                  <a:lnTo>
                    <a:pt x="5716" y="1310"/>
                  </a:lnTo>
                  <a:cubicBezTo>
                    <a:pt x="7204" y="4858"/>
                    <a:pt x="3918" y="8489"/>
                    <a:pt x="3656" y="8775"/>
                  </a:cubicBezTo>
                  <a:lnTo>
                    <a:pt x="2989" y="8715"/>
                  </a:lnTo>
                  <a:cubicBezTo>
                    <a:pt x="2799" y="8346"/>
                    <a:pt x="715" y="4001"/>
                    <a:pt x="4263" y="1155"/>
                  </a:cubicBezTo>
                  <a:close/>
                  <a:moveTo>
                    <a:pt x="6942" y="881"/>
                  </a:moveTo>
                  <a:cubicBezTo>
                    <a:pt x="7764" y="1988"/>
                    <a:pt x="8061" y="3131"/>
                    <a:pt x="7835" y="4298"/>
                  </a:cubicBezTo>
                  <a:cubicBezTo>
                    <a:pt x="7347" y="6846"/>
                    <a:pt x="4466" y="8692"/>
                    <a:pt x="4240" y="8834"/>
                  </a:cubicBezTo>
                  <a:lnTo>
                    <a:pt x="3787" y="8787"/>
                  </a:lnTo>
                  <a:cubicBezTo>
                    <a:pt x="4287" y="8227"/>
                    <a:pt x="7252" y="4727"/>
                    <a:pt x="5823" y="1286"/>
                  </a:cubicBezTo>
                  <a:cubicBezTo>
                    <a:pt x="6168" y="1215"/>
                    <a:pt x="6537" y="1095"/>
                    <a:pt x="6942" y="881"/>
                  </a:cubicBezTo>
                  <a:close/>
                  <a:moveTo>
                    <a:pt x="2918" y="0"/>
                  </a:moveTo>
                  <a:lnTo>
                    <a:pt x="2835" y="60"/>
                  </a:lnTo>
                  <a:cubicBezTo>
                    <a:pt x="2835" y="60"/>
                    <a:pt x="2977" y="274"/>
                    <a:pt x="3251" y="524"/>
                  </a:cubicBezTo>
                  <a:cubicBezTo>
                    <a:pt x="1858" y="1095"/>
                    <a:pt x="977" y="1977"/>
                    <a:pt x="656" y="3120"/>
                  </a:cubicBezTo>
                  <a:cubicBezTo>
                    <a:pt x="1" y="5394"/>
                    <a:pt x="1739" y="8096"/>
                    <a:pt x="2108" y="8620"/>
                  </a:cubicBezTo>
                  <a:lnTo>
                    <a:pt x="1501" y="8561"/>
                  </a:lnTo>
                  <a:lnTo>
                    <a:pt x="1489" y="8668"/>
                  </a:lnTo>
                  <a:lnTo>
                    <a:pt x="1918" y="8715"/>
                  </a:lnTo>
                  <a:lnTo>
                    <a:pt x="1894" y="9323"/>
                  </a:lnTo>
                  <a:lnTo>
                    <a:pt x="2001" y="9323"/>
                  </a:lnTo>
                  <a:lnTo>
                    <a:pt x="2025" y="8727"/>
                  </a:lnTo>
                  <a:lnTo>
                    <a:pt x="2549" y="8775"/>
                  </a:lnTo>
                  <a:lnTo>
                    <a:pt x="2489" y="9382"/>
                  </a:lnTo>
                  <a:lnTo>
                    <a:pt x="2596" y="9394"/>
                  </a:lnTo>
                  <a:lnTo>
                    <a:pt x="2656" y="8787"/>
                  </a:lnTo>
                  <a:lnTo>
                    <a:pt x="3287" y="8846"/>
                  </a:lnTo>
                  <a:lnTo>
                    <a:pt x="3228" y="9466"/>
                  </a:lnTo>
                  <a:lnTo>
                    <a:pt x="3335" y="9477"/>
                  </a:lnTo>
                  <a:lnTo>
                    <a:pt x="3394" y="8858"/>
                  </a:lnTo>
                  <a:lnTo>
                    <a:pt x="3942" y="8906"/>
                  </a:lnTo>
                  <a:lnTo>
                    <a:pt x="3870" y="9537"/>
                  </a:lnTo>
                  <a:lnTo>
                    <a:pt x="3978" y="9549"/>
                  </a:lnTo>
                  <a:lnTo>
                    <a:pt x="4049" y="8918"/>
                  </a:lnTo>
                  <a:lnTo>
                    <a:pt x="4513" y="8965"/>
                  </a:lnTo>
                  <a:lnTo>
                    <a:pt x="4382" y="9585"/>
                  </a:lnTo>
                  <a:lnTo>
                    <a:pt x="4478" y="9608"/>
                  </a:lnTo>
                  <a:lnTo>
                    <a:pt x="4621" y="8977"/>
                  </a:lnTo>
                  <a:lnTo>
                    <a:pt x="5061" y="9013"/>
                  </a:lnTo>
                  <a:lnTo>
                    <a:pt x="5073" y="8906"/>
                  </a:lnTo>
                  <a:lnTo>
                    <a:pt x="4406" y="8846"/>
                  </a:lnTo>
                  <a:cubicBezTo>
                    <a:pt x="5013" y="8453"/>
                    <a:pt x="7490" y="6691"/>
                    <a:pt x="7942" y="4322"/>
                  </a:cubicBezTo>
                  <a:cubicBezTo>
                    <a:pt x="8169" y="3131"/>
                    <a:pt x="7859" y="1953"/>
                    <a:pt x="7026" y="834"/>
                  </a:cubicBezTo>
                  <a:cubicBezTo>
                    <a:pt x="7109" y="786"/>
                    <a:pt x="7192" y="738"/>
                    <a:pt x="7276" y="679"/>
                  </a:cubicBezTo>
                  <a:lnTo>
                    <a:pt x="7216" y="595"/>
                  </a:lnTo>
                  <a:cubicBezTo>
                    <a:pt x="6467" y="1067"/>
                    <a:pt x="5808" y="1239"/>
                    <a:pt x="5245" y="1239"/>
                  </a:cubicBezTo>
                  <a:cubicBezTo>
                    <a:pt x="3776" y="1239"/>
                    <a:pt x="2961" y="69"/>
                    <a:pt x="291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3"/>
            <p:cNvSpPr/>
            <p:nvPr/>
          </p:nvSpPr>
          <p:spPr>
            <a:xfrm>
              <a:off x="6910675" y="6891450"/>
              <a:ext cx="74725" cy="60750"/>
            </a:xfrm>
            <a:custGeom>
              <a:rect b="b" l="l" r="r" t="t"/>
              <a:pathLst>
                <a:path extrusionOk="0" h="2430" w="2989">
                  <a:moveTo>
                    <a:pt x="48" y="1"/>
                  </a:moveTo>
                  <a:lnTo>
                    <a:pt x="0" y="13"/>
                  </a:lnTo>
                  <a:lnTo>
                    <a:pt x="453" y="1846"/>
                  </a:lnTo>
                  <a:lnTo>
                    <a:pt x="24" y="1787"/>
                  </a:lnTo>
                  <a:lnTo>
                    <a:pt x="24" y="2108"/>
                  </a:lnTo>
                  <a:lnTo>
                    <a:pt x="2465" y="2430"/>
                  </a:lnTo>
                  <a:lnTo>
                    <a:pt x="2536" y="2120"/>
                  </a:lnTo>
                  <a:lnTo>
                    <a:pt x="2144" y="2061"/>
                  </a:lnTo>
                  <a:lnTo>
                    <a:pt x="2989" y="322"/>
                  </a:lnTo>
                  <a:lnTo>
                    <a:pt x="2941" y="311"/>
                  </a:lnTo>
                  <a:lnTo>
                    <a:pt x="2096" y="2061"/>
                  </a:lnTo>
                  <a:lnTo>
                    <a:pt x="1953" y="2037"/>
                  </a:lnTo>
                  <a:lnTo>
                    <a:pt x="2465" y="239"/>
                  </a:lnTo>
                  <a:lnTo>
                    <a:pt x="2417" y="227"/>
                  </a:lnTo>
                  <a:lnTo>
                    <a:pt x="1905" y="2037"/>
                  </a:lnTo>
                  <a:lnTo>
                    <a:pt x="679" y="1870"/>
                  </a:lnTo>
                  <a:lnTo>
                    <a:pt x="631" y="13"/>
                  </a:lnTo>
                  <a:lnTo>
                    <a:pt x="572" y="13"/>
                  </a:lnTo>
                  <a:lnTo>
                    <a:pt x="620" y="1858"/>
                  </a:lnTo>
                  <a:lnTo>
                    <a:pt x="512" y="1846"/>
                  </a:lnTo>
                  <a:lnTo>
                    <a:pt x="48" y="1"/>
                  </a:lnTo>
                  <a:close/>
                </a:path>
              </a:pathLst>
            </a:custGeom>
            <a:solidFill>
              <a:srgbClr val="003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" name="Google Shape;79;p13"/>
          <p:cNvGrpSpPr/>
          <p:nvPr/>
        </p:nvGrpSpPr>
        <p:grpSpPr>
          <a:xfrm>
            <a:off x="249940" y="4242083"/>
            <a:ext cx="789682" cy="723827"/>
            <a:chOff x="249940" y="4242083"/>
            <a:chExt cx="789682" cy="723827"/>
          </a:xfrm>
        </p:grpSpPr>
        <p:sp>
          <p:nvSpPr>
            <p:cNvPr id="80" name="Google Shape;80;p13"/>
            <p:cNvSpPr/>
            <p:nvPr/>
          </p:nvSpPr>
          <p:spPr>
            <a:xfrm>
              <a:off x="389475" y="4862400"/>
              <a:ext cx="258300" cy="103500"/>
            </a:xfrm>
            <a:prstGeom prst="ellipse">
              <a:avLst/>
            </a:prstGeom>
            <a:solidFill>
              <a:srgbClr val="033342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3"/>
            <p:cNvSpPr/>
            <p:nvPr/>
          </p:nvSpPr>
          <p:spPr>
            <a:xfrm>
              <a:off x="720000" y="4627825"/>
              <a:ext cx="258300" cy="103500"/>
            </a:xfrm>
            <a:prstGeom prst="ellipse">
              <a:avLst/>
            </a:prstGeom>
            <a:solidFill>
              <a:srgbClr val="033342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2" name="Google Shape;82;p13"/>
            <p:cNvGrpSpPr/>
            <p:nvPr/>
          </p:nvGrpSpPr>
          <p:grpSpPr>
            <a:xfrm flipH="1">
              <a:off x="249940" y="4242083"/>
              <a:ext cx="789682" cy="723827"/>
              <a:chOff x="4896425" y="6632275"/>
              <a:chExt cx="319425" cy="279125"/>
            </a:xfrm>
          </p:grpSpPr>
          <p:sp>
            <p:nvSpPr>
              <p:cNvPr id="83" name="Google Shape;83;p13"/>
              <p:cNvSpPr/>
              <p:nvPr/>
            </p:nvSpPr>
            <p:spPr>
              <a:xfrm>
                <a:off x="5083950" y="6632275"/>
                <a:ext cx="46175" cy="31500"/>
              </a:xfrm>
              <a:custGeom>
                <a:rect b="b" l="l" r="r" t="t"/>
                <a:pathLst>
                  <a:path extrusionOk="0" h="1260" w="1847">
                    <a:moveTo>
                      <a:pt x="461" y="0"/>
                    </a:moveTo>
                    <a:cubicBezTo>
                      <a:pt x="367" y="0"/>
                      <a:pt x="310" y="10"/>
                      <a:pt x="310" y="10"/>
                    </a:cubicBezTo>
                    <a:lnTo>
                      <a:pt x="1" y="617"/>
                    </a:lnTo>
                    <a:lnTo>
                      <a:pt x="1191" y="1260"/>
                    </a:lnTo>
                    <a:lnTo>
                      <a:pt x="1846" y="795"/>
                    </a:lnTo>
                    <a:cubicBezTo>
                      <a:pt x="1380" y="88"/>
                      <a:pt x="746" y="0"/>
                      <a:pt x="4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" name="Google Shape;84;p13"/>
              <p:cNvSpPr/>
              <p:nvPr/>
            </p:nvSpPr>
            <p:spPr>
              <a:xfrm>
                <a:off x="5172075" y="6684900"/>
                <a:ext cx="39600" cy="37825"/>
              </a:xfrm>
              <a:custGeom>
                <a:rect b="b" l="l" r="r" t="t"/>
                <a:pathLst>
                  <a:path extrusionOk="0" h="1513" w="1584">
                    <a:moveTo>
                      <a:pt x="548" y="0"/>
                    </a:moveTo>
                    <a:lnTo>
                      <a:pt x="0" y="405"/>
                    </a:lnTo>
                    <a:lnTo>
                      <a:pt x="786" y="1512"/>
                    </a:lnTo>
                    <a:lnTo>
                      <a:pt x="1584" y="1393"/>
                    </a:lnTo>
                    <a:cubicBezTo>
                      <a:pt x="1441" y="274"/>
                      <a:pt x="548" y="0"/>
                      <a:pt x="54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" name="Google Shape;85;p13"/>
              <p:cNvSpPr/>
              <p:nvPr/>
            </p:nvSpPr>
            <p:spPr>
              <a:xfrm>
                <a:off x="4896425" y="6635175"/>
                <a:ext cx="319425" cy="276225"/>
              </a:xfrm>
              <a:custGeom>
                <a:rect b="b" l="l" r="r" t="t"/>
                <a:pathLst>
                  <a:path extrusionOk="0" h="11049" w="12777">
                    <a:moveTo>
                      <a:pt x="6573" y="1"/>
                    </a:moveTo>
                    <a:lnTo>
                      <a:pt x="1" y="4442"/>
                    </a:lnTo>
                    <a:cubicBezTo>
                      <a:pt x="346" y="7088"/>
                      <a:pt x="2248" y="7133"/>
                      <a:pt x="2375" y="7133"/>
                    </a:cubicBezTo>
                    <a:cubicBezTo>
                      <a:pt x="2380" y="7133"/>
                      <a:pt x="2382" y="7133"/>
                      <a:pt x="2382" y="7133"/>
                    </a:cubicBezTo>
                    <a:lnTo>
                      <a:pt x="5490" y="4061"/>
                    </a:lnTo>
                    <a:cubicBezTo>
                      <a:pt x="6311" y="4073"/>
                      <a:pt x="7454" y="4406"/>
                      <a:pt x="8299" y="5930"/>
                    </a:cubicBezTo>
                    <a:lnTo>
                      <a:pt x="5537" y="8728"/>
                    </a:lnTo>
                    <a:cubicBezTo>
                      <a:pt x="6093" y="10805"/>
                      <a:pt x="7534" y="11049"/>
                      <a:pt x="8180" y="11049"/>
                    </a:cubicBezTo>
                    <a:cubicBezTo>
                      <a:pt x="8378" y="11049"/>
                      <a:pt x="8502" y="11026"/>
                      <a:pt x="8502" y="11026"/>
                    </a:cubicBezTo>
                    <a:lnTo>
                      <a:pt x="12776" y="4906"/>
                    </a:lnTo>
                    <a:cubicBezTo>
                      <a:pt x="11836" y="822"/>
                      <a:pt x="6573" y="1"/>
                      <a:pt x="657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" name="Google Shape;86;p13"/>
              <p:cNvSpPr/>
              <p:nvPr/>
            </p:nvSpPr>
            <p:spPr>
              <a:xfrm>
                <a:off x="4902100" y="6738800"/>
                <a:ext cx="69950" cy="68950"/>
              </a:xfrm>
              <a:custGeom>
                <a:rect b="b" l="l" r="r" t="t"/>
                <a:pathLst>
                  <a:path extrusionOk="0" h="2758" w="2798">
                    <a:moveTo>
                      <a:pt x="870" y="0"/>
                    </a:moveTo>
                    <a:cubicBezTo>
                      <a:pt x="704" y="0"/>
                      <a:pt x="552" y="46"/>
                      <a:pt x="429" y="142"/>
                    </a:cubicBezTo>
                    <a:cubicBezTo>
                      <a:pt x="0" y="475"/>
                      <a:pt x="83" y="1309"/>
                      <a:pt x="619" y="1987"/>
                    </a:cubicBezTo>
                    <a:cubicBezTo>
                      <a:pt x="1003" y="2473"/>
                      <a:pt x="1515" y="2758"/>
                      <a:pt x="1932" y="2758"/>
                    </a:cubicBezTo>
                    <a:cubicBezTo>
                      <a:pt x="2097" y="2758"/>
                      <a:pt x="2248" y="2713"/>
                      <a:pt x="2369" y="2618"/>
                    </a:cubicBezTo>
                    <a:cubicBezTo>
                      <a:pt x="2798" y="2273"/>
                      <a:pt x="2703" y="1452"/>
                      <a:pt x="2167" y="773"/>
                    </a:cubicBezTo>
                    <a:cubicBezTo>
                      <a:pt x="1785" y="281"/>
                      <a:pt x="1283" y="0"/>
                      <a:pt x="87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" name="Google Shape;87;p13"/>
              <p:cNvSpPr/>
              <p:nvPr/>
            </p:nvSpPr>
            <p:spPr>
              <a:xfrm>
                <a:off x="5038725" y="6840600"/>
                <a:ext cx="77700" cy="65750"/>
              </a:xfrm>
              <a:custGeom>
                <a:rect b="b" l="l" r="r" t="t"/>
                <a:pathLst>
                  <a:path extrusionOk="0" h="2630" w="3108">
                    <a:moveTo>
                      <a:pt x="967" y="0"/>
                    </a:moveTo>
                    <a:cubicBezTo>
                      <a:pt x="731" y="0"/>
                      <a:pt x="524" y="73"/>
                      <a:pt x="381" y="225"/>
                    </a:cubicBezTo>
                    <a:cubicBezTo>
                      <a:pt x="0" y="630"/>
                      <a:pt x="214" y="1452"/>
                      <a:pt x="869" y="2047"/>
                    </a:cubicBezTo>
                    <a:cubicBezTo>
                      <a:pt x="1271" y="2426"/>
                      <a:pt x="1747" y="2629"/>
                      <a:pt x="2141" y="2629"/>
                    </a:cubicBezTo>
                    <a:cubicBezTo>
                      <a:pt x="2377" y="2629"/>
                      <a:pt x="2584" y="2556"/>
                      <a:pt x="2727" y="2404"/>
                    </a:cubicBezTo>
                    <a:cubicBezTo>
                      <a:pt x="3108" y="1999"/>
                      <a:pt x="2881" y="1178"/>
                      <a:pt x="2238" y="582"/>
                    </a:cubicBezTo>
                    <a:cubicBezTo>
                      <a:pt x="1837" y="203"/>
                      <a:pt x="1361" y="0"/>
                      <a:pt x="96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" name="Google Shape;88;p13"/>
              <p:cNvSpPr/>
              <p:nvPr/>
            </p:nvSpPr>
            <p:spPr>
              <a:xfrm>
                <a:off x="4924700" y="6640250"/>
                <a:ext cx="284000" cy="247075"/>
              </a:xfrm>
              <a:custGeom>
                <a:rect b="b" l="l" r="r" t="t"/>
                <a:pathLst>
                  <a:path extrusionOk="0" h="9883" w="11360">
                    <a:moveTo>
                      <a:pt x="6287" y="3298"/>
                    </a:moveTo>
                    <a:cubicBezTo>
                      <a:pt x="6192" y="3298"/>
                      <a:pt x="6121" y="3453"/>
                      <a:pt x="6121" y="3655"/>
                    </a:cubicBezTo>
                    <a:cubicBezTo>
                      <a:pt x="6121" y="3846"/>
                      <a:pt x="6192" y="4013"/>
                      <a:pt x="6287" y="4013"/>
                    </a:cubicBezTo>
                    <a:cubicBezTo>
                      <a:pt x="6371" y="4013"/>
                      <a:pt x="6454" y="3846"/>
                      <a:pt x="6454" y="3655"/>
                    </a:cubicBezTo>
                    <a:cubicBezTo>
                      <a:pt x="6454" y="3453"/>
                      <a:pt x="6371" y="3298"/>
                      <a:pt x="6287" y="3298"/>
                    </a:cubicBezTo>
                    <a:close/>
                    <a:moveTo>
                      <a:pt x="6264" y="2893"/>
                    </a:moveTo>
                    <a:cubicBezTo>
                      <a:pt x="6454" y="2893"/>
                      <a:pt x="6621" y="3215"/>
                      <a:pt x="6621" y="3584"/>
                    </a:cubicBezTo>
                    <a:cubicBezTo>
                      <a:pt x="6621" y="3965"/>
                      <a:pt x="6454" y="4274"/>
                      <a:pt x="6264" y="4274"/>
                    </a:cubicBezTo>
                    <a:cubicBezTo>
                      <a:pt x="6061" y="4274"/>
                      <a:pt x="5906" y="3965"/>
                      <a:pt x="5906" y="3584"/>
                    </a:cubicBezTo>
                    <a:cubicBezTo>
                      <a:pt x="5906" y="3215"/>
                      <a:pt x="6061" y="2893"/>
                      <a:pt x="6264" y="2893"/>
                    </a:cubicBezTo>
                    <a:close/>
                    <a:moveTo>
                      <a:pt x="6264" y="2798"/>
                    </a:moveTo>
                    <a:cubicBezTo>
                      <a:pt x="6002" y="2798"/>
                      <a:pt x="5799" y="3143"/>
                      <a:pt x="5799" y="3584"/>
                    </a:cubicBezTo>
                    <a:cubicBezTo>
                      <a:pt x="5799" y="4024"/>
                      <a:pt x="6002" y="4382"/>
                      <a:pt x="6264" y="4382"/>
                    </a:cubicBezTo>
                    <a:cubicBezTo>
                      <a:pt x="6514" y="4382"/>
                      <a:pt x="6716" y="4036"/>
                      <a:pt x="6716" y="3584"/>
                    </a:cubicBezTo>
                    <a:cubicBezTo>
                      <a:pt x="6716" y="3143"/>
                      <a:pt x="6514" y="2798"/>
                      <a:pt x="6264" y="2798"/>
                    </a:cubicBezTo>
                    <a:close/>
                    <a:moveTo>
                      <a:pt x="5061" y="0"/>
                    </a:moveTo>
                    <a:lnTo>
                      <a:pt x="5049" y="107"/>
                    </a:lnTo>
                    <a:cubicBezTo>
                      <a:pt x="5109" y="107"/>
                      <a:pt x="10645" y="834"/>
                      <a:pt x="11264" y="5191"/>
                    </a:cubicBezTo>
                    <a:lnTo>
                      <a:pt x="11359" y="5167"/>
                    </a:lnTo>
                    <a:cubicBezTo>
                      <a:pt x="10728" y="750"/>
                      <a:pt x="5121" y="12"/>
                      <a:pt x="5061" y="0"/>
                    </a:cubicBezTo>
                    <a:close/>
                    <a:moveTo>
                      <a:pt x="3015" y="1619"/>
                    </a:moveTo>
                    <a:cubicBezTo>
                      <a:pt x="2984" y="1619"/>
                      <a:pt x="2967" y="1619"/>
                      <a:pt x="2966" y="1619"/>
                    </a:cubicBezTo>
                    <a:lnTo>
                      <a:pt x="2966" y="1715"/>
                    </a:lnTo>
                    <a:cubicBezTo>
                      <a:pt x="2968" y="1715"/>
                      <a:pt x="2981" y="1714"/>
                      <a:pt x="3003" y="1714"/>
                    </a:cubicBezTo>
                    <a:cubicBezTo>
                      <a:pt x="3480" y="1714"/>
                      <a:pt x="8310" y="1823"/>
                      <a:pt x="10038" y="6596"/>
                    </a:cubicBezTo>
                    <a:lnTo>
                      <a:pt x="10133" y="6572"/>
                    </a:lnTo>
                    <a:cubicBezTo>
                      <a:pt x="9181" y="3917"/>
                      <a:pt x="7276" y="2715"/>
                      <a:pt x="5859" y="2167"/>
                    </a:cubicBezTo>
                    <a:cubicBezTo>
                      <a:pt x="4480" y="1647"/>
                      <a:pt x="3271" y="1619"/>
                      <a:pt x="3015" y="1619"/>
                    </a:cubicBezTo>
                    <a:close/>
                    <a:moveTo>
                      <a:pt x="275" y="3395"/>
                    </a:moveTo>
                    <a:cubicBezTo>
                      <a:pt x="117" y="3395"/>
                      <a:pt x="13" y="3413"/>
                      <a:pt x="1" y="3417"/>
                    </a:cubicBezTo>
                    <a:lnTo>
                      <a:pt x="25" y="3512"/>
                    </a:lnTo>
                    <a:cubicBezTo>
                      <a:pt x="25" y="3512"/>
                      <a:pt x="116" y="3497"/>
                      <a:pt x="261" y="3497"/>
                    </a:cubicBezTo>
                    <a:cubicBezTo>
                      <a:pt x="544" y="3497"/>
                      <a:pt x="1032" y="3555"/>
                      <a:pt x="1442" y="3893"/>
                    </a:cubicBezTo>
                    <a:cubicBezTo>
                      <a:pt x="1918" y="4298"/>
                      <a:pt x="2168" y="4989"/>
                      <a:pt x="2168" y="5941"/>
                    </a:cubicBezTo>
                    <a:lnTo>
                      <a:pt x="1215" y="6894"/>
                    </a:lnTo>
                    <a:lnTo>
                      <a:pt x="1287" y="6965"/>
                    </a:lnTo>
                    <a:lnTo>
                      <a:pt x="4394" y="3893"/>
                    </a:lnTo>
                    <a:lnTo>
                      <a:pt x="4323" y="3822"/>
                    </a:lnTo>
                    <a:lnTo>
                      <a:pt x="2275" y="5846"/>
                    </a:lnTo>
                    <a:cubicBezTo>
                      <a:pt x="2251" y="4917"/>
                      <a:pt x="2001" y="4227"/>
                      <a:pt x="1501" y="3822"/>
                    </a:cubicBezTo>
                    <a:cubicBezTo>
                      <a:pt x="1078" y="3462"/>
                      <a:pt x="578" y="3395"/>
                      <a:pt x="275" y="3395"/>
                    </a:cubicBezTo>
                    <a:close/>
                    <a:moveTo>
                      <a:pt x="7728" y="5072"/>
                    </a:moveTo>
                    <a:lnTo>
                      <a:pt x="4371" y="8489"/>
                    </a:lnTo>
                    <a:lnTo>
                      <a:pt x="4442" y="8561"/>
                    </a:lnTo>
                    <a:lnTo>
                      <a:pt x="5442" y="7549"/>
                    </a:lnTo>
                    <a:cubicBezTo>
                      <a:pt x="5680" y="7549"/>
                      <a:pt x="7740" y="7668"/>
                      <a:pt x="7978" y="9882"/>
                    </a:cubicBezTo>
                    <a:lnTo>
                      <a:pt x="8073" y="9870"/>
                    </a:lnTo>
                    <a:cubicBezTo>
                      <a:pt x="7847" y="7787"/>
                      <a:pt x="6014" y="7489"/>
                      <a:pt x="5537" y="7453"/>
                    </a:cubicBezTo>
                    <a:lnTo>
                      <a:pt x="7800" y="5144"/>
                    </a:lnTo>
                    <a:lnTo>
                      <a:pt x="7728" y="507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" name="Google Shape;89;p13"/>
              <p:cNvSpPr/>
              <p:nvPr/>
            </p:nvSpPr>
            <p:spPr>
              <a:xfrm>
                <a:off x="5041700" y="6658100"/>
                <a:ext cx="152700" cy="108375"/>
              </a:xfrm>
              <a:custGeom>
                <a:rect b="b" l="l" r="r" t="t"/>
                <a:pathLst>
                  <a:path extrusionOk="0" h="4335" w="6108">
                    <a:moveTo>
                      <a:pt x="369" y="0"/>
                    </a:moveTo>
                    <a:cubicBezTo>
                      <a:pt x="167" y="0"/>
                      <a:pt x="0" y="84"/>
                      <a:pt x="0" y="179"/>
                    </a:cubicBezTo>
                    <a:cubicBezTo>
                      <a:pt x="0" y="274"/>
                      <a:pt x="167" y="346"/>
                      <a:pt x="369" y="346"/>
                    </a:cubicBezTo>
                    <a:cubicBezTo>
                      <a:pt x="572" y="346"/>
                      <a:pt x="738" y="274"/>
                      <a:pt x="738" y="179"/>
                    </a:cubicBezTo>
                    <a:cubicBezTo>
                      <a:pt x="738" y="84"/>
                      <a:pt x="572" y="0"/>
                      <a:pt x="369" y="0"/>
                    </a:cubicBezTo>
                    <a:close/>
                    <a:moveTo>
                      <a:pt x="2417" y="548"/>
                    </a:moveTo>
                    <a:cubicBezTo>
                      <a:pt x="2215" y="548"/>
                      <a:pt x="2048" y="643"/>
                      <a:pt x="2048" y="751"/>
                    </a:cubicBezTo>
                    <a:cubicBezTo>
                      <a:pt x="2048" y="858"/>
                      <a:pt x="2215" y="953"/>
                      <a:pt x="2417" y="953"/>
                    </a:cubicBezTo>
                    <a:cubicBezTo>
                      <a:pt x="2631" y="953"/>
                      <a:pt x="2798" y="858"/>
                      <a:pt x="2798" y="751"/>
                    </a:cubicBezTo>
                    <a:cubicBezTo>
                      <a:pt x="2798" y="643"/>
                      <a:pt x="2619" y="548"/>
                      <a:pt x="2417" y="548"/>
                    </a:cubicBezTo>
                    <a:close/>
                    <a:moveTo>
                      <a:pt x="4655" y="2132"/>
                    </a:moveTo>
                    <a:cubicBezTo>
                      <a:pt x="4465" y="2132"/>
                      <a:pt x="4310" y="2227"/>
                      <a:pt x="4310" y="2358"/>
                    </a:cubicBezTo>
                    <a:cubicBezTo>
                      <a:pt x="4310" y="2477"/>
                      <a:pt x="4465" y="2572"/>
                      <a:pt x="4655" y="2572"/>
                    </a:cubicBezTo>
                    <a:cubicBezTo>
                      <a:pt x="4666" y="2573"/>
                      <a:pt x="4676" y="2573"/>
                      <a:pt x="4686" y="2573"/>
                    </a:cubicBezTo>
                    <a:cubicBezTo>
                      <a:pt x="4873" y="2573"/>
                      <a:pt x="5013" y="2471"/>
                      <a:pt x="5013" y="2358"/>
                    </a:cubicBezTo>
                    <a:cubicBezTo>
                      <a:pt x="5013" y="2227"/>
                      <a:pt x="4858" y="2132"/>
                      <a:pt x="4655" y="2132"/>
                    </a:cubicBezTo>
                    <a:close/>
                    <a:moveTo>
                      <a:pt x="5763" y="3906"/>
                    </a:moveTo>
                    <a:cubicBezTo>
                      <a:pt x="5572" y="3906"/>
                      <a:pt x="5406" y="4001"/>
                      <a:pt x="5406" y="4120"/>
                    </a:cubicBezTo>
                    <a:cubicBezTo>
                      <a:pt x="5406" y="4227"/>
                      <a:pt x="5572" y="4334"/>
                      <a:pt x="5763" y="4334"/>
                    </a:cubicBezTo>
                    <a:cubicBezTo>
                      <a:pt x="5953" y="4334"/>
                      <a:pt x="6108" y="4227"/>
                      <a:pt x="6108" y="4120"/>
                    </a:cubicBezTo>
                    <a:cubicBezTo>
                      <a:pt x="6108" y="4001"/>
                      <a:pt x="5953" y="3906"/>
                      <a:pt x="5763" y="390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" name="Google Shape;90;p13"/>
              <p:cNvSpPr/>
              <p:nvPr/>
            </p:nvSpPr>
            <p:spPr>
              <a:xfrm>
                <a:off x="4935125" y="6752050"/>
                <a:ext cx="29800" cy="35375"/>
              </a:xfrm>
              <a:custGeom>
                <a:rect b="b" l="l" r="r" t="t"/>
                <a:pathLst>
                  <a:path extrusionOk="0" h="1415" w="1192">
                    <a:moveTo>
                      <a:pt x="189" y="0"/>
                    </a:moveTo>
                    <a:cubicBezTo>
                      <a:pt x="167" y="0"/>
                      <a:pt x="148" y="6"/>
                      <a:pt x="132" y="17"/>
                    </a:cubicBezTo>
                    <a:cubicBezTo>
                      <a:pt x="1" y="100"/>
                      <a:pt x="120" y="481"/>
                      <a:pt x="382" y="862"/>
                    </a:cubicBezTo>
                    <a:cubicBezTo>
                      <a:pt x="598" y="1192"/>
                      <a:pt x="859" y="1414"/>
                      <a:pt x="1010" y="1414"/>
                    </a:cubicBezTo>
                    <a:cubicBezTo>
                      <a:pt x="1034" y="1414"/>
                      <a:pt x="1055" y="1409"/>
                      <a:pt x="1072" y="1398"/>
                    </a:cubicBezTo>
                    <a:cubicBezTo>
                      <a:pt x="1191" y="1315"/>
                      <a:pt x="1084" y="934"/>
                      <a:pt x="822" y="553"/>
                    </a:cubicBezTo>
                    <a:cubicBezTo>
                      <a:pt x="596" y="223"/>
                      <a:pt x="333" y="0"/>
                      <a:pt x="1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" name="Google Shape;91;p13"/>
              <p:cNvSpPr/>
              <p:nvPr/>
            </p:nvSpPr>
            <p:spPr>
              <a:xfrm>
                <a:off x="5079800" y="6853250"/>
                <a:ext cx="29775" cy="35375"/>
              </a:xfrm>
              <a:custGeom>
                <a:rect b="b" l="l" r="r" t="t"/>
                <a:pathLst>
                  <a:path extrusionOk="0" h="1415" w="1191">
                    <a:moveTo>
                      <a:pt x="189" y="0"/>
                    </a:moveTo>
                    <a:cubicBezTo>
                      <a:pt x="167" y="0"/>
                      <a:pt x="147" y="6"/>
                      <a:pt x="131" y="17"/>
                    </a:cubicBezTo>
                    <a:cubicBezTo>
                      <a:pt x="0" y="100"/>
                      <a:pt x="119" y="481"/>
                      <a:pt x="381" y="862"/>
                    </a:cubicBezTo>
                    <a:cubicBezTo>
                      <a:pt x="597" y="1192"/>
                      <a:pt x="858" y="1415"/>
                      <a:pt x="1010" y="1415"/>
                    </a:cubicBezTo>
                    <a:cubicBezTo>
                      <a:pt x="1033" y="1415"/>
                      <a:pt x="1054" y="1409"/>
                      <a:pt x="1072" y="1398"/>
                    </a:cubicBezTo>
                    <a:cubicBezTo>
                      <a:pt x="1191" y="1315"/>
                      <a:pt x="1084" y="934"/>
                      <a:pt x="822" y="553"/>
                    </a:cubicBezTo>
                    <a:cubicBezTo>
                      <a:pt x="595" y="223"/>
                      <a:pt x="333" y="0"/>
                      <a:pt x="1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-column text 1">
  <p:cSld name="ONE_COLUMN_TEXT_1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oogle Shape;93;p14"/>
          <p:cNvGrpSpPr/>
          <p:nvPr/>
        </p:nvGrpSpPr>
        <p:grpSpPr>
          <a:xfrm>
            <a:off x="0" y="0"/>
            <a:ext cx="9144003" cy="5143501"/>
            <a:chOff x="0" y="0"/>
            <a:chExt cx="9144003" cy="5143501"/>
          </a:xfrm>
        </p:grpSpPr>
        <p:pic>
          <p:nvPicPr>
            <p:cNvPr id="94" name="Google Shape;94;p14"/>
            <p:cNvPicPr preferRelativeResize="0"/>
            <p:nvPr/>
          </p:nvPicPr>
          <p:blipFill rotWithShape="1">
            <a:blip r:embed="rId2">
              <a:alphaModFix/>
            </a:blip>
            <a:srcRect b="8068" l="0" r="0" t="8060"/>
            <a:stretch/>
          </p:blipFill>
          <p:spPr>
            <a:xfrm>
              <a:off x="0" y="0"/>
              <a:ext cx="9144003" cy="5143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" name="Google Shape;95;p14"/>
            <p:cNvSpPr/>
            <p:nvPr/>
          </p:nvSpPr>
          <p:spPr>
            <a:xfrm>
              <a:off x="209980" y="194500"/>
              <a:ext cx="8763466" cy="4752275"/>
            </a:xfrm>
            <a:custGeom>
              <a:rect b="b" l="l" r="r" t="t"/>
              <a:pathLst>
                <a:path extrusionOk="0" h="147209" w="271904">
                  <a:moveTo>
                    <a:pt x="596" y="0"/>
                  </a:moveTo>
                  <a:lnTo>
                    <a:pt x="596" y="0"/>
                  </a:lnTo>
                  <a:cubicBezTo>
                    <a:pt x="2025" y="5965"/>
                    <a:pt x="3072" y="13895"/>
                    <a:pt x="3644" y="22312"/>
                  </a:cubicBezTo>
                  <a:cubicBezTo>
                    <a:pt x="7942" y="23515"/>
                    <a:pt x="13609" y="23932"/>
                    <a:pt x="5085" y="25063"/>
                  </a:cubicBezTo>
                  <a:cubicBezTo>
                    <a:pt x="5096" y="25110"/>
                    <a:pt x="5108" y="25146"/>
                    <a:pt x="5120" y="25194"/>
                  </a:cubicBezTo>
                  <a:cubicBezTo>
                    <a:pt x="5263" y="25301"/>
                    <a:pt x="5394" y="25396"/>
                    <a:pt x="5525" y="25503"/>
                  </a:cubicBezTo>
                  <a:cubicBezTo>
                    <a:pt x="5692" y="25539"/>
                    <a:pt x="5954" y="25479"/>
                    <a:pt x="6037" y="25658"/>
                  </a:cubicBezTo>
                  <a:cubicBezTo>
                    <a:pt x="8561" y="26230"/>
                    <a:pt x="4561" y="26670"/>
                    <a:pt x="3894" y="26789"/>
                  </a:cubicBezTo>
                  <a:cubicBezTo>
                    <a:pt x="4203" y="33719"/>
                    <a:pt x="4192" y="40803"/>
                    <a:pt x="3787" y="47256"/>
                  </a:cubicBezTo>
                  <a:cubicBezTo>
                    <a:pt x="2560" y="47137"/>
                    <a:pt x="1298" y="47006"/>
                    <a:pt x="1" y="46875"/>
                  </a:cubicBezTo>
                  <a:lnTo>
                    <a:pt x="1" y="46875"/>
                  </a:lnTo>
                  <a:cubicBezTo>
                    <a:pt x="1429" y="52840"/>
                    <a:pt x="2477" y="60770"/>
                    <a:pt x="3049" y="69199"/>
                  </a:cubicBezTo>
                  <a:cubicBezTo>
                    <a:pt x="7347" y="70402"/>
                    <a:pt x="13014" y="70818"/>
                    <a:pt x="4489" y="71949"/>
                  </a:cubicBezTo>
                  <a:cubicBezTo>
                    <a:pt x="4501" y="71985"/>
                    <a:pt x="4513" y="72033"/>
                    <a:pt x="4525" y="72069"/>
                  </a:cubicBezTo>
                  <a:cubicBezTo>
                    <a:pt x="4668" y="72176"/>
                    <a:pt x="4787" y="72283"/>
                    <a:pt x="4930" y="72390"/>
                  </a:cubicBezTo>
                  <a:cubicBezTo>
                    <a:pt x="5096" y="72414"/>
                    <a:pt x="5358" y="72366"/>
                    <a:pt x="5442" y="72545"/>
                  </a:cubicBezTo>
                  <a:cubicBezTo>
                    <a:pt x="7966" y="73104"/>
                    <a:pt x="3965" y="73557"/>
                    <a:pt x="3299" y="73664"/>
                  </a:cubicBezTo>
                  <a:cubicBezTo>
                    <a:pt x="3513" y="78510"/>
                    <a:pt x="3572" y="83427"/>
                    <a:pt x="3453" y="88154"/>
                  </a:cubicBezTo>
                  <a:cubicBezTo>
                    <a:pt x="2322" y="88047"/>
                    <a:pt x="1179" y="87928"/>
                    <a:pt x="1" y="87809"/>
                  </a:cubicBezTo>
                  <a:lnTo>
                    <a:pt x="1" y="87809"/>
                  </a:lnTo>
                  <a:cubicBezTo>
                    <a:pt x="989" y="91940"/>
                    <a:pt x="1798" y="97036"/>
                    <a:pt x="2394" y="102584"/>
                  </a:cubicBezTo>
                  <a:cubicBezTo>
                    <a:pt x="2239" y="103727"/>
                    <a:pt x="2072" y="104834"/>
                    <a:pt x="1882" y="105894"/>
                  </a:cubicBezTo>
                  <a:cubicBezTo>
                    <a:pt x="2156" y="105870"/>
                    <a:pt x="2429" y="105846"/>
                    <a:pt x="2715" y="105811"/>
                  </a:cubicBezTo>
                  <a:cubicBezTo>
                    <a:pt x="2834" y="107228"/>
                    <a:pt x="2953" y="108668"/>
                    <a:pt x="3049" y="110121"/>
                  </a:cubicBezTo>
                  <a:cubicBezTo>
                    <a:pt x="7347" y="111323"/>
                    <a:pt x="13014" y="111740"/>
                    <a:pt x="4489" y="112871"/>
                  </a:cubicBezTo>
                  <a:cubicBezTo>
                    <a:pt x="4501" y="112919"/>
                    <a:pt x="4513" y="112954"/>
                    <a:pt x="4525" y="113002"/>
                  </a:cubicBezTo>
                  <a:cubicBezTo>
                    <a:pt x="4668" y="113109"/>
                    <a:pt x="4799" y="113205"/>
                    <a:pt x="4930" y="113312"/>
                  </a:cubicBezTo>
                  <a:cubicBezTo>
                    <a:pt x="5096" y="113347"/>
                    <a:pt x="5358" y="113288"/>
                    <a:pt x="5442" y="113466"/>
                  </a:cubicBezTo>
                  <a:cubicBezTo>
                    <a:pt x="7966" y="114038"/>
                    <a:pt x="3965" y="114478"/>
                    <a:pt x="3299" y="114598"/>
                  </a:cubicBezTo>
                  <a:cubicBezTo>
                    <a:pt x="3822" y="126123"/>
                    <a:pt x="4668" y="127147"/>
                    <a:pt x="3120" y="135886"/>
                  </a:cubicBezTo>
                  <a:cubicBezTo>
                    <a:pt x="4608" y="136338"/>
                    <a:pt x="14133" y="147209"/>
                    <a:pt x="14133" y="147209"/>
                  </a:cubicBezTo>
                  <a:cubicBezTo>
                    <a:pt x="14133" y="147209"/>
                    <a:pt x="16765" y="146220"/>
                    <a:pt x="20479" y="146137"/>
                  </a:cubicBezTo>
                  <a:cubicBezTo>
                    <a:pt x="20503" y="146054"/>
                    <a:pt x="20539" y="145959"/>
                    <a:pt x="20563" y="145875"/>
                  </a:cubicBezTo>
                  <a:lnTo>
                    <a:pt x="20563" y="145875"/>
                  </a:lnTo>
                  <a:cubicBezTo>
                    <a:pt x="20491" y="146340"/>
                    <a:pt x="23242" y="146363"/>
                    <a:pt x="23158" y="146816"/>
                  </a:cubicBezTo>
                  <a:cubicBezTo>
                    <a:pt x="29516" y="146220"/>
                    <a:pt x="36481" y="145875"/>
                    <a:pt x="44589" y="145697"/>
                  </a:cubicBezTo>
                  <a:cubicBezTo>
                    <a:pt x="44613" y="145625"/>
                    <a:pt x="44637" y="145554"/>
                    <a:pt x="44661" y="145494"/>
                  </a:cubicBezTo>
                  <a:cubicBezTo>
                    <a:pt x="45090" y="145494"/>
                    <a:pt x="45530" y="145494"/>
                    <a:pt x="45959" y="145482"/>
                  </a:cubicBezTo>
                  <a:cubicBezTo>
                    <a:pt x="45959" y="145542"/>
                    <a:pt x="45959" y="145601"/>
                    <a:pt x="45959" y="145661"/>
                  </a:cubicBezTo>
                  <a:cubicBezTo>
                    <a:pt x="46173" y="145661"/>
                    <a:pt x="46387" y="145661"/>
                    <a:pt x="46602" y="145649"/>
                  </a:cubicBezTo>
                  <a:cubicBezTo>
                    <a:pt x="46637" y="145601"/>
                    <a:pt x="46661" y="145542"/>
                    <a:pt x="46685" y="145482"/>
                  </a:cubicBezTo>
                  <a:cubicBezTo>
                    <a:pt x="47197" y="145482"/>
                    <a:pt x="47709" y="145482"/>
                    <a:pt x="48221" y="145494"/>
                  </a:cubicBezTo>
                  <a:cubicBezTo>
                    <a:pt x="48221" y="145530"/>
                    <a:pt x="48221" y="145578"/>
                    <a:pt x="48221" y="145625"/>
                  </a:cubicBezTo>
                  <a:cubicBezTo>
                    <a:pt x="50912" y="145578"/>
                    <a:pt x="53900" y="145542"/>
                    <a:pt x="57031" y="145518"/>
                  </a:cubicBezTo>
                  <a:cubicBezTo>
                    <a:pt x="59651" y="145542"/>
                    <a:pt x="62151" y="145566"/>
                    <a:pt x="64461" y="145601"/>
                  </a:cubicBezTo>
                  <a:cubicBezTo>
                    <a:pt x="64461" y="145566"/>
                    <a:pt x="64461" y="145530"/>
                    <a:pt x="64461" y="145494"/>
                  </a:cubicBezTo>
                  <a:cubicBezTo>
                    <a:pt x="65592" y="145488"/>
                    <a:pt x="66726" y="145485"/>
                    <a:pt x="67860" y="145485"/>
                  </a:cubicBezTo>
                  <a:cubicBezTo>
                    <a:pt x="68994" y="145485"/>
                    <a:pt x="70128" y="145488"/>
                    <a:pt x="71259" y="145494"/>
                  </a:cubicBezTo>
                  <a:cubicBezTo>
                    <a:pt x="71402" y="145578"/>
                    <a:pt x="71545" y="145661"/>
                    <a:pt x="71700" y="145744"/>
                  </a:cubicBezTo>
                  <a:cubicBezTo>
                    <a:pt x="78891" y="145947"/>
                    <a:pt x="85190" y="146268"/>
                    <a:pt x="90976" y="146816"/>
                  </a:cubicBezTo>
                  <a:cubicBezTo>
                    <a:pt x="90845" y="146054"/>
                    <a:pt x="90714" y="145256"/>
                    <a:pt x="90595" y="144435"/>
                  </a:cubicBezTo>
                  <a:lnTo>
                    <a:pt x="90595" y="144435"/>
                  </a:lnTo>
                  <a:cubicBezTo>
                    <a:pt x="91429" y="144792"/>
                    <a:pt x="92191" y="145304"/>
                    <a:pt x="92976" y="145744"/>
                  </a:cubicBezTo>
                  <a:cubicBezTo>
                    <a:pt x="96596" y="145851"/>
                    <a:pt x="99989" y="145982"/>
                    <a:pt x="103204" y="146161"/>
                  </a:cubicBezTo>
                  <a:cubicBezTo>
                    <a:pt x="103156" y="146375"/>
                    <a:pt x="103121" y="146601"/>
                    <a:pt x="103085" y="146828"/>
                  </a:cubicBezTo>
                  <a:cubicBezTo>
                    <a:pt x="104573" y="146685"/>
                    <a:pt x="106109" y="146554"/>
                    <a:pt x="107669" y="146447"/>
                  </a:cubicBezTo>
                  <a:cubicBezTo>
                    <a:pt x="109240" y="146554"/>
                    <a:pt x="110764" y="146685"/>
                    <a:pt x="112265" y="146828"/>
                  </a:cubicBezTo>
                  <a:cubicBezTo>
                    <a:pt x="112217" y="146601"/>
                    <a:pt x="112181" y="146375"/>
                    <a:pt x="112146" y="146161"/>
                  </a:cubicBezTo>
                  <a:cubicBezTo>
                    <a:pt x="115979" y="145947"/>
                    <a:pt x="120075" y="145792"/>
                    <a:pt x="124504" y="145697"/>
                  </a:cubicBezTo>
                  <a:cubicBezTo>
                    <a:pt x="125022" y="144156"/>
                    <a:pt x="125413" y="143165"/>
                    <a:pt x="125645" y="143165"/>
                  </a:cubicBezTo>
                  <a:cubicBezTo>
                    <a:pt x="125846" y="143165"/>
                    <a:pt x="125929" y="143902"/>
                    <a:pt x="125873" y="145661"/>
                  </a:cubicBezTo>
                  <a:cubicBezTo>
                    <a:pt x="126100" y="145661"/>
                    <a:pt x="126302" y="145661"/>
                    <a:pt x="126528" y="145649"/>
                  </a:cubicBezTo>
                  <a:cubicBezTo>
                    <a:pt x="127181" y="144357"/>
                    <a:pt x="127670" y="143321"/>
                    <a:pt x="127939" y="143321"/>
                  </a:cubicBezTo>
                  <a:cubicBezTo>
                    <a:pt x="128150" y="143321"/>
                    <a:pt x="128225" y="143963"/>
                    <a:pt x="128136" y="145625"/>
                  </a:cubicBezTo>
                  <a:cubicBezTo>
                    <a:pt x="130541" y="145589"/>
                    <a:pt x="133184" y="145554"/>
                    <a:pt x="135946" y="145530"/>
                  </a:cubicBezTo>
                  <a:cubicBezTo>
                    <a:pt x="138720" y="145554"/>
                    <a:pt x="141352" y="145589"/>
                    <a:pt x="143757" y="145625"/>
                  </a:cubicBezTo>
                  <a:cubicBezTo>
                    <a:pt x="143667" y="143963"/>
                    <a:pt x="143745" y="143321"/>
                    <a:pt x="143959" y="143321"/>
                  </a:cubicBezTo>
                  <a:cubicBezTo>
                    <a:pt x="144230" y="143321"/>
                    <a:pt x="144723" y="144357"/>
                    <a:pt x="145376" y="145649"/>
                  </a:cubicBezTo>
                  <a:cubicBezTo>
                    <a:pt x="145590" y="145661"/>
                    <a:pt x="145804" y="145661"/>
                    <a:pt x="146019" y="145661"/>
                  </a:cubicBezTo>
                  <a:cubicBezTo>
                    <a:pt x="145964" y="143902"/>
                    <a:pt x="146046" y="143165"/>
                    <a:pt x="146247" y="143165"/>
                  </a:cubicBezTo>
                  <a:cubicBezTo>
                    <a:pt x="146479" y="143165"/>
                    <a:pt x="146870" y="144156"/>
                    <a:pt x="147388" y="145697"/>
                  </a:cubicBezTo>
                  <a:cubicBezTo>
                    <a:pt x="151817" y="145792"/>
                    <a:pt x="155913" y="145947"/>
                    <a:pt x="159759" y="146161"/>
                  </a:cubicBezTo>
                  <a:cubicBezTo>
                    <a:pt x="159711" y="146375"/>
                    <a:pt x="159675" y="146601"/>
                    <a:pt x="159640" y="146828"/>
                  </a:cubicBezTo>
                  <a:cubicBezTo>
                    <a:pt x="161128" y="146685"/>
                    <a:pt x="162664" y="146554"/>
                    <a:pt x="164223" y="146447"/>
                  </a:cubicBezTo>
                  <a:cubicBezTo>
                    <a:pt x="165795" y="146554"/>
                    <a:pt x="167319" y="146685"/>
                    <a:pt x="168819" y="146828"/>
                  </a:cubicBezTo>
                  <a:cubicBezTo>
                    <a:pt x="168772" y="146601"/>
                    <a:pt x="168736" y="146375"/>
                    <a:pt x="168700" y="146161"/>
                  </a:cubicBezTo>
                  <a:cubicBezTo>
                    <a:pt x="171915" y="145982"/>
                    <a:pt x="175296" y="145851"/>
                    <a:pt x="178916" y="145744"/>
                  </a:cubicBezTo>
                  <a:cubicBezTo>
                    <a:pt x="179702" y="145304"/>
                    <a:pt x="180464" y="144792"/>
                    <a:pt x="181309" y="144435"/>
                  </a:cubicBezTo>
                  <a:lnTo>
                    <a:pt x="181309" y="144435"/>
                  </a:lnTo>
                  <a:cubicBezTo>
                    <a:pt x="181190" y="145256"/>
                    <a:pt x="181059" y="146054"/>
                    <a:pt x="180916" y="146816"/>
                  </a:cubicBezTo>
                  <a:cubicBezTo>
                    <a:pt x="186714" y="146268"/>
                    <a:pt x="193001" y="145947"/>
                    <a:pt x="200204" y="145744"/>
                  </a:cubicBezTo>
                  <a:cubicBezTo>
                    <a:pt x="200347" y="145661"/>
                    <a:pt x="200490" y="145578"/>
                    <a:pt x="200645" y="145494"/>
                  </a:cubicBezTo>
                  <a:cubicBezTo>
                    <a:pt x="201770" y="145488"/>
                    <a:pt x="202904" y="145485"/>
                    <a:pt x="204039" y="145485"/>
                  </a:cubicBezTo>
                  <a:cubicBezTo>
                    <a:pt x="205175" y="145485"/>
                    <a:pt x="206312" y="145488"/>
                    <a:pt x="207443" y="145494"/>
                  </a:cubicBezTo>
                  <a:cubicBezTo>
                    <a:pt x="207443" y="145530"/>
                    <a:pt x="207443" y="145566"/>
                    <a:pt x="207431" y="145601"/>
                  </a:cubicBezTo>
                  <a:cubicBezTo>
                    <a:pt x="209741" y="145566"/>
                    <a:pt x="212253" y="145542"/>
                    <a:pt x="214873" y="145518"/>
                  </a:cubicBezTo>
                  <a:cubicBezTo>
                    <a:pt x="218004" y="145542"/>
                    <a:pt x="220981" y="145578"/>
                    <a:pt x="223683" y="145625"/>
                  </a:cubicBezTo>
                  <a:cubicBezTo>
                    <a:pt x="223671" y="145578"/>
                    <a:pt x="223671" y="145530"/>
                    <a:pt x="223671" y="145494"/>
                  </a:cubicBezTo>
                  <a:cubicBezTo>
                    <a:pt x="224183" y="145494"/>
                    <a:pt x="224695" y="145482"/>
                    <a:pt x="225207" y="145482"/>
                  </a:cubicBezTo>
                  <a:cubicBezTo>
                    <a:pt x="225243" y="145542"/>
                    <a:pt x="225267" y="145601"/>
                    <a:pt x="225291" y="145649"/>
                  </a:cubicBezTo>
                  <a:cubicBezTo>
                    <a:pt x="225517" y="145661"/>
                    <a:pt x="225731" y="145661"/>
                    <a:pt x="225945" y="145661"/>
                  </a:cubicBezTo>
                  <a:cubicBezTo>
                    <a:pt x="225945" y="145601"/>
                    <a:pt x="225934" y="145542"/>
                    <a:pt x="225934" y="145482"/>
                  </a:cubicBezTo>
                  <a:cubicBezTo>
                    <a:pt x="226374" y="145482"/>
                    <a:pt x="226803" y="145482"/>
                    <a:pt x="227243" y="145494"/>
                  </a:cubicBezTo>
                  <a:cubicBezTo>
                    <a:pt x="227267" y="145554"/>
                    <a:pt x="227291" y="145625"/>
                    <a:pt x="227315" y="145697"/>
                  </a:cubicBezTo>
                  <a:cubicBezTo>
                    <a:pt x="235411" y="145875"/>
                    <a:pt x="242376" y="146220"/>
                    <a:pt x="248734" y="146816"/>
                  </a:cubicBezTo>
                  <a:cubicBezTo>
                    <a:pt x="248651" y="146363"/>
                    <a:pt x="248579" y="145899"/>
                    <a:pt x="248508" y="145423"/>
                  </a:cubicBezTo>
                  <a:lnTo>
                    <a:pt x="248508" y="145423"/>
                  </a:lnTo>
                  <a:cubicBezTo>
                    <a:pt x="248532" y="145506"/>
                    <a:pt x="248567" y="145601"/>
                    <a:pt x="248591" y="145697"/>
                  </a:cubicBezTo>
                  <a:cubicBezTo>
                    <a:pt x="256699" y="145875"/>
                    <a:pt x="263664" y="146220"/>
                    <a:pt x="270022" y="146816"/>
                  </a:cubicBezTo>
                  <a:cubicBezTo>
                    <a:pt x="268463" y="138065"/>
                    <a:pt x="268082" y="126123"/>
                    <a:pt x="268606" y="114598"/>
                  </a:cubicBezTo>
                  <a:cubicBezTo>
                    <a:pt x="267939" y="114478"/>
                    <a:pt x="263926" y="114038"/>
                    <a:pt x="266462" y="113466"/>
                  </a:cubicBezTo>
                  <a:cubicBezTo>
                    <a:pt x="266546" y="113288"/>
                    <a:pt x="266808" y="113347"/>
                    <a:pt x="266974" y="113312"/>
                  </a:cubicBezTo>
                  <a:cubicBezTo>
                    <a:pt x="267105" y="113205"/>
                    <a:pt x="267236" y="113109"/>
                    <a:pt x="267367" y="113002"/>
                  </a:cubicBezTo>
                  <a:cubicBezTo>
                    <a:pt x="267391" y="112954"/>
                    <a:pt x="267403" y="112919"/>
                    <a:pt x="267415" y="112871"/>
                  </a:cubicBezTo>
                  <a:cubicBezTo>
                    <a:pt x="258878" y="111740"/>
                    <a:pt x="264557" y="111323"/>
                    <a:pt x="268856" y="110121"/>
                  </a:cubicBezTo>
                  <a:cubicBezTo>
                    <a:pt x="268951" y="108668"/>
                    <a:pt x="269070" y="107228"/>
                    <a:pt x="269189" y="105811"/>
                  </a:cubicBezTo>
                  <a:cubicBezTo>
                    <a:pt x="269463" y="105846"/>
                    <a:pt x="269749" y="105870"/>
                    <a:pt x="270022" y="105894"/>
                  </a:cubicBezTo>
                  <a:cubicBezTo>
                    <a:pt x="269832" y="104834"/>
                    <a:pt x="269653" y="103727"/>
                    <a:pt x="269510" y="102584"/>
                  </a:cubicBezTo>
                  <a:cubicBezTo>
                    <a:pt x="270094" y="97036"/>
                    <a:pt x="270903" y="91940"/>
                    <a:pt x="271904" y="87809"/>
                  </a:cubicBezTo>
                  <a:lnTo>
                    <a:pt x="271904" y="87809"/>
                  </a:lnTo>
                  <a:cubicBezTo>
                    <a:pt x="270725" y="87928"/>
                    <a:pt x="269570" y="88047"/>
                    <a:pt x="268451" y="88154"/>
                  </a:cubicBezTo>
                  <a:cubicBezTo>
                    <a:pt x="268320" y="83427"/>
                    <a:pt x="268379" y="78510"/>
                    <a:pt x="268606" y="73664"/>
                  </a:cubicBezTo>
                  <a:cubicBezTo>
                    <a:pt x="267939" y="73557"/>
                    <a:pt x="263926" y="73104"/>
                    <a:pt x="266462" y="72545"/>
                  </a:cubicBezTo>
                  <a:cubicBezTo>
                    <a:pt x="266546" y="72366"/>
                    <a:pt x="266808" y="72426"/>
                    <a:pt x="266974" y="72390"/>
                  </a:cubicBezTo>
                  <a:cubicBezTo>
                    <a:pt x="267105" y="72283"/>
                    <a:pt x="267236" y="72176"/>
                    <a:pt x="267367" y="72069"/>
                  </a:cubicBezTo>
                  <a:cubicBezTo>
                    <a:pt x="267391" y="72033"/>
                    <a:pt x="267403" y="71985"/>
                    <a:pt x="267415" y="71949"/>
                  </a:cubicBezTo>
                  <a:cubicBezTo>
                    <a:pt x="258878" y="70818"/>
                    <a:pt x="264557" y="70402"/>
                    <a:pt x="268856" y="69199"/>
                  </a:cubicBezTo>
                  <a:cubicBezTo>
                    <a:pt x="269415" y="60770"/>
                    <a:pt x="270463" y="52840"/>
                    <a:pt x="271904" y="46875"/>
                  </a:cubicBezTo>
                  <a:lnTo>
                    <a:pt x="271904" y="46875"/>
                  </a:lnTo>
                  <a:cubicBezTo>
                    <a:pt x="270606" y="47006"/>
                    <a:pt x="269344" y="47137"/>
                    <a:pt x="268105" y="47256"/>
                  </a:cubicBezTo>
                  <a:cubicBezTo>
                    <a:pt x="267713" y="40803"/>
                    <a:pt x="267689" y="33719"/>
                    <a:pt x="268010" y="26789"/>
                  </a:cubicBezTo>
                  <a:cubicBezTo>
                    <a:pt x="267343" y="26670"/>
                    <a:pt x="263331" y="26230"/>
                    <a:pt x="265867" y="25658"/>
                  </a:cubicBezTo>
                  <a:cubicBezTo>
                    <a:pt x="265950" y="25479"/>
                    <a:pt x="266212" y="25539"/>
                    <a:pt x="266379" y="25503"/>
                  </a:cubicBezTo>
                  <a:cubicBezTo>
                    <a:pt x="266510" y="25396"/>
                    <a:pt x="266641" y="25301"/>
                    <a:pt x="266772" y="25194"/>
                  </a:cubicBezTo>
                  <a:cubicBezTo>
                    <a:pt x="266796" y="25146"/>
                    <a:pt x="266808" y="25110"/>
                    <a:pt x="266820" y="25063"/>
                  </a:cubicBezTo>
                  <a:cubicBezTo>
                    <a:pt x="258283" y="23932"/>
                    <a:pt x="263962" y="23515"/>
                    <a:pt x="268260" y="22312"/>
                  </a:cubicBezTo>
                  <a:cubicBezTo>
                    <a:pt x="268415" y="19919"/>
                    <a:pt x="268856" y="15300"/>
                    <a:pt x="268856" y="15300"/>
                  </a:cubicBezTo>
                  <a:lnTo>
                    <a:pt x="254901" y="1453"/>
                  </a:lnTo>
                  <a:cubicBezTo>
                    <a:pt x="254901" y="1453"/>
                    <a:pt x="251413" y="1679"/>
                    <a:pt x="249615" y="1774"/>
                  </a:cubicBezTo>
                  <a:cubicBezTo>
                    <a:pt x="249746" y="1167"/>
                    <a:pt x="249889" y="572"/>
                    <a:pt x="250020" y="0"/>
                  </a:cubicBezTo>
                  <a:lnTo>
                    <a:pt x="250020" y="0"/>
                  </a:lnTo>
                  <a:cubicBezTo>
                    <a:pt x="240828" y="929"/>
                    <a:pt x="233577" y="1572"/>
                    <a:pt x="225017" y="1929"/>
                  </a:cubicBezTo>
                  <a:cubicBezTo>
                    <a:pt x="224814" y="2179"/>
                    <a:pt x="224600" y="2441"/>
                    <a:pt x="224386" y="2715"/>
                  </a:cubicBezTo>
                  <a:cubicBezTo>
                    <a:pt x="223731" y="2953"/>
                    <a:pt x="223112" y="3274"/>
                    <a:pt x="222647" y="3751"/>
                  </a:cubicBezTo>
                  <a:cubicBezTo>
                    <a:pt x="222755" y="3346"/>
                    <a:pt x="222945" y="2774"/>
                    <a:pt x="223219" y="2000"/>
                  </a:cubicBezTo>
                  <a:cubicBezTo>
                    <a:pt x="223094" y="1992"/>
                    <a:pt x="222968" y="1988"/>
                    <a:pt x="222843" y="1988"/>
                  </a:cubicBezTo>
                  <a:cubicBezTo>
                    <a:pt x="221740" y="1988"/>
                    <a:pt x="220632" y="2285"/>
                    <a:pt x="219537" y="2285"/>
                  </a:cubicBezTo>
                  <a:cubicBezTo>
                    <a:pt x="219371" y="2285"/>
                    <a:pt x="219205" y="2278"/>
                    <a:pt x="219040" y="2262"/>
                  </a:cubicBezTo>
                  <a:cubicBezTo>
                    <a:pt x="218567" y="2506"/>
                    <a:pt x="218202" y="2952"/>
                    <a:pt x="217926" y="2952"/>
                  </a:cubicBezTo>
                  <a:cubicBezTo>
                    <a:pt x="217744" y="2952"/>
                    <a:pt x="217601" y="2757"/>
                    <a:pt x="217492" y="2179"/>
                  </a:cubicBezTo>
                  <a:cubicBezTo>
                    <a:pt x="216420" y="2203"/>
                    <a:pt x="215337" y="2227"/>
                    <a:pt x="214218" y="2239"/>
                  </a:cubicBezTo>
                  <a:cubicBezTo>
                    <a:pt x="210515" y="2179"/>
                    <a:pt x="207169" y="2084"/>
                    <a:pt x="204002" y="1965"/>
                  </a:cubicBezTo>
                  <a:cubicBezTo>
                    <a:pt x="203967" y="2131"/>
                    <a:pt x="203943" y="2298"/>
                    <a:pt x="203919" y="2453"/>
                  </a:cubicBezTo>
                  <a:cubicBezTo>
                    <a:pt x="203550" y="2560"/>
                    <a:pt x="203181" y="2679"/>
                    <a:pt x="202824" y="2822"/>
                  </a:cubicBezTo>
                  <a:cubicBezTo>
                    <a:pt x="202776" y="2548"/>
                    <a:pt x="202728" y="2239"/>
                    <a:pt x="202681" y="1905"/>
                  </a:cubicBezTo>
                  <a:cubicBezTo>
                    <a:pt x="194453" y="1524"/>
                    <a:pt x="187357" y="905"/>
                    <a:pt x="178440" y="0"/>
                  </a:cubicBezTo>
                  <a:lnTo>
                    <a:pt x="178440" y="0"/>
                  </a:lnTo>
                  <a:cubicBezTo>
                    <a:pt x="178582" y="572"/>
                    <a:pt x="178713" y="1167"/>
                    <a:pt x="178844" y="1774"/>
                  </a:cubicBezTo>
                  <a:cubicBezTo>
                    <a:pt x="175773" y="1607"/>
                    <a:pt x="172832" y="1417"/>
                    <a:pt x="169831" y="1179"/>
                  </a:cubicBezTo>
                  <a:cubicBezTo>
                    <a:pt x="169927" y="774"/>
                    <a:pt x="170010" y="381"/>
                    <a:pt x="170105" y="0"/>
                  </a:cubicBezTo>
                  <a:lnTo>
                    <a:pt x="170105" y="0"/>
                  </a:lnTo>
                  <a:cubicBezTo>
                    <a:pt x="167843" y="226"/>
                    <a:pt x="165700" y="441"/>
                    <a:pt x="163628" y="631"/>
                  </a:cubicBezTo>
                  <a:cubicBezTo>
                    <a:pt x="161556" y="441"/>
                    <a:pt x="159413" y="226"/>
                    <a:pt x="157163" y="0"/>
                  </a:cubicBezTo>
                  <a:lnTo>
                    <a:pt x="157163" y="0"/>
                  </a:lnTo>
                  <a:cubicBezTo>
                    <a:pt x="157246" y="381"/>
                    <a:pt x="157342" y="774"/>
                    <a:pt x="157425" y="1179"/>
                  </a:cubicBezTo>
                  <a:cubicBezTo>
                    <a:pt x="153377" y="1500"/>
                    <a:pt x="149400" y="1750"/>
                    <a:pt x="145102" y="1929"/>
                  </a:cubicBezTo>
                  <a:cubicBezTo>
                    <a:pt x="144154" y="3043"/>
                    <a:pt x="143049" y="4616"/>
                    <a:pt x="142712" y="4616"/>
                  </a:cubicBezTo>
                  <a:cubicBezTo>
                    <a:pt x="142491" y="4616"/>
                    <a:pt x="142601" y="3936"/>
                    <a:pt x="143304" y="2000"/>
                  </a:cubicBezTo>
                  <a:cubicBezTo>
                    <a:pt x="143179" y="1992"/>
                    <a:pt x="143053" y="1988"/>
                    <a:pt x="142928" y="1988"/>
                  </a:cubicBezTo>
                  <a:cubicBezTo>
                    <a:pt x="141825" y="1988"/>
                    <a:pt x="140718" y="2285"/>
                    <a:pt x="139622" y="2285"/>
                  </a:cubicBezTo>
                  <a:cubicBezTo>
                    <a:pt x="139456" y="2285"/>
                    <a:pt x="139290" y="2278"/>
                    <a:pt x="139125" y="2262"/>
                  </a:cubicBezTo>
                  <a:cubicBezTo>
                    <a:pt x="138780" y="2441"/>
                    <a:pt x="138494" y="2715"/>
                    <a:pt x="138256" y="2858"/>
                  </a:cubicBezTo>
                  <a:lnTo>
                    <a:pt x="138256" y="2250"/>
                  </a:lnTo>
                  <a:cubicBezTo>
                    <a:pt x="138030" y="2250"/>
                    <a:pt x="137803" y="2239"/>
                    <a:pt x="137589" y="2239"/>
                  </a:cubicBezTo>
                  <a:cubicBezTo>
                    <a:pt x="137577" y="2215"/>
                    <a:pt x="137577" y="2203"/>
                    <a:pt x="137565" y="2179"/>
                  </a:cubicBezTo>
                  <a:cubicBezTo>
                    <a:pt x="137041" y="2191"/>
                    <a:pt x="136494" y="2203"/>
                    <a:pt x="135946" y="2215"/>
                  </a:cubicBezTo>
                  <a:cubicBezTo>
                    <a:pt x="135410" y="2203"/>
                    <a:pt x="134863" y="2191"/>
                    <a:pt x="134327" y="2179"/>
                  </a:cubicBezTo>
                  <a:cubicBezTo>
                    <a:pt x="134327" y="2203"/>
                    <a:pt x="134327" y="2215"/>
                    <a:pt x="134315" y="2239"/>
                  </a:cubicBezTo>
                  <a:cubicBezTo>
                    <a:pt x="134089" y="2239"/>
                    <a:pt x="133874" y="2250"/>
                    <a:pt x="133648" y="2250"/>
                  </a:cubicBezTo>
                  <a:lnTo>
                    <a:pt x="133648" y="2858"/>
                  </a:lnTo>
                  <a:cubicBezTo>
                    <a:pt x="133410" y="2715"/>
                    <a:pt x="133124" y="2441"/>
                    <a:pt x="132779" y="2262"/>
                  </a:cubicBezTo>
                  <a:cubicBezTo>
                    <a:pt x="132604" y="2280"/>
                    <a:pt x="132429" y="2288"/>
                    <a:pt x="132254" y="2288"/>
                  </a:cubicBezTo>
                  <a:cubicBezTo>
                    <a:pt x="131165" y="2288"/>
                    <a:pt x="130064" y="1988"/>
                    <a:pt x="128968" y="1988"/>
                  </a:cubicBezTo>
                  <a:cubicBezTo>
                    <a:pt x="128845" y="1988"/>
                    <a:pt x="128723" y="1992"/>
                    <a:pt x="128600" y="2000"/>
                  </a:cubicBezTo>
                  <a:cubicBezTo>
                    <a:pt x="129303" y="3936"/>
                    <a:pt x="129413" y="4616"/>
                    <a:pt x="129192" y="4616"/>
                  </a:cubicBezTo>
                  <a:cubicBezTo>
                    <a:pt x="128855" y="4616"/>
                    <a:pt x="127750" y="3043"/>
                    <a:pt x="126802" y="1929"/>
                  </a:cubicBezTo>
                  <a:cubicBezTo>
                    <a:pt x="122492" y="1750"/>
                    <a:pt x="118527" y="1500"/>
                    <a:pt x="114467" y="1179"/>
                  </a:cubicBezTo>
                  <a:cubicBezTo>
                    <a:pt x="114562" y="774"/>
                    <a:pt x="114646" y="381"/>
                    <a:pt x="114741" y="0"/>
                  </a:cubicBezTo>
                  <a:lnTo>
                    <a:pt x="114741" y="0"/>
                  </a:lnTo>
                  <a:cubicBezTo>
                    <a:pt x="112491" y="226"/>
                    <a:pt x="110348" y="441"/>
                    <a:pt x="108276" y="631"/>
                  </a:cubicBezTo>
                  <a:cubicBezTo>
                    <a:pt x="106192" y="441"/>
                    <a:pt x="104061" y="226"/>
                    <a:pt x="101799" y="0"/>
                  </a:cubicBezTo>
                  <a:lnTo>
                    <a:pt x="101799" y="0"/>
                  </a:lnTo>
                  <a:cubicBezTo>
                    <a:pt x="101894" y="381"/>
                    <a:pt x="101978" y="774"/>
                    <a:pt x="102073" y="1179"/>
                  </a:cubicBezTo>
                  <a:cubicBezTo>
                    <a:pt x="99072" y="1417"/>
                    <a:pt x="96132" y="1607"/>
                    <a:pt x="93060" y="1774"/>
                  </a:cubicBezTo>
                  <a:cubicBezTo>
                    <a:pt x="93191" y="1167"/>
                    <a:pt x="93322" y="572"/>
                    <a:pt x="93465" y="0"/>
                  </a:cubicBezTo>
                  <a:lnTo>
                    <a:pt x="93465" y="0"/>
                  </a:lnTo>
                  <a:cubicBezTo>
                    <a:pt x="84535" y="905"/>
                    <a:pt x="77439" y="1524"/>
                    <a:pt x="69212" y="1905"/>
                  </a:cubicBezTo>
                  <a:cubicBezTo>
                    <a:pt x="69164" y="2239"/>
                    <a:pt x="69116" y="2548"/>
                    <a:pt x="69081" y="2822"/>
                  </a:cubicBezTo>
                  <a:cubicBezTo>
                    <a:pt x="68723" y="2667"/>
                    <a:pt x="68342" y="2548"/>
                    <a:pt x="67973" y="2453"/>
                  </a:cubicBezTo>
                  <a:cubicBezTo>
                    <a:pt x="67950" y="2298"/>
                    <a:pt x="67926" y="2131"/>
                    <a:pt x="67902" y="1953"/>
                  </a:cubicBezTo>
                  <a:cubicBezTo>
                    <a:pt x="64735" y="2084"/>
                    <a:pt x="61377" y="2179"/>
                    <a:pt x="57686" y="2239"/>
                  </a:cubicBezTo>
                  <a:cubicBezTo>
                    <a:pt x="56567" y="2227"/>
                    <a:pt x="55472" y="2203"/>
                    <a:pt x="54412" y="2179"/>
                  </a:cubicBezTo>
                  <a:cubicBezTo>
                    <a:pt x="54303" y="2757"/>
                    <a:pt x="54160" y="2952"/>
                    <a:pt x="53977" y="2952"/>
                  </a:cubicBezTo>
                  <a:cubicBezTo>
                    <a:pt x="53701" y="2952"/>
                    <a:pt x="53333" y="2506"/>
                    <a:pt x="52852" y="2262"/>
                  </a:cubicBezTo>
                  <a:cubicBezTo>
                    <a:pt x="52687" y="2278"/>
                    <a:pt x="52522" y="2285"/>
                    <a:pt x="52356" y="2285"/>
                  </a:cubicBezTo>
                  <a:cubicBezTo>
                    <a:pt x="51262" y="2285"/>
                    <a:pt x="50161" y="1988"/>
                    <a:pt x="49052" y="1988"/>
                  </a:cubicBezTo>
                  <a:cubicBezTo>
                    <a:pt x="48926" y="1988"/>
                    <a:pt x="48800" y="1992"/>
                    <a:pt x="48673" y="2000"/>
                  </a:cubicBezTo>
                  <a:cubicBezTo>
                    <a:pt x="48959" y="2774"/>
                    <a:pt x="49138" y="3346"/>
                    <a:pt x="49257" y="3751"/>
                  </a:cubicBezTo>
                  <a:cubicBezTo>
                    <a:pt x="48792" y="3274"/>
                    <a:pt x="48173" y="2953"/>
                    <a:pt x="47518" y="2703"/>
                  </a:cubicBezTo>
                  <a:cubicBezTo>
                    <a:pt x="47304" y="2441"/>
                    <a:pt x="47090" y="2179"/>
                    <a:pt x="46875" y="1929"/>
                  </a:cubicBezTo>
                  <a:cubicBezTo>
                    <a:pt x="38315" y="1572"/>
                    <a:pt x="31064" y="929"/>
                    <a:pt x="21872" y="0"/>
                  </a:cubicBezTo>
                  <a:lnTo>
                    <a:pt x="21872" y="0"/>
                  </a:lnTo>
                  <a:cubicBezTo>
                    <a:pt x="22015" y="572"/>
                    <a:pt x="22146" y="1167"/>
                    <a:pt x="22277" y="1774"/>
                  </a:cubicBezTo>
                  <a:cubicBezTo>
                    <a:pt x="15098" y="1393"/>
                    <a:pt x="8573" y="810"/>
                    <a:pt x="5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4"/>
            <p:cNvSpPr/>
            <p:nvPr/>
          </p:nvSpPr>
          <p:spPr>
            <a:xfrm>
              <a:off x="283950" y="193150"/>
              <a:ext cx="8615526" cy="4752359"/>
            </a:xfrm>
            <a:custGeom>
              <a:rect b="b" l="l" r="r" t="t"/>
              <a:pathLst>
                <a:path extrusionOk="0" h="146757" w="269046">
                  <a:moveTo>
                    <a:pt x="21241" y="131"/>
                  </a:moveTo>
                  <a:cubicBezTo>
                    <a:pt x="20884" y="346"/>
                    <a:pt x="20527" y="572"/>
                    <a:pt x="20170" y="798"/>
                  </a:cubicBezTo>
                  <a:cubicBezTo>
                    <a:pt x="20217" y="953"/>
                    <a:pt x="20253" y="1120"/>
                    <a:pt x="20289" y="1286"/>
                  </a:cubicBezTo>
                  <a:cubicBezTo>
                    <a:pt x="20860" y="929"/>
                    <a:pt x="21432" y="560"/>
                    <a:pt x="22015" y="203"/>
                  </a:cubicBezTo>
                  <a:cubicBezTo>
                    <a:pt x="21753" y="179"/>
                    <a:pt x="21503" y="155"/>
                    <a:pt x="21241" y="131"/>
                  </a:cubicBezTo>
                  <a:close/>
                  <a:moveTo>
                    <a:pt x="18777" y="1691"/>
                  </a:moveTo>
                  <a:cubicBezTo>
                    <a:pt x="18515" y="1858"/>
                    <a:pt x="18265" y="2012"/>
                    <a:pt x="18015" y="2179"/>
                  </a:cubicBezTo>
                  <a:cubicBezTo>
                    <a:pt x="11788" y="6263"/>
                    <a:pt x="6156" y="10644"/>
                    <a:pt x="1155" y="15252"/>
                  </a:cubicBezTo>
                  <a:cubicBezTo>
                    <a:pt x="1179" y="15455"/>
                    <a:pt x="1203" y="15657"/>
                    <a:pt x="1215" y="15848"/>
                  </a:cubicBezTo>
                  <a:cubicBezTo>
                    <a:pt x="6263" y="11156"/>
                    <a:pt x="11966" y="6727"/>
                    <a:pt x="18277" y="2584"/>
                  </a:cubicBezTo>
                  <a:cubicBezTo>
                    <a:pt x="18705" y="2298"/>
                    <a:pt x="19146" y="2012"/>
                    <a:pt x="19574" y="1739"/>
                  </a:cubicBezTo>
                  <a:cubicBezTo>
                    <a:pt x="19312" y="1727"/>
                    <a:pt x="19039" y="1703"/>
                    <a:pt x="18777" y="1691"/>
                  </a:cubicBezTo>
                  <a:close/>
                  <a:moveTo>
                    <a:pt x="257199" y="5608"/>
                  </a:moveTo>
                  <a:cubicBezTo>
                    <a:pt x="259819" y="11180"/>
                    <a:pt x="262128" y="16943"/>
                    <a:pt x="264105" y="22884"/>
                  </a:cubicBezTo>
                  <a:cubicBezTo>
                    <a:pt x="264307" y="22836"/>
                    <a:pt x="264522" y="22789"/>
                    <a:pt x="264736" y="22741"/>
                  </a:cubicBezTo>
                  <a:cubicBezTo>
                    <a:pt x="262950" y="17360"/>
                    <a:pt x="260890" y="12085"/>
                    <a:pt x="258557" y="6942"/>
                  </a:cubicBezTo>
                  <a:lnTo>
                    <a:pt x="257199" y="5608"/>
                  </a:lnTo>
                  <a:close/>
                  <a:moveTo>
                    <a:pt x="234685" y="1239"/>
                  </a:moveTo>
                  <a:cubicBezTo>
                    <a:pt x="234423" y="1262"/>
                    <a:pt x="234149" y="1286"/>
                    <a:pt x="233887" y="1298"/>
                  </a:cubicBezTo>
                  <a:cubicBezTo>
                    <a:pt x="234554" y="1727"/>
                    <a:pt x="235220" y="2143"/>
                    <a:pt x="235875" y="2584"/>
                  </a:cubicBezTo>
                  <a:cubicBezTo>
                    <a:pt x="245662" y="9001"/>
                    <a:pt x="253961" y="16145"/>
                    <a:pt x="260676" y="23813"/>
                  </a:cubicBezTo>
                  <a:cubicBezTo>
                    <a:pt x="260783" y="23741"/>
                    <a:pt x="260938" y="23682"/>
                    <a:pt x="261140" y="23610"/>
                  </a:cubicBezTo>
                  <a:cubicBezTo>
                    <a:pt x="254377" y="15871"/>
                    <a:pt x="246007" y="8656"/>
                    <a:pt x="236137" y="2179"/>
                  </a:cubicBezTo>
                  <a:cubicBezTo>
                    <a:pt x="235649" y="1870"/>
                    <a:pt x="235173" y="1548"/>
                    <a:pt x="234685" y="1239"/>
                  </a:cubicBezTo>
                  <a:close/>
                  <a:moveTo>
                    <a:pt x="264807" y="25051"/>
                  </a:moveTo>
                  <a:lnTo>
                    <a:pt x="264867" y="25218"/>
                  </a:lnTo>
                  <a:cubicBezTo>
                    <a:pt x="264879" y="25218"/>
                    <a:pt x="264879" y="25206"/>
                    <a:pt x="264891" y="25194"/>
                  </a:cubicBezTo>
                  <a:cubicBezTo>
                    <a:pt x="264914" y="25158"/>
                    <a:pt x="264926" y="25111"/>
                    <a:pt x="264938" y="25075"/>
                  </a:cubicBezTo>
                  <a:cubicBezTo>
                    <a:pt x="264891" y="25063"/>
                    <a:pt x="264855" y="25063"/>
                    <a:pt x="264807" y="25051"/>
                  </a:cubicBezTo>
                  <a:close/>
                  <a:moveTo>
                    <a:pt x="265319" y="26670"/>
                  </a:moveTo>
                  <a:lnTo>
                    <a:pt x="265319" y="26670"/>
                  </a:lnTo>
                  <a:cubicBezTo>
                    <a:pt x="265557" y="27480"/>
                    <a:pt x="265807" y="28290"/>
                    <a:pt x="266034" y="29099"/>
                  </a:cubicBezTo>
                  <a:cubicBezTo>
                    <a:pt x="266057" y="28444"/>
                    <a:pt x="266081" y="27789"/>
                    <a:pt x="266117" y="27135"/>
                  </a:cubicBezTo>
                  <a:cubicBezTo>
                    <a:pt x="266081" y="27016"/>
                    <a:pt x="266046" y="26896"/>
                    <a:pt x="266010" y="26777"/>
                  </a:cubicBezTo>
                  <a:cubicBezTo>
                    <a:pt x="265843" y="26754"/>
                    <a:pt x="265593" y="26718"/>
                    <a:pt x="265319" y="26670"/>
                  </a:cubicBezTo>
                  <a:close/>
                  <a:moveTo>
                    <a:pt x="261188" y="24408"/>
                  </a:moveTo>
                  <a:lnTo>
                    <a:pt x="261188" y="24408"/>
                  </a:lnTo>
                  <a:cubicBezTo>
                    <a:pt x="262902" y="26396"/>
                    <a:pt x="264498" y="28409"/>
                    <a:pt x="265998" y="30456"/>
                  </a:cubicBezTo>
                  <a:cubicBezTo>
                    <a:pt x="265998" y="30195"/>
                    <a:pt x="266010" y="29944"/>
                    <a:pt x="266022" y="29683"/>
                  </a:cubicBezTo>
                  <a:cubicBezTo>
                    <a:pt x="265153" y="28516"/>
                    <a:pt x="264260" y="27361"/>
                    <a:pt x="263331" y="26218"/>
                  </a:cubicBezTo>
                  <a:cubicBezTo>
                    <a:pt x="263200" y="26158"/>
                    <a:pt x="263140" y="26087"/>
                    <a:pt x="263164" y="26015"/>
                  </a:cubicBezTo>
                  <a:cubicBezTo>
                    <a:pt x="262771" y="25539"/>
                    <a:pt x="262378" y="25075"/>
                    <a:pt x="261986" y="24599"/>
                  </a:cubicBezTo>
                  <a:cubicBezTo>
                    <a:pt x="261664" y="24539"/>
                    <a:pt x="261402" y="24468"/>
                    <a:pt x="261188" y="24408"/>
                  </a:cubicBezTo>
                  <a:close/>
                  <a:moveTo>
                    <a:pt x="127076" y="17431"/>
                  </a:moveTo>
                  <a:cubicBezTo>
                    <a:pt x="133339" y="17431"/>
                    <a:pt x="139506" y="17574"/>
                    <a:pt x="145578" y="17848"/>
                  </a:cubicBezTo>
                  <a:cubicBezTo>
                    <a:pt x="146150" y="29278"/>
                    <a:pt x="146554" y="41363"/>
                    <a:pt x="146769" y="53924"/>
                  </a:cubicBezTo>
                  <a:cubicBezTo>
                    <a:pt x="140292" y="53816"/>
                    <a:pt x="133720" y="53769"/>
                    <a:pt x="127076" y="53769"/>
                  </a:cubicBezTo>
                  <a:cubicBezTo>
                    <a:pt x="120432" y="53769"/>
                    <a:pt x="113860" y="53816"/>
                    <a:pt x="107371" y="53924"/>
                  </a:cubicBezTo>
                  <a:cubicBezTo>
                    <a:pt x="107585" y="41363"/>
                    <a:pt x="107990" y="29278"/>
                    <a:pt x="108562" y="17848"/>
                  </a:cubicBezTo>
                  <a:cubicBezTo>
                    <a:pt x="114634" y="17574"/>
                    <a:pt x="120813" y="17431"/>
                    <a:pt x="127076" y="17431"/>
                  </a:cubicBezTo>
                  <a:close/>
                  <a:moveTo>
                    <a:pt x="108359" y="17848"/>
                  </a:moveTo>
                  <a:cubicBezTo>
                    <a:pt x="107776" y="29385"/>
                    <a:pt x="107371" y="41482"/>
                    <a:pt x="107169" y="53924"/>
                  </a:cubicBezTo>
                  <a:cubicBezTo>
                    <a:pt x="94727" y="54138"/>
                    <a:pt x="82630" y="54531"/>
                    <a:pt x="71093" y="55114"/>
                  </a:cubicBezTo>
                  <a:cubicBezTo>
                    <a:pt x="71617" y="43244"/>
                    <a:pt x="72640" y="31766"/>
                    <a:pt x="74117" y="20872"/>
                  </a:cubicBezTo>
                  <a:cubicBezTo>
                    <a:pt x="85011" y="19407"/>
                    <a:pt x="96477" y="18384"/>
                    <a:pt x="108359" y="17848"/>
                  </a:cubicBezTo>
                  <a:close/>
                  <a:moveTo>
                    <a:pt x="145792" y="17860"/>
                  </a:moveTo>
                  <a:lnTo>
                    <a:pt x="145792" y="17860"/>
                  </a:lnTo>
                  <a:cubicBezTo>
                    <a:pt x="157675" y="18384"/>
                    <a:pt x="169141" y="19407"/>
                    <a:pt x="180035" y="20884"/>
                  </a:cubicBezTo>
                  <a:cubicBezTo>
                    <a:pt x="181499" y="31766"/>
                    <a:pt x="182523" y="43244"/>
                    <a:pt x="183059" y="55114"/>
                  </a:cubicBezTo>
                  <a:cubicBezTo>
                    <a:pt x="171522" y="54531"/>
                    <a:pt x="159425" y="54138"/>
                    <a:pt x="146983" y="53924"/>
                  </a:cubicBezTo>
                  <a:cubicBezTo>
                    <a:pt x="146781" y="41482"/>
                    <a:pt x="146376" y="29385"/>
                    <a:pt x="145792" y="17860"/>
                  </a:cubicBezTo>
                  <a:close/>
                  <a:moveTo>
                    <a:pt x="73724" y="20931"/>
                  </a:moveTo>
                  <a:lnTo>
                    <a:pt x="73724" y="20931"/>
                  </a:lnTo>
                  <a:cubicBezTo>
                    <a:pt x="72259" y="31909"/>
                    <a:pt x="71247" y="43375"/>
                    <a:pt x="70724" y="55138"/>
                  </a:cubicBezTo>
                  <a:cubicBezTo>
                    <a:pt x="54805" y="55948"/>
                    <a:pt x="39958" y="57103"/>
                    <a:pt x="26742" y="58579"/>
                  </a:cubicBezTo>
                  <a:cubicBezTo>
                    <a:pt x="27373" y="48816"/>
                    <a:pt x="28599" y="39255"/>
                    <a:pt x="30397" y="29992"/>
                  </a:cubicBezTo>
                  <a:cubicBezTo>
                    <a:pt x="43292" y="26158"/>
                    <a:pt x="57901" y="23086"/>
                    <a:pt x="73724" y="20931"/>
                  </a:cubicBezTo>
                  <a:close/>
                  <a:moveTo>
                    <a:pt x="180416" y="20931"/>
                  </a:moveTo>
                  <a:lnTo>
                    <a:pt x="180416" y="20931"/>
                  </a:lnTo>
                  <a:cubicBezTo>
                    <a:pt x="196251" y="23086"/>
                    <a:pt x="210860" y="26170"/>
                    <a:pt x="223755" y="29992"/>
                  </a:cubicBezTo>
                  <a:cubicBezTo>
                    <a:pt x="225552" y="39255"/>
                    <a:pt x="226779" y="48816"/>
                    <a:pt x="227410" y="58579"/>
                  </a:cubicBezTo>
                  <a:cubicBezTo>
                    <a:pt x="214194" y="57103"/>
                    <a:pt x="199335" y="55948"/>
                    <a:pt x="183416" y="55138"/>
                  </a:cubicBezTo>
                  <a:cubicBezTo>
                    <a:pt x="182904" y="43375"/>
                    <a:pt x="181892" y="31909"/>
                    <a:pt x="180416" y="20931"/>
                  </a:cubicBezTo>
                  <a:close/>
                  <a:moveTo>
                    <a:pt x="70724" y="55352"/>
                  </a:moveTo>
                  <a:cubicBezTo>
                    <a:pt x="70450" y="61436"/>
                    <a:pt x="70319" y="67616"/>
                    <a:pt x="70319" y="73843"/>
                  </a:cubicBezTo>
                  <a:cubicBezTo>
                    <a:pt x="70319" y="80070"/>
                    <a:pt x="70450" y="86237"/>
                    <a:pt x="70724" y="92321"/>
                  </a:cubicBezTo>
                  <a:cubicBezTo>
                    <a:pt x="54543" y="91500"/>
                    <a:pt x="39696" y="90333"/>
                    <a:pt x="26730" y="88892"/>
                  </a:cubicBezTo>
                  <a:cubicBezTo>
                    <a:pt x="26420" y="83915"/>
                    <a:pt x="26254" y="78891"/>
                    <a:pt x="26254" y="73843"/>
                  </a:cubicBezTo>
                  <a:cubicBezTo>
                    <a:pt x="26254" y="68783"/>
                    <a:pt x="26420" y="63758"/>
                    <a:pt x="26730" y="58781"/>
                  </a:cubicBezTo>
                  <a:cubicBezTo>
                    <a:pt x="39696" y="57341"/>
                    <a:pt x="54543" y="56174"/>
                    <a:pt x="70724" y="55352"/>
                  </a:cubicBezTo>
                  <a:close/>
                  <a:moveTo>
                    <a:pt x="183428" y="55352"/>
                  </a:moveTo>
                  <a:cubicBezTo>
                    <a:pt x="199609" y="56174"/>
                    <a:pt x="214444" y="57341"/>
                    <a:pt x="227410" y="58781"/>
                  </a:cubicBezTo>
                  <a:cubicBezTo>
                    <a:pt x="227731" y="63758"/>
                    <a:pt x="227886" y="68783"/>
                    <a:pt x="227886" y="73843"/>
                  </a:cubicBezTo>
                  <a:cubicBezTo>
                    <a:pt x="227886" y="78903"/>
                    <a:pt x="227731" y="83915"/>
                    <a:pt x="227410" y="88892"/>
                  </a:cubicBezTo>
                  <a:cubicBezTo>
                    <a:pt x="214444" y="90333"/>
                    <a:pt x="199609" y="91500"/>
                    <a:pt x="183428" y="92321"/>
                  </a:cubicBezTo>
                  <a:cubicBezTo>
                    <a:pt x="183690" y="86237"/>
                    <a:pt x="183833" y="80070"/>
                    <a:pt x="183833" y="73843"/>
                  </a:cubicBezTo>
                  <a:cubicBezTo>
                    <a:pt x="183833" y="67616"/>
                    <a:pt x="183690" y="61436"/>
                    <a:pt x="183428" y="55352"/>
                  </a:cubicBezTo>
                  <a:close/>
                  <a:moveTo>
                    <a:pt x="107157" y="54138"/>
                  </a:moveTo>
                  <a:cubicBezTo>
                    <a:pt x="107050" y="60627"/>
                    <a:pt x="107002" y="67199"/>
                    <a:pt x="107002" y="73843"/>
                  </a:cubicBezTo>
                  <a:cubicBezTo>
                    <a:pt x="107002" y="80475"/>
                    <a:pt x="107050" y="87047"/>
                    <a:pt x="107157" y="93536"/>
                  </a:cubicBezTo>
                  <a:cubicBezTo>
                    <a:pt x="94596" y="93321"/>
                    <a:pt x="82511" y="92917"/>
                    <a:pt x="71081" y="92345"/>
                  </a:cubicBezTo>
                  <a:cubicBezTo>
                    <a:pt x="70807" y="86273"/>
                    <a:pt x="70676" y="80105"/>
                    <a:pt x="70676" y="73843"/>
                  </a:cubicBezTo>
                  <a:cubicBezTo>
                    <a:pt x="70676" y="67580"/>
                    <a:pt x="70807" y="61401"/>
                    <a:pt x="71081" y="55329"/>
                  </a:cubicBezTo>
                  <a:cubicBezTo>
                    <a:pt x="82511" y="54757"/>
                    <a:pt x="94596" y="54352"/>
                    <a:pt x="107157" y="54138"/>
                  </a:cubicBezTo>
                  <a:close/>
                  <a:moveTo>
                    <a:pt x="146983" y="54138"/>
                  </a:moveTo>
                  <a:cubicBezTo>
                    <a:pt x="159544" y="54352"/>
                    <a:pt x="171641" y="54757"/>
                    <a:pt x="183071" y="55329"/>
                  </a:cubicBezTo>
                  <a:cubicBezTo>
                    <a:pt x="183333" y="61401"/>
                    <a:pt x="183476" y="67568"/>
                    <a:pt x="183476" y="73831"/>
                  </a:cubicBezTo>
                  <a:cubicBezTo>
                    <a:pt x="183476" y="80094"/>
                    <a:pt x="183333" y="86273"/>
                    <a:pt x="183071" y="92345"/>
                  </a:cubicBezTo>
                  <a:cubicBezTo>
                    <a:pt x="171641" y="92917"/>
                    <a:pt x="159544" y="93321"/>
                    <a:pt x="146983" y="93536"/>
                  </a:cubicBezTo>
                  <a:cubicBezTo>
                    <a:pt x="147090" y="87047"/>
                    <a:pt x="147150" y="80475"/>
                    <a:pt x="147150" y="73843"/>
                  </a:cubicBezTo>
                  <a:cubicBezTo>
                    <a:pt x="147150" y="67199"/>
                    <a:pt x="147090" y="60627"/>
                    <a:pt x="146983" y="54138"/>
                  </a:cubicBezTo>
                  <a:close/>
                  <a:moveTo>
                    <a:pt x="127076" y="53971"/>
                  </a:moveTo>
                  <a:cubicBezTo>
                    <a:pt x="133743" y="53971"/>
                    <a:pt x="140327" y="54031"/>
                    <a:pt x="146781" y="54138"/>
                  </a:cubicBezTo>
                  <a:cubicBezTo>
                    <a:pt x="146876" y="60591"/>
                    <a:pt x="146935" y="67163"/>
                    <a:pt x="146935" y="73843"/>
                  </a:cubicBezTo>
                  <a:cubicBezTo>
                    <a:pt x="146935" y="80510"/>
                    <a:pt x="146888" y="87082"/>
                    <a:pt x="146781" y="93536"/>
                  </a:cubicBezTo>
                  <a:cubicBezTo>
                    <a:pt x="140327" y="93643"/>
                    <a:pt x="133743" y="93702"/>
                    <a:pt x="127076" y="93702"/>
                  </a:cubicBezTo>
                  <a:cubicBezTo>
                    <a:pt x="120396" y="93702"/>
                    <a:pt x="113824" y="93643"/>
                    <a:pt x="107371" y="93536"/>
                  </a:cubicBezTo>
                  <a:cubicBezTo>
                    <a:pt x="107264" y="87082"/>
                    <a:pt x="107204" y="80510"/>
                    <a:pt x="107204" y="73843"/>
                  </a:cubicBezTo>
                  <a:cubicBezTo>
                    <a:pt x="107204" y="67163"/>
                    <a:pt x="107264" y="60591"/>
                    <a:pt x="107371" y="54138"/>
                  </a:cubicBezTo>
                  <a:cubicBezTo>
                    <a:pt x="113824" y="54031"/>
                    <a:pt x="120396" y="53971"/>
                    <a:pt x="127076" y="53971"/>
                  </a:cubicBezTo>
                  <a:close/>
                  <a:moveTo>
                    <a:pt x="48" y="105632"/>
                  </a:moveTo>
                  <a:cubicBezTo>
                    <a:pt x="36" y="105716"/>
                    <a:pt x="12" y="105811"/>
                    <a:pt x="0" y="105894"/>
                  </a:cubicBezTo>
                  <a:cubicBezTo>
                    <a:pt x="155" y="105882"/>
                    <a:pt x="310" y="105870"/>
                    <a:pt x="477" y="105859"/>
                  </a:cubicBezTo>
                  <a:cubicBezTo>
                    <a:pt x="334" y="105775"/>
                    <a:pt x="191" y="105704"/>
                    <a:pt x="48" y="105632"/>
                  </a:cubicBezTo>
                  <a:close/>
                  <a:moveTo>
                    <a:pt x="26742" y="89095"/>
                  </a:moveTo>
                  <a:cubicBezTo>
                    <a:pt x="39958" y="90571"/>
                    <a:pt x="54805" y="91726"/>
                    <a:pt x="70724" y="92536"/>
                  </a:cubicBezTo>
                  <a:cubicBezTo>
                    <a:pt x="71247" y="104299"/>
                    <a:pt x="72259" y="115765"/>
                    <a:pt x="73724" y="126742"/>
                  </a:cubicBezTo>
                  <a:cubicBezTo>
                    <a:pt x="57901" y="124587"/>
                    <a:pt x="43292" y="121515"/>
                    <a:pt x="30397" y="117681"/>
                  </a:cubicBezTo>
                  <a:cubicBezTo>
                    <a:pt x="28599" y="108418"/>
                    <a:pt x="27373" y="98858"/>
                    <a:pt x="26742" y="89095"/>
                  </a:cubicBezTo>
                  <a:close/>
                  <a:moveTo>
                    <a:pt x="227410" y="89095"/>
                  </a:moveTo>
                  <a:cubicBezTo>
                    <a:pt x="226779" y="98858"/>
                    <a:pt x="225552" y="108418"/>
                    <a:pt x="223755" y="117681"/>
                  </a:cubicBezTo>
                  <a:cubicBezTo>
                    <a:pt x="210860" y="121515"/>
                    <a:pt x="196251" y="124587"/>
                    <a:pt x="180416" y="126742"/>
                  </a:cubicBezTo>
                  <a:cubicBezTo>
                    <a:pt x="181892" y="115765"/>
                    <a:pt x="182904" y="104299"/>
                    <a:pt x="183416" y="92536"/>
                  </a:cubicBezTo>
                  <a:cubicBezTo>
                    <a:pt x="199347" y="91726"/>
                    <a:pt x="214194" y="90571"/>
                    <a:pt x="227410" y="89095"/>
                  </a:cubicBezTo>
                  <a:close/>
                  <a:moveTo>
                    <a:pt x="71093" y="92559"/>
                  </a:moveTo>
                  <a:lnTo>
                    <a:pt x="71093" y="92559"/>
                  </a:lnTo>
                  <a:cubicBezTo>
                    <a:pt x="82630" y="93143"/>
                    <a:pt x="94715" y="93536"/>
                    <a:pt x="107169" y="93750"/>
                  </a:cubicBezTo>
                  <a:cubicBezTo>
                    <a:pt x="107371" y="106192"/>
                    <a:pt x="107776" y="118289"/>
                    <a:pt x="108347" y="129826"/>
                  </a:cubicBezTo>
                  <a:cubicBezTo>
                    <a:pt x="96477" y="129290"/>
                    <a:pt x="85011" y="128266"/>
                    <a:pt x="74117" y="126790"/>
                  </a:cubicBezTo>
                  <a:cubicBezTo>
                    <a:pt x="72640" y="115907"/>
                    <a:pt x="71617" y="104442"/>
                    <a:pt x="71093" y="92559"/>
                  </a:cubicBezTo>
                  <a:close/>
                  <a:moveTo>
                    <a:pt x="183059" y="92559"/>
                  </a:moveTo>
                  <a:lnTo>
                    <a:pt x="183059" y="92559"/>
                  </a:lnTo>
                  <a:cubicBezTo>
                    <a:pt x="182523" y="104442"/>
                    <a:pt x="181499" y="115907"/>
                    <a:pt x="180035" y="126802"/>
                  </a:cubicBezTo>
                  <a:cubicBezTo>
                    <a:pt x="169141" y="128266"/>
                    <a:pt x="157675" y="129290"/>
                    <a:pt x="145792" y="129826"/>
                  </a:cubicBezTo>
                  <a:cubicBezTo>
                    <a:pt x="146376" y="118289"/>
                    <a:pt x="146769" y="106192"/>
                    <a:pt x="146983" y="93750"/>
                  </a:cubicBezTo>
                  <a:cubicBezTo>
                    <a:pt x="159425" y="93536"/>
                    <a:pt x="171522" y="93143"/>
                    <a:pt x="183059" y="92559"/>
                  </a:cubicBezTo>
                  <a:close/>
                  <a:moveTo>
                    <a:pt x="107371" y="93750"/>
                  </a:moveTo>
                  <a:cubicBezTo>
                    <a:pt x="113860" y="93857"/>
                    <a:pt x="120432" y="93917"/>
                    <a:pt x="127076" y="93917"/>
                  </a:cubicBezTo>
                  <a:cubicBezTo>
                    <a:pt x="133708" y="93917"/>
                    <a:pt x="140292" y="93857"/>
                    <a:pt x="146769" y="93750"/>
                  </a:cubicBezTo>
                  <a:lnTo>
                    <a:pt x="146769" y="93750"/>
                  </a:lnTo>
                  <a:cubicBezTo>
                    <a:pt x="146566" y="106311"/>
                    <a:pt x="146150" y="118396"/>
                    <a:pt x="145578" y="129826"/>
                  </a:cubicBezTo>
                  <a:cubicBezTo>
                    <a:pt x="139506" y="130100"/>
                    <a:pt x="133339" y="130243"/>
                    <a:pt x="127076" y="130243"/>
                  </a:cubicBezTo>
                  <a:cubicBezTo>
                    <a:pt x="120813" y="130243"/>
                    <a:pt x="114634" y="130100"/>
                    <a:pt x="108574" y="129826"/>
                  </a:cubicBezTo>
                  <a:cubicBezTo>
                    <a:pt x="107990" y="118396"/>
                    <a:pt x="107585" y="106311"/>
                    <a:pt x="107371" y="93750"/>
                  </a:cubicBezTo>
                  <a:close/>
                  <a:moveTo>
                    <a:pt x="266653" y="116300"/>
                  </a:moveTo>
                  <a:lnTo>
                    <a:pt x="266653" y="116300"/>
                  </a:lnTo>
                  <a:cubicBezTo>
                    <a:pt x="259152" y="126861"/>
                    <a:pt x="248817" y="136600"/>
                    <a:pt x="235875" y="145101"/>
                  </a:cubicBezTo>
                  <a:cubicBezTo>
                    <a:pt x="235411" y="145399"/>
                    <a:pt x="234946" y="145697"/>
                    <a:pt x="234482" y="145994"/>
                  </a:cubicBezTo>
                  <a:cubicBezTo>
                    <a:pt x="234756" y="146006"/>
                    <a:pt x="235030" y="146018"/>
                    <a:pt x="235304" y="146030"/>
                  </a:cubicBezTo>
                  <a:cubicBezTo>
                    <a:pt x="235577" y="145852"/>
                    <a:pt x="235851" y="145673"/>
                    <a:pt x="236137" y="145494"/>
                  </a:cubicBezTo>
                  <a:cubicBezTo>
                    <a:pt x="248710" y="137243"/>
                    <a:pt x="258854" y="127814"/>
                    <a:pt x="266319" y="117586"/>
                  </a:cubicBezTo>
                  <a:lnTo>
                    <a:pt x="266319" y="117586"/>
                  </a:lnTo>
                  <a:cubicBezTo>
                    <a:pt x="263533" y="127504"/>
                    <a:pt x="259831" y="137005"/>
                    <a:pt x="255306" y="145971"/>
                  </a:cubicBezTo>
                  <a:cubicBezTo>
                    <a:pt x="255544" y="145983"/>
                    <a:pt x="255794" y="145994"/>
                    <a:pt x="256032" y="146006"/>
                  </a:cubicBezTo>
                  <a:cubicBezTo>
                    <a:pt x="260354" y="137374"/>
                    <a:pt x="263879" y="128338"/>
                    <a:pt x="266569" y="118991"/>
                  </a:cubicBezTo>
                  <a:cubicBezTo>
                    <a:pt x="266593" y="118098"/>
                    <a:pt x="266617" y="117193"/>
                    <a:pt x="266653" y="116300"/>
                  </a:cubicBezTo>
                  <a:close/>
                  <a:moveTo>
                    <a:pt x="1798" y="132362"/>
                  </a:moveTo>
                  <a:cubicBezTo>
                    <a:pt x="1774" y="132540"/>
                    <a:pt x="1739" y="132731"/>
                    <a:pt x="1715" y="132933"/>
                  </a:cubicBezTo>
                  <a:cubicBezTo>
                    <a:pt x="6573" y="137362"/>
                    <a:pt x="12014" y="141553"/>
                    <a:pt x="18015" y="145494"/>
                  </a:cubicBezTo>
                  <a:cubicBezTo>
                    <a:pt x="18229" y="145637"/>
                    <a:pt x="18455" y="145780"/>
                    <a:pt x="18669" y="145923"/>
                  </a:cubicBezTo>
                  <a:cubicBezTo>
                    <a:pt x="18681" y="145899"/>
                    <a:pt x="18681" y="145887"/>
                    <a:pt x="18693" y="145875"/>
                  </a:cubicBezTo>
                  <a:lnTo>
                    <a:pt x="18693" y="145875"/>
                  </a:lnTo>
                  <a:cubicBezTo>
                    <a:pt x="18681" y="145899"/>
                    <a:pt x="18693" y="145911"/>
                    <a:pt x="18693" y="145935"/>
                  </a:cubicBezTo>
                  <a:cubicBezTo>
                    <a:pt x="18800" y="146006"/>
                    <a:pt x="18908" y="146066"/>
                    <a:pt x="19015" y="146137"/>
                  </a:cubicBezTo>
                  <a:cubicBezTo>
                    <a:pt x="19348" y="146256"/>
                    <a:pt x="19872" y="146328"/>
                    <a:pt x="20336" y="146423"/>
                  </a:cubicBezTo>
                  <a:cubicBezTo>
                    <a:pt x="19646" y="145983"/>
                    <a:pt x="18955" y="145542"/>
                    <a:pt x="18277" y="145090"/>
                  </a:cubicBezTo>
                  <a:cubicBezTo>
                    <a:pt x="12204" y="141113"/>
                    <a:pt x="6692" y="136850"/>
                    <a:pt x="1798" y="132362"/>
                  </a:cubicBezTo>
                  <a:close/>
                  <a:moveTo>
                    <a:pt x="176558" y="0"/>
                  </a:moveTo>
                  <a:cubicBezTo>
                    <a:pt x="176701" y="572"/>
                    <a:pt x="176832" y="1167"/>
                    <a:pt x="176963" y="1774"/>
                  </a:cubicBezTo>
                  <a:lnTo>
                    <a:pt x="176903" y="1774"/>
                  </a:lnTo>
                  <a:cubicBezTo>
                    <a:pt x="178070" y="7787"/>
                    <a:pt x="179106" y="14038"/>
                    <a:pt x="179975" y="20491"/>
                  </a:cubicBezTo>
                  <a:cubicBezTo>
                    <a:pt x="168998" y="19015"/>
                    <a:pt x="157544" y="18003"/>
                    <a:pt x="145781" y="17491"/>
                  </a:cubicBezTo>
                  <a:cubicBezTo>
                    <a:pt x="145507" y="12157"/>
                    <a:pt x="145197" y="6942"/>
                    <a:pt x="144852" y="1858"/>
                  </a:cubicBezTo>
                  <a:cubicBezTo>
                    <a:pt x="144780" y="1870"/>
                    <a:pt x="144697" y="1870"/>
                    <a:pt x="144626" y="1870"/>
                  </a:cubicBezTo>
                  <a:cubicBezTo>
                    <a:pt x="144971" y="6918"/>
                    <a:pt x="145292" y="12121"/>
                    <a:pt x="145554" y="17479"/>
                  </a:cubicBezTo>
                  <a:cubicBezTo>
                    <a:pt x="139470" y="17217"/>
                    <a:pt x="133303" y="17074"/>
                    <a:pt x="127076" y="17074"/>
                  </a:cubicBezTo>
                  <a:cubicBezTo>
                    <a:pt x="120849" y="17074"/>
                    <a:pt x="114681" y="17217"/>
                    <a:pt x="108585" y="17479"/>
                  </a:cubicBezTo>
                  <a:cubicBezTo>
                    <a:pt x="108895" y="11573"/>
                    <a:pt x="109240" y="5846"/>
                    <a:pt x="109621" y="322"/>
                  </a:cubicBezTo>
                  <a:lnTo>
                    <a:pt x="109621" y="322"/>
                  </a:lnTo>
                  <a:cubicBezTo>
                    <a:pt x="109550" y="334"/>
                    <a:pt x="109478" y="334"/>
                    <a:pt x="109407" y="346"/>
                  </a:cubicBezTo>
                  <a:cubicBezTo>
                    <a:pt x="109014" y="5894"/>
                    <a:pt x="108669" y="11621"/>
                    <a:pt x="108371" y="17491"/>
                  </a:cubicBezTo>
                  <a:cubicBezTo>
                    <a:pt x="96608" y="18003"/>
                    <a:pt x="85142" y="19015"/>
                    <a:pt x="74164" y="20491"/>
                  </a:cubicBezTo>
                  <a:cubicBezTo>
                    <a:pt x="75069" y="13871"/>
                    <a:pt x="76129" y="7454"/>
                    <a:pt x="77343" y="1298"/>
                  </a:cubicBezTo>
                  <a:lnTo>
                    <a:pt x="77343" y="1298"/>
                  </a:lnTo>
                  <a:cubicBezTo>
                    <a:pt x="77212" y="1310"/>
                    <a:pt x="77081" y="1322"/>
                    <a:pt x="76951" y="1334"/>
                  </a:cubicBezTo>
                  <a:cubicBezTo>
                    <a:pt x="75724" y="7537"/>
                    <a:pt x="74665" y="13954"/>
                    <a:pt x="73783" y="20539"/>
                  </a:cubicBezTo>
                  <a:cubicBezTo>
                    <a:pt x="58198" y="22646"/>
                    <a:pt x="43601" y="25682"/>
                    <a:pt x="30480" y="29575"/>
                  </a:cubicBezTo>
                  <a:cubicBezTo>
                    <a:pt x="32374" y="19872"/>
                    <a:pt x="34910" y="10502"/>
                    <a:pt x="38029" y="1560"/>
                  </a:cubicBezTo>
                  <a:cubicBezTo>
                    <a:pt x="37874" y="1548"/>
                    <a:pt x="37708" y="1548"/>
                    <a:pt x="37541" y="1536"/>
                  </a:cubicBezTo>
                  <a:cubicBezTo>
                    <a:pt x="34409" y="10525"/>
                    <a:pt x="31862" y="19955"/>
                    <a:pt x="29968" y="29718"/>
                  </a:cubicBezTo>
                  <a:cubicBezTo>
                    <a:pt x="25849" y="30957"/>
                    <a:pt x="21884" y="32266"/>
                    <a:pt x="18086" y="33659"/>
                  </a:cubicBezTo>
                  <a:cubicBezTo>
                    <a:pt x="12252" y="35802"/>
                    <a:pt x="6942" y="38088"/>
                    <a:pt x="2191" y="40493"/>
                  </a:cubicBezTo>
                  <a:lnTo>
                    <a:pt x="2179" y="40934"/>
                  </a:lnTo>
                  <a:cubicBezTo>
                    <a:pt x="10097" y="36910"/>
                    <a:pt x="19420" y="33278"/>
                    <a:pt x="29885" y="30147"/>
                  </a:cubicBezTo>
                  <a:lnTo>
                    <a:pt x="29885" y="30147"/>
                  </a:lnTo>
                  <a:cubicBezTo>
                    <a:pt x="28111" y="39386"/>
                    <a:pt x="26885" y="48911"/>
                    <a:pt x="26266" y="58627"/>
                  </a:cubicBezTo>
                  <a:cubicBezTo>
                    <a:pt x="23480" y="58948"/>
                    <a:pt x="20765" y="59270"/>
                    <a:pt x="18134" y="59615"/>
                  </a:cubicBezTo>
                  <a:cubicBezTo>
                    <a:pt x="11621" y="60460"/>
                    <a:pt x="5763" y="61365"/>
                    <a:pt x="584" y="62329"/>
                  </a:cubicBezTo>
                  <a:cubicBezTo>
                    <a:pt x="596" y="62389"/>
                    <a:pt x="596" y="62460"/>
                    <a:pt x="608" y="62520"/>
                  </a:cubicBezTo>
                  <a:cubicBezTo>
                    <a:pt x="7942" y="61163"/>
                    <a:pt x="16574" y="59924"/>
                    <a:pt x="26254" y="58841"/>
                  </a:cubicBezTo>
                  <a:lnTo>
                    <a:pt x="26254" y="58841"/>
                  </a:lnTo>
                  <a:cubicBezTo>
                    <a:pt x="25944" y="63794"/>
                    <a:pt x="25777" y="68794"/>
                    <a:pt x="25777" y="73843"/>
                  </a:cubicBezTo>
                  <a:cubicBezTo>
                    <a:pt x="25777" y="78879"/>
                    <a:pt x="25944" y="83880"/>
                    <a:pt x="26254" y="88833"/>
                  </a:cubicBezTo>
                  <a:cubicBezTo>
                    <a:pt x="17014" y="87797"/>
                    <a:pt x="8740" y="86618"/>
                    <a:pt x="1620" y="85332"/>
                  </a:cubicBezTo>
                  <a:cubicBezTo>
                    <a:pt x="1620" y="85404"/>
                    <a:pt x="1620" y="85475"/>
                    <a:pt x="1620" y="85535"/>
                  </a:cubicBezTo>
                  <a:cubicBezTo>
                    <a:pt x="6537" y="86428"/>
                    <a:pt x="12050" y="87273"/>
                    <a:pt x="18134" y="88059"/>
                  </a:cubicBezTo>
                  <a:cubicBezTo>
                    <a:pt x="20765" y="88404"/>
                    <a:pt x="23480" y="88726"/>
                    <a:pt x="26266" y="89047"/>
                  </a:cubicBezTo>
                  <a:cubicBezTo>
                    <a:pt x="26885" y="98762"/>
                    <a:pt x="28099" y="108287"/>
                    <a:pt x="29885" y="117527"/>
                  </a:cubicBezTo>
                  <a:cubicBezTo>
                    <a:pt x="18824" y="114217"/>
                    <a:pt x="9037" y="110359"/>
                    <a:pt x="846" y="106049"/>
                  </a:cubicBezTo>
                  <a:lnTo>
                    <a:pt x="846" y="106049"/>
                  </a:lnTo>
                  <a:cubicBezTo>
                    <a:pt x="858" y="106204"/>
                    <a:pt x="870" y="106359"/>
                    <a:pt x="881" y="106513"/>
                  </a:cubicBezTo>
                  <a:cubicBezTo>
                    <a:pt x="5977" y="109169"/>
                    <a:pt x="11716" y="111669"/>
                    <a:pt x="18086" y="114014"/>
                  </a:cubicBezTo>
                  <a:cubicBezTo>
                    <a:pt x="21884" y="115407"/>
                    <a:pt x="25849" y="116717"/>
                    <a:pt x="29968" y="117955"/>
                  </a:cubicBezTo>
                  <a:cubicBezTo>
                    <a:pt x="31850" y="127611"/>
                    <a:pt x="34350" y="136946"/>
                    <a:pt x="37446" y="145852"/>
                  </a:cubicBezTo>
                  <a:cubicBezTo>
                    <a:pt x="37600" y="145840"/>
                    <a:pt x="37767" y="145840"/>
                    <a:pt x="37934" y="145828"/>
                  </a:cubicBezTo>
                  <a:cubicBezTo>
                    <a:pt x="34862" y="136981"/>
                    <a:pt x="32362" y="127706"/>
                    <a:pt x="30480" y="118098"/>
                  </a:cubicBezTo>
                  <a:lnTo>
                    <a:pt x="30480" y="118098"/>
                  </a:lnTo>
                  <a:cubicBezTo>
                    <a:pt x="43589" y="121992"/>
                    <a:pt x="58198" y="125028"/>
                    <a:pt x="73783" y="127135"/>
                  </a:cubicBezTo>
                  <a:cubicBezTo>
                    <a:pt x="74653" y="133600"/>
                    <a:pt x="75688" y="139910"/>
                    <a:pt x="76879" y="146006"/>
                  </a:cubicBezTo>
                  <a:cubicBezTo>
                    <a:pt x="77010" y="146006"/>
                    <a:pt x="77141" y="146018"/>
                    <a:pt x="77272" y="146018"/>
                  </a:cubicBezTo>
                  <a:cubicBezTo>
                    <a:pt x="76093" y="139970"/>
                    <a:pt x="75046" y="133683"/>
                    <a:pt x="74164" y="127183"/>
                  </a:cubicBezTo>
                  <a:lnTo>
                    <a:pt x="74164" y="127183"/>
                  </a:lnTo>
                  <a:cubicBezTo>
                    <a:pt x="85154" y="128659"/>
                    <a:pt x="96608" y="129659"/>
                    <a:pt x="108371" y="130183"/>
                  </a:cubicBezTo>
                  <a:cubicBezTo>
                    <a:pt x="108657" y="135850"/>
                    <a:pt x="108990" y="141375"/>
                    <a:pt x="109371" y="146733"/>
                  </a:cubicBezTo>
                  <a:cubicBezTo>
                    <a:pt x="109443" y="146745"/>
                    <a:pt x="109514" y="146745"/>
                    <a:pt x="109586" y="146756"/>
                  </a:cubicBezTo>
                  <a:cubicBezTo>
                    <a:pt x="109205" y="141411"/>
                    <a:pt x="108883" y="135886"/>
                    <a:pt x="108585" y="130195"/>
                  </a:cubicBezTo>
                  <a:lnTo>
                    <a:pt x="108585" y="130195"/>
                  </a:lnTo>
                  <a:cubicBezTo>
                    <a:pt x="114681" y="130457"/>
                    <a:pt x="120849" y="130600"/>
                    <a:pt x="127076" y="130600"/>
                  </a:cubicBezTo>
                  <a:cubicBezTo>
                    <a:pt x="133303" y="130600"/>
                    <a:pt x="139470" y="130457"/>
                    <a:pt x="145554" y="130195"/>
                  </a:cubicBezTo>
                  <a:lnTo>
                    <a:pt x="145554" y="130195"/>
                  </a:lnTo>
                  <a:cubicBezTo>
                    <a:pt x="145328" y="134815"/>
                    <a:pt x="145066" y="139327"/>
                    <a:pt x="144769" y="143720"/>
                  </a:cubicBezTo>
                  <a:cubicBezTo>
                    <a:pt x="144828" y="143851"/>
                    <a:pt x="144888" y="143994"/>
                    <a:pt x="144959" y="144161"/>
                  </a:cubicBezTo>
                  <a:cubicBezTo>
                    <a:pt x="145257" y="139613"/>
                    <a:pt x="145531" y="134945"/>
                    <a:pt x="145781" y="130183"/>
                  </a:cubicBezTo>
                  <a:cubicBezTo>
                    <a:pt x="157544" y="129671"/>
                    <a:pt x="168998" y="128659"/>
                    <a:pt x="179975" y="127183"/>
                  </a:cubicBezTo>
                  <a:lnTo>
                    <a:pt x="179975" y="127183"/>
                  </a:lnTo>
                  <a:cubicBezTo>
                    <a:pt x="179106" y="133588"/>
                    <a:pt x="178094" y="139791"/>
                    <a:pt x="176927" y="145756"/>
                  </a:cubicBezTo>
                  <a:lnTo>
                    <a:pt x="177034" y="145756"/>
                  </a:lnTo>
                  <a:cubicBezTo>
                    <a:pt x="177142" y="145697"/>
                    <a:pt x="177249" y="145625"/>
                    <a:pt x="177356" y="145566"/>
                  </a:cubicBezTo>
                  <a:cubicBezTo>
                    <a:pt x="178511" y="139601"/>
                    <a:pt x="179511" y="133445"/>
                    <a:pt x="180368" y="127135"/>
                  </a:cubicBezTo>
                  <a:cubicBezTo>
                    <a:pt x="195953" y="125028"/>
                    <a:pt x="210551" y="121992"/>
                    <a:pt x="223671" y="118098"/>
                  </a:cubicBezTo>
                  <a:lnTo>
                    <a:pt x="223671" y="118098"/>
                  </a:lnTo>
                  <a:cubicBezTo>
                    <a:pt x="221814" y="127599"/>
                    <a:pt x="219337" y="136791"/>
                    <a:pt x="216301" y="145554"/>
                  </a:cubicBezTo>
                  <a:lnTo>
                    <a:pt x="216801" y="145554"/>
                  </a:lnTo>
                  <a:cubicBezTo>
                    <a:pt x="219849" y="136743"/>
                    <a:pt x="222326" y="127504"/>
                    <a:pt x="224183" y="117943"/>
                  </a:cubicBezTo>
                  <a:cubicBezTo>
                    <a:pt x="228291" y="116717"/>
                    <a:pt x="232268" y="115407"/>
                    <a:pt x="236066" y="114002"/>
                  </a:cubicBezTo>
                  <a:cubicBezTo>
                    <a:pt x="249877" y="108930"/>
                    <a:pt x="260747" y="103073"/>
                    <a:pt x="268367" y="96679"/>
                  </a:cubicBezTo>
                  <a:cubicBezTo>
                    <a:pt x="268391" y="96476"/>
                    <a:pt x="268427" y="96286"/>
                    <a:pt x="268451" y="96084"/>
                  </a:cubicBezTo>
                  <a:lnTo>
                    <a:pt x="268451" y="96084"/>
                  </a:lnTo>
                  <a:cubicBezTo>
                    <a:pt x="258592" y="104477"/>
                    <a:pt x="243317" y="111824"/>
                    <a:pt x="224267" y="117527"/>
                  </a:cubicBezTo>
                  <a:cubicBezTo>
                    <a:pt x="226041" y="108287"/>
                    <a:pt x="227267" y="98762"/>
                    <a:pt x="227886" y="89047"/>
                  </a:cubicBezTo>
                  <a:cubicBezTo>
                    <a:pt x="230672" y="88726"/>
                    <a:pt x="233387" y="88404"/>
                    <a:pt x="236018" y="88059"/>
                  </a:cubicBezTo>
                  <a:cubicBezTo>
                    <a:pt x="248770" y="86404"/>
                    <a:pt x="259009" y="84511"/>
                    <a:pt x="266510" y="82451"/>
                  </a:cubicBezTo>
                  <a:cubicBezTo>
                    <a:pt x="266510" y="82379"/>
                    <a:pt x="266510" y="82308"/>
                    <a:pt x="266510" y="82249"/>
                  </a:cubicBezTo>
                  <a:cubicBezTo>
                    <a:pt x="257306" y="84773"/>
                    <a:pt x="244079" y="87023"/>
                    <a:pt x="227898" y="88833"/>
                  </a:cubicBezTo>
                  <a:cubicBezTo>
                    <a:pt x="228208" y="83880"/>
                    <a:pt x="228362" y="78867"/>
                    <a:pt x="228362" y="73831"/>
                  </a:cubicBezTo>
                  <a:cubicBezTo>
                    <a:pt x="228362" y="68794"/>
                    <a:pt x="228208" y="63782"/>
                    <a:pt x="227898" y="58829"/>
                  </a:cubicBezTo>
                  <a:lnTo>
                    <a:pt x="227898" y="58829"/>
                  </a:lnTo>
                  <a:cubicBezTo>
                    <a:pt x="244519" y="60698"/>
                    <a:pt x="258009" y="63008"/>
                    <a:pt x="267248" y="65627"/>
                  </a:cubicBezTo>
                  <a:cubicBezTo>
                    <a:pt x="267248" y="65556"/>
                    <a:pt x="267260" y="65496"/>
                    <a:pt x="267260" y="65425"/>
                  </a:cubicBezTo>
                  <a:cubicBezTo>
                    <a:pt x="259711" y="63282"/>
                    <a:pt x="249210" y="61317"/>
                    <a:pt x="236018" y="59603"/>
                  </a:cubicBezTo>
                  <a:cubicBezTo>
                    <a:pt x="233387" y="59270"/>
                    <a:pt x="230672" y="58936"/>
                    <a:pt x="227886" y="58627"/>
                  </a:cubicBezTo>
                  <a:cubicBezTo>
                    <a:pt x="227267" y="48899"/>
                    <a:pt x="226041" y="39374"/>
                    <a:pt x="224267" y="30135"/>
                  </a:cubicBezTo>
                  <a:lnTo>
                    <a:pt x="224267" y="30135"/>
                  </a:lnTo>
                  <a:cubicBezTo>
                    <a:pt x="243650" y="35945"/>
                    <a:pt x="259116" y="43446"/>
                    <a:pt x="268963" y="52019"/>
                  </a:cubicBezTo>
                  <a:cubicBezTo>
                    <a:pt x="268986" y="51864"/>
                    <a:pt x="269010" y="51709"/>
                    <a:pt x="269046" y="51566"/>
                  </a:cubicBezTo>
                  <a:cubicBezTo>
                    <a:pt x="261390" y="44946"/>
                    <a:pt x="250294" y="38886"/>
                    <a:pt x="236066" y="33659"/>
                  </a:cubicBezTo>
                  <a:cubicBezTo>
                    <a:pt x="232268" y="32266"/>
                    <a:pt x="228291" y="30945"/>
                    <a:pt x="224183" y="29718"/>
                  </a:cubicBezTo>
                  <a:cubicBezTo>
                    <a:pt x="222338" y="20277"/>
                    <a:pt x="219909" y="11133"/>
                    <a:pt x="216908" y="2417"/>
                  </a:cubicBezTo>
                  <a:cubicBezTo>
                    <a:pt x="216766" y="2513"/>
                    <a:pt x="216635" y="2620"/>
                    <a:pt x="216504" y="2715"/>
                  </a:cubicBezTo>
                  <a:cubicBezTo>
                    <a:pt x="219456" y="11299"/>
                    <a:pt x="221850" y="20277"/>
                    <a:pt x="223671" y="29563"/>
                  </a:cubicBezTo>
                  <a:cubicBezTo>
                    <a:pt x="210551" y="25682"/>
                    <a:pt x="195953" y="22646"/>
                    <a:pt x="180368" y="20539"/>
                  </a:cubicBezTo>
                  <a:cubicBezTo>
                    <a:pt x="179416" y="13490"/>
                    <a:pt x="178273" y="6644"/>
                    <a:pt x="176951" y="36"/>
                  </a:cubicBezTo>
                  <a:cubicBezTo>
                    <a:pt x="176820" y="24"/>
                    <a:pt x="176689" y="12"/>
                    <a:pt x="176558" y="0"/>
                  </a:cubicBezTo>
                  <a:close/>
                </a:path>
              </a:pathLst>
            </a:custGeom>
            <a:solidFill>
              <a:srgbClr val="E3C98E">
                <a:alpha val="246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7" name="Google Shape;97;p14"/>
          <p:cNvSpPr txBox="1"/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8" name="Google Shape;98;p14"/>
          <p:cNvSpPr txBox="1"/>
          <p:nvPr>
            <p:ph idx="1" type="subTitle"/>
          </p:nvPr>
        </p:nvSpPr>
        <p:spPr>
          <a:xfrm>
            <a:off x="1043850" y="1652900"/>
            <a:ext cx="3832800" cy="22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Google Shape;103;p16"/>
          <p:cNvGrpSpPr/>
          <p:nvPr/>
        </p:nvGrpSpPr>
        <p:grpSpPr>
          <a:xfrm>
            <a:off x="0" y="0"/>
            <a:ext cx="9144003" cy="5143501"/>
            <a:chOff x="0" y="0"/>
            <a:chExt cx="9144003" cy="5143501"/>
          </a:xfrm>
        </p:grpSpPr>
        <p:pic>
          <p:nvPicPr>
            <p:cNvPr id="104" name="Google Shape;104;p16"/>
            <p:cNvPicPr preferRelativeResize="0"/>
            <p:nvPr/>
          </p:nvPicPr>
          <p:blipFill rotWithShape="1">
            <a:blip r:embed="rId2">
              <a:alphaModFix/>
            </a:blip>
            <a:srcRect b="8068" l="0" r="0" t="8060"/>
            <a:stretch/>
          </p:blipFill>
          <p:spPr>
            <a:xfrm>
              <a:off x="0" y="0"/>
              <a:ext cx="9144003" cy="5143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" name="Google Shape;105;p16"/>
            <p:cNvSpPr/>
            <p:nvPr/>
          </p:nvSpPr>
          <p:spPr>
            <a:xfrm>
              <a:off x="209980" y="194500"/>
              <a:ext cx="8763466" cy="4752275"/>
            </a:xfrm>
            <a:custGeom>
              <a:rect b="b" l="l" r="r" t="t"/>
              <a:pathLst>
                <a:path extrusionOk="0" h="147209" w="271904">
                  <a:moveTo>
                    <a:pt x="596" y="0"/>
                  </a:moveTo>
                  <a:lnTo>
                    <a:pt x="596" y="0"/>
                  </a:lnTo>
                  <a:cubicBezTo>
                    <a:pt x="2025" y="5965"/>
                    <a:pt x="3072" y="13895"/>
                    <a:pt x="3644" y="22312"/>
                  </a:cubicBezTo>
                  <a:cubicBezTo>
                    <a:pt x="7942" y="23515"/>
                    <a:pt x="13609" y="23932"/>
                    <a:pt x="5085" y="25063"/>
                  </a:cubicBezTo>
                  <a:cubicBezTo>
                    <a:pt x="5096" y="25110"/>
                    <a:pt x="5108" y="25146"/>
                    <a:pt x="5120" y="25194"/>
                  </a:cubicBezTo>
                  <a:cubicBezTo>
                    <a:pt x="5263" y="25301"/>
                    <a:pt x="5394" y="25396"/>
                    <a:pt x="5525" y="25503"/>
                  </a:cubicBezTo>
                  <a:cubicBezTo>
                    <a:pt x="5692" y="25539"/>
                    <a:pt x="5954" y="25479"/>
                    <a:pt x="6037" y="25658"/>
                  </a:cubicBezTo>
                  <a:cubicBezTo>
                    <a:pt x="8561" y="26230"/>
                    <a:pt x="4561" y="26670"/>
                    <a:pt x="3894" y="26789"/>
                  </a:cubicBezTo>
                  <a:cubicBezTo>
                    <a:pt x="4203" y="33719"/>
                    <a:pt x="4192" y="40803"/>
                    <a:pt x="3787" y="47256"/>
                  </a:cubicBezTo>
                  <a:cubicBezTo>
                    <a:pt x="2560" y="47137"/>
                    <a:pt x="1298" y="47006"/>
                    <a:pt x="1" y="46875"/>
                  </a:cubicBezTo>
                  <a:lnTo>
                    <a:pt x="1" y="46875"/>
                  </a:lnTo>
                  <a:cubicBezTo>
                    <a:pt x="1429" y="52840"/>
                    <a:pt x="2477" y="60770"/>
                    <a:pt x="3049" y="69199"/>
                  </a:cubicBezTo>
                  <a:cubicBezTo>
                    <a:pt x="7347" y="70402"/>
                    <a:pt x="13014" y="70818"/>
                    <a:pt x="4489" y="71949"/>
                  </a:cubicBezTo>
                  <a:cubicBezTo>
                    <a:pt x="4501" y="71985"/>
                    <a:pt x="4513" y="72033"/>
                    <a:pt x="4525" y="72069"/>
                  </a:cubicBezTo>
                  <a:cubicBezTo>
                    <a:pt x="4668" y="72176"/>
                    <a:pt x="4787" y="72283"/>
                    <a:pt x="4930" y="72390"/>
                  </a:cubicBezTo>
                  <a:cubicBezTo>
                    <a:pt x="5096" y="72414"/>
                    <a:pt x="5358" y="72366"/>
                    <a:pt x="5442" y="72545"/>
                  </a:cubicBezTo>
                  <a:cubicBezTo>
                    <a:pt x="7966" y="73104"/>
                    <a:pt x="3965" y="73557"/>
                    <a:pt x="3299" y="73664"/>
                  </a:cubicBezTo>
                  <a:cubicBezTo>
                    <a:pt x="3513" y="78510"/>
                    <a:pt x="3572" y="83427"/>
                    <a:pt x="3453" y="88154"/>
                  </a:cubicBezTo>
                  <a:cubicBezTo>
                    <a:pt x="2322" y="88047"/>
                    <a:pt x="1179" y="87928"/>
                    <a:pt x="1" y="87809"/>
                  </a:cubicBezTo>
                  <a:lnTo>
                    <a:pt x="1" y="87809"/>
                  </a:lnTo>
                  <a:cubicBezTo>
                    <a:pt x="989" y="91940"/>
                    <a:pt x="1798" y="97036"/>
                    <a:pt x="2394" y="102584"/>
                  </a:cubicBezTo>
                  <a:cubicBezTo>
                    <a:pt x="2239" y="103727"/>
                    <a:pt x="2072" y="104834"/>
                    <a:pt x="1882" y="105894"/>
                  </a:cubicBezTo>
                  <a:cubicBezTo>
                    <a:pt x="2156" y="105870"/>
                    <a:pt x="2429" y="105846"/>
                    <a:pt x="2715" y="105811"/>
                  </a:cubicBezTo>
                  <a:cubicBezTo>
                    <a:pt x="2834" y="107228"/>
                    <a:pt x="2953" y="108668"/>
                    <a:pt x="3049" y="110121"/>
                  </a:cubicBezTo>
                  <a:cubicBezTo>
                    <a:pt x="7347" y="111323"/>
                    <a:pt x="13014" y="111740"/>
                    <a:pt x="4489" y="112871"/>
                  </a:cubicBezTo>
                  <a:cubicBezTo>
                    <a:pt x="4501" y="112919"/>
                    <a:pt x="4513" y="112954"/>
                    <a:pt x="4525" y="113002"/>
                  </a:cubicBezTo>
                  <a:cubicBezTo>
                    <a:pt x="4668" y="113109"/>
                    <a:pt x="4799" y="113205"/>
                    <a:pt x="4930" y="113312"/>
                  </a:cubicBezTo>
                  <a:cubicBezTo>
                    <a:pt x="5096" y="113347"/>
                    <a:pt x="5358" y="113288"/>
                    <a:pt x="5442" y="113466"/>
                  </a:cubicBezTo>
                  <a:cubicBezTo>
                    <a:pt x="7966" y="114038"/>
                    <a:pt x="3965" y="114478"/>
                    <a:pt x="3299" y="114598"/>
                  </a:cubicBezTo>
                  <a:cubicBezTo>
                    <a:pt x="3822" y="126123"/>
                    <a:pt x="4668" y="127147"/>
                    <a:pt x="3120" y="135886"/>
                  </a:cubicBezTo>
                  <a:cubicBezTo>
                    <a:pt x="4608" y="136338"/>
                    <a:pt x="14133" y="147209"/>
                    <a:pt x="14133" y="147209"/>
                  </a:cubicBezTo>
                  <a:cubicBezTo>
                    <a:pt x="14133" y="147209"/>
                    <a:pt x="16765" y="146220"/>
                    <a:pt x="20479" y="146137"/>
                  </a:cubicBezTo>
                  <a:cubicBezTo>
                    <a:pt x="20503" y="146054"/>
                    <a:pt x="20539" y="145959"/>
                    <a:pt x="20563" y="145875"/>
                  </a:cubicBezTo>
                  <a:lnTo>
                    <a:pt x="20563" y="145875"/>
                  </a:lnTo>
                  <a:cubicBezTo>
                    <a:pt x="20491" y="146340"/>
                    <a:pt x="23242" y="146363"/>
                    <a:pt x="23158" y="146816"/>
                  </a:cubicBezTo>
                  <a:cubicBezTo>
                    <a:pt x="29516" y="146220"/>
                    <a:pt x="36481" y="145875"/>
                    <a:pt x="44589" y="145697"/>
                  </a:cubicBezTo>
                  <a:cubicBezTo>
                    <a:pt x="44613" y="145625"/>
                    <a:pt x="44637" y="145554"/>
                    <a:pt x="44661" y="145494"/>
                  </a:cubicBezTo>
                  <a:cubicBezTo>
                    <a:pt x="45090" y="145494"/>
                    <a:pt x="45530" y="145494"/>
                    <a:pt x="45959" y="145482"/>
                  </a:cubicBezTo>
                  <a:cubicBezTo>
                    <a:pt x="45959" y="145542"/>
                    <a:pt x="45959" y="145601"/>
                    <a:pt x="45959" y="145661"/>
                  </a:cubicBezTo>
                  <a:cubicBezTo>
                    <a:pt x="46173" y="145661"/>
                    <a:pt x="46387" y="145661"/>
                    <a:pt x="46602" y="145649"/>
                  </a:cubicBezTo>
                  <a:cubicBezTo>
                    <a:pt x="46637" y="145601"/>
                    <a:pt x="46661" y="145542"/>
                    <a:pt x="46685" y="145482"/>
                  </a:cubicBezTo>
                  <a:cubicBezTo>
                    <a:pt x="47197" y="145482"/>
                    <a:pt x="47709" y="145482"/>
                    <a:pt x="48221" y="145494"/>
                  </a:cubicBezTo>
                  <a:cubicBezTo>
                    <a:pt x="48221" y="145530"/>
                    <a:pt x="48221" y="145578"/>
                    <a:pt x="48221" y="145625"/>
                  </a:cubicBezTo>
                  <a:cubicBezTo>
                    <a:pt x="50912" y="145578"/>
                    <a:pt x="53900" y="145542"/>
                    <a:pt x="57031" y="145518"/>
                  </a:cubicBezTo>
                  <a:cubicBezTo>
                    <a:pt x="59651" y="145542"/>
                    <a:pt x="62151" y="145566"/>
                    <a:pt x="64461" y="145601"/>
                  </a:cubicBezTo>
                  <a:cubicBezTo>
                    <a:pt x="64461" y="145566"/>
                    <a:pt x="64461" y="145530"/>
                    <a:pt x="64461" y="145494"/>
                  </a:cubicBezTo>
                  <a:cubicBezTo>
                    <a:pt x="65592" y="145488"/>
                    <a:pt x="66726" y="145485"/>
                    <a:pt x="67860" y="145485"/>
                  </a:cubicBezTo>
                  <a:cubicBezTo>
                    <a:pt x="68994" y="145485"/>
                    <a:pt x="70128" y="145488"/>
                    <a:pt x="71259" y="145494"/>
                  </a:cubicBezTo>
                  <a:cubicBezTo>
                    <a:pt x="71402" y="145578"/>
                    <a:pt x="71545" y="145661"/>
                    <a:pt x="71700" y="145744"/>
                  </a:cubicBezTo>
                  <a:cubicBezTo>
                    <a:pt x="78891" y="145947"/>
                    <a:pt x="85190" y="146268"/>
                    <a:pt x="90976" y="146816"/>
                  </a:cubicBezTo>
                  <a:cubicBezTo>
                    <a:pt x="90845" y="146054"/>
                    <a:pt x="90714" y="145256"/>
                    <a:pt x="90595" y="144435"/>
                  </a:cubicBezTo>
                  <a:lnTo>
                    <a:pt x="90595" y="144435"/>
                  </a:lnTo>
                  <a:cubicBezTo>
                    <a:pt x="91429" y="144792"/>
                    <a:pt x="92191" y="145304"/>
                    <a:pt x="92976" y="145744"/>
                  </a:cubicBezTo>
                  <a:cubicBezTo>
                    <a:pt x="96596" y="145851"/>
                    <a:pt x="99989" y="145982"/>
                    <a:pt x="103204" y="146161"/>
                  </a:cubicBezTo>
                  <a:cubicBezTo>
                    <a:pt x="103156" y="146375"/>
                    <a:pt x="103121" y="146601"/>
                    <a:pt x="103085" y="146828"/>
                  </a:cubicBezTo>
                  <a:cubicBezTo>
                    <a:pt x="104573" y="146685"/>
                    <a:pt x="106109" y="146554"/>
                    <a:pt x="107669" y="146447"/>
                  </a:cubicBezTo>
                  <a:cubicBezTo>
                    <a:pt x="109240" y="146554"/>
                    <a:pt x="110764" y="146685"/>
                    <a:pt x="112265" y="146828"/>
                  </a:cubicBezTo>
                  <a:cubicBezTo>
                    <a:pt x="112217" y="146601"/>
                    <a:pt x="112181" y="146375"/>
                    <a:pt x="112146" y="146161"/>
                  </a:cubicBezTo>
                  <a:cubicBezTo>
                    <a:pt x="115979" y="145947"/>
                    <a:pt x="120075" y="145792"/>
                    <a:pt x="124504" y="145697"/>
                  </a:cubicBezTo>
                  <a:cubicBezTo>
                    <a:pt x="125022" y="144156"/>
                    <a:pt x="125413" y="143165"/>
                    <a:pt x="125645" y="143165"/>
                  </a:cubicBezTo>
                  <a:cubicBezTo>
                    <a:pt x="125846" y="143165"/>
                    <a:pt x="125929" y="143902"/>
                    <a:pt x="125873" y="145661"/>
                  </a:cubicBezTo>
                  <a:cubicBezTo>
                    <a:pt x="126100" y="145661"/>
                    <a:pt x="126302" y="145661"/>
                    <a:pt x="126528" y="145649"/>
                  </a:cubicBezTo>
                  <a:cubicBezTo>
                    <a:pt x="127181" y="144357"/>
                    <a:pt x="127670" y="143321"/>
                    <a:pt x="127939" y="143321"/>
                  </a:cubicBezTo>
                  <a:cubicBezTo>
                    <a:pt x="128150" y="143321"/>
                    <a:pt x="128225" y="143963"/>
                    <a:pt x="128136" y="145625"/>
                  </a:cubicBezTo>
                  <a:cubicBezTo>
                    <a:pt x="130541" y="145589"/>
                    <a:pt x="133184" y="145554"/>
                    <a:pt x="135946" y="145530"/>
                  </a:cubicBezTo>
                  <a:cubicBezTo>
                    <a:pt x="138720" y="145554"/>
                    <a:pt x="141352" y="145589"/>
                    <a:pt x="143757" y="145625"/>
                  </a:cubicBezTo>
                  <a:cubicBezTo>
                    <a:pt x="143667" y="143963"/>
                    <a:pt x="143745" y="143321"/>
                    <a:pt x="143959" y="143321"/>
                  </a:cubicBezTo>
                  <a:cubicBezTo>
                    <a:pt x="144230" y="143321"/>
                    <a:pt x="144723" y="144357"/>
                    <a:pt x="145376" y="145649"/>
                  </a:cubicBezTo>
                  <a:cubicBezTo>
                    <a:pt x="145590" y="145661"/>
                    <a:pt x="145804" y="145661"/>
                    <a:pt x="146019" y="145661"/>
                  </a:cubicBezTo>
                  <a:cubicBezTo>
                    <a:pt x="145964" y="143902"/>
                    <a:pt x="146046" y="143165"/>
                    <a:pt x="146247" y="143165"/>
                  </a:cubicBezTo>
                  <a:cubicBezTo>
                    <a:pt x="146479" y="143165"/>
                    <a:pt x="146870" y="144156"/>
                    <a:pt x="147388" y="145697"/>
                  </a:cubicBezTo>
                  <a:cubicBezTo>
                    <a:pt x="151817" y="145792"/>
                    <a:pt x="155913" y="145947"/>
                    <a:pt x="159759" y="146161"/>
                  </a:cubicBezTo>
                  <a:cubicBezTo>
                    <a:pt x="159711" y="146375"/>
                    <a:pt x="159675" y="146601"/>
                    <a:pt x="159640" y="146828"/>
                  </a:cubicBezTo>
                  <a:cubicBezTo>
                    <a:pt x="161128" y="146685"/>
                    <a:pt x="162664" y="146554"/>
                    <a:pt x="164223" y="146447"/>
                  </a:cubicBezTo>
                  <a:cubicBezTo>
                    <a:pt x="165795" y="146554"/>
                    <a:pt x="167319" y="146685"/>
                    <a:pt x="168819" y="146828"/>
                  </a:cubicBezTo>
                  <a:cubicBezTo>
                    <a:pt x="168772" y="146601"/>
                    <a:pt x="168736" y="146375"/>
                    <a:pt x="168700" y="146161"/>
                  </a:cubicBezTo>
                  <a:cubicBezTo>
                    <a:pt x="171915" y="145982"/>
                    <a:pt x="175296" y="145851"/>
                    <a:pt x="178916" y="145744"/>
                  </a:cubicBezTo>
                  <a:cubicBezTo>
                    <a:pt x="179702" y="145304"/>
                    <a:pt x="180464" y="144792"/>
                    <a:pt x="181309" y="144435"/>
                  </a:cubicBezTo>
                  <a:lnTo>
                    <a:pt x="181309" y="144435"/>
                  </a:lnTo>
                  <a:cubicBezTo>
                    <a:pt x="181190" y="145256"/>
                    <a:pt x="181059" y="146054"/>
                    <a:pt x="180916" y="146816"/>
                  </a:cubicBezTo>
                  <a:cubicBezTo>
                    <a:pt x="186714" y="146268"/>
                    <a:pt x="193001" y="145947"/>
                    <a:pt x="200204" y="145744"/>
                  </a:cubicBezTo>
                  <a:cubicBezTo>
                    <a:pt x="200347" y="145661"/>
                    <a:pt x="200490" y="145578"/>
                    <a:pt x="200645" y="145494"/>
                  </a:cubicBezTo>
                  <a:cubicBezTo>
                    <a:pt x="201770" y="145488"/>
                    <a:pt x="202904" y="145485"/>
                    <a:pt x="204039" y="145485"/>
                  </a:cubicBezTo>
                  <a:cubicBezTo>
                    <a:pt x="205175" y="145485"/>
                    <a:pt x="206312" y="145488"/>
                    <a:pt x="207443" y="145494"/>
                  </a:cubicBezTo>
                  <a:cubicBezTo>
                    <a:pt x="207443" y="145530"/>
                    <a:pt x="207443" y="145566"/>
                    <a:pt x="207431" y="145601"/>
                  </a:cubicBezTo>
                  <a:cubicBezTo>
                    <a:pt x="209741" y="145566"/>
                    <a:pt x="212253" y="145542"/>
                    <a:pt x="214873" y="145518"/>
                  </a:cubicBezTo>
                  <a:cubicBezTo>
                    <a:pt x="218004" y="145542"/>
                    <a:pt x="220981" y="145578"/>
                    <a:pt x="223683" y="145625"/>
                  </a:cubicBezTo>
                  <a:cubicBezTo>
                    <a:pt x="223671" y="145578"/>
                    <a:pt x="223671" y="145530"/>
                    <a:pt x="223671" y="145494"/>
                  </a:cubicBezTo>
                  <a:cubicBezTo>
                    <a:pt x="224183" y="145494"/>
                    <a:pt x="224695" y="145482"/>
                    <a:pt x="225207" y="145482"/>
                  </a:cubicBezTo>
                  <a:cubicBezTo>
                    <a:pt x="225243" y="145542"/>
                    <a:pt x="225267" y="145601"/>
                    <a:pt x="225291" y="145649"/>
                  </a:cubicBezTo>
                  <a:cubicBezTo>
                    <a:pt x="225517" y="145661"/>
                    <a:pt x="225731" y="145661"/>
                    <a:pt x="225945" y="145661"/>
                  </a:cubicBezTo>
                  <a:cubicBezTo>
                    <a:pt x="225945" y="145601"/>
                    <a:pt x="225934" y="145542"/>
                    <a:pt x="225934" y="145482"/>
                  </a:cubicBezTo>
                  <a:cubicBezTo>
                    <a:pt x="226374" y="145482"/>
                    <a:pt x="226803" y="145482"/>
                    <a:pt x="227243" y="145494"/>
                  </a:cubicBezTo>
                  <a:cubicBezTo>
                    <a:pt x="227267" y="145554"/>
                    <a:pt x="227291" y="145625"/>
                    <a:pt x="227315" y="145697"/>
                  </a:cubicBezTo>
                  <a:cubicBezTo>
                    <a:pt x="235411" y="145875"/>
                    <a:pt x="242376" y="146220"/>
                    <a:pt x="248734" y="146816"/>
                  </a:cubicBezTo>
                  <a:cubicBezTo>
                    <a:pt x="248651" y="146363"/>
                    <a:pt x="248579" y="145899"/>
                    <a:pt x="248508" y="145423"/>
                  </a:cubicBezTo>
                  <a:lnTo>
                    <a:pt x="248508" y="145423"/>
                  </a:lnTo>
                  <a:cubicBezTo>
                    <a:pt x="248532" y="145506"/>
                    <a:pt x="248567" y="145601"/>
                    <a:pt x="248591" y="145697"/>
                  </a:cubicBezTo>
                  <a:cubicBezTo>
                    <a:pt x="256699" y="145875"/>
                    <a:pt x="263664" y="146220"/>
                    <a:pt x="270022" y="146816"/>
                  </a:cubicBezTo>
                  <a:cubicBezTo>
                    <a:pt x="268463" y="138065"/>
                    <a:pt x="268082" y="126123"/>
                    <a:pt x="268606" y="114598"/>
                  </a:cubicBezTo>
                  <a:cubicBezTo>
                    <a:pt x="267939" y="114478"/>
                    <a:pt x="263926" y="114038"/>
                    <a:pt x="266462" y="113466"/>
                  </a:cubicBezTo>
                  <a:cubicBezTo>
                    <a:pt x="266546" y="113288"/>
                    <a:pt x="266808" y="113347"/>
                    <a:pt x="266974" y="113312"/>
                  </a:cubicBezTo>
                  <a:cubicBezTo>
                    <a:pt x="267105" y="113205"/>
                    <a:pt x="267236" y="113109"/>
                    <a:pt x="267367" y="113002"/>
                  </a:cubicBezTo>
                  <a:cubicBezTo>
                    <a:pt x="267391" y="112954"/>
                    <a:pt x="267403" y="112919"/>
                    <a:pt x="267415" y="112871"/>
                  </a:cubicBezTo>
                  <a:cubicBezTo>
                    <a:pt x="258878" y="111740"/>
                    <a:pt x="264557" y="111323"/>
                    <a:pt x="268856" y="110121"/>
                  </a:cubicBezTo>
                  <a:cubicBezTo>
                    <a:pt x="268951" y="108668"/>
                    <a:pt x="269070" y="107228"/>
                    <a:pt x="269189" y="105811"/>
                  </a:cubicBezTo>
                  <a:cubicBezTo>
                    <a:pt x="269463" y="105846"/>
                    <a:pt x="269749" y="105870"/>
                    <a:pt x="270022" y="105894"/>
                  </a:cubicBezTo>
                  <a:cubicBezTo>
                    <a:pt x="269832" y="104834"/>
                    <a:pt x="269653" y="103727"/>
                    <a:pt x="269510" y="102584"/>
                  </a:cubicBezTo>
                  <a:cubicBezTo>
                    <a:pt x="270094" y="97036"/>
                    <a:pt x="270903" y="91940"/>
                    <a:pt x="271904" y="87809"/>
                  </a:cubicBezTo>
                  <a:lnTo>
                    <a:pt x="271904" y="87809"/>
                  </a:lnTo>
                  <a:cubicBezTo>
                    <a:pt x="270725" y="87928"/>
                    <a:pt x="269570" y="88047"/>
                    <a:pt x="268451" y="88154"/>
                  </a:cubicBezTo>
                  <a:cubicBezTo>
                    <a:pt x="268320" y="83427"/>
                    <a:pt x="268379" y="78510"/>
                    <a:pt x="268606" y="73664"/>
                  </a:cubicBezTo>
                  <a:cubicBezTo>
                    <a:pt x="267939" y="73557"/>
                    <a:pt x="263926" y="73104"/>
                    <a:pt x="266462" y="72545"/>
                  </a:cubicBezTo>
                  <a:cubicBezTo>
                    <a:pt x="266546" y="72366"/>
                    <a:pt x="266808" y="72426"/>
                    <a:pt x="266974" y="72390"/>
                  </a:cubicBezTo>
                  <a:cubicBezTo>
                    <a:pt x="267105" y="72283"/>
                    <a:pt x="267236" y="72176"/>
                    <a:pt x="267367" y="72069"/>
                  </a:cubicBezTo>
                  <a:cubicBezTo>
                    <a:pt x="267391" y="72033"/>
                    <a:pt x="267403" y="71985"/>
                    <a:pt x="267415" y="71949"/>
                  </a:cubicBezTo>
                  <a:cubicBezTo>
                    <a:pt x="258878" y="70818"/>
                    <a:pt x="264557" y="70402"/>
                    <a:pt x="268856" y="69199"/>
                  </a:cubicBezTo>
                  <a:cubicBezTo>
                    <a:pt x="269415" y="60770"/>
                    <a:pt x="270463" y="52840"/>
                    <a:pt x="271904" y="46875"/>
                  </a:cubicBezTo>
                  <a:lnTo>
                    <a:pt x="271904" y="46875"/>
                  </a:lnTo>
                  <a:cubicBezTo>
                    <a:pt x="270606" y="47006"/>
                    <a:pt x="269344" y="47137"/>
                    <a:pt x="268105" y="47256"/>
                  </a:cubicBezTo>
                  <a:cubicBezTo>
                    <a:pt x="267713" y="40803"/>
                    <a:pt x="267689" y="33719"/>
                    <a:pt x="268010" y="26789"/>
                  </a:cubicBezTo>
                  <a:cubicBezTo>
                    <a:pt x="267343" y="26670"/>
                    <a:pt x="263331" y="26230"/>
                    <a:pt x="265867" y="25658"/>
                  </a:cubicBezTo>
                  <a:cubicBezTo>
                    <a:pt x="265950" y="25479"/>
                    <a:pt x="266212" y="25539"/>
                    <a:pt x="266379" y="25503"/>
                  </a:cubicBezTo>
                  <a:cubicBezTo>
                    <a:pt x="266510" y="25396"/>
                    <a:pt x="266641" y="25301"/>
                    <a:pt x="266772" y="25194"/>
                  </a:cubicBezTo>
                  <a:cubicBezTo>
                    <a:pt x="266796" y="25146"/>
                    <a:pt x="266808" y="25110"/>
                    <a:pt x="266820" y="25063"/>
                  </a:cubicBezTo>
                  <a:cubicBezTo>
                    <a:pt x="258283" y="23932"/>
                    <a:pt x="263962" y="23515"/>
                    <a:pt x="268260" y="22312"/>
                  </a:cubicBezTo>
                  <a:cubicBezTo>
                    <a:pt x="268415" y="19919"/>
                    <a:pt x="268856" y="15300"/>
                    <a:pt x="268856" y="15300"/>
                  </a:cubicBezTo>
                  <a:lnTo>
                    <a:pt x="254901" y="1453"/>
                  </a:lnTo>
                  <a:cubicBezTo>
                    <a:pt x="254901" y="1453"/>
                    <a:pt x="251413" y="1679"/>
                    <a:pt x="249615" y="1774"/>
                  </a:cubicBezTo>
                  <a:cubicBezTo>
                    <a:pt x="249746" y="1167"/>
                    <a:pt x="249889" y="572"/>
                    <a:pt x="250020" y="0"/>
                  </a:cubicBezTo>
                  <a:lnTo>
                    <a:pt x="250020" y="0"/>
                  </a:lnTo>
                  <a:cubicBezTo>
                    <a:pt x="240828" y="929"/>
                    <a:pt x="233577" y="1572"/>
                    <a:pt x="225017" y="1929"/>
                  </a:cubicBezTo>
                  <a:cubicBezTo>
                    <a:pt x="224814" y="2179"/>
                    <a:pt x="224600" y="2441"/>
                    <a:pt x="224386" y="2715"/>
                  </a:cubicBezTo>
                  <a:cubicBezTo>
                    <a:pt x="223731" y="2953"/>
                    <a:pt x="223112" y="3274"/>
                    <a:pt x="222647" y="3751"/>
                  </a:cubicBezTo>
                  <a:cubicBezTo>
                    <a:pt x="222755" y="3346"/>
                    <a:pt x="222945" y="2774"/>
                    <a:pt x="223219" y="2000"/>
                  </a:cubicBezTo>
                  <a:cubicBezTo>
                    <a:pt x="223094" y="1992"/>
                    <a:pt x="222968" y="1988"/>
                    <a:pt x="222843" y="1988"/>
                  </a:cubicBezTo>
                  <a:cubicBezTo>
                    <a:pt x="221740" y="1988"/>
                    <a:pt x="220632" y="2285"/>
                    <a:pt x="219537" y="2285"/>
                  </a:cubicBezTo>
                  <a:cubicBezTo>
                    <a:pt x="219371" y="2285"/>
                    <a:pt x="219205" y="2278"/>
                    <a:pt x="219040" y="2262"/>
                  </a:cubicBezTo>
                  <a:cubicBezTo>
                    <a:pt x="218567" y="2506"/>
                    <a:pt x="218202" y="2952"/>
                    <a:pt x="217926" y="2952"/>
                  </a:cubicBezTo>
                  <a:cubicBezTo>
                    <a:pt x="217744" y="2952"/>
                    <a:pt x="217601" y="2757"/>
                    <a:pt x="217492" y="2179"/>
                  </a:cubicBezTo>
                  <a:cubicBezTo>
                    <a:pt x="216420" y="2203"/>
                    <a:pt x="215337" y="2227"/>
                    <a:pt x="214218" y="2239"/>
                  </a:cubicBezTo>
                  <a:cubicBezTo>
                    <a:pt x="210515" y="2179"/>
                    <a:pt x="207169" y="2084"/>
                    <a:pt x="204002" y="1965"/>
                  </a:cubicBezTo>
                  <a:cubicBezTo>
                    <a:pt x="203967" y="2131"/>
                    <a:pt x="203943" y="2298"/>
                    <a:pt x="203919" y="2453"/>
                  </a:cubicBezTo>
                  <a:cubicBezTo>
                    <a:pt x="203550" y="2560"/>
                    <a:pt x="203181" y="2679"/>
                    <a:pt x="202824" y="2822"/>
                  </a:cubicBezTo>
                  <a:cubicBezTo>
                    <a:pt x="202776" y="2548"/>
                    <a:pt x="202728" y="2239"/>
                    <a:pt x="202681" y="1905"/>
                  </a:cubicBezTo>
                  <a:cubicBezTo>
                    <a:pt x="194453" y="1524"/>
                    <a:pt x="187357" y="905"/>
                    <a:pt x="178440" y="0"/>
                  </a:cubicBezTo>
                  <a:lnTo>
                    <a:pt x="178440" y="0"/>
                  </a:lnTo>
                  <a:cubicBezTo>
                    <a:pt x="178582" y="572"/>
                    <a:pt x="178713" y="1167"/>
                    <a:pt x="178844" y="1774"/>
                  </a:cubicBezTo>
                  <a:cubicBezTo>
                    <a:pt x="175773" y="1607"/>
                    <a:pt x="172832" y="1417"/>
                    <a:pt x="169831" y="1179"/>
                  </a:cubicBezTo>
                  <a:cubicBezTo>
                    <a:pt x="169927" y="774"/>
                    <a:pt x="170010" y="381"/>
                    <a:pt x="170105" y="0"/>
                  </a:cubicBezTo>
                  <a:lnTo>
                    <a:pt x="170105" y="0"/>
                  </a:lnTo>
                  <a:cubicBezTo>
                    <a:pt x="167843" y="226"/>
                    <a:pt x="165700" y="441"/>
                    <a:pt x="163628" y="631"/>
                  </a:cubicBezTo>
                  <a:cubicBezTo>
                    <a:pt x="161556" y="441"/>
                    <a:pt x="159413" y="226"/>
                    <a:pt x="157163" y="0"/>
                  </a:cubicBezTo>
                  <a:lnTo>
                    <a:pt x="157163" y="0"/>
                  </a:lnTo>
                  <a:cubicBezTo>
                    <a:pt x="157246" y="381"/>
                    <a:pt x="157342" y="774"/>
                    <a:pt x="157425" y="1179"/>
                  </a:cubicBezTo>
                  <a:cubicBezTo>
                    <a:pt x="153377" y="1500"/>
                    <a:pt x="149400" y="1750"/>
                    <a:pt x="145102" y="1929"/>
                  </a:cubicBezTo>
                  <a:cubicBezTo>
                    <a:pt x="144154" y="3043"/>
                    <a:pt x="143049" y="4616"/>
                    <a:pt x="142712" y="4616"/>
                  </a:cubicBezTo>
                  <a:cubicBezTo>
                    <a:pt x="142491" y="4616"/>
                    <a:pt x="142601" y="3936"/>
                    <a:pt x="143304" y="2000"/>
                  </a:cubicBezTo>
                  <a:cubicBezTo>
                    <a:pt x="143179" y="1992"/>
                    <a:pt x="143053" y="1988"/>
                    <a:pt x="142928" y="1988"/>
                  </a:cubicBezTo>
                  <a:cubicBezTo>
                    <a:pt x="141825" y="1988"/>
                    <a:pt x="140718" y="2285"/>
                    <a:pt x="139622" y="2285"/>
                  </a:cubicBezTo>
                  <a:cubicBezTo>
                    <a:pt x="139456" y="2285"/>
                    <a:pt x="139290" y="2278"/>
                    <a:pt x="139125" y="2262"/>
                  </a:cubicBezTo>
                  <a:cubicBezTo>
                    <a:pt x="138780" y="2441"/>
                    <a:pt x="138494" y="2715"/>
                    <a:pt x="138256" y="2858"/>
                  </a:cubicBezTo>
                  <a:lnTo>
                    <a:pt x="138256" y="2250"/>
                  </a:lnTo>
                  <a:cubicBezTo>
                    <a:pt x="138030" y="2250"/>
                    <a:pt x="137803" y="2239"/>
                    <a:pt x="137589" y="2239"/>
                  </a:cubicBezTo>
                  <a:cubicBezTo>
                    <a:pt x="137577" y="2215"/>
                    <a:pt x="137577" y="2203"/>
                    <a:pt x="137565" y="2179"/>
                  </a:cubicBezTo>
                  <a:cubicBezTo>
                    <a:pt x="137041" y="2191"/>
                    <a:pt x="136494" y="2203"/>
                    <a:pt x="135946" y="2215"/>
                  </a:cubicBezTo>
                  <a:cubicBezTo>
                    <a:pt x="135410" y="2203"/>
                    <a:pt x="134863" y="2191"/>
                    <a:pt x="134327" y="2179"/>
                  </a:cubicBezTo>
                  <a:cubicBezTo>
                    <a:pt x="134327" y="2203"/>
                    <a:pt x="134327" y="2215"/>
                    <a:pt x="134315" y="2239"/>
                  </a:cubicBezTo>
                  <a:cubicBezTo>
                    <a:pt x="134089" y="2239"/>
                    <a:pt x="133874" y="2250"/>
                    <a:pt x="133648" y="2250"/>
                  </a:cubicBezTo>
                  <a:lnTo>
                    <a:pt x="133648" y="2858"/>
                  </a:lnTo>
                  <a:cubicBezTo>
                    <a:pt x="133410" y="2715"/>
                    <a:pt x="133124" y="2441"/>
                    <a:pt x="132779" y="2262"/>
                  </a:cubicBezTo>
                  <a:cubicBezTo>
                    <a:pt x="132604" y="2280"/>
                    <a:pt x="132429" y="2288"/>
                    <a:pt x="132254" y="2288"/>
                  </a:cubicBezTo>
                  <a:cubicBezTo>
                    <a:pt x="131165" y="2288"/>
                    <a:pt x="130064" y="1988"/>
                    <a:pt x="128968" y="1988"/>
                  </a:cubicBezTo>
                  <a:cubicBezTo>
                    <a:pt x="128845" y="1988"/>
                    <a:pt x="128723" y="1992"/>
                    <a:pt x="128600" y="2000"/>
                  </a:cubicBezTo>
                  <a:cubicBezTo>
                    <a:pt x="129303" y="3936"/>
                    <a:pt x="129413" y="4616"/>
                    <a:pt x="129192" y="4616"/>
                  </a:cubicBezTo>
                  <a:cubicBezTo>
                    <a:pt x="128855" y="4616"/>
                    <a:pt x="127750" y="3043"/>
                    <a:pt x="126802" y="1929"/>
                  </a:cubicBezTo>
                  <a:cubicBezTo>
                    <a:pt x="122492" y="1750"/>
                    <a:pt x="118527" y="1500"/>
                    <a:pt x="114467" y="1179"/>
                  </a:cubicBezTo>
                  <a:cubicBezTo>
                    <a:pt x="114562" y="774"/>
                    <a:pt x="114646" y="381"/>
                    <a:pt x="114741" y="0"/>
                  </a:cubicBezTo>
                  <a:lnTo>
                    <a:pt x="114741" y="0"/>
                  </a:lnTo>
                  <a:cubicBezTo>
                    <a:pt x="112491" y="226"/>
                    <a:pt x="110348" y="441"/>
                    <a:pt x="108276" y="631"/>
                  </a:cubicBezTo>
                  <a:cubicBezTo>
                    <a:pt x="106192" y="441"/>
                    <a:pt x="104061" y="226"/>
                    <a:pt x="101799" y="0"/>
                  </a:cubicBezTo>
                  <a:lnTo>
                    <a:pt x="101799" y="0"/>
                  </a:lnTo>
                  <a:cubicBezTo>
                    <a:pt x="101894" y="381"/>
                    <a:pt x="101978" y="774"/>
                    <a:pt x="102073" y="1179"/>
                  </a:cubicBezTo>
                  <a:cubicBezTo>
                    <a:pt x="99072" y="1417"/>
                    <a:pt x="96132" y="1607"/>
                    <a:pt x="93060" y="1774"/>
                  </a:cubicBezTo>
                  <a:cubicBezTo>
                    <a:pt x="93191" y="1167"/>
                    <a:pt x="93322" y="572"/>
                    <a:pt x="93465" y="0"/>
                  </a:cubicBezTo>
                  <a:lnTo>
                    <a:pt x="93465" y="0"/>
                  </a:lnTo>
                  <a:cubicBezTo>
                    <a:pt x="84535" y="905"/>
                    <a:pt x="77439" y="1524"/>
                    <a:pt x="69212" y="1905"/>
                  </a:cubicBezTo>
                  <a:cubicBezTo>
                    <a:pt x="69164" y="2239"/>
                    <a:pt x="69116" y="2548"/>
                    <a:pt x="69081" y="2822"/>
                  </a:cubicBezTo>
                  <a:cubicBezTo>
                    <a:pt x="68723" y="2667"/>
                    <a:pt x="68342" y="2548"/>
                    <a:pt x="67973" y="2453"/>
                  </a:cubicBezTo>
                  <a:cubicBezTo>
                    <a:pt x="67950" y="2298"/>
                    <a:pt x="67926" y="2131"/>
                    <a:pt x="67902" y="1953"/>
                  </a:cubicBezTo>
                  <a:cubicBezTo>
                    <a:pt x="64735" y="2084"/>
                    <a:pt x="61377" y="2179"/>
                    <a:pt x="57686" y="2239"/>
                  </a:cubicBezTo>
                  <a:cubicBezTo>
                    <a:pt x="56567" y="2227"/>
                    <a:pt x="55472" y="2203"/>
                    <a:pt x="54412" y="2179"/>
                  </a:cubicBezTo>
                  <a:cubicBezTo>
                    <a:pt x="54303" y="2757"/>
                    <a:pt x="54160" y="2952"/>
                    <a:pt x="53977" y="2952"/>
                  </a:cubicBezTo>
                  <a:cubicBezTo>
                    <a:pt x="53701" y="2952"/>
                    <a:pt x="53333" y="2506"/>
                    <a:pt x="52852" y="2262"/>
                  </a:cubicBezTo>
                  <a:cubicBezTo>
                    <a:pt x="52687" y="2278"/>
                    <a:pt x="52522" y="2285"/>
                    <a:pt x="52356" y="2285"/>
                  </a:cubicBezTo>
                  <a:cubicBezTo>
                    <a:pt x="51262" y="2285"/>
                    <a:pt x="50161" y="1988"/>
                    <a:pt x="49052" y="1988"/>
                  </a:cubicBezTo>
                  <a:cubicBezTo>
                    <a:pt x="48926" y="1988"/>
                    <a:pt x="48800" y="1992"/>
                    <a:pt x="48673" y="2000"/>
                  </a:cubicBezTo>
                  <a:cubicBezTo>
                    <a:pt x="48959" y="2774"/>
                    <a:pt x="49138" y="3346"/>
                    <a:pt x="49257" y="3751"/>
                  </a:cubicBezTo>
                  <a:cubicBezTo>
                    <a:pt x="48792" y="3274"/>
                    <a:pt x="48173" y="2953"/>
                    <a:pt x="47518" y="2703"/>
                  </a:cubicBezTo>
                  <a:cubicBezTo>
                    <a:pt x="47304" y="2441"/>
                    <a:pt x="47090" y="2179"/>
                    <a:pt x="46875" y="1929"/>
                  </a:cubicBezTo>
                  <a:cubicBezTo>
                    <a:pt x="38315" y="1572"/>
                    <a:pt x="31064" y="929"/>
                    <a:pt x="21872" y="0"/>
                  </a:cubicBezTo>
                  <a:lnTo>
                    <a:pt x="21872" y="0"/>
                  </a:lnTo>
                  <a:cubicBezTo>
                    <a:pt x="22015" y="572"/>
                    <a:pt x="22146" y="1167"/>
                    <a:pt x="22277" y="1774"/>
                  </a:cubicBezTo>
                  <a:cubicBezTo>
                    <a:pt x="15098" y="1393"/>
                    <a:pt x="8573" y="810"/>
                    <a:pt x="5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6"/>
            <p:cNvSpPr/>
            <p:nvPr/>
          </p:nvSpPr>
          <p:spPr>
            <a:xfrm>
              <a:off x="283950" y="193150"/>
              <a:ext cx="8615526" cy="4752359"/>
            </a:xfrm>
            <a:custGeom>
              <a:rect b="b" l="l" r="r" t="t"/>
              <a:pathLst>
                <a:path extrusionOk="0" h="146757" w="269046">
                  <a:moveTo>
                    <a:pt x="21241" y="131"/>
                  </a:moveTo>
                  <a:cubicBezTo>
                    <a:pt x="20884" y="346"/>
                    <a:pt x="20527" y="572"/>
                    <a:pt x="20170" y="798"/>
                  </a:cubicBezTo>
                  <a:cubicBezTo>
                    <a:pt x="20217" y="953"/>
                    <a:pt x="20253" y="1120"/>
                    <a:pt x="20289" y="1286"/>
                  </a:cubicBezTo>
                  <a:cubicBezTo>
                    <a:pt x="20860" y="929"/>
                    <a:pt x="21432" y="560"/>
                    <a:pt x="22015" y="203"/>
                  </a:cubicBezTo>
                  <a:cubicBezTo>
                    <a:pt x="21753" y="179"/>
                    <a:pt x="21503" y="155"/>
                    <a:pt x="21241" y="131"/>
                  </a:cubicBezTo>
                  <a:close/>
                  <a:moveTo>
                    <a:pt x="18777" y="1691"/>
                  </a:moveTo>
                  <a:cubicBezTo>
                    <a:pt x="18515" y="1858"/>
                    <a:pt x="18265" y="2012"/>
                    <a:pt x="18015" y="2179"/>
                  </a:cubicBezTo>
                  <a:cubicBezTo>
                    <a:pt x="11788" y="6263"/>
                    <a:pt x="6156" y="10644"/>
                    <a:pt x="1155" y="15252"/>
                  </a:cubicBezTo>
                  <a:cubicBezTo>
                    <a:pt x="1179" y="15455"/>
                    <a:pt x="1203" y="15657"/>
                    <a:pt x="1215" y="15848"/>
                  </a:cubicBezTo>
                  <a:cubicBezTo>
                    <a:pt x="6263" y="11156"/>
                    <a:pt x="11966" y="6727"/>
                    <a:pt x="18277" y="2584"/>
                  </a:cubicBezTo>
                  <a:cubicBezTo>
                    <a:pt x="18705" y="2298"/>
                    <a:pt x="19146" y="2012"/>
                    <a:pt x="19574" y="1739"/>
                  </a:cubicBezTo>
                  <a:cubicBezTo>
                    <a:pt x="19312" y="1727"/>
                    <a:pt x="19039" y="1703"/>
                    <a:pt x="18777" y="1691"/>
                  </a:cubicBezTo>
                  <a:close/>
                  <a:moveTo>
                    <a:pt x="257199" y="5608"/>
                  </a:moveTo>
                  <a:cubicBezTo>
                    <a:pt x="259819" y="11180"/>
                    <a:pt x="262128" y="16943"/>
                    <a:pt x="264105" y="22884"/>
                  </a:cubicBezTo>
                  <a:cubicBezTo>
                    <a:pt x="264307" y="22836"/>
                    <a:pt x="264522" y="22789"/>
                    <a:pt x="264736" y="22741"/>
                  </a:cubicBezTo>
                  <a:cubicBezTo>
                    <a:pt x="262950" y="17360"/>
                    <a:pt x="260890" y="12085"/>
                    <a:pt x="258557" y="6942"/>
                  </a:cubicBezTo>
                  <a:lnTo>
                    <a:pt x="257199" y="5608"/>
                  </a:lnTo>
                  <a:close/>
                  <a:moveTo>
                    <a:pt x="234685" y="1239"/>
                  </a:moveTo>
                  <a:cubicBezTo>
                    <a:pt x="234423" y="1262"/>
                    <a:pt x="234149" y="1286"/>
                    <a:pt x="233887" y="1298"/>
                  </a:cubicBezTo>
                  <a:cubicBezTo>
                    <a:pt x="234554" y="1727"/>
                    <a:pt x="235220" y="2143"/>
                    <a:pt x="235875" y="2584"/>
                  </a:cubicBezTo>
                  <a:cubicBezTo>
                    <a:pt x="245662" y="9001"/>
                    <a:pt x="253961" y="16145"/>
                    <a:pt x="260676" y="23813"/>
                  </a:cubicBezTo>
                  <a:cubicBezTo>
                    <a:pt x="260783" y="23741"/>
                    <a:pt x="260938" y="23682"/>
                    <a:pt x="261140" y="23610"/>
                  </a:cubicBezTo>
                  <a:cubicBezTo>
                    <a:pt x="254377" y="15871"/>
                    <a:pt x="246007" y="8656"/>
                    <a:pt x="236137" y="2179"/>
                  </a:cubicBezTo>
                  <a:cubicBezTo>
                    <a:pt x="235649" y="1870"/>
                    <a:pt x="235173" y="1548"/>
                    <a:pt x="234685" y="1239"/>
                  </a:cubicBezTo>
                  <a:close/>
                  <a:moveTo>
                    <a:pt x="264807" y="25051"/>
                  </a:moveTo>
                  <a:lnTo>
                    <a:pt x="264867" y="25218"/>
                  </a:lnTo>
                  <a:cubicBezTo>
                    <a:pt x="264879" y="25218"/>
                    <a:pt x="264879" y="25206"/>
                    <a:pt x="264891" y="25194"/>
                  </a:cubicBezTo>
                  <a:cubicBezTo>
                    <a:pt x="264914" y="25158"/>
                    <a:pt x="264926" y="25111"/>
                    <a:pt x="264938" y="25075"/>
                  </a:cubicBezTo>
                  <a:cubicBezTo>
                    <a:pt x="264891" y="25063"/>
                    <a:pt x="264855" y="25063"/>
                    <a:pt x="264807" y="25051"/>
                  </a:cubicBezTo>
                  <a:close/>
                  <a:moveTo>
                    <a:pt x="265319" y="26670"/>
                  </a:moveTo>
                  <a:lnTo>
                    <a:pt x="265319" y="26670"/>
                  </a:lnTo>
                  <a:cubicBezTo>
                    <a:pt x="265557" y="27480"/>
                    <a:pt x="265807" y="28290"/>
                    <a:pt x="266034" y="29099"/>
                  </a:cubicBezTo>
                  <a:cubicBezTo>
                    <a:pt x="266057" y="28444"/>
                    <a:pt x="266081" y="27789"/>
                    <a:pt x="266117" y="27135"/>
                  </a:cubicBezTo>
                  <a:cubicBezTo>
                    <a:pt x="266081" y="27016"/>
                    <a:pt x="266046" y="26896"/>
                    <a:pt x="266010" y="26777"/>
                  </a:cubicBezTo>
                  <a:cubicBezTo>
                    <a:pt x="265843" y="26754"/>
                    <a:pt x="265593" y="26718"/>
                    <a:pt x="265319" y="26670"/>
                  </a:cubicBezTo>
                  <a:close/>
                  <a:moveTo>
                    <a:pt x="261188" y="24408"/>
                  </a:moveTo>
                  <a:lnTo>
                    <a:pt x="261188" y="24408"/>
                  </a:lnTo>
                  <a:cubicBezTo>
                    <a:pt x="262902" y="26396"/>
                    <a:pt x="264498" y="28409"/>
                    <a:pt x="265998" y="30456"/>
                  </a:cubicBezTo>
                  <a:cubicBezTo>
                    <a:pt x="265998" y="30195"/>
                    <a:pt x="266010" y="29944"/>
                    <a:pt x="266022" y="29683"/>
                  </a:cubicBezTo>
                  <a:cubicBezTo>
                    <a:pt x="265153" y="28516"/>
                    <a:pt x="264260" y="27361"/>
                    <a:pt x="263331" y="26218"/>
                  </a:cubicBezTo>
                  <a:cubicBezTo>
                    <a:pt x="263200" y="26158"/>
                    <a:pt x="263140" y="26087"/>
                    <a:pt x="263164" y="26015"/>
                  </a:cubicBezTo>
                  <a:cubicBezTo>
                    <a:pt x="262771" y="25539"/>
                    <a:pt x="262378" y="25075"/>
                    <a:pt x="261986" y="24599"/>
                  </a:cubicBezTo>
                  <a:cubicBezTo>
                    <a:pt x="261664" y="24539"/>
                    <a:pt x="261402" y="24468"/>
                    <a:pt x="261188" y="24408"/>
                  </a:cubicBezTo>
                  <a:close/>
                  <a:moveTo>
                    <a:pt x="127076" y="17431"/>
                  </a:moveTo>
                  <a:cubicBezTo>
                    <a:pt x="133339" y="17431"/>
                    <a:pt x="139506" y="17574"/>
                    <a:pt x="145578" y="17848"/>
                  </a:cubicBezTo>
                  <a:cubicBezTo>
                    <a:pt x="146150" y="29278"/>
                    <a:pt x="146554" y="41363"/>
                    <a:pt x="146769" y="53924"/>
                  </a:cubicBezTo>
                  <a:cubicBezTo>
                    <a:pt x="140292" y="53816"/>
                    <a:pt x="133720" y="53769"/>
                    <a:pt x="127076" y="53769"/>
                  </a:cubicBezTo>
                  <a:cubicBezTo>
                    <a:pt x="120432" y="53769"/>
                    <a:pt x="113860" y="53816"/>
                    <a:pt x="107371" y="53924"/>
                  </a:cubicBezTo>
                  <a:cubicBezTo>
                    <a:pt x="107585" y="41363"/>
                    <a:pt x="107990" y="29278"/>
                    <a:pt x="108562" y="17848"/>
                  </a:cubicBezTo>
                  <a:cubicBezTo>
                    <a:pt x="114634" y="17574"/>
                    <a:pt x="120813" y="17431"/>
                    <a:pt x="127076" y="17431"/>
                  </a:cubicBezTo>
                  <a:close/>
                  <a:moveTo>
                    <a:pt x="108359" y="17848"/>
                  </a:moveTo>
                  <a:cubicBezTo>
                    <a:pt x="107776" y="29385"/>
                    <a:pt x="107371" y="41482"/>
                    <a:pt x="107169" y="53924"/>
                  </a:cubicBezTo>
                  <a:cubicBezTo>
                    <a:pt x="94727" y="54138"/>
                    <a:pt x="82630" y="54531"/>
                    <a:pt x="71093" y="55114"/>
                  </a:cubicBezTo>
                  <a:cubicBezTo>
                    <a:pt x="71617" y="43244"/>
                    <a:pt x="72640" y="31766"/>
                    <a:pt x="74117" y="20872"/>
                  </a:cubicBezTo>
                  <a:cubicBezTo>
                    <a:pt x="85011" y="19407"/>
                    <a:pt x="96477" y="18384"/>
                    <a:pt x="108359" y="17848"/>
                  </a:cubicBezTo>
                  <a:close/>
                  <a:moveTo>
                    <a:pt x="145792" y="17860"/>
                  </a:moveTo>
                  <a:lnTo>
                    <a:pt x="145792" y="17860"/>
                  </a:lnTo>
                  <a:cubicBezTo>
                    <a:pt x="157675" y="18384"/>
                    <a:pt x="169141" y="19407"/>
                    <a:pt x="180035" y="20884"/>
                  </a:cubicBezTo>
                  <a:cubicBezTo>
                    <a:pt x="181499" y="31766"/>
                    <a:pt x="182523" y="43244"/>
                    <a:pt x="183059" y="55114"/>
                  </a:cubicBezTo>
                  <a:cubicBezTo>
                    <a:pt x="171522" y="54531"/>
                    <a:pt x="159425" y="54138"/>
                    <a:pt x="146983" y="53924"/>
                  </a:cubicBezTo>
                  <a:cubicBezTo>
                    <a:pt x="146781" y="41482"/>
                    <a:pt x="146376" y="29385"/>
                    <a:pt x="145792" y="17860"/>
                  </a:cubicBezTo>
                  <a:close/>
                  <a:moveTo>
                    <a:pt x="73724" y="20931"/>
                  </a:moveTo>
                  <a:lnTo>
                    <a:pt x="73724" y="20931"/>
                  </a:lnTo>
                  <a:cubicBezTo>
                    <a:pt x="72259" y="31909"/>
                    <a:pt x="71247" y="43375"/>
                    <a:pt x="70724" y="55138"/>
                  </a:cubicBezTo>
                  <a:cubicBezTo>
                    <a:pt x="54805" y="55948"/>
                    <a:pt x="39958" y="57103"/>
                    <a:pt x="26742" y="58579"/>
                  </a:cubicBezTo>
                  <a:cubicBezTo>
                    <a:pt x="27373" y="48816"/>
                    <a:pt x="28599" y="39255"/>
                    <a:pt x="30397" y="29992"/>
                  </a:cubicBezTo>
                  <a:cubicBezTo>
                    <a:pt x="43292" y="26158"/>
                    <a:pt x="57901" y="23086"/>
                    <a:pt x="73724" y="20931"/>
                  </a:cubicBezTo>
                  <a:close/>
                  <a:moveTo>
                    <a:pt x="180416" y="20931"/>
                  </a:moveTo>
                  <a:lnTo>
                    <a:pt x="180416" y="20931"/>
                  </a:lnTo>
                  <a:cubicBezTo>
                    <a:pt x="196251" y="23086"/>
                    <a:pt x="210860" y="26170"/>
                    <a:pt x="223755" y="29992"/>
                  </a:cubicBezTo>
                  <a:cubicBezTo>
                    <a:pt x="225552" y="39255"/>
                    <a:pt x="226779" y="48816"/>
                    <a:pt x="227410" y="58579"/>
                  </a:cubicBezTo>
                  <a:cubicBezTo>
                    <a:pt x="214194" y="57103"/>
                    <a:pt x="199335" y="55948"/>
                    <a:pt x="183416" y="55138"/>
                  </a:cubicBezTo>
                  <a:cubicBezTo>
                    <a:pt x="182904" y="43375"/>
                    <a:pt x="181892" y="31909"/>
                    <a:pt x="180416" y="20931"/>
                  </a:cubicBezTo>
                  <a:close/>
                  <a:moveTo>
                    <a:pt x="70724" y="55352"/>
                  </a:moveTo>
                  <a:cubicBezTo>
                    <a:pt x="70450" y="61436"/>
                    <a:pt x="70319" y="67616"/>
                    <a:pt x="70319" y="73843"/>
                  </a:cubicBezTo>
                  <a:cubicBezTo>
                    <a:pt x="70319" y="80070"/>
                    <a:pt x="70450" y="86237"/>
                    <a:pt x="70724" y="92321"/>
                  </a:cubicBezTo>
                  <a:cubicBezTo>
                    <a:pt x="54543" y="91500"/>
                    <a:pt x="39696" y="90333"/>
                    <a:pt x="26730" y="88892"/>
                  </a:cubicBezTo>
                  <a:cubicBezTo>
                    <a:pt x="26420" y="83915"/>
                    <a:pt x="26254" y="78891"/>
                    <a:pt x="26254" y="73843"/>
                  </a:cubicBezTo>
                  <a:cubicBezTo>
                    <a:pt x="26254" y="68783"/>
                    <a:pt x="26420" y="63758"/>
                    <a:pt x="26730" y="58781"/>
                  </a:cubicBezTo>
                  <a:cubicBezTo>
                    <a:pt x="39696" y="57341"/>
                    <a:pt x="54543" y="56174"/>
                    <a:pt x="70724" y="55352"/>
                  </a:cubicBezTo>
                  <a:close/>
                  <a:moveTo>
                    <a:pt x="183428" y="55352"/>
                  </a:moveTo>
                  <a:cubicBezTo>
                    <a:pt x="199609" y="56174"/>
                    <a:pt x="214444" y="57341"/>
                    <a:pt x="227410" y="58781"/>
                  </a:cubicBezTo>
                  <a:cubicBezTo>
                    <a:pt x="227731" y="63758"/>
                    <a:pt x="227886" y="68783"/>
                    <a:pt x="227886" y="73843"/>
                  </a:cubicBezTo>
                  <a:cubicBezTo>
                    <a:pt x="227886" y="78903"/>
                    <a:pt x="227731" y="83915"/>
                    <a:pt x="227410" y="88892"/>
                  </a:cubicBezTo>
                  <a:cubicBezTo>
                    <a:pt x="214444" y="90333"/>
                    <a:pt x="199609" y="91500"/>
                    <a:pt x="183428" y="92321"/>
                  </a:cubicBezTo>
                  <a:cubicBezTo>
                    <a:pt x="183690" y="86237"/>
                    <a:pt x="183833" y="80070"/>
                    <a:pt x="183833" y="73843"/>
                  </a:cubicBezTo>
                  <a:cubicBezTo>
                    <a:pt x="183833" y="67616"/>
                    <a:pt x="183690" y="61436"/>
                    <a:pt x="183428" y="55352"/>
                  </a:cubicBezTo>
                  <a:close/>
                  <a:moveTo>
                    <a:pt x="107157" y="54138"/>
                  </a:moveTo>
                  <a:cubicBezTo>
                    <a:pt x="107050" y="60627"/>
                    <a:pt x="107002" y="67199"/>
                    <a:pt x="107002" y="73843"/>
                  </a:cubicBezTo>
                  <a:cubicBezTo>
                    <a:pt x="107002" y="80475"/>
                    <a:pt x="107050" y="87047"/>
                    <a:pt x="107157" y="93536"/>
                  </a:cubicBezTo>
                  <a:cubicBezTo>
                    <a:pt x="94596" y="93321"/>
                    <a:pt x="82511" y="92917"/>
                    <a:pt x="71081" y="92345"/>
                  </a:cubicBezTo>
                  <a:cubicBezTo>
                    <a:pt x="70807" y="86273"/>
                    <a:pt x="70676" y="80105"/>
                    <a:pt x="70676" y="73843"/>
                  </a:cubicBezTo>
                  <a:cubicBezTo>
                    <a:pt x="70676" y="67580"/>
                    <a:pt x="70807" y="61401"/>
                    <a:pt x="71081" y="55329"/>
                  </a:cubicBezTo>
                  <a:cubicBezTo>
                    <a:pt x="82511" y="54757"/>
                    <a:pt x="94596" y="54352"/>
                    <a:pt x="107157" y="54138"/>
                  </a:cubicBezTo>
                  <a:close/>
                  <a:moveTo>
                    <a:pt x="146983" y="54138"/>
                  </a:moveTo>
                  <a:cubicBezTo>
                    <a:pt x="159544" y="54352"/>
                    <a:pt x="171641" y="54757"/>
                    <a:pt x="183071" y="55329"/>
                  </a:cubicBezTo>
                  <a:cubicBezTo>
                    <a:pt x="183333" y="61401"/>
                    <a:pt x="183476" y="67568"/>
                    <a:pt x="183476" y="73831"/>
                  </a:cubicBezTo>
                  <a:cubicBezTo>
                    <a:pt x="183476" y="80094"/>
                    <a:pt x="183333" y="86273"/>
                    <a:pt x="183071" y="92345"/>
                  </a:cubicBezTo>
                  <a:cubicBezTo>
                    <a:pt x="171641" y="92917"/>
                    <a:pt x="159544" y="93321"/>
                    <a:pt x="146983" y="93536"/>
                  </a:cubicBezTo>
                  <a:cubicBezTo>
                    <a:pt x="147090" y="87047"/>
                    <a:pt x="147150" y="80475"/>
                    <a:pt x="147150" y="73843"/>
                  </a:cubicBezTo>
                  <a:cubicBezTo>
                    <a:pt x="147150" y="67199"/>
                    <a:pt x="147090" y="60627"/>
                    <a:pt x="146983" y="54138"/>
                  </a:cubicBezTo>
                  <a:close/>
                  <a:moveTo>
                    <a:pt x="127076" y="53971"/>
                  </a:moveTo>
                  <a:cubicBezTo>
                    <a:pt x="133743" y="53971"/>
                    <a:pt x="140327" y="54031"/>
                    <a:pt x="146781" y="54138"/>
                  </a:cubicBezTo>
                  <a:cubicBezTo>
                    <a:pt x="146876" y="60591"/>
                    <a:pt x="146935" y="67163"/>
                    <a:pt x="146935" y="73843"/>
                  </a:cubicBezTo>
                  <a:cubicBezTo>
                    <a:pt x="146935" y="80510"/>
                    <a:pt x="146888" y="87082"/>
                    <a:pt x="146781" y="93536"/>
                  </a:cubicBezTo>
                  <a:cubicBezTo>
                    <a:pt x="140327" y="93643"/>
                    <a:pt x="133743" y="93702"/>
                    <a:pt x="127076" y="93702"/>
                  </a:cubicBezTo>
                  <a:cubicBezTo>
                    <a:pt x="120396" y="93702"/>
                    <a:pt x="113824" y="93643"/>
                    <a:pt x="107371" y="93536"/>
                  </a:cubicBezTo>
                  <a:cubicBezTo>
                    <a:pt x="107264" y="87082"/>
                    <a:pt x="107204" y="80510"/>
                    <a:pt x="107204" y="73843"/>
                  </a:cubicBezTo>
                  <a:cubicBezTo>
                    <a:pt x="107204" y="67163"/>
                    <a:pt x="107264" y="60591"/>
                    <a:pt x="107371" y="54138"/>
                  </a:cubicBezTo>
                  <a:cubicBezTo>
                    <a:pt x="113824" y="54031"/>
                    <a:pt x="120396" y="53971"/>
                    <a:pt x="127076" y="53971"/>
                  </a:cubicBezTo>
                  <a:close/>
                  <a:moveTo>
                    <a:pt x="48" y="105632"/>
                  </a:moveTo>
                  <a:cubicBezTo>
                    <a:pt x="36" y="105716"/>
                    <a:pt x="12" y="105811"/>
                    <a:pt x="0" y="105894"/>
                  </a:cubicBezTo>
                  <a:cubicBezTo>
                    <a:pt x="155" y="105882"/>
                    <a:pt x="310" y="105870"/>
                    <a:pt x="477" y="105859"/>
                  </a:cubicBezTo>
                  <a:cubicBezTo>
                    <a:pt x="334" y="105775"/>
                    <a:pt x="191" y="105704"/>
                    <a:pt x="48" y="105632"/>
                  </a:cubicBezTo>
                  <a:close/>
                  <a:moveTo>
                    <a:pt x="26742" y="89095"/>
                  </a:moveTo>
                  <a:cubicBezTo>
                    <a:pt x="39958" y="90571"/>
                    <a:pt x="54805" y="91726"/>
                    <a:pt x="70724" y="92536"/>
                  </a:cubicBezTo>
                  <a:cubicBezTo>
                    <a:pt x="71247" y="104299"/>
                    <a:pt x="72259" y="115765"/>
                    <a:pt x="73724" y="126742"/>
                  </a:cubicBezTo>
                  <a:cubicBezTo>
                    <a:pt x="57901" y="124587"/>
                    <a:pt x="43292" y="121515"/>
                    <a:pt x="30397" y="117681"/>
                  </a:cubicBezTo>
                  <a:cubicBezTo>
                    <a:pt x="28599" y="108418"/>
                    <a:pt x="27373" y="98858"/>
                    <a:pt x="26742" y="89095"/>
                  </a:cubicBezTo>
                  <a:close/>
                  <a:moveTo>
                    <a:pt x="227410" y="89095"/>
                  </a:moveTo>
                  <a:cubicBezTo>
                    <a:pt x="226779" y="98858"/>
                    <a:pt x="225552" y="108418"/>
                    <a:pt x="223755" y="117681"/>
                  </a:cubicBezTo>
                  <a:cubicBezTo>
                    <a:pt x="210860" y="121515"/>
                    <a:pt x="196251" y="124587"/>
                    <a:pt x="180416" y="126742"/>
                  </a:cubicBezTo>
                  <a:cubicBezTo>
                    <a:pt x="181892" y="115765"/>
                    <a:pt x="182904" y="104299"/>
                    <a:pt x="183416" y="92536"/>
                  </a:cubicBezTo>
                  <a:cubicBezTo>
                    <a:pt x="199347" y="91726"/>
                    <a:pt x="214194" y="90571"/>
                    <a:pt x="227410" y="89095"/>
                  </a:cubicBezTo>
                  <a:close/>
                  <a:moveTo>
                    <a:pt x="71093" y="92559"/>
                  </a:moveTo>
                  <a:lnTo>
                    <a:pt x="71093" y="92559"/>
                  </a:lnTo>
                  <a:cubicBezTo>
                    <a:pt x="82630" y="93143"/>
                    <a:pt x="94715" y="93536"/>
                    <a:pt x="107169" y="93750"/>
                  </a:cubicBezTo>
                  <a:cubicBezTo>
                    <a:pt x="107371" y="106192"/>
                    <a:pt x="107776" y="118289"/>
                    <a:pt x="108347" y="129826"/>
                  </a:cubicBezTo>
                  <a:cubicBezTo>
                    <a:pt x="96477" y="129290"/>
                    <a:pt x="85011" y="128266"/>
                    <a:pt x="74117" y="126790"/>
                  </a:cubicBezTo>
                  <a:cubicBezTo>
                    <a:pt x="72640" y="115907"/>
                    <a:pt x="71617" y="104442"/>
                    <a:pt x="71093" y="92559"/>
                  </a:cubicBezTo>
                  <a:close/>
                  <a:moveTo>
                    <a:pt x="183059" y="92559"/>
                  </a:moveTo>
                  <a:lnTo>
                    <a:pt x="183059" y="92559"/>
                  </a:lnTo>
                  <a:cubicBezTo>
                    <a:pt x="182523" y="104442"/>
                    <a:pt x="181499" y="115907"/>
                    <a:pt x="180035" y="126802"/>
                  </a:cubicBezTo>
                  <a:cubicBezTo>
                    <a:pt x="169141" y="128266"/>
                    <a:pt x="157675" y="129290"/>
                    <a:pt x="145792" y="129826"/>
                  </a:cubicBezTo>
                  <a:cubicBezTo>
                    <a:pt x="146376" y="118289"/>
                    <a:pt x="146769" y="106192"/>
                    <a:pt x="146983" y="93750"/>
                  </a:cubicBezTo>
                  <a:cubicBezTo>
                    <a:pt x="159425" y="93536"/>
                    <a:pt x="171522" y="93143"/>
                    <a:pt x="183059" y="92559"/>
                  </a:cubicBezTo>
                  <a:close/>
                  <a:moveTo>
                    <a:pt x="107371" y="93750"/>
                  </a:moveTo>
                  <a:cubicBezTo>
                    <a:pt x="113860" y="93857"/>
                    <a:pt x="120432" y="93917"/>
                    <a:pt x="127076" y="93917"/>
                  </a:cubicBezTo>
                  <a:cubicBezTo>
                    <a:pt x="133708" y="93917"/>
                    <a:pt x="140292" y="93857"/>
                    <a:pt x="146769" y="93750"/>
                  </a:cubicBezTo>
                  <a:lnTo>
                    <a:pt x="146769" y="93750"/>
                  </a:lnTo>
                  <a:cubicBezTo>
                    <a:pt x="146566" y="106311"/>
                    <a:pt x="146150" y="118396"/>
                    <a:pt x="145578" y="129826"/>
                  </a:cubicBezTo>
                  <a:cubicBezTo>
                    <a:pt x="139506" y="130100"/>
                    <a:pt x="133339" y="130243"/>
                    <a:pt x="127076" y="130243"/>
                  </a:cubicBezTo>
                  <a:cubicBezTo>
                    <a:pt x="120813" y="130243"/>
                    <a:pt x="114634" y="130100"/>
                    <a:pt x="108574" y="129826"/>
                  </a:cubicBezTo>
                  <a:cubicBezTo>
                    <a:pt x="107990" y="118396"/>
                    <a:pt x="107585" y="106311"/>
                    <a:pt x="107371" y="93750"/>
                  </a:cubicBezTo>
                  <a:close/>
                  <a:moveTo>
                    <a:pt x="266653" y="116300"/>
                  </a:moveTo>
                  <a:lnTo>
                    <a:pt x="266653" y="116300"/>
                  </a:lnTo>
                  <a:cubicBezTo>
                    <a:pt x="259152" y="126861"/>
                    <a:pt x="248817" y="136600"/>
                    <a:pt x="235875" y="145101"/>
                  </a:cubicBezTo>
                  <a:cubicBezTo>
                    <a:pt x="235411" y="145399"/>
                    <a:pt x="234946" y="145697"/>
                    <a:pt x="234482" y="145994"/>
                  </a:cubicBezTo>
                  <a:cubicBezTo>
                    <a:pt x="234756" y="146006"/>
                    <a:pt x="235030" y="146018"/>
                    <a:pt x="235304" y="146030"/>
                  </a:cubicBezTo>
                  <a:cubicBezTo>
                    <a:pt x="235577" y="145852"/>
                    <a:pt x="235851" y="145673"/>
                    <a:pt x="236137" y="145494"/>
                  </a:cubicBezTo>
                  <a:cubicBezTo>
                    <a:pt x="248710" y="137243"/>
                    <a:pt x="258854" y="127814"/>
                    <a:pt x="266319" y="117586"/>
                  </a:cubicBezTo>
                  <a:lnTo>
                    <a:pt x="266319" y="117586"/>
                  </a:lnTo>
                  <a:cubicBezTo>
                    <a:pt x="263533" y="127504"/>
                    <a:pt x="259831" y="137005"/>
                    <a:pt x="255306" y="145971"/>
                  </a:cubicBezTo>
                  <a:cubicBezTo>
                    <a:pt x="255544" y="145983"/>
                    <a:pt x="255794" y="145994"/>
                    <a:pt x="256032" y="146006"/>
                  </a:cubicBezTo>
                  <a:cubicBezTo>
                    <a:pt x="260354" y="137374"/>
                    <a:pt x="263879" y="128338"/>
                    <a:pt x="266569" y="118991"/>
                  </a:cubicBezTo>
                  <a:cubicBezTo>
                    <a:pt x="266593" y="118098"/>
                    <a:pt x="266617" y="117193"/>
                    <a:pt x="266653" y="116300"/>
                  </a:cubicBezTo>
                  <a:close/>
                  <a:moveTo>
                    <a:pt x="1798" y="132362"/>
                  </a:moveTo>
                  <a:cubicBezTo>
                    <a:pt x="1774" y="132540"/>
                    <a:pt x="1739" y="132731"/>
                    <a:pt x="1715" y="132933"/>
                  </a:cubicBezTo>
                  <a:cubicBezTo>
                    <a:pt x="6573" y="137362"/>
                    <a:pt x="12014" y="141553"/>
                    <a:pt x="18015" y="145494"/>
                  </a:cubicBezTo>
                  <a:cubicBezTo>
                    <a:pt x="18229" y="145637"/>
                    <a:pt x="18455" y="145780"/>
                    <a:pt x="18669" y="145923"/>
                  </a:cubicBezTo>
                  <a:cubicBezTo>
                    <a:pt x="18681" y="145899"/>
                    <a:pt x="18681" y="145887"/>
                    <a:pt x="18693" y="145875"/>
                  </a:cubicBezTo>
                  <a:lnTo>
                    <a:pt x="18693" y="145875"/>
                  </a:lnTo>
                  <a:cubicBezTo>
                    <a:pt x="18681" y="145899"/>
                    <a:pt x="18693" y="145911"/>
                    <a:pt x="18693" y="145935"/>
                  </a:cubicBezTo>
                  <a:cubicBezTo>
                    <a:pt x="18800" y="146006"/>
                    <a:pt x="18908" y="146066"/>
                    <a:pt x="19015" y="146137"/>
                  </a:cubicBezTo>
                  <a:cubicBezTo>
                    <a:pt x="19348" y="146256"/>
                    <a:pt x="19872" y="146328"/>
                    <a:pt x="20336" y="146423"/>
                  </a:cubicBezTo>
                  <a:cubicBezTo>
                    <a:pt x="19646" y="145983"/>
                    <a:pt x="18955" y="145542"/>
                    <a:pt x="18277" y="145090"/>
                  </a:cubicBezTo>
                  <a:cubicBezTo>
                    <a:pt x="12204" y="141113"/>
                    <a:pt x="6692" y="136850"/>
                    <a:pt x="1798" y="132362"/>
                  </a:cubicBezTo>
                  <a:close/>
                  <a:moveTo>
                    <a:pt x="176558" y="0"/>
                  </a:moveTo>
                  <a:cubicBezTo>
                    <a:pt x="176701" y="572"/>
                    <a:pt x="176832" y="1167"/>
                    <a:pt x="176963" y="1774"/>
                  </a:cubicBezTo>
                  <a:lnTo>
                    <a:pt x="176903" y="1774"/>
                  </a:lnTo>
                  <a:cubicBezTo>
                    <a:pt x="178070" y="7787"/>
                    <a:pt x="179106" y="14038"/>
                    <a:pt x="179975" y="20491"/>
                  </a:cubicBezTo>
                  <a:cubicBezTo>
                    <a:pt x="168998" y="19015"/>
                    <a:pt x="157544" y="18003"/>
                    <a:pt x="145781" y="17491"/>
                  </a:cubicBezTo>
                  <a:cubicBezTo>
                    <a:pt x="145507" y="12157"/>
                    <a:pt x="145197" y="6942"/>
                    <a:pt x="144852" y="1858"/>
                  </a:cubicBezTo>
                  <a:cubicBezTo>
                    <a:pt x="144780" y="1870"/>
                    <a:pt x="144697" y="1870"/>
                    <a:pt x="144626" y="1870"/>
                  </a:cubicBezTo>
                  <a:cubicBezTo>
                    <a:pt x="144971" y="6918"/>
                    <a:pt x="145292" y="12121"/>
                    <a:pt x="145554" y="17479"/>
                  </a:cubicBezTo>
                  <a:cubicBezTo>
                    <a:pt x="139470" y="17217"/>
                    <a:pt x="133303" y="17074"/>
                    <a:pt x="127076" y="17074"/>
                  </a:cubicBezTo>
                  <a:cubicBezTo>
                    <a:pt x="120849" y="17074"/>
                    <a:pt x="114681" y="17217"/>
                    <a:pt x="108585" y="17479"/>
                  </a:cubicBezTo>
                  <a:cubicBezTo>
                    <a:pt x="108895" y="11573"/>
                    <a:pt x="109240" y="5846"/>
                    <a:pt x="109621" y="322"/>
                  </a:cubicBezTo>
                  <a:lnTo>
                    <a:pt x="109621" y="322"/>
                  </a:lnTo>
                  <a:cubicBezTo>
                    <a:pt x="109550" y="334"/>
                    <a:pt x="109478" y="334"/>
                    <a:pt x="109407" y="346"/>
                  </a:cubicBezTo>
                  <a:cubicBezTo>
                    <a:pt x="109014" y="5894"/>
                    <a:pt x="108669" y="11621"/>
                    <a:pt x="108371" y="17491"/>
                  </a:cubicBezTo>
                  <a:cubicBezTo>
                    <a:pt x="96608" y="18003"/>
                    <a:pt x="85142" y="19015"/>
                    <a:pt x="74164" y="20491"/>
                  </a:cubicBezTo>
                  <a:cubicBezTo>
                    <a:pt x="75069" y="13871"/>
                    <a:pt x="76129" y="7454"/>
                    <a:pt x="77343" y="1298"/>
                  </a:cubicBezTo>
                  <a:lnTo>
                    <a:pt x="77343" y="1298"/>
                  </a:lnTo>
                  <a:cubicBezTo>
                    <a:pt x="77212" y="1310"/>
                    <a:pt x="77081" y="1322"/>
                    <a:pt x="76951" y="1334"/>
                  </a:cubicBezTo>
                  <a:cubicBezTo>
                    <a:pt x="75724" y="7537"/>
                    <a:pt x="74665" y="13954"/>
                    <a:pt x="73783" y="20539"/>
                  </a:cubicBezTo>
                  <a:cubicBezTo>
                    <a:pt x="58198" y="22646"/>
                    <a:pt x="43601" y="25682"/>
                    <a:pt x="30480" y="29575"/>
                  </a:cubicBezTo>
                  <a:cubicBezTo>
                    <a:pt x="32374" y="19872"/>
                    <a:pt x="34910" y="10502"/>
                    <a:pt x="38029" y="1560"/>
                  </a:cubicBezTo>
                  <a:cubicBezTo>
                    <a:pt x="37874" y="1548"/>
                    <a:pt x="37708" y="1548"/>
                    <a:pt x="37541" y="1536"/>
                  </a:cubicBezTo>
                  <a:cubicBezTo>
                    <a:pt x="34409" y="10525"/>
                    <a:pt x="31862" y="19955"/>
                    <a:pt x="29968" y="29718"/>
                  </a:cubicBezTo>
                  <a:cubicBezTo>
                    <a:pt x="25849" y="30957"/>
                    <a:pt x="21884" y="32266"/>
                    <a:pt x="18086" y="33659"/>
                  </a:cubicBezTo>
                  <a:cubicBezTo>
                    <a:pt x="12252" y="35802"/>
                    <a:pt x="6942" y="38088"/>
                    <a:pt x="2191" y="40493"/>
                  </a:cubicBezTo>
                  <a:lnTo>
                    <a:pt x="2179" y="40934"/>
                  </a:lnTo>
                  <a:cubicBezTo>
                    <a:pt x="10097" y="36910"/>
                    <a:pt x="19420" y="33278"/>
                    <a:pt x="29885" y="30147"/>
                  </a:cubicBezTo>
                  <a:lnTo>
                    <a:pt x="29885" y="30147"/>
                  </a:lnTo>
                  <a:cubicBezTo>
                    <a:pt x="28111" y="39386"/>
                    <a:pt x="26885" y="48911"/>
                    <a:pt x="26266" y="58627"/>
                  </a:cubicBezTo>
                  <a:cubicBezTo>
                    <a:pt x="23480" y="58948"/>
                    <a:pt x="20765" y="59270"/>
                    <a:pt x="18134" y="59615"/>
                  </a:cubicBezTo>
                  <a:cubicBezTo>
                    <a:pt x="11621" y="60460"/>
                    <a:pt x="5763" y="61365"/>
                    <a:pt x="584" y="62329"/>
                  </a:cubicBezTo>
                  <a:cubicBezTo>
                    <a:pt x="596" y="62389"/>
                    <a:pt x="596" y="62460"/>
                    <a:pt x="608" y="62520"/>
                  </a:cubicBezTo>
                  <a:cubicBezTo>
                    <a:pt x="7942" y="61163"/>
                    <a:pt x="16574" y="59924"/>
                    <a:pt x="26254" y="58841"/>
                  </a:cubicBezTo>
                  <a:lnTo>
                    <a:pt x="26254" y="58841"/>
                  </a:lnTo>
                  <a:cubicBezTo>
                    <a:pt x="25944" y="63794"/>
                    <a:pt x="25777" y="68794"/>
                    <a:pt x="25777" y="73843"/>
                  </a:cubicBezTo>
                  <a:cubicBezTo>
                    <a:pt x="25777" y="78879"/>
                    <a:pt x="25944" y="83880"/>
                    <a:pt x="26254" y="88833"/>
                  </a:cubicBezTo>
                  <a:cubicBezTo>
                    <a:pt x="17014" y="87797"/>
                    <a:pt x="8740" y="86618"/>
                    <a:pt x="1620" y="85332"/>
                  </a:cubicBezTo>
                  <a:cubicBezTo>
                    <a:pt x="1620" y="85404"/>
                    <a:pt x="1620" y="85475"/>
                    <a:pt x="1620" y="85535"/>
                  </a:cubicBezTo>
                  <a:cubicBezTo>
                    <a:pt x="6537" y="86428"/>
                    <a:pt x="12050" y="87273"/>
                    <a:pt x="18134" y="88059"/>
                  </a:cubicBezTo>
                  <a:cubicBezTo>
                    <a:pt x="20765" y="88404"/>
                    <a:pt x="23480" y="88726"/>
                    <a:pt x="26266" y="89047"/>
                  </a:cubicBezTo>
                  <a:cubicBezTo>
                    <a:pt x="26885" y="98762"/>
                    <a:pt x="28099" y="108287"/>
                    <a:pt x="29885" y="117527"/>
                  </a:cubicBezTo>
                  <a:cubicBezTo>
                    <a:pt x="18824" y="114217"/>
                    <a:pt x="9037" y="110359"/>
                    <a:pt x="846" y="106049"/>
                  </a:cubicBezTo>
                  <a:lnTo>
                    <a:pt x="846" y="106049"/>
                  </a:lnTo>
                  <a:cubicBezTo>
                    <a:pt x="858" y="106204"/>
                    <a:pt x="870" y="106359"/>
                    <a:pt x="881" y="106513"/>
                  </a:cubicBezTo>
                  <a:cubicBezTo>
                    <a:pt x="5977" y="109169"/>
                    <a:pt x="11716" y="111669"/>
                    <a:pt x="18086" y="114014"/>
                  </a:cubicBezTo>
                  <a:cubicBezTo>
                    <a:pt x="21884" y="115407"/>
                    <a:pt x="25849" y="116717"/>
                    <a:pt x="29968" y="117955"/>
                  </a:cubicBezTo>
                  <a:cubicBezTo>
                    <a:pt x="31850" y="127611"/>
                    <a:pt x="34350" y="136946"/>
                    <a:pt x="37446" y="145852"/>
                  </a:cubicBezTo>
                  <a:cubicBezTo>
                    <a:pt x="37600" y="145840"/>
                    <a:pt x="37767" y="145840"/>
                    <a:pt x="37934" y="145828"/>
                  </a:cubicBezTo>
                  <a:cubicBezTo>
                    <a:pt x="34862" y="136981"/>
                    <a:pt x="32362" y="127706"/>
                    <a:pt x="30480" y="118098"/>
                  </a:cubicBezTo>
                  <a:lnTo>
                    <a:pt x="30480" y="118098"/>
                  </a:lnTo>
                  <a:cubicBezTo>
                    <a:pt x="43589" y="121992"/>
                    <a:pt x="58198" y="125028"/>
                    <a:pt x="73783" y="127135"/>
                  </a:cubicBezTo>
                  <a:cubicBezTo>
                    <a:pt x="74653" y="133600"/>
                    <a:pt x="75688" y="139910"/>
                    <a:pt x="76879" y="146006"/>
                  </a:cubicBezTo>
                  <a:cubicBezTo>
                    <a:pt x="77010" y="146006"/>
                    <a:pt x="77141" y="146018"/>
                    <a:pt x="77272" y="146018"/>
                  </a:cubicBezTo>
                  <a:cubicBezTo>
                    <a:pt x="76093" y="139970"/>
                    <a:pt x="75046" y="133683"/>
                    <a:pt x="74164" y="127183"/>
                  </a:cubicBezTo>
                  <a:lnTo>
                    <a:pt x="74164" y="127183"/>
                  </a:lnTo>
                  <a:cubicBezTo>
                    <a:pt x="85154" y="128659"/>
                    <a:pt x="96608" y="129659"/>
                    <a:pt x="108371" y="130183"/>
                  </a:cubicBezTo>
                  <a:cubicBezTo>
                    <a:pt x="108657" y="135850"/>
                    <a:pt x="108990" y="141375"/>
                    <a:pt x="109371" y="146733"/>
                  </a:cubicBezTo>
                  <a:cubicBezTo>
                    <a:pt x="109443" y="146745"/>
                    <a:pt x="109514" y="146745"/>
                    <a:pt x="109586" y="146756"/>
                  </a:cubicBezTo>
                  <a:cubicBezTo>
                    <a:pt x="109205" y="141411"/>
                    <a:pt x="108883" y="135886"/>
                    <a:pt x="108585" y="130195"/>
                  </a:cubicBezTo>
                  <a:lnTo>
                    <a:pt x="108585" y="130195"/>
                  </a:lnTo>
                  <a:cubicBezTo>
                    <a:pt x="114681" y="130457"/>
                    <a:pt x="120849" y="130600"/>
                    <a:pt x="127076" y="130600"/>
                  </a:cubicBezTo>
                  <a:cubicBezTo>
                    <a:pt x="133303" y="130600"/>
                    <a:pt x="139470" y="130457"/>
                    <a:pt x="145554" y="130195"/>
                  </a:cubicBezTo>
                  <a:lnTo>
                    <a:pt x="145554" y="130195"/>
                  </a:lnTo>
                  <a:cubicBezTo>
                    <a:pt x="145328" y="134815"/>
                    <a:pt x="145066" y="139327"/>
                    <a:pt x="144769" y="143720"/>
                  </a:cubicBezTo>
                  <a:cubicBezTo>
                    <a:pt x="144828" y="143851"/>
                    <a:pt x="144888" y="143994"/>
                    <a:pt x="144959" y="144161"/>
                  </a:cubicBezTo>
                  <a:cubicBezTo>
                    <a:pt x="145257" y="139613"/>
                    <a:pt x="145531" y="134945"/>
                    <a:pt x="145781" y="130183"/>
                  </a:cubicBezTo>
                  <a:cubicBezTo>
                    <a:pt x="157544" y="129671"/>
                    <a:pt x="168998" y="128659"/>
                    <a:pt x="179975" y="127183"/>
                  </a:cubicBezTo>
                  <a:lnTo>
                    <a:pt x="179975" y="127183"/>
                  </a:lnTo>
                  <a:cubicBezTo>
                    <a:pt x="179106" y="133588"/>
                    <a:pt x="178094" y="139791"/>
                    <a:pt x="176927" y="145756"/>
                  </a:cubicBezTo>
                  <a:lnTo>
                    <a:pt x="177034" y="145756"/>
                  </a:lnTo>
                  <a:cubicBezTo>
                    <a:pt x="177142" y="145697"/>
                    <a:pt x="177249" y="145625"/>
                    <a:pt x="177356" y="145566"/>
                  </a:cubicBezTo>
                  <a:cubicBezTo>
                    <a:pt x="178511" y="139601"/>
                    <a:pt x="179511" y="133445"/>
                    <a:pt x="180368" y="127135"/>
                  </a:cubicBezTo>
                  <a:cubicBezTo>
                    <a:pt x="195953" y="125028"/>
                    <a:pt x="210551" y="121992"/>
                    <a:pt x="223671" y="118098"/>
                  </a:cubicBezTo>
                  <a:lnTo>
                    <a:pt x="223671" y="118098"/>
                  </a:lnTo>
                  <a:cubicBezTo>
                    <a:pt x="221814" y="127599"/>
                    <a:pt x="219337" y="136791"/>
                    <a:pt x="216301" y="145554"/>
                  </a:cubicBezTo>
                  <a:lnTo>
                    <a:pt x="216801" y="145554"/>
                  </a:lnTo>
                  <a:cubicBezTo>
                    <a:pt x="219849" y="136743"/>
                    <a:pt x="222326" y="127504"/>
                    <a:pt x="224183" y="117943"/>
                  </a:cubicBezTo>
                  <a:cubicBezTo>
                    <a:pt x="228291" y="116717"/>
                    <a:pt x="232268" y="115407"/>
                    <a:pt x="236066" y="114002"/>
                  </a:cubicBezTo>
                  <a:cubicBezTo>
                    <a:pt x="249877" y="108930"/>
                    <a:pt x="260747" y="103073"/>
                    <a:pt x="268367" y="96679"/>
                  </a:cubicBezTo>
                  <a:cubicBezTo>
                    <a:pt x="268391" y="96476"/>
                    <a:pt x="268427" y="96286"/>
                    <a:pt x="268451" y="96084"/>
                  </a:cubicBezTo>
                  <a:lnTo>
                    <a:pt x="268451" y="96084"/>
                  </a:lnTo>
                  <a:cubicBezTo>
                    <a:pt x="258592" y="104477"/>
                    <a:pt x="243317" y="111824"/>
                    <a:pt x="224267" y="117527"/>
                  </a:cubicBezTo>
                  <a:cubicBezTo>
                    <a:pt x="226041" y="108287"/>
                    <a:pt x="227267" y="98762"/>
                    <a:pt x="227886" y="89047"/>
                  </a:cubicBezTo>
                  <a:cubicBezTo>
                    <a:pt x="230672" y="88726"/>
                    <a:pt x="233387" y="88404"/>
                    <a:pt x="236018" y="88059"/>
                  </a:cubicBezTo>
                  <a:cubicBezTo>
                    <a:pt x="248770" y="86404"/>
                    <a:pt x="259009" y="84511"/>
                    <a:pt x="266510" y="82451"/>
                  </a:cubicBezTo>
                  <a:cubicBezTo>
                    <a:pt x="266510" y="82379"/>
                    <a:pt x="266510" y="82308"/>
                    <a:pt x="266510" y="82249"/>
                  </a:cubicBezTo>
                  <a:cubicBezTo>
                    <a:pt x="257306" y="84773"/>
                    <a:pt x="244079" y="87023"/>
                    <a:pt x="227898" y="88833"/>
                  </a:cubicBezTo>
                  <a:cubicBezTo>
                    <a:pt x="228208" y="83880"/>
                    <a:pt x="228362" y="78867"/>
                    <a:pt x="228362" y="73831"/>
                  </a:cubicBezTo>
                  <a:cubicBezTo>
                    <a:pt x="228362" y="68794"/>
                    <a:pt x="228208" y="63782"/>
                    <a:pt x="227898" y="58829"/>
                  </a:cubicBezTo>
                  <a:lnTo>
                    <a:pt x="227898" y="58829"/>
                  </a:lnTo>
                  <a:cubicBezTo>
                    <a:pt x="244519" y="60698"/>
                    <a:pt x="258009" y="63008"/>
                    <a:pt x="267248" y="65627"/>
                  </a:cubicBezTo>
                  <a:cubicBezTo>
                    <a:pt x="267248" y="65556"/>
                    <a:pt x="267260" y="65496"/>
                    <a:pt x="267260" y="65425"/>
                  </a:cubicBezTo>
                  <a:cubicBezTo>
                    <a:pt x="259711" y="63282"/>
                    <a:pt x="249210" y="61317"/>
                    <a:pt x="236018" y="59603"/>
                  </a:cubicBezTo>
                  <a:cubicBezTo>
                    <a:pt x="233387" y="59270"/>
                    <a:pt x="230672" y="58936"/>
                    <a:pt x="227886" y="58627"/>
                  </a:cubicBezTo>
                  <a:cubicBezTo>
                    <a:pt x="227267" y="48899"/>
                    <a:pt x="226041" y="39374"/>
                    <a:pt x="224267" y="30135"/>
                  </a:cubicBezTo>
                  <a:lnTo>
                    <a:pt x="224267" y="30135"/>
                  </a:lnTo>
                  <a:cubicBezTo>
                    <a:pt x="243650" y="35945"/>
                    <a:pt x="259116" y="43446"/>
                    <a:pt x="268963" y="52019"/>
                  </a:cubicBezTo>
                  <a:cubicBezTo>
                    <a:pt x="268986" y="51864"/>
                    <a:pt x="269010" y="51709"/>
                    <a:pt x="269046" y="51566"/>
                  </a:cubicBezTo>
                  <a:cubicBezTo>
                    <a:pt x="261390" y="44946"/>
                    <a:pt x="250294" y="38886"/>
                    <a:pt x="236066" y="33659"/>
                  </a:cubicBezTo>
                  <a:cubicBezTo>
                    <a:pt x="232268" y="32266"/>
                    <a:pt x="228291" y="30945"/>
                    <a:pt x="224183" y="29718"/>
                  </a:cubicBezTo>
                  <a:cubicBezTo>
                    <a:pt x="222338" y="20277"/>
                    <a:pt x="219909" y="11133"/>
                    <a:pt x="216908" y="2417"/>
                  </a:cubicBezTo>
                  <a:cubicBezTo>
                    <a:pt x="216766" y="2513"/>
                    <a:pt x="216635" y="2620"/>
                    <a:pt x="216504" y="2715"/>
                  </a:cubicBezTo>
                  <a:cubicBezTo>
                    <a:pt x="219456" y="11299"/>
                    <a:pt x="221850" y="20277"/>
                    <a:pt x="223671" y="29563"/>
                  </a:cubicBezTo>
                  <a:cubicBezTo>
                    <a:pt x="210551" y="25682"/>
                    <a:pt x="195953" y="22646"/>
                    <a:pt x="180368" y="20539"/>
                  </a:cubicBezTo>
                  <a:cubicBezTo>
                    <a:pt x="179416" y="13490"/>
                    <a:pt x="178273" y="6644"/>
                    <a:pt x="176951" y="36"/>
                  </a:cubicBezTo>
                  <a:cubicBezTo>
                    <a:pt x="176820" y="24"/>
                    <a:pt x="176689" y="12"/>
                    <a:pt x="176558" y="0"/>
                  </a:cubicBezTo>
                  <a:close/>
                </a:path>
              </a:pathLst>
            </a:custGeom>
            <a:solidFill>
              <a:srgbClr val="E3C98E">
                <a:alpha val="246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7" name="Google Shape;107;p16"/>
          <p:cNvSpPr txBox="1"/>
          <p:nvPr>
            <p:ph type="ctrTitle"/>
          </p:nvPr>
        </p:nvSpPr>
        <p:spPr>
          <a:xfrm>
            <a:off x="1686000" y="1070225"/>
            <a:ext cx="5772000" cy="238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8" name="Google Shape;108;p16"/>
          <p:cNvSpPr txBox="1"/>
          <p:nvPr>
            <p:ph idx="1" type="subTitle"/>
          </p:nvPr>
        </p:nvSpPr>
        <p:spPr>
          <a:xfrm>
            <a:off x="1686000" y="3454023"/>
            <a:ext cx="57720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17"/>
          <p:cNvGrpSpPr/>
          <p:nvPr/>
        </p:nvGrpSpPr>
        <p:grpSpPr>
          <a:xfrm>
            <a:off x="0" y="0"/>
            <a:ext cx="9144003" cy="5143501"/>
            <a:chOff x="0" y="0"/>
            <a:chExt cx="9144003" cy="5143501"/>
          </a:xfrm>
        </p:grpSpPr>
        <p:pic>
          <p:nvPicPr>
            <p:cNvPr id="111" name="Google Shape;111;p17"/>
            <p:cNvPicPr preferRelativeResize="0"/>
            <p:nvPr/>
          </p:nvPicPr>
          <p:blipFill rotWithShape="1">
            <a:blip r:embed="rId2">
              <a:alphaModFix/>
            </a:blip>
            <a:srcRect b="8068" l="0" r="0" t="8060"/>
            <a:stretch/>
          </p:blipFill>
          <p:spPr>
            <a:xfrm>
              <a:off x="0" y="0"/>
              <a:ext cx="9144003" cy="5143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" name="Google Shape;112;p17"/>
            <p:cNvSpPr/>
            <p:nvPr/>
          </p:nvSpPr>
          <p:spPr>
            <a:xfrm>
              <a:off x="209980" y="194500"/>
              <a:ext cx="8763466" cy="4752275"/>
            </a:xfrm>
            <a:custGeom>
              <a:rect b="b" l="l" r="r" t="t"/>
              <a:pathLst>
                <a:path extrusionOk="0" h="147209" w="271904">
                  <a:moveTo>
                    <a:pt x="596" y="0"/>
                  </a:moveTo>
                  <a:lnTo>
                    <a:pt x="596" y="0"/>
                  </a:lnTo>
                  <a:cubicBezTo>
                    <a:pt x="2025" y="5965"/>
                    <a:pt x="3072" y="13895"/>
                    <a:pt x="3644" y="22312"/>
                  </a:cubicBezTo>
                  <a:cubicBezTo>
                    <a:pt x="7942" y="23515"/>
                    <a:pt x="13609" y="23932"/>
                    <a:pt x="5085" y="25063"/>
                  </a:cubicBezTo>
                  <a:cubicBezTo>
                    <a:pt x="5096" y="25110"/>
                    <a:pt x="5108" y="25146"/>
                    <a:pt x="5120" y="25194"/>
                  </a:cubicBezTo>
                  <a:cubicBezTo>
                    <a:pt x="5263" y="25301"/>
                    <a:pt x="5394" y="25396"/>
                    <a:pt x="5525" y="25503"/>
                  </a:cubicBezTo>
                  <a:cubicBezTo>
                    <a:pt x="5692" y="25539"/>
                    <a:pt x="5954" y="25479"/>
                    <a:pt x="6037" y="25658"/>
                  </a:cubicBezTo>
                  <a:cubicBezTo>
                    <a:pt x="8561" y="26230"/>
                    <a:pt x="4561" y="26670"/>
                    <a:pt x="3894" y="26789"/>
                  </a:cubicBezTo>
                  <a:cubicBezTo>
                    <a:pt x="4203" y="33719"/>
                    <a:pt x="4192" y="40803"/>
                    <a:pt x="3787" y="47256"/>
                  </a:cubicBezTo>
                  <a:cubicBezTo>
                    <a:pt x="2560" y="47137"/>
                    <a:pt x="1298" y="47006"/>
                    <a:pt x="1" y="46875"/>
                  </a:cubicBezTo>
                  <a:lnTo>
                    <a:pt x="1" y="46875"/>
                  </a:lnTo>
                  <a:cubicBezTo>
                    <a:pt x="1429" y="52840"/>
                    <a:pt x="2477" y="60770"/>
                    <a:pt x="3049" y="69199"/>
                  </a:cubicBezTo>
                  <a:cubicBezTo>
                    <a:pt x="7347" y="70402"/>
                    <a:pt x="13014" y="70818"/>
                    <a:pt x="4489" y="71949"/>
                  </a:cubicBezTo>
                  <a:cubicBezTo>
                    <a:pt x="4501" y="71985"/>
                    <a:pt x="4513" y="72033"/>
                    <a:pt x="4525" y="72069"/>
                  </a:cubicBezTo>
                  <a:cubicBezTo>
                    <a:pt x="4668" y="72176"/>
                    <a:pt x="4787" y="72283"/>
                    <a:pt x="4930" y="72390"/>
                  </a:cubicBezTo>
                  <a:cubicBezTo>
                    <a:pt x="5096" y="72414"/>
                    <a:pt x="5358" y="72366"/>
                    <a:pt x="5442" y="72545"/>
                  </a:cubicBezTo>
                  <a:cubicBezTo>
                    <a:pt x="7966" y="73104"/>
                    <a:pt x="3965" y="73557"/>
                    <a:pt x="3299" y="73664"/>
                  </a:cubicBezTo>
                  <a:cubicBezTo>
                    <a:pt x="3513" y="78510"/>
                    <a:pt x="3572" y="83427"/>
                    <a:pt x="3453" y="88154"/>
                  </a:cubicBezTo>
                  <a:cubicBezTo>
                    <a:pt x="2322" y="88047"/>
                    <a:pt x="1179" y="87928"/>
                    <a:pt x="1" y="87809"/>
                  </a:cubicBezTo>
                  <a:lnTo>
                    <a:pt x="1" y="87809"/>
                  </a:lnTo>
                  <a:cubicBezTo>
                    <a:pt x="989" y="91940"/>
                    <a:pt x="1798" y="97036"/>
                    <a:pt x="2394" y="102584"/>
                  </a:cubicBezTo>
                  <a:cubicBezTo>
                    <a:pt x="2239" y="103727"/>
                    <a:pt x="2072" y="104834"/>
                    <a:pt x="1882" y="105894"/>
                  </a:cubicBezTo>
                  <a:cubicBezTo>
                    <a:pt x="2156" y="105870"/>
                    <a:pt x="2429" y="105846"/>
                    <a:pt x="2715" y="105811"/>
                  </a:cubicBezTo>
                  <a:cubicBezTo>
                    <a:pt x="2834" y="107228"/>
                    <a:pt x="2953" y="108668"/>
                    <a:pt x="3049" y="110121"/>
                  </a:cubicBezTo>
                  <a:cubicBezTo>
                    <a:pt x="7347" y="111323"/>
                    <a:pt x="13014" y="111740"/>
                    <a:pt x="4489" y="112871"/>
                  </a:cubicBezTo>
                  <a:cubicBezTo>
                    <a:pt x="4501" y="112919"/>
                    <a:pt x="4513" y="112954"/>
                    <a:pt x="4525" y="113002"/>
                  </a:cubicBezTo>
                  <a:cubicBezTo>
                    <a:pt x="4668" y="113109"/>
                    <a:pt x="4799" y="113205"/>
                    <a:pt x="4930" y="113312"/>
                  </a:cubicBezTo>
                  <a:cubicBezTo>
                    <a:pt x="5096" y="113347"/>
                    <a:pt x="5358" y="113288"/>
                    <a:pt x="5442" y="113466"/>
                  </a:cubicBezTo>
                  <a:cubicBezTo>
                    <a:pt x="7966" y="114038"/>
                    <a:pt x="3965" y="114478"/>
                    <a:pt x="3299" y="114598"/>
                  </a:cubicBezTo>
                  <a:cubicBezTo>
                    <a:pt x="3822" y="126123"/>
                    <a:pt x="4668" y="127147"/>
                    <a:pt x="3120" y="135886"/>
                  </a:cubicBezTo>
                  <a:cubicBezTo>
                    <a:pt x="4608" y="136338"/>
                    <a:pt x="14133" y="147209"/>
                    <a:pt x="14133" y="147209"/>
                  </a:cubicBezTo>
                  <a:cubicBezTo>
                    <a:pt x="14133" y="147209"/>
                    <a:pt x="16765" y="146220"/>
                    <a:pt x="20479" y="146137"/>
                  </a:cubicBezTo>
                  <a:cubicBezTo>
                    <a:pt x="20503" y="146054"/>
                    <a:pt x="20539" y="145959"/>
                    <a:pt x="20563" y="145875"/>
                  </a:cubicBezTo>
                  <a:lnTo>
                    <a:pt x="20563" y="145875"/>
                  </a:lnTo>
                  <a:cubicBezTo>
                    <a:pt x="20491" y="146340"/>
                    <a:pt x="23242" y="146363"/>
                    <a:pt x="23158" y="146816"/>
                  </a:cubicBezTo>
                  <a:cubicBezTo>
                    <a:pt x="29516" y="146220"/>
                    <a:pt x="36481" y="145875"/>
                    <a:pt x="44589" y="145697"/>
                  </a:cubicBezTo>
                  <a:cubicBezTo>
                    <a:pt x="44613" y="145625"/>
                    <a:pt x="44637" y="145554"/>
                    <a:pt x="44661" y="145494"/>
                  </a:cubicBezTo>
                  <a:cubicBezTo>
                    <a:pt x="45090" y="145494"/>
                    <a:pt x="45530" y="145494"/>
                    <a:pt x="45959" y="145482"/>
                  </a:cubicBezTo>
                  <a:cubicBezTo>
                    <a:pt x="45959" y="145542"/>
                    <a:pt x="45959" y="145601"/>
                    <a:pt x="45959" y="145661"/>
                  </a:cubicBezTo>
                  <a:cubicBezTo>
                    <a:pt x="46173" y="145661"/>
                    <a:pt x="46387" y="145661"/>
                    <a:pt x="46602" y="145649"/>
                  </a:cubicBezTo>
                  <a:cubicBezTo>
                    <a:pt x="46637" y="145601"/>
                    <a:pt x="46661" y="145542"/>
                    <a:pt x="46685" y="145482"/>
                  </a:cubicBezTo>
                  <a:cubicBezTo>
                    <a:pt x="47197" y="145482"/>
                    <a:pt x="47709" y="145482"/>
                    <a:pt x="48221" y="145494"/>
                  </a:cubicBezTo>
                  <a:cubicBezTo>
                    <a:pt x="48221" y="145530"/>
                    <a:pt x="48221" y="145578"/>
                    <a:pt x="48221" y="145625"/>
                  </a:cubicBezTo>
                  <a:cubicBezTo>
                    <a:pt x="50912" y="145578"/>
                    <a:pt x="53900" y="145542"/>
                    <a:pt x="57031" y="145518"/>
                  </a:cubicBezTo>
                  <a:cubicBezTo>
                    <a:pt x="59651" y="145542"/>
                    <a:pt x="62151" y="145566"/>
                    <a:pt x="64461" y="145601"/>
                  </a:cubicBezTo>
                  <a:cubicBezTo>
                    <a:pt x="64461" y="145566"/>
                    <a:pt x="64461" y="145530"/>
                    <a:pt x="64461" y="145494"/>
                  </a:cubicBezTo>
                  <a:cubicBezTo>
                    <a:pt x="65592" y="145488"/>
                    <a:pt x="66726" y="145485"/>
                    <a:pt x="67860" y="145485"/>
                  </a:cubicBezTo>
                  <a:cubicBezTo>
                    <a:pt x="68994" y="145485"/>
                    <a:pt x="70128" y="145488"/>
                    <a:pt x="71259" y="145494"/>
                  </a:cubicBezTo>
                  <a:cubicBezTo>
                    <a:pt x="71402" y="145578"/>
                    <a:pt x="71545" y="145661"/>
                    <a:pt x="71700" y="145744"/>
                  </a:cubicBezTo>
                  <a:cubicBezTo>
                    <a:pt x="78891" y="145947"/>
                    <a:pt x="85190" y="146268"/>
                    <a:pt x="90976" y="146816"/>
                  </a:cubicBezTo>
                  <a:cubicBezTo>
                    <a:pt x="90845" y="146054"/>
                    <a:pt x="90714" y="145256"/>
                    <a:pt x="90595" y="144435"/>
                  </a:cubicBezTo>
                  <a:lnTo>
                    <a:pt x="90595" y="144435"/>
                  </a:lnTo>
                  <a:cubicBezTo>
                    <a:pt x="91429" y="144792"/>
                    <a:pt x="92191" y="145304"/>
                    <a:pt x="92976" y="145744"/>
                  </a:cubicBezTo>
                  <a:cubicBezTo>
                    <a:pt x="96596" y="145851"/>
                    <a:pt x="99989" y="145982"/>
                    <a:pt x="103204" y="146161"/>
                  </a:cubicBezTo>
                  <a:cubicBezTo>
                    <a:pt x="103156" y="146375"/>
                    <a:pt x="103121" y="146601"/>
                    <a:pt x="103085" y="146828"/>
                  </a:cubicBezTo>
                  <a:cubicBezTo>
                    <a:pt x="104573" y="146685"/>
                    <a:pt x="106109" y="146554"/>
                    <a:pt x="107669" y="146447"/>
                  </a:cubicBezTo>
                  <a:cubicBezTo>
                    <a:pt x="109240" y="146554"/>
                    <a:pt x="110764" y="146685"/>
                    <a:pt x="112265" y="146828"/>
                  </a:cubicBezTo>
                  <a:cubicBezTo>
                    <a:pt x="112217" y="146601"/>
                    <a:pt x="112181" y="146375"/>
                    <a:pt x="112146" y="146161"/>
                  </a:cubicBezTo>
                  <a:cubicBezTo>
                    <a:pt x="115979" y="145947"/>
                    <a:pt x="120075" y="145792"/>
                    <a:pt x="124504" y="145697"/>
                  </a:cubicBezTo>
                  <a:cubicBezTo>
                    <a:pt x="125022" y="144156"/>
                    <a:pt x="125413" y="143165"/>
                    <a:pt x="125645" y="143165"/>
                  </a:cubicBezTo>
                  <a:cubicBezTo>
                    <a:pt x="125846" y="143165"/>
                    <a:pt x="125929" y="143902"/>
                    <a:pt x="125873" y="145661"/>
                  </a:cubicBezTo>
                  <a:cubicBezTo>
                    <a:pt x="126100" y="145661"/>
                    <a:pt x="126302" y="145661"/>
                    <a:pt x="126528" y="145649"/>
                  </a:cubicBezTo>
                  <a:cubicBezTo>
                    <a:pt x="127181" y="144357"/>
                    <a:pt x="127670" y="143321"/>
                    <a:pt x="127939" y="143321"/>
                  </a:cubicBezTo>
                  <a:cubicBezTo>
                    <a:pt x="128150" y="143321"/>
                    <a:pt x="128225" y="143963"/>
                    <a:pt x="128136" y="145625"/>
                  </a:cubicBezTo>
                  <a:cubicBezTo>
                    <a:pt x="130541" y="145589"/>
                    <a:pt x="133184" y="145554"/>
                    <a:pt x="135946" y="145530"/>
                  </a:cubicBezTo>
                  <a:cubicBezTo>
                    <a:pt x="138720" y="145554"/>
                    <a:pt x="141352" y="145589"/>
                    <a:pt x="143757" y="145625"/>
                  </a:cubicBezTo>
                  <a:cubicBezTo>
                    <a:pt x="143667" y="143963"/>
                    <a:pt x="143745" y="143321"/>
                    <a:pt x="143959" y="143321"/>
                  </a:cubicBezTo>
                  <a:cubicBezTo>
                    <a:pt x="144230" y="143321"/>
                    <a:pt x="144723" y="144357"/>
                    <a:pt x="145376" y="145649"/>
                  </a:cubicBezTo>
                  <a:cubicBezTo>
                    <a:pt x="145590" y="145661"/>
                    <a:pt x="145804" y="145661"/>
                    <a:pt x="146019" y="145661"/>
                  </a:cubicBezTo>
                  <a:cubicBezTo>
                    <a:pt x="145964" y="143902"/>
                    <a:pt x="146046" y="143165"/>
                    <a:pt x="146247" y="143165"/>
                  </a:cubicBezTo>
                  <a:cubicBezTo>
                    <a:pt x="146479" y="143165"/>
                    <a:pt x="146870" y="144156"/>
                    <a:pt x="147388" y="145697"/>
                  </a:cubicBezTo>
                  <a:cubicBezTo>
                    <a:pt x="151817" y="145792"/>
                    <a:pt x="155913" y="145947"/>
                    <a:pt x="159759" y="146161"/>
                  </a:cubicBezTo>
                  <a:cubicBezTo>
                    <a:pt x="159711" y="146375"/>
                    <a:pt x="159675" y="146601"/>
                    <a:pt x="159640" y="146828"/>
                  </a:cubicBezTo>
                  <a:cubicBezTo>
                    <a:pt x="161128" y="146685"/>
                    <a:pt x="162664" y="146554"/>
                    <a:pt x="164223" y="146447"/>
                  </a:cubicBezTo>
                  <a:cubicBezTo>
                    <a:pt x="165795" y="146554"/>
                    <a:pt x="167319" y="146685"/>
                    <a:pt x="168819" y="146828"/>
                  </a:cubicBezTo>
                  <a:cubicBezTo>
                    <a:pt x="168772" y="146601"/>
                    <a:pt x="168736" y="146375"/>
                    <a:pt x="168700" y="146161"/>
                  </a:cubicBezTo>
                  <a:cubicBezTo>
                    <a:pt x="171915" y="145982"/>
                    <a:pt x="175296" y="145851"/>
                    <a:pt x="178916" y="145744"/>
                  </a:cubicBezTo>
                  <a:cubicBezTo>
                    <a:pt x="179702" y="145304"/>
                    <a:pt x="180464" y="144792"/>
                    <a:pt x="181309" y="144435"/>
                  </a:cubicBezTo>
                  <a:lnTo>
                    <a:pt x="181309" y="144435"/>
                  </a:lnTo>
                  <a:cubicBezTo>
                    <a:pt x="181190" y="145256"/>
                    <a:pt x="181059" y="146054"/>
                    <a:pt x="180916" y="146816"/>
                  </a:cubicBezTo>
                  <a:cubicBezTo>
                    <a:pt x="186714" y="146268"/>
                    <a:pt x="193001" y="145947"/>
                    <a:pt x="200204" y="145744"/>
                  </a:cubicBezTo>
                  <a:cubicBezTo>
                    <a:pt x="200347" y="145661"/>
                    <a:pt x="200490" y="145578"/>
                    <a:pt x="200645" y="145494"/>
                  </a:cubicBezTo>
                  <a:cubicBezTo>
                    <a:pt x="201770" y="145488"/>
                    <a:pt x="202904" y="145485"/>
                    <a:pt x="204039" y="145485"/>
                  </a:cubicBezTo>
                  <a:cubicBezTo>
                    <a:pt x="205175" y="145485"/>
                    <a:pt x="206312" y="145488"/>
                    <a:pt x="207443" y="145494"/>
                  </a:cubicBezTo>
                  <a:cubicBezTo>
                    <a:pt x="207443" y="145530"/>
                    <a:pt x="207443" y="145566"/>
                    <a:pt x="207431" y="145601"/>
                  </a:cubicBezTo>
                  <a:cubicBezTo>
                    <a:pt x="209741" y="145566"/>
                    <a:pt x="212253" y="145542"/>
                    <a:pt x="214873" y="145518"/>
                  </a:cubicBezTo>
                  <a:cubicBezTo>
                    <a:pt x="218004" y="145542"/>
                    <a:pt x="220981" y="145578"/>
                    <a:pt x="223683" y="145625"/>
                  </a:cubicBezTo>
                  <a:cubicBezTo>
                    <a:pt x="223671" y="145578"/>
                    <a:pt x="223671" y="145530"/>
                    <a:pt x="223671" y="145494"/>
                  </a:cubicBezTo>
                  <a:cubicBezTo>
                    <a:pt x="224183" y="145494"/>
                    <a:pt x="224695" y="145482"/>
                    <a:pt x="225207" y="145482"/>
                  </a:cubicBezTo>
                  <a:cubicBezTo>
                    <a:pt x="225243" y="145542"/>
                    <a:pt x="225267" y="145601"/>
                    <a:pt x="225291" y="145649"/>
                  </a:cubicBezTo>
                  <a:cubicBezTo>
                    <a:pt x="225517" y="145661"/>
                    <a:pt x="225731" y="145661"/>
                    <a:pt x="225945" y="145661"/>
                  </a:cubicBezTo>
                  <a:cubicBezTo>
                    <a:pt x="225945" y="145601"/>
                    <a:pt x="225934" y="145542"/>
                    <a:pt x="225934" y="145482"/>
                  </a:cubicBezTo>
                  <a:cubicBezTo>
                    <a:pt x="226374" y="145482"/>
                    <a:pt x="226803" y="145482"/>
                    <a:pt x="227243" y="145494"/>
                  </a:cubicBezTo>
                  <a:cubicBezTo>
                    <a:pt x="227267" y="145554"/>
                    <a:pt x="227291" y="145625"/>
                    <a:pt x="227315" y="145697"/>
                  </a:cubicBezTo>
                  <a:cubicBezTo>
                    <a:pt x="235411" y="145875"/>
                    <a:pt x="242376" y="146220"/>
                    <a:pt x="248734" y="146816"/>
                  </a:cubicBezTo>
                  <a:cubicBezTo>
                    <a:pt x="248651" y="146363"/>
                    <a:pt x="248579" y="145899"/>
                    <a:pt x="248508" y="145423"/>
                  </a:cubicBezTo>
                  <a:lnTo>
                    <a:pt x="248508" y="145423"/>
                  </a:lnTo>
                  <a:cubicBezTo>
                    <a:pt x="248532" y="145506"/>
                    <a:pt x="248567" y="145601"/>
                    <a:pt x="248591" y="145697"/>
                  </a:cubicBezTo>
                  <a:cubicBezTo>
                    <a:pt x="256699" y="145875"/>
                    <a:pt x="263664" y="146220"/>
                    <a:pt x="270022" y="146816"/>
                  </a:cubicBezTo>
                  <a:cubicBezTo>
                    <a:pt x="268463" y="138065"/>
                    <a:pt x="268082" y="126123"/>
                    <a:pt x="268606" y="114598"/>
                  </a:cubicBezTo>
                  <a:cubicBezTo>
                    <a:pt x="267939" y="114478"/>
                    <a:pt x="263926" y="114038"/>
                    <a:pt x="266462" y="113466"/>
                  </a:cubicBezTo>
                  <a:cubicBezTo>
                    <a:pt x="266546" y="113288"/>
                    <a:pt x="266808" y="113347"/>
                    <a:pt x="266974" y="113312"/>
                  </a:cubicBezTo>
                  <a:cubicBezTo>
                    <a:pt x="267105" y="113205"/>
                    <a:pt x="267236" y="113109"/>
                    <a:pt x="267367" y="113002"/>
                  </a:cubicBezTo>
                  <a:cubicBezTo>
                    <a:pt x="267391" y="112954"/>
                    <a:pt x="267403" y="112919"/>
                    <a:pt x="267415" y="112871"/>
                  </a:cubicBezTo>
                  <a:cubicBezTo>
                    <a:pt x="258878" y="111740"/>
                    <a:pt x="264557" y="111323"/>
                    <a:pt x="268856" y="110121"/>
                  </a:cubicBezTo>
                  <a:cubicBezTo>
                    <a:pt x="268951" y="108668"/>
                    <a:pt x="269070" y="107228"/>
                    <a:pt x="269189" y="105811"/>
                  </a:cubicBezTo>
                  <a:cubicBezTo>
                    <a:pt x="269463" y="105846"/>
                    <a:pt x="269749" y="105870"/>
                    <a:pt x="270022" y="105894"/>
                  </a:cubicBezTo>
                  <a:cubicBezTo>
                    <a:pt x="269832" y="104834"/>
                    <a:pt x="269653" y="103727"/>
                    <a:pt x="269510" y="102584"/>
                  </a:cubicBezTo>
                  <a:cubicBezTo>
                    <a:pt x="270094" y="97036"/>
                    <a:pt x="270903" y="91940"/>
                    <a:pt x="271904" y="87809"/>
                  </a:cubicBezTo>
                  <a:lnTo>
                    <a:pt x="271904" y="87809"/>
                  </a:lnTo>
                  <a:cubicBezTo>
                    <a:pt x="270725" y="87928"/>
                    <a:pt x="269570" y="88047"/>
                    <a:pt x="268451" y="88154"/>
                  </a:cubicBezTo>
                  <a:cubicBezTo>
                    <a:pt x="268320" y="83427"/>
                    <a:pt x="268379" y="78510"/>
                    <a:pt x="268606" y="73664"/>
                  </a:cubicBezTo>
                  <a:cubicBezTo>
                    <a:pt x="267939" y="73557"/>
                    <a:pt x="263926" y="73104"/>
                    <a:pt x="266462" y="72545"/>
                  </a:cubicBezTo>
                  <a:cubicBezTo>
                    <a:pt x="266546" y="72366"/>
                    <a:pt x="266808" y="72426"/>
                    <a:pt x="266974" y="72390"/>
                  </a:cubicBezTo>
                  <a:cubicBezTo>
                    <a:pt x="267105" y="72283"/>
                    <a:pt x="267236" y="72176"/>
                    <a:pt x="267367" y="72069"/>
                  </a:cubicBezTo>
                  <a:cubicBezTo>
                    <a:pt x="267391" y="72033"/>
                    <a:pt x="267403" y="71985"/>
                    <a:pt x="267415" y="71949"/>
                  </a:cubicBezTo>
                  <a:cubicBezTo>
                    <a:pt x="258878" y="70818"/>
                    <a:pt x="264557" y="70402"/>
                    <a:pt x="268856" y="69199"/>
                  </a:cubicBezTo>
                  <a:cubicBezTo>
                    <a:pt x="269415" y="60770"/>
                    <a:pt x="270463" y="52840"/>
                    <a:pt x="271904" y="46875"/>
                  </a:cubicBezTo>
                  <a:lnTo>
                    <a:pt x="271904" y="46875"/>
                  </a:lnTo>
                  <a:cubicBezTo>
                    <a:pt x="270606" y="47006"/>
                    <a:pt x="269344" y="47137"/>
                    <a:pt x="268105" y="47256"/>
                  </a:cubicBezTo>
                  <a:cubicBezTo>
                    <a:pt x="267713" y="40803"/>
                    <a:pt x="267689" y="33719"/>
                    <a:pt x="268010" y="26789"/>
                  </a:cubicBezTo>
                  <a:cubicBezTo>
                    <a:pt x="267343" y="26670"/>
                    <a:pt x="263331" y="26230"/>
                    <a:pt x="265867" y="25658"/>
                  </a:cubicBezTo>
                  <a:cubicBezTo>
                    <a:pt x="265950" y="25479"/>
                    <a:pt x="266212" y="25539"/>
                    <a:pt x="266379" y="25503"/>
                  </a:cubicBezTo>
                  <a:cubicBezTo>
                    <a:pt x="266510" y="25396"/>
                    <a:pt x="266641" y="25301"/>
                    <a:pt x="266772" y="25194"/>
                  </a:cubicBezTo>
                  <a:cubicBezTo>
                    <a:pt x="266796" y="25146"/>
                    <a:pt x="266808" y="25110"/>
                    <a:pt x="266820" y="25063"/>
                  </a:cubicBezTo>
                  <a:cubicBezTo>
                    <a:pt x="258283" y="23932"/>
                    <a:pt x="263962" y="23515"/>
                    <a:pt x="268260" y="22312"/>
                  </a:cubicBezTo>
                  <a:cubicBezTo>
                    <a:pt x="268415" y="19919"/>
                    <a:pt x="268856" y="15300"/>
                    <a:pt x="268856" y="15300"/>
                  </a:cubicBezTo>
                  <a:lnTo>
                    <a:pt x="254901" y="1453"/>
                  </a:lnTo>
                  <a:cubicBezTo>
                    <a:pt x="254901" y="1453"/>
                    <a:pt x="251413" y="1679"/>
                    <a:pt x="249615" y="1774"/>
                  </a:cubicBezTo>
                  <a:cubicBezTo>
                    <a:pt x="249746" y="1167"/>
                    <a:pt x="249889" y="572"/>
                    <a:pt x="250020" y="0"/>
                  </a:cubicBezTo>
                  <a:lnTo>
                    <a:pt x="250020" y="0"/>
                  </a:lnTo>
                  <a:cubicBezTo>
                    <a:pt x="240828" y="929"/>
                    <a:pt x="233577" y="1572"/>
                    <a:pt x="225017" y="1929"/>
                  </a:cubicBezTo>
                  <a:cubicBezTo>
                    <a:pt x="224814" y="2179"/>
                    <a:pt x="224600" y="2441"/>
                    <a:pt x="224386" y="2715"/>
                  </a:cubicBezTo>
                  <a:cubicBezTo>
                    <a:pt x="223731" y="2953"/>
                    <a:pt x="223112" y="3274"/>
                    <a:pt x="222647" y="3751"/>
                  </a:cubicBezTo>
                  <a:cubicBezTo>
                    <a:pt x="222755" y="3346"/>
                    <a:pt x="222945" y="2774"/>
                    <a:pt x="223219" y="2000"/>
                  </a:cubicBezTo>
                  <a:cubicBezTo>
                    <a:pt x="223094" y="1992"/>
                    <a:pt x="222968" y="1988"/>
                    <a:pt x="222843" y="1988"/>
                  </a:cubicBezTo>
                  <a:cubicBezTo>
                    <a:pt x="221740" y="1988"/>
                    <a:pt x="220632" y="2285"/>
                    <a:pt x="219537" y="2285"/>
                  </a:cubicBezTo>
                  <a:cubicBezTo>
                    <a:pt x="219371" y="2285"/>
                    <a:pt x="219205" y="2278"/>
                    <a:pt x="219040" y="2262"/>
                  </a:cubicBezTo>
                  <a:cubicBezTo>
                    <a:pt x="218567" y="2506"/>
                    <a:pt x="218202" y="2952"/>
                    <a:pt x="217926" y="2952"/>
                  </a:cubicBezTo>
                  <a:cubicBezTo>
                    <a:pt x="217744" y="2952"/>
                    <a:pt x="217601" y="2757"/>
                    <a:pt x="217492" y="2179"/>
                  </a:cubicBezTo>
                  <a:cubicBezTo>
                    <a:pt x="216420" y="2203"/>
                    <a:pt x="215337" y="2227"/>
                    <a:pt x="214218" y="2239"/>
                  </a:cubicBezTo>
                  <a:cubicBezTo>
                    <a:pt x="210515" y="2179"/>
                    <a:pt x="207169" y="2084"/>
                    <a:pt x="204002" y="1965"/>
                  </a:cubicBezTo>
                  <a:cubicBezTo>
                    <a:pt x="203967" y="2131"/>
                    <a:pt x="203943" y="2298"/>
                    <a:pt x="203919" y="2453"/>
                  </a:cubicBezTo>
                  <a:cubicBezTo>
                    <a:pt x="203550" y="2560"/>
                    <a:pt x="203181" y="2679"/>
                    <a:pt x="202824" y="2822"/>
                  </a:cubicBezTo>
                  <a:cubicBezTo>
                    <a:pt x="202776" y="2548"/>
                    <a:pt x="202728" y="2239"/>
                    <a:pt x="202681" y="1905"/>
                  </a:cubicBezTo>
                  <a:cubicBezTo>
                    <a:pt x="194453" y="1524"/>
                    <a:pt x="187357" y="905"/>
                    <a:pt x="178440" y="0"/>
                  </a:cubicBezTo>
                  <a:lnTo>
                    <a:pt x="178440" y="0"/>
                  </a:lnTo>
                  <a:cubicBezTo>
                    <a:pt x="178582" y="572"/>
                    <a:pt x="178713" y="1167"/>
                    <a:pt x="178844" y="1774"/>
                  </a:cubicBezTo>
                  <a:cubicBezTo>
                    <a:pt x="175773" y="1607"/>
                    <a:pt x="172832" y="1417"/>
                    <a:pt x="169831" y="1179"/>
                  </a:cubicBezTo>
                  <a:cubicBezTo>
                    <a:pt x="169927" y="774"/>
                    <a:pt x="170010" y="381"/>
                    <a:pt x="170105" y="0"/>
                  </a:cubicBezTo>
                  <a:lnTo>
                    <a:pt x="170105" y="0"/>
                  </a:lnTo>
                  <a:cubicBezTo>
                    <a:pt x="167843" y="226"/>
                    <a:pt x="165700" y="441"/>
                    <a:pt x="163628" y="631"/>
                  </a:cubicBezTo>
                  <a:cubicBezTo>
                    <a:pt x="161556" y="441"/>
                    <a:pt x="159413" y="226"/>
                    <a:pt x="157163" y="0"/>
                  </a:cubicBezTo>
                  <a:lnTo>
                    <a:pt x="157163" y="0"/>
                  </a:lnTo>
                  <a:cubicBezTo>
                    <a:pt x="157246" y="381"/>
                    <a:pt x="157342" y="774"/>
                    <a:pt x="157425" y="1179"/>
                  </a:cubicBezTo>
                  <a:cubicBezTo>
                    <a:pt x="153377" y="1500"/>
                    <a:pt x="149400" y="1750"/>
                    <a:pt x="145102" y="1929"/>
                  </a:cubicBezTo>
                  <a:cubicBezTo>
                    <a:pt x="144154" y="3043"/>
                    <a:pt x="143049" y="4616"/>
                    <a:pt x="142712" y="4616"/>
                  </a:cubicBezTo>
                  <a:cubicBezTo>
                    <a:pt x="142491" y="4616"/>
                    <a:pt x="142601" y="3936"/>
                    <a:pt x="143304" y="2000"/>
                  </a:cubicBezTo>
                  <a:cubicBezTo>
                    <a:pt x="143179" y="1992"/>
                    <a:pt x="143053" y="1988"/>
                    <a:pt x="142928" y="1988"/>
                  </a:cubicBezTo>
                  <a:cubicBezTo>
                    <a:pt x="141825" y="1988"/>
                    <a:pt x="140718" y="2285"/>
                    <a:pt x="139622" y="2285"/>
                  </a:cubicBezTo>
                  <a:cubicBezTo>
                    <a:pt x="139456" y="2285"/>
                    <a:pt x="139290" y="2278"/>
                    <a:pt x="139125" y="2262"/>
                  </a:cubicBezTo>
                  <a:cubicBezTo>
                    <a:pt x="138780" y="2441"/>
                    <a:pt x="138494" y="2715"/>
                    <a:pt x="138256" y="2858"/>
                  </a:cubicBezTo>
                  <a:lnTo>
                    <a:pt x="138256" y="2250"/>
                  </a:lnTo>
                  <a:cubicBezTo>
                    <a:pt x="138030" y="2250"/>
                    <a:pt x="137803" y="2239"/>
                    <a:pt x="137589" y="2239"/>
                  </a:cubicBezTo>
                  <a:cubicBezTo>
                    <a:pt x="137577" y="2215"/>
                    <a:pt x="137577" y="2203"/>
                    <a:pt x="137565" y="2179"/>
                  </a:cubicBezTo>
                  <a:cubicBezTo>
                    <a:pt x="137041" y="2191"/>
                    <a:pt x="136494" y="2203"/>
                    <a:pt x="135946" y="2215"/>
                  </a:cubicBezTo>
                  <a:cubicBezTo>
                    <a:pt x="135410" y="2203"/>
                    <a:pt x="134863" y="2191"/>
                    <a:pt x="134327" y="2179"/>
                  </a:cubicBezTo>
                  <a:cubicBezTo>
                    <a:pt x="134327" y="2203"/>
                    <a:pt x="134327" y="2215"/>
                    <a:pt x="134315" y="2239"/>
                  </a:cubicBezTo>
                  <a:cubicBezTo>
                    <a:pt x="134089" y="2239"/>
                    <a:pt x="133874" y="2250"/>
                    <a:pt x="133648" y="2250"/>
                  </a:cubicBezTo>
                  <a:lnTo>
                    <a:pt x="133648" y="2858"/>
                  </a:lnTo>
                  <a:cubicBezTo>
                    <a:pt x="133410" y="2715"/>
                    <a:pt x="133124" y="2441"/>
                    <a:pt x="132779" y="2262"/>
                  </a:cubicBezTo>
                  <a:cubicBezTo>
                    <a:pt x="132604" y="2280"/>
                    <a:pt x="132429" y="2288"/>
                    <a:pt x="132254" y="2288"/>
                  </a:cubicBezTo>
                  <a:cubicBezTo>
                    <a:pt x="131165" y="2288"/>
                    <a:pt x="130064" y="1988"/>
                    <a:pt x="128968" y="1988"/>
                  </a:cubicBezTo>
                  <a:cubicBezTo>
                    <a:pt x="128845" y="1988"/>
                    <a:pt x="128723" y="1992"/>
                    <a:pt x="128600" y="2000"/>
                  </a:cubicBezTo>
                  <a:cubicBezTo>
                    <a:pt x="129303" y="3936"/>
                    <a:pt x="129413" y="4616"/>
                    <a:pt x="129192" y="4616"/>
                  </a:cubicBezTo>
                  <a:cubicBezTo>
                    <a:pt x="128855" y="4616"/>
                    <a:pt x="127750" y="3043"/>
                    <a:pt x="126802" y="1929"/>
                  </a:cubicBezTo>
                  <a:cubicBezTo>
                    <a:pt x="122492" y="1750"/>
                    <a:pt x="118527" y="1500"/>
                    <a:pt x="114467" y="1179"/>
                  </a:cubicBezTo>
                  <a:cubicBezTo>
                    <a:pt x="114562" y="774"/>
                    <a:pt x="114646" y="381"/>
                    <a:pt x="114741" y="0"/>
                  </a:cubicBezTo>
                  <a:lnTo>
                    <a:pt x="114741" y="0"/>
                  </a:lnTo>
                  <a:cubicBezTo>
                    <a:pt x="112491" y="226"/>
                    <a:pt x="110348" y="441"/>
                    <a:pt x="108276" y="631"/>
                  </a:cubicBezTo>
                  <a:cubicBezTo>
                    <a:pt x="106192" y="441"/>
                    <a:pt x="104061" y="226"/>
                    <a:pt x="101799" y="0"/>
                  </a:cubicBezTo>
                  <a:lnTo>
                    <a:pt x="101799" y="0"/>
                  </a:lnTo>
                  <a:cubicBezTo>
                    <a:pt x="101894" y="381"/>
                    <a:pt x="101978" y="774"/>
                    <a:pt x="102073" y="1179"/>
                  </a:cubicBezTo>
                  <a:cubicBezTo>
                    <a:pt x="99072" y="1417"/>
                    <a:pt x="96132" y="1607"/>
                    <a:pt x="93060" y="1774"/>
                  </a:cubicBezTo>
                  <a:cubicBezTo>
                    <a:pt x="93191" y="1167"/>
                    <a:pt x="93322" y="572"/>
                    <a:pt x="93465" y="0"/>
                  </a:cubicBezTo>
                  <a:lnTo>
                    <a:pt x="93465" y="0"/>
                  </a:lnTo>
                  <a:cubicBezTo>
                    <a:pt x="84535" y="905"/>
                    <a:pt x="77439" y="1524"/>
                    <a:pt x="69212" y="1905"/>
                  </a:cubicBezTo>
                  <a:cubicBezTo>
                    <a:pt x="69164" y="2239"/>
                    <a:pt x="69116" y="2548"/>
                    <a:pt x="69081" y="2822"/>
                  </a:cubicBezTo>
                  <a:cubicBezTo>
                    <a:pt x="68723" y="2667"/>
                    <a:pt x="68342" y="2548"/>
                    <a:pt x="67973" y="2453"/>
                  </a:cubicBezTo>
                  <a:cubicBezTo>
                    <a:pt x="67950" y="2298"/>
                    <a:pt x="67926" y="2131"/>
                    <a:pt x="67902" y="1953"/>
                  </a:cubicBezTo>
                  <a:cubicBezTo>
                    <a:pt x="64735" y="2084"/>
                    <a:pt x="61377" y="2179"/>
                    <a:pt x="57686" y="2239"/>
                  </a:cubicBezTo>
                  <a:cubicBezTo>
                    <a:pt x="56567" y="2227"/>
                    <a:pt x="55472" y="2203"/>
                    <a:pt x="54412" y="2179"/>
                  </a:cubicBezTo>
                  <a:cubicBezTo>
                    <a:pt x="54303" y="2757"/>
                    <a:pt x="54160" y="2952"/>
                    <a:pt x="53977" y="2952"/>
                  </a:cubicBezTo>
                  <a:cubicBezTo>
                    <a:pt x="53701" y="2952"/>
                    <a:pt x="53333" y="2506"/>
                    <a:pt x="52852" y="2262"/>
                  </a:cubicBezTo>
                  <a:cubicBezTo>
                    <a:pt x="52687" y="2278"/>
                    <a:pt x="52522" y="2285"/>
                    <a:pt x="52356" y="2285"/>
                  </a:cubicBezTo>
                  <a:cubicBezTo>
                    <a:pt x="51262" y="2285"/>
                    <a:pt x="50161" y="1988"/>
                    <a:pt x="49052" y="1988"/>
                  </a:cubicBezTo>
                  <a:cubicBezTo>
                    <a:pt x="48926" y="1988"/>
                    <a:pt x="48800" y="1992"/>
                    <a:pt x="48673" y="2000"/>
                  </a:cubicBezTo>
                  <a:cubicBezTo>
                    <a:pt x="48959" y="2774"/>
                    <a:pt x="49138" y="3346"/>
                    <a:pt x="49257" y="3751"/>
                  </a:cubicBezTo>
                  <a:cubicBezTo>
                    <a:pt x="48792" y="3274"/>
                    <a:pt x="48173" y="2953"/>
                    <a:pt x="47518" y="2703"/>
                  </a:cubicBezTo>
                  <a:cubicBezTo>
                    <a:pt x="47304" y="2441"/>
                    <a:pt x="47090" y="2179"/>
                    <a:pt x="46875" y="1929"/>
                  </a:cubicBezTo>
                  <a:cubicBezTo>
                    <a:pt x="38315" y="1572"/>
                    <a:pt x="31064" y="929"/>
                    <a:pt x="21872" y="0"/>
                  </a:cubicBezTo>
                  <a:lnTo>
                    <a:pt x="21872" y="0"/>
                  </a:lnTo>
                  <a:cubicBezTo>
                    <a:pt x="22015" y="572"/>
                    <a:pt x="22146" y="1167"/>
                    <a:pt x="22277" y="1774"/>
                  </a:cubicBezTo>
                  <a:cubicBezTo>
                    <a:pt x="15098" y="1393"/>
                    <a:pt x="8573" y="810"/>
                    <a:pt x="5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7"/>
            <p:cNvSpPr/>
            <p:nvPr/>
          </p:nvSpPr>
          <p:spPr>
            <a:xfrm>
              <a:off x="283950" y="193150"/>
              <a:ext cx="8615526" cy="4752359"/>
            </a:xfrm>
            <a:custGeom>
              <a:rect b="b" l="l" r="r" t="t"/>
              <a:pathLst>
                <a:path extrusionOk="0" h="146757" w="269046">
                  <a:moveTo>
                    <a:pt x="21241" y="131"/>
                  </a:moveTo>
                  <a:cubicBezTo>
                    <a:pt x="20884" y="346"/>
                    <a:pt x="20527" y="572"/>
                    <a:pt x="20170" y="798"/>
                  </a:cubicBezTo>
                  <a:cubicBezTo>
                    <a:pt x="20217" y="953"/>
                    <a:pt x="20253" y="1120"/>
                    <a:pt x="20289" y="1286"/>
                  </a:cubicBezTo>
                  <a:cubicBezTo>
                    <a:pt x="20860" y="929"/>
                    <a:pt x="21432" y="560"/>
                    <a:pt x="22015" y="203"/>
                  </a:cubicBezTo>
                  <a:cubicBezTo>
                    <a:pt x="21753" y="179"/>
                    <a:pt x="21503" y="155"/>
                    <a:pt x="21241" y="131"/>
                  </a:cubicBezTo>
                  <a:close/>
                  <a:moveTo>
                    <a:pt x="18777" y="1691"/>
                  </a:moveTo>
                  <a:cubicBezTo>
                    <a:pt x="18515" y="1858"/>
                    <a:pt x="18265" y="2012"/>
                    <a:pt x="18015" y="2179"/>
                  </a:cubicBezTo>
                  <a:cubicBezTo>
                    <a:pt x="11788" y="6263"/>
                    <a:pt x="6156" y="10644"/>
                    <a:pt x="1155" y="15252"/>
                  </a:cubicBezTo>
                  <a:cubicBezTo>
                    <a:pt x="1179" y="15455"/>
                    <a:pt x="1203" y="15657"/>
                    <a:pt x="1215" y="15848"/>
                  </a:cubicBezTo>
                  <a:cubicBezTo>
                    <a:pt x="6263" y="11156"/>
                    <a:pt x="11966" y="6727"/>
                    <a:pt x="18277" y="2584"/>
                  </a:cubicBezTo>
                  <a:cubicBezTo>
                    <a:pt x="18705" y="2298"/>
                    <a:pt x="19146" y="2012"/>
                    <a:pt x="19574" y="1739"/>
                  </a:cubicBezTo>
                  <a:cubicBezTo>
                    <a:pt x="19312" y="1727"/>
                    <a:pt x="19039" y="1703"/>
                    <a:pt x="18777" y="1691"/>
                  </a:cubicBezTo>
                  <a:close/>
                  <a:moveTo>
                    <a:pt x="257199" y="5608"/>
                  </a:moveTo>
                  <a:cubicBezTo>
                    <a:pt x="259819" y="11180"/>
                    <a:pt x="262128" y="16943"/>
                    <a:pt x="264105" y="22884"/>
                  </a:cubicBezTo>
                  <a:cubicBezTo>
                    <a:pt x="264307" y="22836"/>
                    <a:pt x="264522" y="22789"/>
                    <a:pt x="264736" y="22741"/>
                  </a:cubicBezTo>
                  <a:cubicBezTo>
                    <a:pt x="262950" y="17360"/>
                    <a:pt x="260890" y="12085"/>
                    <a:pt x="258557" y="6942"/>
                  </a:cubicBezTo>
                  <a:lnTo>
                    <a:pt x="257199" y="5608"/>
                  </a:lnTo>
                  <a:close/>
                  <a:moveTo>
                    <a:pt x="234685" y="1239"/>
                  </a:moveTo>
                  <a:cubicBezTo>
                    <a:pt x="234423" y="1262"/>
                    <a:pt x="234149" y="1286"/>
                    <a:pt x="233887" y="1298"/>
                  </a:cubicBezTo>
                  <a:cubicBezTo>
                    <a:pt x="234554" y="1727"/>
                    <a:pt x="235220" y="2143"/>
                    <a:pt x="235875" y="2584"/>
                  </a:cubicBezTo>
                  <a:cubicBezTo>
                    <a:pt x="245662" y="9001"/>
                    <a:pt x="253961" y="16145"/>
                    <a:pt x="260676" y="23813"/>
                  </a:cubicBezTo>
                  <a:cubicBezTo>
                    <a:pt x="260783" y="23741"/>
                    <a:pt x="260938" y="23682"/>
                    <a:pt x="261140" y="23610"/>
                  </a:cubicBezTo>
                  <a:cubicBezTo>
                    <a:pt x="254377" y="15871"/>
                    <a:pt x="246007" y="8656"/>
                    <a:pt x="236137" y="2179"/>
                  </a:cubicBezTo>
                  <a:cubicBezTo>
                    <a:pt x="235649" y="1870"/>
                    <a:pt x="235173" y="1548"/>
                    <a:pt x="234685" y="1239"/>
                  </a:cubicBezTo>
                  <a:close/>
                  <a:moveTo>
                    <a:pt x="264807" y="25051"/>
                  </a:moveTo>
                  <a:lnTo>
                    <a:pt x="264867" y="25218"/>
                  </a:lnTo>
                  <a:cubicBezTo>
                    <a:pt x="264879" y="25218"/>
                    <a:pt x="264879" y="25206"/>
                    <a:pt x="264891" y="25194"/>
                  </a:cubicBezTo>
                  <a:cubicBezTo>
                    <a:pt x="264914" y="25158"/>
                    <a:pt x="264926" y="25111"/>
                    <a:pt x="264938" y="25075"/>
                  </a:cubicBezTo>
                  <a:cubicBezTo>
                    <a:pt x="264891" y="25063"/>
                    <a:pt x="264855" y="25063"/>
                    <a:pt x="264807" y="25051"/>
                  </a:cubicBezTo>
                  <a:close/>
                  <a:moveTo>
                    <a:pt x="265319" y="26670"/>
                  </a:moveTo>
                  <a:lnTo>
                    <a:pt x="265319" y="26670"/>
                  </a:lnTo>
                  <a:cubicBezTo>
                    <a:pt x="265557" y="27480"/>
                    <a:pt x="265807" y="28290"/>
                    <a:pt x="266034" y="29099"/>
                  </a:cubicBezTo>
                  <a:cubicBezTo>
                    <a:pt x="266057" y="28444"/>
                    <a:pt x="266081" y="27789"/>
                    <a:pt x="266117" y="27135"/>
                  </a:cubicBezTo>
                  <a:cubicBezTo>
                    <a:pt x="266081" y="27016"/>
                    <a:pt x="266046" y="26896"/>
                    <a:pt x="266010" y="26777"/>
                  </a:cubicBezTo>
                  <a:cubicBezTo>
                    <a:pt x="265843" y="26754"/>
                    <a:pt x="265593" y="26718"/>
                    <a:pt x="265319" y="26670"/>
                  </a:cubicBezTo>
                  <a:close/>
                  <a:moveTo>
                    <a:pt x="261188" y="24408"/>
                  </a:moveTo>
                  <a:lnTo>
                    <a:pt x="261188" y="24408"/>
                  </a:lnTo>
                  <a:cubicBezTo>
                    <a:pt x="262902" y="26396"/>
                    <a:pt x="264498" y="28409"/>
                    <a:pt x="265998" y="30456"/>
                  </a:cubicBezTo>
                  <a:cubicBezTo>
                    <a:pt x="265998" y="30195"/>
                    <a:pt x="266010" y="29944"/>
                    <a:pt x="266022" y="29683"/>
                  </a:cubicBezTo>
                  <a:cubicBezTo>
                    <a:pt x="265153" y="28516"/>
                    <a:pt x="264260" y="27361"/>
                    <a:pt x="263331" y="26218"/>
                  </a:cubicBezTo>
                  <a:cubicBezTo>
                    <a:pt x="263200" y="26158"/>
                    <a:pt x="263140" y="26087"/>
                    <a:pt x="263164" y="26015"/>
                  </a:cubicBezTo>
                  <a:cubicBezTo>
                    <a:pt x="262771" y="25539"/>
                    <a:pt x="262378" y="25075"/>
                    <a:pt x="261986" y="24599"/>
                  </a:cubicBezTo>
                  <a:cubicBezTo>
                    <a:pt x="261664" y="24539"/>
                    <a:pt x="261402" y="24468"/>
                    <a:pt x="261188" y="24408"/>
                  </a:cubicBezTo>
                  <a:close/>
                  <a:moveTo>
                    <a:pt x="127076" y="17431"/>
                  </a:moveTo>
                  <a:cubicBezTo>
                    <a:pt x="133339" y="17431"/>
                    <a:pt x="139506" y="17574"/>
                    <a:pt x="145578" y="17848"/>
                  </a:cubicBezTo>
                  <a:cubicBezTo>
                    <a:pt x="146150" y="29278"/>
                    <a:pt x="146554" y="41363"/>
                    <a:pt x="146769" y="53924"/>
                  </a:cubicBezTo>
                  <a:cubicBezTo>
                    <a:pt x="140292" y="53816"/>
                    <a:pt x="133720" y="53769"/>
                    <a:pt x="127076" y="53769"/>
                  </a:cubicBezTo>
                  <a:cubicBezTo>
                    <a:pt x="120432" y="53769"/>
                    <a:pt x="113860" y="53816"/>
                    <a:pt x="107371" y="53924"/>
                  </a:cubicBezTo>
                  <a:cubicBezTo>
                    <a:pt x="107585" y="41363"/>
                    <a:pt x="107990" y="29278"/>
                    <a:pt x="108562" y="17848"/>
                  </a:cubicBezTo>
                  <a:cubicBezTo>
                    <a:pt x="114634" y="17574"/>
                    <a:pt x="120813" y="17431"/>
                    <a:pt x="127076" y="17431"/>
                  </a:cubicBezTo>
                  <a:close/>
                  <a:moveTo>
                    <a:pt x="108359" y="17848"/>
                  </a:moveTo>
                  <a:cubicBezTo>
                    <a:pt x="107776" y="29385"/>
                    <a:pt x="107371" y="41482"/>
                    <a:pt x="107169" y="53924"/>
                  </a:cubicBezTo>
                  <a:cubicBezTo>
                    <a:pt x="94727" y="54138"/>
                    <a:pt x="82630" y="54531"/>
                    <a:pt x="71093" y="55114"/>
                  </a:cubicBezTo>
                  <a:cubicBezTo>
                    <a:pt x="71617" y="43244"/>
                    <a:pt x="72640" y="31766"/>
                    <a:pt x="74117" y="20872"/>
                  </a:cubicBezTo>
                  <a:cubicBezTo>
                    <a:pt x="85011" y="19407"/>
                    <a:pt x="96477" y="18384"/>
                    <a:pt x="108359" y="17848"/>
                  </a:cubicBezTo>
                  <a:close/>
                  <a:moveTo>
                    <a:pt x="145792" y="17860"/>
                  </a:moveTo>
                  <a:lnTo>
                    <a:pt x="145792" y="17860"/>
                  </a:lnTo>
                  <a:cubicBezTo>
                    <a:pt x="157675" y="18384"/>
                    <a:pt x="169141" y="19407"/>
                    <a:pt x="180035" y="20884"/>
                  </a:cubicBezTo>
                  <a:cubicBezTo>
                    <a:pt x="181499" y="31766"/>
                    <a:pt x="182523" y="43244"/>
                    <a:pt x="183059" y="55114"/>
                  </a:cubicBezTo>
                  <a:cubicBezTo>
                    <a:pt x="171522" y="54531"/>
                    <a:pt x="159425" y="54138"/>
                    <a:pt x="146983" y="53924"/>
                  </a:cubicBezTo>
                  <a:cubicBezTo>
                    <a:pt x="146781" y="41482"/>
                    <a:pt x="146376" y="29385"/>
                    <a:pt x="145792" y="17860"/>
                  </a:cubicBezTo>
                  <a:close/>
                  <a:moveTo>
                    <a:pt x="73724" y="20931"/>
                  </a:moveTo>
                  <a:lnTo>
                    <a:pt x="73724" y="20931"/>
                  </a:lnTo>
                  <a:cubicBezTo>
                    <a:pt x="72259" y="31909"/>
                    <a:pt x="71247" y="43375"/>
                    <a:pt x="70724" y="55138"/>
                  </a:cubicBezTo>
                  <a:cubicBezTo>
                    <a:pt x="54805" y="55948"/>
                    <a:pt x="39958" y="57103"/>
                    <a:pt x="26742" y="58579"/>
                  </a:cubicBezTo>
                  <a:cubicBezTo>
                    <a:pt x="27373" y="48816"/>
                    <a:pt x="28599" y="39255"/>
                    <a:pt x="30397" y="29992"/>
                  </a:cubicBezTo>
                  <a:cubicBezTo>
                    <a:pt x="43292" y="26158"/>
                    <a:pt x="57901" y="23086"/>
                    <a:pt x="73724" y="20931"/>
                  </a:cubicBezTo>
                  <a:close/>
                  <a:moveTo>
                    <a:pt x="180416" y="20931"/>
                  </a:moveTo>
                  <a:lnTo>
                    <a:pt x="180416" y="20931"/>
                  </a:lnTo>
                  <a:cubicBezTo>
                    <a:pt x="196251" y="23086"/>
                    <a:pt x="210860" y="26170"/>
                    <a:pt x="223755" y="29992"/>
                  </a:cubicBezTo>
                  <a:cubicBezTo>
                    <a:pt x="225552" y="39255"/>
                    <a:pt x="226779" y="48816"/>
                    <a:pt x="227410" y="58579"/>
                  </a:cubicBezTo>
                  <a:cubicBezTo>
                    <a:pt x="214194" y="57103"/>
                    <a:pt x="199335" y="55948"/>
                    <a:pt x="183416" y="55138"/>
                  </a:cubicBezTo>
                  <a:cubicBezTo>
                    <a:pt x="182904" y="43375"/>
                    <a:pt x="181892" y="31909"/>
                    <a:pt x="180416" y="20931"/>
                  </a:cubicBezTo>
                  <a:close/>
                  <a:moveTo>
                    <a:pt x="70724" y="55352"/>
                  </a:moveTo>
                  <a:cubicBezTo>
                    <a:pt x="70450" y="61436"/>
                    <a:pt x="70319" y="67616"/>
                    <a:pt x="70319" y="73843"/>
                  </a:cubicBezTo>
                  <a:cubicBezTo>
                    <a:pt x="70319" y="80070"/>
                    <a:pt x="70450" y="86237"/>
                    <a:pt x="70724" y="92321"/>
                  </a:cubicBezTo>
                  <a:cubicBezTo>
                    <a:pt x="54543" y="91500"/>
                    <a:pt x="39696" y="90333"/>
                    <a:pt x="26730" y="88892"/>
                  </a:cubicBezTo>
                  <a:cubicBezTo>
                    <a:pt x="26420" y="83915"/>
                    <a:pt x="26254" y="78891"/>
                    <a:pt x="26254" y="73843"/>
                  </a:cubicBezTo>
                  <a:cubicBezTo>
                    <a:pt x="26254" y="68783"/>
                    <a:pt x="26420" y="63758"/>
                    <a:pt x="26730" y="58781"/>
                  </a:cubicBezTo>
                  <a:cubicBezTo>
                    <a:pt x="39696" y="57341"/>
                    <a:pt x="54543" y="56174"/>
                    <a:pt x="70724" y="55352"/>
                  </a:cubicBezTo>
                  <a:close/>
                  <a:moveTo>
                    <a:pt x="183428" y="55352"/>
                  </a:moveTo>
                  <a:cubicBezTo>
                    <a:pt x="199609" y="56174"/>
                    <a:pt x="214444" y="57341"/>
                    <a:pt x="227410" y="58781"/>
                  </a:cubicBezTo>
                  <a:cubicBezTo>
                    <a:pt x="227731" y="63758"/>
                    <a:pt x="227886" y="68783"/>
                    <a:pt x="227886" y="73843"/>
                  </a:cubicBezTo>
                  <a:cubicBezTo>
                    <a:pt x="227886" y="78903"/>
                    <a:pt x="227731" y="83915"/>
                    <a:pt x="227410" y="88892"/>
                  </a:cubicBezTo>
                  <a:cubicBezTo>
                    <a:pt x="214444" y="90333"/>
                    <a:pt x="199609" y="91500"/>
                    <a:pt x="183428" y="92321"/>
                  </a:cubicBezTo>
                  <a:cubicBezTo>
                    <a:pt x="183690" y="86237"/>
                    <a:pt x="183833" y="80070"/>
                    <a:pt x="183833" y="73843"/>
                  </a:cubicBezTo>
                  <a:cubicBezTo>
                    <a:pt x="183833" y="67616"/>
                    <a:pt x="183690" y="61436"/>
                    <a:pt x="183428" y="55352"/>
                  </a:cubicBezTo>
                  <a:close/>
                  <a:moveTo>
                    <a:pt x="107157" y="54138"/>
                  </a:moveTo>
                  <a:cubicBezTo>
                    <a:pt x="107050" y="60627"/>
                    <a:pt x="107002" y="67199"/>
                    <a:pt x="107002" y="73843"/>
                  </a:cubicBezTo>
                  <a:cubicBezTo>
                    <a:pt x="107002" y="80475"/>
                    <a:pt x="107050" y="87047"/>
                    <a:pt x="107157" y="93536"/>
                  </a:cubicBezTo>
                  <a:cubicBezTo>
                    <a:pt x="94596" y="93321"/>
                    <a:pt x="82511" y="92917"/>
                    <a:pt x="71081" y="92345"/>
                  </a:cubicBezTo>
                  <a:cubicBezTo>
                    <a:pt x="70807" y="86273"/>
                    <a:pt x="70676" y="80105"/>
                    <a:pt x="70676" y="73843"/>
                  </a:cubicBezTo>
                  <a:cubicBezTo>
                    <a:pt x="70676" y="67580"/>
                    <a:pt x="70807" y="61401"/>
                    <a:pt x="71081" y="55329"/>
                  </a:cubicBezTo>
                  <a:cubicBezTo>
                    <a:pt x="82511" y="54757"/>
                    <a:pt x="94596" y="54352"/>
                    <a:pt x="107157" y="54138"/>
                  </a:cubicBezTo>
                  <a:close/>
                  <a:moveTo>
                    <a:pt x="146983" y="54138"/>
                  </a:moveTo>
                  <a:cubicBezTo>
                    <a:pt x="159544" y="54352"/>
                    <a:pt x="171641" y="54757"/>
                    <a:pt x="183071" y="55329"/>
                  </a:cubicBezTo>
                  <a:cubicBezTo>
                    <a:pt x="183333" y="61401"/>
                    <a:pt x="183476" y="67568"/>
                    <a:pt x="183476" y="73831"/>
                  </a:cubicBezTo>
                  <a:cubicBezTo>
                    <a:pt x="183476" y="80094"/>
                    <a:pt x="183333" y="86273"/>
                    <a:pt x="183071" y="92345"/>
                  </a:cubicBezTo>
                  <a:cubicBezTo>
                    <a:pt x="171641" y="92917"/>
                    <a:pt x="159544" y="93321"/>
                    <a:pt x="146983" y="93536"/>
                  </a:cubicBezTo>
                  <a:cubicBezTo>
                    <a:pt x="147090" y="87047"/>
                    <a:pt x="147150" y="80475"/>
                    <a:pt x="147150" y="73843"/>
                  </a:cubicBezTo>
                  <a:cubicBezTo>
                    <a:pt x="147150" y="67199"/>
                    <a:pt x="147090" y="60627"/>
                    <a:pt x="146983" y="54138"/>
                  </a:cubicBezTo>
                  <a:close/>
                  <a:moveTo>
                    <a:pt x="127076" y="53971"/>
                  </a:moveTo>
                  <a:cubicBezTo>
                    <a:pt x="133743" y="53971"/>
                    <a:pt x="140327" y="54031"/>
                    <a:pt x="146781" y="54138"/>
                  </a:cubicBezTo>
                  <a:cubicBezTo>
                    <a:pt x="146876" y="60591"/>
                    <a:pt x="146935" y="67163"/>
                    <a:pt x="146935" y="73843"/>
                  </a:cubicBezTo>
                  <a:cubicBezTo>
                    <a:pt x="146935" y="80510"/>
                    <a:pt x="146888" y="87082"/>
                    <a:pt x="146781" y="93536"/>
                  </a:cubicBezTo>
                  <a:cubicBezTo>
                    <a:pt x="140327" y="93643"/>
                    <a:pt x="133743" y="93702"/>
                    <a:pt x="127076" y="93702"/>
                  </a:cubicBezTo>
                  <a:cubicBezTo>
                    <a:pt x="120396" y="93702"/>
                    <a:pt x="113824" y="93643"/>
                    <a:pt x="107371" y="93536"/>
                  </a:cubicBezTo>
                  <a:cubicBezTo>
                    <a:pt x="107264" y="87082"/>
                    <a:pt x="107204" y="80510"/>
                    <a:pt x="107204" y="73843"/>
                  </a:cubicBezTo>
                  <a:cubicBezTo>
                    <a:pt x="107204" y="67163"/>
                    <a:pt x="107264" y="60591"/>
                    <a:pt x="107371" y="54138"/>
                  </a:cubicBezTo>
                  <a:cubicBezTo>
                    <a:pt x="113824" y="54031"/>
                    <a:pt x="120396" y="53971"/>
                    <a:pt x="127076" y="53971"/>
                  </a:cubicBezTo>
                  <a:close/>
                  <a:moveTo>
                    <a:pt x="48" y="105632"/>
                  </a:moveTo>
                  <a:cubicBezTo>
                    <a:pt x="36" y="105716"/>
                    <a:pt x="12" y="105811"/>
                    <a:pt x="0" y="105894"/>
                  </a:cubicBezTo>
                  <a:cubicBezTo>
                    <a:pt x="155" y="105882"/>
                    <a:pt x="310" y="105870"/>
                    <a:pt x="477" y="105859"/>
                  </a:cubicBezTo>
                  <a:cubicBezTo>
                    <a:pt x="334" y="105775"/>
                    <a:pt x="191" y="105704"/>
                    <a:pt x="48" y="105632"/>
                  </a:cubicBezTo>
                  <a:close/>
                  <a:moveTo>
                    <a:pt x="26742" y="89095"/>
                  </a:moveTo>
                  <a:cubicBezTo>
                    <a:pt x="39958" y="90571"/>
                    <a:pt x="54805" y="91726"/>
                    <a:pt x="70724" y="92536"/>
                  </a:cubicBezTo>
                  <a:cubicBezTo>
                    <a:pt x="71247" y="104299"/>
                    <a:pt x="72259" y="115765"/>
                    <a:pt x="73724" y="126742"/>
                  </a:cubicBezTo>
                  <a:cubicBezTo>
                    <a:pt x="57901" y="124587"/>
                    <a:pt x="43292" y="121515"/>
                    <a:pt x="30397" y="117681"/>
                  </a:cubicBezTo>
                  <a:cubicBezTo>
                    <a:pt x="28599" y="108418"/>
                    <a:pt x="27373" y="98858"/>
                    <a:pt x="26742" y="89095"/>
                  </a:cubicBezTo>
                  <a:close/>
                  <a:moveTo>
                    <a:pt x="227410" y="89095"/>
                  </a:moveTo>
                  <a:cubicBezTo>
                    <a:pt x="226779" y="98858"/>
                    <a:pt x="225552" y="108418"/>
                    <a:pt x="223755" y="117681"/>
                  </a:cubicBezTo>
                  <a:cubicBezTo>
                    <a:pt x="210860" y="121515"/>
                    <a:pt x="196251" y="124587"/>
                    <a:pt x="180416" y="126742"/>
                  </a:cubicBezTo>
                  <a:cubicBezTo>
                    <a:pt x="181892" y="115765"/>
                    <a:pt x="182904" y="104299"/>
                    <a:pt x="183416" y="92536"/>
                  </a:cubicBezTo>
                  <a:cubicBezTo>
                    <a:pt x="199347" y="91726"/>
                    <a:pt x="214194" y="90571"/>
                    <a:pt x="227410" y="89095"/>
                  </a:cubicBezTo>
                  <a:close/>
                  <a:moveTo>
                    <a:pt x="71093" y="92559"/>
                  </a:moveTo>
                  <a:lnTo>
                    <a:pt x="71093" y="92559"/>
                  </a:lnTo>
                  <a:cubicBezTo>
                    <a:pt x="82630" y="93143"/>
                    <a:pt x="94715" y="93536"/>
                    <a:pt x="107169" y="93750"/>
                  </a:cubicBezTo>
                  <a:cubicBezTo>
                    <a:pt x="107371" y="106192"/>
                    <a:pt x="107776" y="118289"/>
                    <a:pt x="108347" y="129826"/>
                  </a:cubicBezTo>
                  <a:cubicBezTo>
                    <a:pt x="96477" y="129290"/>
                    <a:pt x="85011" y="128266"/>
                    <a:pt x="74117" y="126790"/>
                  </a:cubicBezTo>
                  <a:cubicBezTo>
                    <a:pt x="72640" y="115907"/>
                    <a:pt x="71617" y="104442"/>
                    <a:pt x="71093" y="92559"/>
                  </a:cubicBezTo>
                  <a:close/>
                  <a:moveTo>
                    <a:pt x="183059" y="92559"/>
                  </a:moveTo>
                  <a:lnTo>
                    <a:pt x="183059" y="92559"/>
                  </a:lnTo>
                  <a:cubicBezTo>
                    <a:pt x="182523" y="104442"/>
                    <a:pt x="181499" y="115907"/>
                    <a:pt x="180035" y="126802"/>
                  </a:cubicBezTo>
                  <a:cubicBezTo>
                    <a:pt x="169141" y="128266"/>
                    <a:pt x="157675" y="129290"/>
                    <a:pt x="145792" y="129826"/>
                  </a:cubicBezTo>
                  <a:cubicBezTo>
                    <a:pt x="146376" y="118289"/>
                    <a:pt x="146769" y="106192"/>
                    <a:pt x="146983" y="93750"/>
                  </a:cubicBezTo>
                  <a:cubicBezTo>
                    <a:pt x="159425" y="93536"/>
                    <a:pt x="171522" y="93143"/>
                    <a:pt x="183059" y="92559"/>
                  </a:cubicBezTo>
                  <a:close/>
                  <a:moveTo>
                    <a:pt x="107371" y="93750"/>
                  </a:moveTo>
                  <a:cubicBezTo>
                    <a:pt x="113860" y="93857"/>
                    <a:pt x="120432" y="93917"/>
                    <a:pt x="127076" y="93917"/>
                  </a:cubicBezTo>
                  <a:cubicBezTo>
                    <a:pt x="133708" y="93917"/>
                    <a:pt x="140292" y="93857"/>
                    <a:pt x="146769" y="93750"/>
                  </a:cubicBezTo>
                  <a:lnTo>
                    <a:pt x="146769" y="93750"/>
                  </a:lnTo>
                  <a:cubicBezTo>
                    <a:pt x="146566" y="106311"/>
                    <a:pt x="146150" y="118396"/>
                    <a:pt x="145578" y="129826"/>
                  </a:cubicBezTo>
                  <a:cubicBezTo>
                    <a:pt x="139506" y="130100"/>
                    <a:pt x="133339" y="130243"/>
                    <a:pt x="127076" y="130243"/>
                  </a:cubicBezTo>
                  <a:cubicBezTo>
                    <a:pt x="120813" y="130243"/>
                    <a:pt x="114634" y="130100"/>
                    <a:pt x="108574" y="129826"/>
                  </a:cubicBezTo>
                  <a:cubicBezTo>
                    <a:pt x="107990" y="118396"/>
                    <a:pt x="107585" y="106311"/>
                    <a:pt x="107371" y="93750"/>
                  </a:cubicBezTo>
                  <a:close/>
                  <a:moveTo>
                    <a:pt x="266653" y="116300"/>
                  </a:moveTo>
                  <a:lnTo>
                    <a:pt x="266653" y="116300"/>
                  </a:lnTo>
                  <a:cubicBezTo>
                    <a:pt x="259152" y="126861"/>
                    <a:pt x="248817" y="136600"/>
                    <a:pt x="235875" y="145101"/>
                  </a:cubicBezTo>
                  <a:cubicBezTo>
                    <a:pt x="235411" y="145399"/>
                    <a:pt x="234946" y="145697"/>
                    <a:pt x="234482" y="145994"/>
                  </a:cubicBezTo>
                  <a:cubicBezTo>
                    <a:pt x="234756" y="146006"/>
                    <a:pt x="235030" y="146018"/>
                    <a:pt x="235304" y="146030"/>
                  </a:cubicBezTo>
                  <a:cubicBezTo>
                    <a:pt x="235577" y="145852"/>
                    <a:pt x="235851" y="145673"/>
                    <a:pt x="236137" y="145494"/>
                  </a:cubicBezTo>
                  <a:cubicBezTo>
                    <a:pt x="248710" y="137243"/>
                    <a:pt x="258854" y="127814"/>
                    <a:pt x="266319" y="117586"/>
                  </a:cubicBezTo>
                  <a:lnTo>
                    <a:pt x="266319" y="117586"/>
                  </a:lnTo>
                  <a:cubicBezTo>
                    <a:pt x="263533" y="127504"/>
                    <a:pt x="259831" y="137005"/>
                    <a:pt x="255306" y="145971"/>
                  </a:cubicBezTo>
                  <a:cubicBezTo>
                    <a:pt x="255544" y="145983"/>
                    <a:pt x="255794" y="145994"/>
                    <a:pt x="256032" y="146006"/>
                  </a:cubicBezTo>
                  <a:cubicBezTo>
                    <a:pt x="260354" y="137374"/>
                    <a:pt x="263879" y="128338"/>
                    <a:pt x="266569" y="118991"/>
                  </a:cubicBezTo>
                  <a:cubicBezTo>
                    <a:pt x="266593" y="118098"/>
                    <a:pt x="266617" y="117193"/>
                    <a:pt x="266653" y="116300"/>
                  </a:cubicBezTo>
                  <a:close/>
                  <a:moveTo>
                    <a:pt x="1798" y="132362"/>
                  </a:moveTo>
                  <a:cubicBezTo>
                    <a:pt x="1774" y="132540"/>
                    <a:pt x="1739" y="132731"/>
                    <a:pt x="1715" y="132933"/>
                  </a:cubicBezTo>
                  <a:cubicBezTo>
                    <a:pt x="6573" y="137362"/>
                    <a:pt x="12014" y="141553"/>
                    <a:pt x="18015" y="145494"/>
                  </a:cubicBezTo>
                  <a:cubicBezTo>
                    <a:pt x="18229" y="145637"/>
                    <a:pt x="18455" y="145780"/>
                    <a:pt x="18669" y="145923"/>
                  </a:cubicBezTo>
                  <a:cubicBezTo>
                    <a:pt x="18681" y="145899"/>
                    <a:pt x="18681" y="145887"/>
                    <a:pt x="18693" y="145875"/>
                  </a:cubicBezTo>
                  <a:lnTo>
                    <a:pt x="18693" y="145875"/>
                  </a:lnTo>
                  <a:cubicBezTo>
                    <a:pt x="18681" y="145899"/>
                    <a:pt x="18693" y="145911"/>
                    <a:pt x="18693" y="145935"/>
                  </a:cubicBezTo>
                  <a:cubicBezTo>
                    <a:pt x="18800" y="146006"/>
                    <a:pt x="18908" y="146066"/>
                    <a:pt x="19015" y="146137"/>
                  </a:cubicBezTo>
                  <a:cubicBezTo>
                    <a:pt x="19348" y="146256"/>
                    <a:pt x="19872" y="146328"/>
                    <a:pt x="20336" y="146423"/>
                  </a:cubicBezTo>
                  <a:cubicBezTo>
                    <a:pt x="19646" y="145983"/>
                    <a:pt x="18955" y="145542"/>
                    <a:pt x="18277" y="145090"/>
                  </a:cubicBezTo>
                  <a:cubicBezTo>
                    <a:pt x="12204" y="141113"/>
                    <a:pt x="6692" y="136850"/>
                    <a:pt x="1798" y="132362"/>
                  </a:cubicBezTo>
                  <a:close/>
                  <a:moveTo>
                    <a:pt x="176558" y="0"/>
                  </a:moveTo>
                  <a:cubicBezTo>
                    <a:pt x="176701" y="572"/>
                    <a:pt x="176832" y="1167"/>
                    <a:pt x="176963" y="1774"/>
                  </a:cubicBezTo>
                  <a:lnTo>
                    <a:pt x="176903" y="1774"/>
                  </a:lnTo>
                  <a:cubicBezTo>
                    <a:pt x="178070" y="7787"/>
                    <a:pt x="179106" y="14038"/>
                    <a:pt x="179975" y="20491"/>
                  </a:cubicBezTo>
                  <a:cubicBezTo>
                    <a:pt x="168998" y="19015"/>
                    <a:pt x="157544" y="18003"/>
                    <a:pt x="145781" y="17491"/>
                  </a:cubicBezTo>
                  <a:cubicBezTo>
                    <a:pt x="145507" y="12157"/>
                    <a:pt x="145197" y="6942"/>
                    <a:pt x="144852" y="1858"/>
                  </a:cubicBezTo>
                  <a:cubicBezTo>
                    <a:pt x="144780" y="1870"/>
                    <a:pt x="144697" y="1870"/>
                    <a:pt x="144626" y="1870"/>
                  </a:cubicBezTo>
                  <a:cubicBezTo>
                    <a:pt x="144971" y="6918"/>
                    <a:pt x="145292" y="12121"/>
                    <a:pt x="145554" y="17479"/>
                  </a:cubicBezTo>
                  <a:cubicBezTo>
                    <a:pt x="139470" y="17217"/>
                    <a:pt x="133303" y="17074"/>
                    <a:pt x="127076" y="17074"/>
                  </a:cubicBezTo>
                  <a:cubicBezTo>
                    <a:pt x="120849" y="17074"/>
                    <a:pt x="114681" y="17217"/>
                    <a:pt x="108585" y="17479"/>
                  </a:cubicBezTo>
                  <a:cubicBezTo>
                    <a:pt x="108895" y="11573"/>
                    <a:pt x="109240" y="5846"/>
                    <a:pt x="109621" y="322"/>
                  </a:cubicBezTo>
                  <a:lnTo>
                    <a:pt x="109621" y="322"/>
                  </a:lnTo>
                  <a:cubicBezTo>
                    <a:pt x="109550" y="334"/>
                    <a:pt x="109478" y="334"/>
                    <a:pt x="109407" y="346"/>
                  </a:cubicBezTo>
                  <a:cubicBezTo>
                    <a:pt x="109014" y="5894"/>
                    <a:pt x="108669" y="11621"/>
                    <a:pt x="108371" y="17491"/>
                  </a:cubicBezTo>
                  <a:cubicBezTo>
                    <a:pt x="96608" y="18003"/>
                    <a:pt x="85142" y="19015"/>
                    <a:pt x="74164" y="20491"/>
                  </a:cubicBezTo>
                  <a:cubicBezTo>
                    <a:pt x="75069" y="13871"/>
                    <a:pt x="76129" y="7454"/>
                    <a:pt x="77343" y="1298"/>
                  </a:cubicBezTo>
                  <a:lnTo>
                    <a:pt x="77343" y="1298"/>
                  </a:lnTo>
                  <a:cubicBezTo>
                    <a:pt x="77212" y="1310"/>
                    <a:pt x="77081" y="1322"/>
                    <a:pt x="76951" y="1334"/>
                  </a:cubicBezTo>
                  <a:cubicBezTo>
                    <a:pt x="75724" y="7537"/>
                    <a:pt x="74665" y="13954"/>
                    <a:pt x="73783" y="20539"/>
                  </a:cubicBezTo>
                  <a:cubicBezTo>
                    <a:pt x="58198" y="22646"/>
                    <a:pt x="43601" y="25682"/>
                    <a:pt x="30480" y="29575"/>
                  </a:cubicBezTo>
                  <a:cubicBezTo>
                    <a:pt x="32374" y="19872"/>
                    <a:pt x="34910" y="10502"/>
                    <a:pt x="38029" y="1560"/>
                  </a:cubicBezTo>
                  <a:cubicBezTo>
                    <a:pt x="37874" y="1548"/>
                    <a:pt x="37708" y="1548"/>
                    <a:pt x="37541" y="1536"/>
                  </a:cubicBezTo>
                  <a:cubicBezTo>
                    <a:pt x="34409" y="10525"/>
                    <a:pt x="31862" y="19955"/>
                    <a:pt x="29968" y="29718"/>
                  </a:cubicBezTo>
                  <a:cubicBezTo>
                    <a:pt x="25849" y="30957"/>
                    <a:pt x="21884" y="32266"/>
                    <a:pt x="18086" y="33659"/>
                  </a:cubicBezTo>
                  <a:cubicBezTo>
                    <a:pt x="12252" y="35802"/>
                    <a:pt x="6942" y="38088"/>
                    <a:pt x="2191" y="40493"/>
                  </a:cubicBezTo>
                  <a:lnTo>
                    <a:pt x="2179" y="40934"/>
                  </a:lnTo>
                  <a:cubicBezTo>
                    <a:pt x="10097" y="36910"/>
                    <a:pt x="19420" y="33278"/>
                    <a:pt x="29885" y="30147"/>
                  </a:cubicBezTo>
                  <a:lnTo>
                    <a:pt x="29885" y="30147"/>
                  </a:lnTo>
                  <a:cubicBezTo>
                    <a:pt x="28111" y="39386"/>
                    <a:pt x="26885" y="48911"/>
                    <a:pt x="26266" y="58627"/>
                  </a:cubicBezTo>
                  <a:cubicBezTo>
                    <a:pt x="23480" y="58948"/>
                    <a:pt x="20765" y="59270"/>
                    <a:pt x="18134" y="59615"/>
                  </a:cubicBezTo>
                  <a:cubicBezTo>
                    <a:pt x="11621" y="60460"/>
                    <a:pt x="5763" y="61365"/>
                    <a:pt x="584" y="62329"/>
                  </a:cubicBezTo>
                  <a:cubicBezTo>
                    <a:pt x="596" y="62389"/>
                    <a:pt x="596" y="62460"/>
                    <a:pt x="608" y="62520"/>
                  </a:cubicBezTo>
                  <a:cubicBezTo>
                    <a:pt x="7942" y="61163"/>
                    <a:pt x="16574" y="59924"/>
                    <a:pt x="26254" y="58841"/>
                  </a:cubicBezTo>
                  <a:lnTo>
                    <a:pt x="26254" y="58841"/>
                  </a:lnTo>
                  <a:cubicBezTo>
                    <a:pt x="25944" y="63794"/>
                    <a:pt x="25777" y="68794"/>
                    <a:pt x="25777" y="73843"/>
                  </a:cubicBezTo>
                  <a:cubicBezTo>
                    <a:pt x="25777" y="78879"/>
                    <a:pt x="25944" y="83880"/>
                    <a:pt x="26254" y="88833"/>
                  </a:cubicBezTo>
                  <a:cubicBezTo>
                    <a:pt x="17014" y="87797"/>
                    <a:pt x="8740" y="86618"/>
                    <a:pt x="1620" y="85332"/>
                  </a:cubicBezTo>
                  <a:cubicBezTo>
                    <a:pt x="1620" y="85404"/>
                    <a:pt x="1620" y="85475"/>
                    <a:pt x="1620" y="85535"/>
                  </a:cubicBezTo>
                  <a:cubicBezTo>
                    <a:pt x="6537" y="86428"/>
                    <a:pt x="12050" y="87273"/>
                    <a:pt x="18134" y="88059"/>
                  </a:cubicBezTo>
                  <a:cubicBezTo>
                    <a:pt x="20765" y="88404"/>
                    <a:pt x="23480" y="88726"/>
                    <a:pt x="26266" y="89047"/>
                  </a:cubicBezTo>
                  <a:cubicBezTo>
                    <a:pt x="26885" y="98762"/>
                    <a:pt x="28099" y="108287"/>
                    <a:pt x="29885" y="117527"/>
                  </a:cubicBezTo>
                  <a:cubicBezTo>
                    <a:pt x="18824" y="114217"/>
                    <a:pt x="9037" y="110359"/>
                    <a:pt x="846" y="106049"/>
                  </a:cubicBezTo>
                  <a:lnTo>
                    <a:pt x="846" y="106049"/>
                  </a:lnTo>
                  <a:cubicBezTo>
                    <a:pt x="858" y="106204"/>
                    <a:pt x="870" y="106359"/>
                    <a:pt x="881" y="106513"/>
                  </a:cubicBezTo>
                  <a:cubicBezTo>
                    <a:pt x="5977" y="109169"/>
                    <a:pt x="11716" y="111669"/>
                    <a:pt x="18086" y="114014"/>
                  </a:cubicBezTo>
                  <a:cubicBezTo>
                    <a:pt x="21884" y="115407"/>
                    <a:pt x="25849" y="116717"/>
                    <a:pt x="29968" y="117955"/>
                  </a:cubicBezTo>
                  <a:cubicBezTo>
                    <a:pt x="31850" y="127611"/>
                    <a:pt x="34350" y="136946"/>
                    <a:pt x="37446" y="145852"/>
                  </a:cubicBezTo>
                  <a:cubicBezTo>
                    <a:pt x="37600" y="145840"/>
                    <a:pt x="37767" y="145840"/>
                    <a:pt x="37934" y="145828"/>
                  </a:cubicBezTo>
                  <a:cubicBezTo>
                    <a:pt x="34862" y="136981"/>
                    <a:pt x="32362" y="127706"/>
                    <a:pt x="30480" y="118098"/>
                  </a:cubicBezTo>
                  <a:lnTo>
                    <a:pt x="30480" y="118098"/>
                  </a:lnTo>
                  <a:cubicBezTo>
                    <a:pt x="43589" y="121992"/>
                    <a:pt x="58198" y="125028"/>
                    <a:pt x="73783" y="127135"/>
                  </a:cubicBezTo>
                  <a:cubicBezTo>
                    <a:pt x="74653" y="133600"/>
                    <a:pt x="75688" y="139910"/>
                    <a:pt x="76879" y="146006"/>
                  </a:cubicBezTo>
                  <a:cubicBezTo>
                    <a:pt x="77010" y="146006"/>
                    <a:pt x="77141" y="146018"/>
                    <a:pt x="77272" y="146018"/>
                  </a:cubicBezTo>
                  <a:cubicBezTo>
                    <a:pt x="76093" y="139970"/>
                    <a:pt x="75046" y="133683"/>
                    <a:pt x="74164" y="127183"/>
                  </a:cubicBezTo>
                  <a:lnTo>
                    <a:pt x="74164" y="127183"/>
                  </a:lnTo>
                  <a:cubicBezTo>
                    <a:pt x="85154" y="128659"/>
                    <a:pt x="96608" y="129659"/>
                    <a:pt x="108371" y="130183"/>
                  </a:cubicBezTo>
                  <a:cubicBezTo>
                    <a:pt x="108657" y="135850"/>
                    <a:pt x="108990" y="141375"/>
                    <a:pt x="109371" y="146733"/>
                  </a:cubicBezTo>
                  <a:cubicBezTo>
                    <a:pt x="109443" y="146745"/>
                    <a:pt x="109514" y="146745"/>
                    <a:pt x="109586" y="146756"/>
                  </a:cubicBezTo>
                  <a:cubicBezTo>
                    <a:pt x="109205" y="141411"/>
                    <a:pt x="108883" y="135886"/>
                    <a:pt x="108585" y="130195"/>
                  </a:cubicBezTo>
                  <a:lnTo>
                    <a:pt x="108585" y="130195"/>
                  </a:lnTo>
                  <a:cubicBezTo>
                    <a:pt x="114681" y="130457"/>
                    <a:pt x="120849" y="130600"/>
                    <a:pt x="127076" y="130600"/>
                  </a:cubicBezTo>
                  <a:cubicBezTo>
                    <a:pt x="133303" y="130600"/>
                    <a:pt x="139470" y="130457"/>
                    <a:pt x="145554" y="130195"/>
                  </a:cubicBezTo>
                  <a:lnTo>
                    <a:pt x="145554" y="130195"/>
                  </a:lnTo>
                  <a:cubicBezTo>
                    <a:pt x="145328" y="134815"/>
                    <a:pt x="145066" y="139327"/>
                    <a:pt x="144769" y="143720"/>
                  </a:cubicBezTo>
                  <a:cubicBezTo>
                    <a:pt x="144828" y="143851"/>
                    <a:pt x="144888" y="143994"/>
                    <a:pt x="144959" y="144161"/>
                  </a:cubicBezTo>
                  <a:cubicBezTo>
                    <a:pt x="145257" y="139613"/>
                    <a:pt x="145531" y="134945"/>
                    <a:pt x="145781" y="130183"/>
                  </a:cubicBezTo>
                  <a:cubicBezTo>
                    <a:pt x="157544" y="129671"/>
                    <a:pt x="168998" y="128659"/>
                    <a:pt x="179975" y="127183"/>
                  </a:cubicBezTo>
                  <a:lnTo>
                    <a:pt x="179975" y="127183"/>
                  </a:lnTo>
                  <a:cubicBezTo>
                    <a:pt x="179106" y="133588"/>
                    <a:pt x="178094" y="139791"/>
                    <a:pt x="176927" y="145756"/>
                  </a:cubicBezTo>
                  <a:lnTo>
                    <a:pt x="177034" y="145756"/>
                  </a:lnTo>
                  <a:cubicBezTo>
                    <a:pt x="177142" y="145697"/>
                    <a:pt x="177249" y="145625"/>
                    <a:pt x="177356" y="145566"/>
                  </a:cubicBezTo>
                  <a:cubicBezTo>
                    <a:pt x="178511" y="139601"/>
                    <a:pt x="179511" y="133445"/>
                    <a:pt x="180368" y="127135"/>
                  </a:cubicBezTo>
                  <a:cubicBezTo>
                    <a:pt x="195953" y="125028"/>
                    <a:pt x="210551" y="121992"/>
                    <a:pt x="223671" y="118098"/>
                  </a:cubicBezTo>
                  <a:lnTo>
                    <a:pt x="223671" y="118098"/>
                  </a:lnTo>
                  <a:cubicBezTo>
                    <a:pt x="221814" y="127599"/>
                    <a:pt x="219337" y="136791"/>
                    <a:pt x="216301" y="145554"/>
                  </a:cubicBezTo>
                  <a:lnTo>
                    <a:pt x="216801" y="145554"/>
                  </a:lnTo>
                  <a:cubicBezTo>
                    <a:pt x="219849" y="136743"/>
                    <a:pt x="222326" y="127504"/>
                    <a:pt x="224183" y="117943"/>
                  </a:cubicBezTo>
                  <a:cubicBezTo>
                    <a:pt x="228291" y="116717"/>
                    <a:pt x="232268" y="115407"/>
                    <a:pt x="236066" y="114002"/>
                  </a:cubicBezTo>
                  <a:cubicBezTo>
                    <a:pt x="249877" y="108930"/>
                    <a:pt x="260747" y="103073"/>
                    <a:pt x="268367" y="96679"/>
                  </a:cubicBezTo>
                  <a:cubicBezTo>
                    <a:pt x="268391" y="96476"/>
                    <a:pt x="268427" y="96286"/>
                    <a:pt x="268451" y="96084"/>
                  </a:cubicBezTo>
                  <a:lnTo>
                    <a:pt x="268451" y="96084"/>
                  </a:lnTo>
                  <a:cubicBezTo>
                    <a:pt x="258592" y="104477"/>
                    <a:pt x="243317" y="111824"/>
                    <a:pt x="224267" y="117527"/>
                  </a:cubicBezTo>
                  <a:cubicBezTo>
                    <a:pt x="226041" y="108287"/>
                    <a:pt x="227267" y="98762"/>
                    <a:pt x="227886" y="89047"/>
                  </a:cubicBezTo>
                  <a:cubicBezTo>
                    <a:pt x="230672" y="88726"/>
                    <a:pt x="233387" y="88404"/>
                    <a:pt x="236018" y="88059"/>
                  </a:cubicBezTo>
                  <a:cubicBezTo>
                    <a:pt x="248770" y="86404"/>
                    <a:pt x="259009" y="84511"/>
                    <a:pt x="266510" y="82451"/>
                  </a:cubicBezTo>
                  <a:cubicBezTo>
                    <a:pt x="266510" y="82379"/>
                    <a:pt x="266510" y="82308"/>
                    <a:pt x="266510" y="82249"/>
                  </a:cubicBezTo>
                  <a:cubicBezTo>
                    <a:pt x="257306" y="84773"/>
                    <a:pt x="244079" y="87023"/>
                    <a:pt x="227898" y="88833"/>
                  </a:cubicBezTo>
                  <a:cubicBezTo>
                    <a:pt x="228208" y="83880"/>
                    <a:pt x="228362" y="78867"/>
                    <a:pt x="228362" y="73831"/>
                  </a:cubicBezTo>
                  <a:cubicBezTo>
                    <a:pt x="228362" y="68794"/>
                    <a:pt x="228208" y="63782"/>
                    <a:pt x="227898" y="58829"/>
                  </a:cubicBezTo>
                  <a:lnTo>
                    <a:pt x="227898" y="58829"/>
                  </a:lnTo>
                  <a:cubicBezTo>
                    <a:pt x="244519" y="60698"/>
                    <a:pt x="258009" y="63008"/>
                    <a:pt x="267248" y="65627"/>
                  </a:cubicBezTo>
                  <a:cubicBezTo>
                    <a:pt x="267248" y="65556"/>
                    <a:pt x="267260" y="65496"/>
                    <a:pt x="267260" y="65425"/>
                  </a:cubicBezTo>
                  <a:cubicBezTo>
                    <a:pt x="259711" y="63282"/>
                    <a:pt x="249210" y="61317"/>
                    <a:pt x="236018" y="59603"/>
                  </a:cubicBezTo>
                  <a:cubicBezTo>
                    <a:pt x="233387" y="59270"/>
                    <a:pt x="230672" y="58936"/>
                    <a:pt x="227886" y="58627"/>
                  </a:cubicBezTo>
                  <a:cubicBezTo>
                    <a:pt x="227267" y="48899"/>
                    <a:pt x="226041" y="39374"/>
                    <a:pt x="224267" y="30135"/>
                  </a:cubicBezTo>
                  <a:lnTo>
                    <a:pt x="224267" y="30135"/>
                  </a:lnTo>
                  <a:cubicBezTo>
                    <a:pt x="243650" y="35945"/>
                    <a:pt x="259116" y="43446"/>
                    <a:pt x="268963" y="52019"/>
                  </a:cubicBezTo>
                  <a:cubicBezTo>
                    <a:pt x="268986" y="51864"/>
                    <a:pt x="269010" y="51709"/>
                    <a:pt x="269046" y="51566"/>
                  </a:cubicBezTo>
                  <a:cubicBezTo>
                    <a:pt x="261390" y="44946"/>
                    <a:pt x="250294" y="38886"/>
                    <a:pt x="236066" y="33659"/>
                  </a:cubicBezTo>
                  <a:cubicBezTo>
                    <a:pt x="232268" y="32266"/>
                    <a:pt x="228291" y="30945"/>
                    <a:pt x="224183" y="29718"/>
                  </a:cubicBezTo>
                  <a:cubicBezTo>
                    <a:pt x="222338" y="20277"/>
                    <a:pt x="219909" y="11133"/>
                    <a:pt x="216908" y="2417"/>
                  </a:cubicBezTo>
                  <a:cubicBezTo>
                    <a:pt x="216766" y="2513"/>
                    <a:pt x="216635" y="2620"/>
                    <a:pt x="216504" y="2715"/>
                  </a:cubicBezTo>
                  <a:cubicBezTo>
                    <a:pt x="219456" y="11299"/>
                    <a:pt x="221850" y="20277"/>
                    <a:pt x="223671" y="29563"/>
                  </a:cubicBezTo>
                  <a:cubicBezTo>
                    <a:pt x="210551" y="25682"/>
                    <a:pt x="195953" y="22646"/>
                    <a:pt x="180368" y="20539"/>
                  </a:cubicBezTo>
                  <a:cubicBezTo>
                    <a:pt x="179416" y="13490"/>
                    <a:pt x="178273" y="6644"/>
                    <a:pt x="176951" y="36"/>
                  </a:cubicBezTo>
                  <a:cubicBezTo>
                    <a:pt x="176820" y="24"/>
                    <a:pt x="176689" y="12"/>
                    <a:pt x="176558" y="0"/>
                  </a:cubicBezTo>
                  <a:close/>
                </a:path>
              </a:pathLst>
            </a:custGeom>
            <a:solidFill>
              <a:srgbClr val="E3C98E">
                <a:alpha val="246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4" name="Google Shape;114;p17"/>
          <p:cNvSpPr txBox="1"/>
          <p:nvPr>
            <p:ph type="title"/>
          </p:nvPr>
        </p:nvSpPr>
        <p:spPr>
          <a:xfrm>
            <a:off x="2038200" y="2128850"/>
            <a:ext cx="5067600" cy="113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b="1"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15" name="Google Shape;115;p17"/>
          <p:cNvSpPr txBox="1"/>
          <p:nvPr>
            <p:ph hasCustomPrompt="1" idx="2" type="title"/>
          </p:nvPr>
        </p:nvSpPr>
        <p:spPr>
          <a:xfrm>
            <a:off x="3388950" y="995450"/>
            <a:ext cx="2366100" cy="11334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104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6" name="Google Shape;116;p17"/>
          <p:cNvSpPr txBox="1"/>
          <p:nvPr>
            <p:ph idx="1" type="subTitle"/>
          </p:nvPr>
        </p:nvSpPr>
        <p:spPr>
          <a:xfrm>
            <a:off x="2038200" y="3219375"/>
            <a:ext cx="50676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oogle Shape;118;p18"/>
          <p:cNvGrpSpPr/>
          <p:nvPr/>
        </p:nvGrpSpPr>
        <p:grpSpPr>
          <a:xfrm>
            <a:off x="0" y="0"/>
            <a:ext cx="9144003" cy="5143501"/>
            <a:chOff x="0" y="0"/>
            <a:chExt cx="9144003" cy="5143501"/>
          </a:xfrm>
        </p:grpSpPr>
        <p:pic>
          <p:nvPicPr>
            <p:cNvPr id="119" name="Google Shape;119;p18"/>
            <p:cNvPicPr preferRelativeResize="0"/>
            <p:nvPr/>
          </p:nvPicPr>
          <p:blipFill rotWithShape="1">
            <a:blip r:embed="rId2">
              <a:alphaModFix/>
            </a:blip>
            <a:srcRect b="8068" l="0" r="0" t="8060"/>
            <a:stretch/>
          </p:blipFill>
          <p:spPr>
            <a:xfrm>
              <a:off x="0" y="0"/>
              <a:ext cx="9144003" cy="5143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" name="Google Shape;120;p18"/>
            <p:cNvSpPr/>
            <p:nvPr/>
          </p:nvSpPr>
          <p:spPr>
            <a:xfrm>
              <a:off x="209980" y="194500"/>
              <a:ext cx="8763466" cy="4752275"/>
            </a:xfrm>
            <a:custGeom>
              <a:rect b="b" l="l" r="r" t="t"/>
              <a:pathLst>
                <a:path extrusionOk="0" h="147209" w="271904">
                  <a:moveTo>
                    <a:pt x="596" y="0"/>
                  </a:moveTo>
                  <a:lnTo>
                    <a:pt x="596" y="0"/>
                  </a:lnTo>
                  <a:cubicBezTo>
                    <a:pt x="2025" y="5965"/>
                    <a:pt x="3072" y="13895"/>
                    <a:pt x="3644" y="22312"/>
                  </a:cubicBezTo>
                  <a:cubicBezTo>
                    <a:pt x="7942" y="23515"/>
                    <a:pt x="13609" y="23932"/>
                    <a:pt x="5085" y="25063"/>
                  </a:cubicBezTo>
                  <a:cubicBezTo>
                    <a:pt x="5096" y="25110"/>
                    <a:pt x="5108" y="25146"/>
                    <a:pt x="5120" y="25194"/>
                  </a:cubicBezTo>
                  <a:cubicBezTo>
                    <a:pt x="5263" y="25301"/>
                    <a:pt x="5394" y="25396"/>
                    <a:pt x="5525" y="25503"/>
                  </a:cubicBezTo>
                  <a:cubicBezTo>
                    <a:pt x="5692" y="25539"/>
                    <a:pt x="5954" y="25479"/>
                    <a:pt x="6037" y="25658"/>
                  </a:cubicBezTo>
                  <a:cubicBezTo>
                    <a:pt x="8561" y="26230"/>
                    <a:pt x="4561" y="26670"/>
                    <a:pt x="3894" y="26789"/>
                  </a:cubicBezTo>
                  <a:cubicBezTo>
                    <a:pt x="4203" y="33719"/>
                    <a:pt x="4192" y="40803"/>
                    <a:pt x="3787" y="47256"/>
                  </a:cubicBezTo>
                  <a:cubicBezTo>
                    <a:pt x="2560" y="47137"/>
                    <a:pt x="1298" y="47006"/>
                    <a:pt x="1" y="46875"/>
                  </a:cubicBezTo>
                  <a:lnTo>
                    <a:pt x="1" y="46875"/>
                  </a:lnTo>
                  <a:cubicBezTo>
                    <a:pt x="1429" y="52840"/>
                    <a:pt x="2477" y="60770"/>
                    <a:pt x="3049" y="69199"/>
                  </a:cubicBezTo>
                  <a:cubicBezTo>
                    <a:pt x="7347" y="70402"/>
                    <a:pt x="13014" y="70818"/>
                    <a:pt x="4489" y="71949"/>
                  </a:cubicBezTo>
                  <a:cubicBezTo>
                    <a:pt x="4501" y="71985"/>
                    <a:pt x="4513" y="72033"/>
                    <a:pt x="4525" y="72069"/>
                  </a:cubicBezTo>
                  <a:cubicBezTo>
                    <a:pt x="4668" y="72176"/>
                    <a:pt x="4787" y="72283"/>
                    <a:pt x="4930" y="72390"/>
                  </a:cubicBezTo>
                  <a:cubicBezTo>
                    <a:pt x="5096" y="72414"/>
                    <a:pt x="5358" y="72366"/>
                    <a:pt x="5442" y="72545"/>
                  </a:cubicBezTo>
                  <a:cubicBezTo>
                    <a:pt x="7966" y="73104"/>
                    <a:pt x="3965" y="73557"/>
                    <a:pt x="3299" y="73664"/>
                  </a:cubicBezTo>
                  <a:cubicBezTo>
                    <a:pt x="3513" y="78510"/>
                    <a:pt x="3572" y="83427"/>
                    <a:pt x="3453" y="88154"/>
                  </a:cubicBezTo>
                  <a:cubicBezTo>
                    <a:pt x="2322" y="88047"/>
                    <a:pt x="1179" y="87928"/>
                    <a:pt x="1" y="87809"/>
                  </a:cubicBezTo>
                  <a:lnTo>
                    <a:pt x="1" y="87809"/>
                  </a:lnTo>
                  <a:cubicBezTo>
                    <a:pt x="989" y="91940"/>
                    <a:pt x="1798" y="97036"/>
                    <a:pt x="2394" y="102584"/>
                  </a:cubicBezTo>
                  <a:cubicBezTo>
                    <a:pt x="2239" y="103727"/>
                    <a:pt x="2072" y="104834"/>
                    <a:pt x="1882" y="105894"/>
                  </a:cubicBezTo>
                  <a:cubicBezTo>
                    <a:pt x="2156" y="105870"/>
                    <a:pt x="2429" y="105846"/>
                    <a:pt x="2715" y="105811"/>
                  </a:cubicBezTo>
                  <a:cubicBezTo>
                    <a:pt x="2834" y="107228"/>
                    <a:pt x="2953" y="108668"/>
                    <a:pt x="3049" y="110121"/>
                  </a:cubicBezTo>
                  <a:cubicBezTo>
                    <a:pt x="7347" y="111323"/>
                    <a:pt x="13014" y="111740"/>
                    <a:pt x="4489" y="112871"/>
                  </a:cubicBezTo>
                  <a:cubicBezTo>
                    <a:pt x="4501" y="112919"/>
                    <a:pt x="4513" y="112954"/>
                    <a:pt x="4525" y="113002"/>
                  </a:cubicBezTo>
                  <a:cubicBezTo>
                    <a:pt x="4668" y="113109"/>
                    <a:pt x="4799" y="113205"/>
                    <a:pt x="4930" y="113312"/>
                  </a:cubicBezTo>
                  <a:cubicBezTo>
                    <a:pt x="5096" y="113347"/>
                    <a:pt x="5358" y="113288"/>
                    <a:pt x="5442" y="113466"/>
                  </a:cubicBezTo>
                  <a:cubicBezTo>
                    <a:pt x="7966" y="114038"/>
                    <a:pt x="3965" y="114478"/>
                    <a:pt x="3299" y="114598"/>
                  </a:cubicBezTo>
                  <a:cubicBezTo>
                    <a:pt x="3822" y="126123"/>
                    <a:pt x="4668" y="127147"/>
                    <a:pt x="3120" y="135886"/>
                  </a:cubicBezTo>
                  <a:cubicBezTo>
                    <a:pt x="4608" y="136338"/>
                    <a:pt x="14133" y="147209"/>
                    <a:pt x="14133" y="147209"/>
                  </a:cubicBezTo>
                  <a:cubicBezTo>
                    <a:pt x="14133" y="147209"/>
                    <a:pt x="16765" y="146220"/>
                    <a:pt x="20479" y="146137"/>
                  </a:cubicBezTo>
                  <a:cubicBezTo>
                    <a:pt x="20503" y="146054"/>
                    <a:pt x="20539" y="145959"/>
                    <a:pt x="20563" y="145875"/>
                  </a:cubicBezTo>
                  <a:lnTo>
                    <a:pt x="20563" y="145875"/>
                  </a:lnTo>
                  <a:cubicBezTo>
                    <a:pt x="20491" y="146340"/>
                    <a:pt x="23242" y="146363"/>
                    <a:pt x="23158" y="146816"/>
                  </a:cubicBezTo>
                  <a:cubicBezTo>
                    <a:pt x="29516" y="146220"/>
                    <a:pt x="36481" y="145875"/>
                    <a:pt x="44589" y="145697"/>
                  </a:cubicBezTo>
                  <a:cubicBezTo>
                    <a:pt x="44613" y="145625"/>
                    <a:pt x="44637" y="145554"/>
                    <a:pt x="44661" y="145494"/>
                  </a:cubicBezTo>
                  <a:cubicBezTo>
                    <a:pt x="45090" y="145494"/>
                    <a:pt x="45530" y="145494"/>
                    <a:pt x="45959" y="145482"/>
                  </a:cubicBezTo>
                  <a:cubicBezTo>
                    <a:pt x="45959" y="145542"/>
                    <a:pt x="45959" y="145601"/>
                    <a:pt x="45959" y="145661"/>
                  </a:cubicBezTo>
                  <a:cubicBezTo>
                    <a:pt x="46173" y="145661"/>
                    <a:pt x="46387" y="145661"/>
                    <a:pt x="46602" y="145649"/>
                  </a:cubicBezTo>
                  <a:cubicBezTo>
                    <a:pt x="46637" y="145601"/>
                    <a:pt x="46661" y="145542"/>
                    <a:pt x="46685" y="145482"/>
                  </a:cubicBezTo>
                  <a:cubicBezTo>
                    <a:pt x="47197" y="145482"/>
                    <a:pt x="47709" y="145482"/>
                    <a:pt x="48221" y="145494"/>
                  </a:cubicBezTo>
                  <a:cubicBezTo>
                    <a:pt x="48221" y="145530"/>
                    <a:pt x="48221" y="145578"/>
                    <a:pt x="48221" y="145625"/>
                  </a:cubicBezTo>
                  <a:cubicBezTo>
                    <a:pt x="50912" y="145578"/>
                    <a:pt x="53900" y="145542"/>
                    <a:pt x="57031" y="145518"/>
                  </a:cubicBezTo>
                  <a:cubicBezTo>
                    <a:pt x="59651" y="145542"/>
                    <a:pt x="62151" y="145566"/>
                    <a:pt x="64461" y="145601"/>
                  </a:cubicBezTo>
                  <a:cubicBezTo>
                    <a:pt x="64461" y="145566"/>
                    <a:pt x="64461" y="145530"/>
                    <a:pt x="64461" y="145494"/>
                  </a:cubicBezTo>
                  <a:cubicBezTo>
                    <a:pt x="65592" y="145488"/>
                    <a:pt x="66726" y="145485"/>
                    <a:pt x="67860" y="145485"/>
                  </a:cubicBezTo>
                  <a:cubicBezTo>
                    <a:pt x="68994" y="145485"/>
                    <a:pt x="70128" y="145488"/>
                    <a:pt x="71259" y="145494"/>
                  </a:cubicBezTo>
                  <a:cubicBezTo>
                    <a:pt x="71402" y="145578"/>
                    <a:pt x="71545" y="145661"/>
                    <a:pt x="71700" y="145744"/>
                  </a:cubicBezTo>
                  <a:cubicBezTo>
                    <a:pt x="78891" y="145947"/>
                    <a:pt x="85190" y="146268"/>
                    <a:pt x="90976" y="146816"/>
                  </a:cubicBezTo>
                  <a:cubicBezTo>
                    <a:pt x="90845" y="146054"/>
                    <a:pt x="90714" y="145256"/>
                    <a:pt x="90595" y="144435"/>
                  </a:cubicBezTo>
                  <a:lnTo>
                    <a:pt x="90595" y="144435"/>
                  </a:lnTo>
                  <a:cubicBezTo>
                    <a:pt x="91429" y="144792"/>
                    <a:pt x="92191" y="145304"/>
                    <a:pt x="92976" y="145744"/>
                  </a:cubicBezTo>
                  <a:cubicBezTo>
                    <a:pt x="96596" y="145851"/>
                    <a:pt x="99989" y="145982"/>
                    <a:pt x="103204" y="146161"/>
                  </a:cubicBezTo>
                  <a:cubicBezTo>
                    <a:pt x="103156" y="146375"/>
                    <a:pt x="103121" y="146601"/>
                    <a:pt x="103085" y="146828"/>
                  </a:cubicBezTo>
                  <a:cubicBezTo>
                    <a:pt x="104573" y="146685"/>
                    <a:pt x="106109" y="146554"/>
                    <a:pt x="107669" y="146447"/>
                  </a:cubicBezTo>
                  <a:cubicBezTo>
                    <a:pt x="109240" y="146554"/>
                    <a:pt x="110764" y="146685"/>
                    <a:pt x="112265" y="146828"/>
                  </a:cubicBezTo>
                  <a:cubicBezTo>
                    <a:pt x="112217" y="146601"/>
                    <a:pt x="112181" y="146375"/>
                    <a:pt x="112146" y="146161"/>
                  </a:cubicBezTo>
                  <a:cubicBezTo>
                    <a:pt x="115979" y="145947"/>
                    <a:pt x="120075" y="145792"/>
                    <a:pt x="124504" y="145697"/>
                  </a:cubicBezTo>
                  <a:cubicBezTo>
                    <a:pt x="125022" y="144156"/>
                    <a:pt x="125413" y="143165"/>
                    <a:pt x="125645" y="143165"/>
                  </a:cubicBezTo>
                  <a:cubicBezTo>
                    <a:pt x="125846" y="143165"/>
                    <a:pt x="125929" y="143902"/>
                    <a:pt x="125873" y="145661"/>
                  </a:cubicBezTo>
                  <a:cubicBezTo>
                    <a:pt x="126100" y="145661"/>
                    <a:pt x="126302" y="145661"/>
                    <a:pt x="126528" y="145649"/>
                  </a:cubicBezTo>
                  <a:cubicBezTo>
                    <a:pt x="127181" y="144357"/>
                    <a:pt x="127670" y="143321"/>
                    <a:pt x="127939" y="143321"/>
                  </a:cubicBezTo>
                  <a:cubicBezTo>
                    <a:pt x="128150" y="143321"/>
                    <a:pt x="128225" y="143963"/>
                    <a:pt x="128136" y="145625"/>
                  </a:cubicBezTo>
                  <a:cubicBezTo>
                    <a:pt x="130541" y="145589"/>
                    <a:pt x="133184" y="145554"/>
                    <a:pt x="135946" y="145530"/>
                  </a:cubicBezTo>
                  <a:cubicBezTo>
                    <a:pt x="138720" y="145554"/>
                    <a:pt x="141352" y="145589"/>
                    <a:pt x="143757" y="145625"/>
                  </a:cubicBezTo>
                  <a:cubicBezTo>
                    <a:pt x="143667" y="143963"/>
                    <a:pt x="143745" y="143321"/>
                    <a:pt x="143959" y="143321"/>
                  </a:cubicBezTo>
                  <a:cubicBezTo>
                    <a:pt x="144230" y="143321"/>
                    <a:pt x="144723" y="144357"/>
                    <a:pt x="145376" y="145649"/>
                  </a:cubicBezTo>
                  <a:cubicBezTo>
                    <a:pt x="145590" y="145661"/>
                    <a:pt x="145804" y="145661"/>
                    <a:pt x="146019" y="145661"/>
                  </a:cubicBezTo>
                  <a:cubicBezTo>
                    <a:pt x="145964" y="143902"/>
                    <a:pt x="146046" y="143165"/>
                    <a:pt x="146247" y="143165"/>
                  </a:cubicBezTo>
                  <a:cubicBezTo>
                    <a:pt x="146479" y="143165"/>
                    <a:pt x="146870" y="144156"/>
                    <a:pt x="147388" y="145697"/>
                  </a:cubicBezTo>
                  <a:cubicBezTo>
                    <a:pt x="151817" y="145792"/>
                    <a:pt x="155913" y="145947"/>
                    <a:pt x="159759" y="146161"/>
                  </a:cubicBezTo>
                  <a:cubicBezTo>
                    <a:pt x="159711" y="146375"/>
                    <a:pt x="159675" y="146601"/>
                    <a:pt x="159640" y="146828"/>
                  </a:cubicBezTo>
                  <a:cubicBezTo>
                    <a:pt x="161128" y="146685"/>
                    <a:pt x="162664" y="146554"/>
                    <a:pt x="164223" y="146447"/>
                  </a:cubicBezTo>
                  <a:cubicBezTo>
                    <a:pt x="165795" y="146554"/>
                    <a:pt x="167319" y="146685"/>
                    <a:pt x="168819" y="146828"/>
                  </a:cubicBezTo>
                  <a:cubicBezTo>
                    <a:pt x="168772" y="146601"/>
                    <a:pt x="168736" y="146375"/>
                    <a:pt x="168700" y="146161"/>
                  </a:cubicBezTo>
                  <a:cubicBezTo>
                    <a:pt x="171915" y="145982"/>
                    <a:pt x="175296" y="145851"/>
                    <a:pt x="178916" y="145744"/>
                  </a:cubicBezTo>
                  <a:cubicBezTo>
                    <a:pt x="179702" y="145304"/>
                    <a:pt x="180464" y="144792"/>
                    <a:pt x="181309" y="144435"/>
                  </a:cubicBezTo>
                  <a:lnTo>
                    <a:pt x="181309" y="144435"/>
                  </a:lnTo>
                  <a:cubicBezTo>
                    <a:pt x="181190" y="145256"/>
                    <a:pt x="181059" y="146054"/>
                    <a:pt x="180916" y="146816"/>
                  </a:cubicBezTo>
                  <a:cubicBezTo>
                    <a:pt x="186714" y="146268"/>
                    <a:pt x="193001" y="145947"/>
                    <a:pt x="200204" y="145744"/>
                  </a:cubicBezTo>
                  <a:cubicBezTo>
                    <a:pt x="200347" y="145661"/>
                    <a:pt x="200490" y="145578"/>
                    <a:pt x="200645" y="145494"/>
                  </a:cubicBezTo>
                  <a:cubicBezTo>
                    <a:pt x="201770" y="145488"/>
                    <a:pt x="202904" y="145485"/>
                    <a:pt x="204039" y="145485"/>
                  </a:cubicBezTo>
                  <a:cubicBezTo>
                    <a:pt x="205175" y="145485"/>
                    <a:pt x="206312" y="145488"/>
                    <a:pt x="207443" y="145494"/>
                  </a:cubicBezTo>
                  <a:cubicBezTo>
                    <a:pt x="207443" y="145530"/>
                    <a:pt x="207443" y="145566"/>
                    <a:pt x="207431" y="145601"/>
                  </a:cubicBezTo>
                  <a:cubicBezTo>
                    <a:pt x="209741" y="145566"/>
                    <a:pt x="212253" y="145542"/>
                    <a:pt x="214873" y="145518"/>
                  </a:cubicBezTo>
                  <a:cubicBezTo>
                    <a:pt x="218004" y="145542"/>
                    <a:pt x="220981" y="145578"/>
                    <a:pt x="223683" y="145625"/>
                  </a:cubicBezTo>
                  <a:cubicBezTo>
                    <a:pt x="223671" y="145578"/>
                    <a:pt x="223671" y="145530"/>
                    <a:pt x="223671" y="145494"/>
                  </a:cubicBezTo>
                  <a:cubicBezTo>
                    <a:pt x="224183" y="145494"/>
                    <a:pt x="224695" y="145482"/>
                    <a:pt x="225207" y="145482"/>
                  </a:cubicBezTo>
                  <a:cubicBezTo>
                    <a:pt x="225243" y="145542"/>
                    <a:pt x="225267" y="145601"/>
                    <a:pt x="225291" y="145649"/>
                  </a:cubicBezTo>
                  <a:cubicBezTo>
                    <a:pt x="225517" y="145661"/>
                    <a:pt x="225731" y="145661"/>
                    <a:pt x="225945" y="145661"/>
                  </a:cubicBezTo>
                  <a:cubicBezTo>
                    <a:pt x="225945" y="145601"/>
                    <a:pt x="225934" y="145542"/>
                    <a:pt x="225934" y="145482"/>
                  </a:cubicBezTo>
                  <a:cubicBezTo>
                    <a:pt x="226374" y="145482"/>
                    <a:pt x="226803" y="145482"/>
                    <a:pt x="227243" y="145494"/>
                  </a:cubicBezTo>
                  <a:cubicBezTo>
                    <a:pt x="227267" y="145554"/>
                    <a:pt x="227291" y="145625"/>
                    <a:pt x="227315" y="145697"/>
                  </a:cubicBezTo>
                  <a:cubicBezTo>
                    <a:pt x="235411" y="145875"/>
                    <a:pt x="242376" y="146220"/>
                    <a:pt x="248734" y="146816"/>
                  </a:cubicBezTo>
                  <a:cubicBezTo>
                    <a:pt x="248651" y="146363"/>
                    <a:pt x="248579" y="145899"/>
                    <a:pt x="248508" y="145423"/>
                  </a:cubicBezTo>
                  <a:lnTo>
                    <a:pt x="248508" y="145423"/>
                  </a:lnTo>
                  <a:cubicBezTo>
                    <a:pt x="248532" y="145506"/>
                    <a:pt x="248567" y="145601"/>
                    <a:pt x="248591" y="145697"/>
                  </a:cubicBezTo>
                  <a:cubicBezTo>
                    <a:pt x="256699" y="145875"/>
                    <a:pt x="263664" y="146220"/>
                    <a:pt x="270022" y="146816"/>
                  </a:cubicBezTo>
                  <a:cubicBezTo>
                    <a:pt x="268463" y="138065"/>
                    <a:pt x="268082" y="126123"/>
                    <a:pt x="268606" y="114598"/>
                  </a:cubicBezTo>
                  <a:cubicBezTo>
                    <a:pt x="267939" y="114478"/>
                    <a:pt x="263926" y="114038"/>
                    <a:pt x="266462" y="113466"/>
                  </a:cubicBezTo>
                  <a:cubicBezTo>
                    <a:pt x="266546" y="113288"/>
                    <a:pt x="266808" y="113347"/>
                    <a:pt x="266974" y="113312"/>
                  </a:cubicBezTo>
                  <a:cubicBezTo>
                    <a:pt x="267105" y="113205"/>
                    <a:pt x="267236" y="113109"/>
                    <a:pt x="267367" y="113002"/>
                  </a:cubicBezTo>
                  <a:cubicBezTo>
                    <a:pt x="267391" y="112954"/>
                    <a:pt x="267403" y="112919"/>
                    <a:pt x="267415" y="112871"/>
                  </a:cubicBezTo>
                  <a:cubicBezTo>
                    <a:pt x="258878" y="111740"/>
                    <a:pt x="264557" y="111323"/>
                    <a:pt x="268856" y="110121"/>
                  </a:cubicBezTo>
                  <a:cubicBezTo>
                    <a:pt x="268951" y="108668"/>
                    <a:pt x="269070" y="107228"/>
                    <a:pt x="269189" y="105811"/>
                  </a:cubicBezTo>
                  <a:cubicBezTo>
                    <a:pt x="269463" y="105846"/>
                    <a:pt x="269749" y="105870"/>
                    <a:pt x="270022" y="105894"/>
                  </a:cubicBezTo>
                  <a:cubicBezTo>
                    <a:pt x="269832" y="104834"/>
                    <a:pt x="269653" y="103727"/>
                    <a:pt x="269510" y="102584"/>
                  </a:cubicBezTo>
                  <a:cubicBezTo>
                    <a:pt x="270094" y="97036"/>
                    <a:pt x="270903" y="91940"/>
                    <a:pt x="271904" y="87809"/>
                  </a:cubicBezTo>
                  <a:lnTo>
                    <a:pt x="271904" y="87809"/>
                  </a:lnTo>
                  <a:cubicBezTo>
                    <a:pt x="270725" y="87928"/>
                    <a:pt x="269570" y="88047"/>
                    <a:pt x="268451" y="88154"/>
                  </a:cubicBezTo>
                  <a:cubicBezTo>
                    <a:pt x="268320" y="83427"/>
                    <a:pt x="268379" y="78510"/>
                    <a:pt x="268606" y="73664"/>
                  </a:cubicBezTo>
                  <a:cubicBezTo>
                    <a:pt x="267939" y="73557"/>
                    <a:pt x="263926" y="73104"/>
                    <a:pt x="266462" y="72545"/>
                  </a:cubicBezTo>
                  <a:cubicBezTo>
                    <a:pt x="266546" y="72366"/>
                    <a:pt x="266808" y="72426"/>
                    <a:pt x="266974" y="72390"/>
                  </a:cubicBezTo>
                  <a:cubicBezTo>
                    <a:pt x="267105" y="72283"/>
                    <a:pt x="267236" y="72176"/>
                    <a:pt x="267367" y="72069"/>
                  </a:cubicBezTo>
                  <a:cubicBezTo>
                    <a:pt x="267391" y="72033"/>
                    <a:pt x="267403" y="71985"/>
                    <a:pt x="267415" y="71949"/>
                  </a:cubicBezTo>
                  <a:cubicBezTo>
                    <a:pt x="258878" y="70818"/>
                    <a:pt x="264557" y="70402"/>
                    <a:pt x="268856" y="69199"/>
                  </a:cubicBezTo>
                  <a:cubicBezTo>
                    <a:pt x="269415" y="60770"/>
                    <a:pt x="270463" y="52840"/>
                    <a:pt x="271904" y="46875"/>
                  </a:cubicBezTo>
                  <a:lnTo>
                    <a:pt x="271904" y="46875"/>
                  </a:lnTo>
                  <a:cubicBezTo>
                    <a:pt x="270606" y="47006"/>
                    <a:pt x="269344" y="47137"/>
                    <a:pt x="268105" y="47256"/>
                  </a:cubicBezTo>
                  <a:cubicBezTo>
                    <a:pt x="267713" y="40803"/>
                    <a:pt x="267689" y="33719"/>
                    <a:pt x="268010" y="26789"/>
                  </a:cubicBezTo>
                  <a:cubicBezTo>
                    <a:pt x="267343" y="26670"/>
                    <a:pt x="263331" y="26230"/>
                    <a:pt x="265867" y="25658"/>
                  </a:cubicBezTo>
                  <a:cubicBezTo>
                    <a:pt x="265950" y="25479"/>
                    <a:pt x="266212" y="25539"/>
                    <a:pt x="266379" y="25503"/>
                  </a:cubicBezTo>
                  <a:cubicBezTo>
                    <a:pt x="266510" y="25396"/>
                    <a:pt x="266641" y="25301"/>
                    <a:pt x="266772" y="25194"/>
                  </a:cubicBezTo>
                  <a:cubicBezTo>
                    <a:pt x="266796" y="25146"/>
                    <a:pt x="266808" y="25110"/>
                    <a:pt x="266820" y="25063"/>
                  </a:cubicBezTo>
                  <a:cubicBezTo>
                    <a:pt x="258283" y="23932"/>
                    <a:pt x="263962" y="23515"/>
                    <a:pt x="268260" y="22312"/>
                  </a:cubicBezTo>
                  <a:cubicBezTo>
                    <a:pt x="268415" y="19919"/>
                    <a:pt x="268856" y="15300"/>
                    <a:pt x="268856" y="15300"/>
                  </a:cubicBezTo>
                  <a:lnTo>
                    <a:pt x="254901" y="1453"/>
                  </a:lnTo>
                  <a:cubicBezTo>
                    <a:pt x="254901" y="1453"/>
                    <a:pt x="251413" y="1679"/>
                    <a:pt x="249615" y="1774"/>
                  </a:cubicBezTo>
                  <a:cubicBezTo>
                    <a:pt x="249746" y="1167"/>
                    <a:pt x="249889" y="572"/>
                    <a:pt x="250020" y="0"/>
                  </a:cubicBezTo>
                  <a:lnTo>
                    <a:pt x="250020" y="0"/>
                  </a:lnTo>
                  <a:cubicBezTo>
                    <a:pt x="240828" y="929"/>
                    <a:pt x="233577" y="1572"/>
                    <a:pt x="225017" y="1929"/>
                  </a:cubicBezTo>
                  <a:cubicBezTo>
                    <a:pt x="224814" y="2179"/>
                    <a:pt x="224600" y="2441"/>
                    <a:pt x="224386" y="2715"/>
                  </a:cubicBezTo>
                  <a:cubicBezTo>
                    <a:pt x="223731" y="2953"/>
                    <a:pt x="223112" y="3274"/>
                    <a:pt x="222647" y="3751"/>
                  </a:cubicBezTo>
                  <a:cubicBezTo>
                    <a:pt x="222755" y="3346"/>
                    <a:pt x="222945" y="2774"/>
                    <a:pt x="223219" y="2000"/>
                  </a:cubicBezTo>
                  <a:cubicBezTo>
                    <a:pt x="223094" y="1992"/>
                    <a:pt x="222968" y="1988"/>
                    <a:pt x="222843" y="1988"/>
                  </a:cubicBezTo>
                  <a:cubicBezTo>
                    <a:pt x="221740" y="1988"/>
                    <a:pt x="220632" y="2285"/>
                    <a:pt x="219537" y="2285"/>
                  </a:cubicBezTo>
                  <a:cubicBezTo>
                    <a:pt x="219371" y="2285"/>
                    <a:pt x="219205" y="2278"/>
                    <a:pt x="219040" y="2262"/>
                  </a:cubicBezTo>
                  <a:cubicBezTo>
                    <a:pt x="218567" y="2506"/>
                    <a:pt x="218202" y="2952"/>
                    <a:pt x="217926" y="2952"/>
                  </a:cubicBezTo>
                  <a:cubicBezTo>
                    <a:pt x="217744" y="2952"/>
                    <a:pt x="217601" y="2757"/>
                    <a:pt x="217492" y="2179"/>
                  </a:cubicBezTo>
                  <a:cubicBezTo>
                    <a:pt x="216420" y="2203"/>
                    <a:pt x="215337" y="2227"/>
                    <a:pt x="214218" y="2239"/>
                  </a:cubicBezTo>
                  <a:cubicBezTo>
                    <a:pt x="210515" y="2179"/>
                    <a:pt x="207169" y="2084"/>
                    <a:pt x="204002" y="1965"/>
                  </a:cubicBezTo>
                  <a:cubicBezTo>
                    <a:pt x="203967" y="2131"/>
                    <a:pt x="203943" y="2298"/>
                    <a:pt x="203919" y="2453"/>
                  </a:cubicBezTo>
                  <a:cubicBezTo>
                    <a:pt x="203550" y="2560"/>
                    <a:pt x="203181" y="2679"/>
                    <a:pt x="202824" y="2822"/>
                  </a:cubicBezTo>
                  <a:cubicBezTo>
                    <a:pt x="202776" y="2548"/>
                    <a:pt x="202728" y="2239"/>
                    <a:pt x="202681" y="1905"/>
                  </a:cubicBezTo>
                  <a:cubicBezTo>
                    <a:pt x="194453" y="1524"/>
                    <a:pt x="187357" y="905"/>
                    <a:pt x="178440" y="0"/>
                  </a:cubicBezTo>
                  <a:lnTo>
                    <a:pt x="178440" y="0"/>
                  </a:lnTo>
                  <a:cubicBezTo>
                    <a:pt x="178582" y="572"/>
                    <a:pt x="178713" y="1167"/>
                    <a:pt x="178844" y="1774"/>
                  </a:cubicBezTo>
                  <a:cubicBezTo>
                    <a:pt x="175773" y="1607"/>
                    <a:pt x="172832" y="1417"/>
                    <a:pt x="169831" y="1179"/>
                  </a:cubicBezTo>
                  <a:cubicBezTo>
                    <a:pt x="169927" y="774"/>
                    <a:pt x="170010" y="381"/>
                    <a:pt x="170105" y="0"/>
                  </a:cubicBezTo>
                  <a:lnTo>
                    <a:pt x="170105" y="0"/>
                  </a:lnTo>
                  <a:cubicBezTo>
                    <a:pt x="167843" y="226"/>
                    <a:pt x="165700" y="441"/>
                    <a:pt x="163628" y="631"/>
                  </a:cubicBezTo>
                  <a:cubicBezTo>
                    <a:pt x="161556" y="441"/>
                    <a:pt x="159413" y="226"/>
                    <a:pt x="157163" y="0"/>
                  </a:cubicBezTo>
                  <a:lnTo>
                    <a:pt x="157163" y="0"/>
                  </a:lnTo>
                  <a:cubicBezTo>
                    <a:pt x="157246" y="381"/>
                    <a:pt x="157342" y="774"/>
                    <a:pt x="157425" y="1179"/>
                  </a:cubicBezTo>
                  <a:cubicBezTo>
                    <a:pt x="153377" y="1500"/>
                    <a:pt x="149400" y="1750"/>
                    <a:pt x="145102" y="1929"/>
                  </a:cubicBezTo>
                  <a:cubicBezTo>
                    <a:pt x="144154" y="3043"/>
                    <a:pt x="143049" y="4616"/>
                    <a:pt x="142712" y="4616"/>
                  </a:cubicBezTo>
                  <a:cubicBezTo>
                    <a:pt x="142491" y="4616"/>
                    <a:pt x="142601" y="3936"/>
                    <a:pt x="143304" y="2000"/>
                  </a:cubicBezTo>
                  <a:cubicBezTo>
                    <a:pt x="143179" y="1992"/>
                    <a:pt x="143053" y="1988"/>
                    <a:pt x="142928" y="1988"/>
                  </a:cubicBezTo>
                  <a:cubicBezTo>
                    <a:pt x="141825" y="1988"/>
                    <a:pt x="140718" y="2285"/>
                    <a:pt x="139622" y="2285"/>
                  </a:cubicBezTo>
                  <a:cubicBezTo>
                    <a:pt x="139456" y="2285"/>
                    <a:pt x="139290" y="2278"/>
                    <a:pt x="139125" y="2262"/>
                  </a:cubicBezTo>
                  <a:cubicBezTo>
                    <a:pt x="138780" y="2441"/>
                    <a:pt x="138494" y="2715"/>
                    <a:pt x="138256" y="2858"/>
                  </a:cubicBezTo>
                  <a:lnTo>
                    <a:pt x="138256" y="2250"/>
                  </a:lnTo>
                  <a:cubicBezTo>
                    <a:pt x="138030" y="2250"/>
                    <a:pt x="137803" y="2239"/>
                    <a:pt x="137589" y="2239"/>
                  </a:cubicBezTo>
                  <a:cubicBezTo>
                    <a:pt x="137577" y="2215"/>
                    <a:pt x="137577" y="2203"/>
                    <a:pt x="137565" y="2179"/>
                  </a:cubicBezTo>
                  <a:cubicBezTo>
                    <a:pt x="137041" y="2191"/>
                    <a:pt x="136494" y="2203"/>
                    <a:pt x="135946" y="2215"/>
                  </a:cubicBezTo>
                  <a:cubicBezTo>
                    <a:pt x="135410" y="2203"/>
                    <a:pt x="134863" y="2191"/>
                    <a:pt x="134327" y="2179"/>
                  </a:cubicBezTo>
                  <a:cubicBezTo>
                    <a:pt x="134327" y="2203"/>
                    <a:pt x="134327" y="2215"/>
                    <a:pt x="134315" y="2239"/>
                  </a:cubicBezTo>
                  <a:cubicBezTo>
                    <a:pt x="134089" y="2239"/>
                    <a:pt x="133874" y="2250"/>
                    <a:pt x="133648" y="2250"/>
                  </a:cubicBezTo>
                  <a:lnTo>
                    <a:pt x="133648" y="2858"/>
                  </a:lnTo>
                  <a:cubicBezTo>
                    <a:pt x="133410" y="2715"/>
                    <a:pt x="133124" y="2441"/>
                    <a:pt x="132779" y="2262"/>
                  </a:cubicBezTo>
                  <a:cubicBezTo>
                    <a:pt x="132604" y="2280"/>
                    <a:pt x="132429" y="2288"/>
                    <a:pt x="132254" y="2288"/>
                  </a:cubicBezTo>
                  <a:cubicBezTo>
                    <a:pt x="131165" y="2288"/>
                    <a:pt x="130064" y="1988"/>
                    <a:pt x="128968" y="1988"/>
                  </a:cubicBezTo>
                  <a:cubicBezTo>
                    <a:pt x="128845" y="1988"/>
                    <a:pt x="128723" y="1992"/>
                    <a:pt x="128600" y="2000"/>
                  </a:cubicBezTo>
                  <a:cubicBezTo>
                    <a:pt x="129303" y="3936"/>
                    <a:pt x="129413" y="4616"/>
                    <a:pt x="129192" y="4616"/>
                  </a:cubicBezTo>
                  <a:cubicBezTo>
                    <a:pt x="128855" y="4616"/>
                    <a:pt x="127750" y="3043"/>
                    <a:pt x="126802" y="1929"/>
                  </a:cubicBezTo>
                  <a:cubicBezTo>
                    <a:pt x="122492" y="1750"/>
                    <a:pt x="118527" y="1500"/>
                    <a:pt x="114467" y="1179"/>
                  </a:cubicBezTo>
                  <a:cubicBezTo>
                    <a:pt x="114562" y="774"/>
                    <a:pt x="114646" y="381"/>
                    <a:pt x="114741" y="0"/>
                  </a:cubicBezTo>
                  <a:lnTo>
                    <a:pt x="114741" y="0"/>
                  </a:lnTo>
                  <a:cubicBezTo>
                    <a:pt x="112491" y="226"/>
                    <a:pt x="110348" y="441"/>
                    <a:pt x="108276" y="631"/>
                  </a:cubicBezTo>
                  <a:cubicBezTo>
                    <a:pt x="106192" y="441"/>
                    <a:pt x="104061" y="226"/>
                    <a:pt x="101799" y="0"/>
                  </a:cubicBezTo>
                  <a:lnTo>
                    <a:pt x="101799" y="0"/>
                  </a:lnTo>
                  <a:cubicBezTo>
                    <a:pt x="101894" y="381"/>
                    <a:pt x="101978" y="774"/>
                    <a:pt x="102073" y="1179"/>
                  </a:cubicBezTo>
                  <a:cubicBezTo>
                    <a:pt x="99072" y="1417"/>
                    <a:pt x="96132" y="1607"/>
                    <a:pt x="93060" y="1774"/>
                  </a:cubicBezTo>
                  <a:cubicBezTo>
                    <a:pt x="93191" y="1167"/>
                    <a:pt x="93322" y="572"/>
                    <a:pt x="93465" y="0"/>
                  </a:cubicBezTo>
                  <a:lnTo>
                    <a:pt x="93465" y="0"/>
                  </a:lnTo>
                  <a:cubicBezTo>
                    <a:pt x="84535" y="905"/>
                    <a:pt x="77439" y="1524"/>
                    <a:pt x="69212" y="1905"/>
                  </a:cubicBezTo>
                  <a:cubicBezTo>
                    <a:pt x="69164" y="2239"/>
                    <a:pt x="69116" y="2548"/>
                    <a:pt x="69081" y="2822"/>
                  </a:cubicBezTo>
                  <a:cubicBezTo>
                    <a:pt x="68723" y="2667"/>
                    <a:pt x="68342" y="2548"/>
                    <a:pt x="67973" y="2453"/>
                  </a:cubicBezTo>
                  <a:cubicBezTo>
                    <a:pt x="67950" y="2298"/>
                    <a:pt x="67926" y="2131"/>
                    <a:pt x="67902" y="1953"/>
                  </a:cubicBezTo>
                  <a:cubicBezTo>
                    <a:pt x="64735" y="2084"/>
                    <a:pt x="61377" y="2179"/>
                    <a:pt x="57686" y="2239"/>
                  </a:cubicBezTo>
                  <a:cubicBezTo>
                    <a:pt x="56567" y="2227"/>
                    <a:pt x="55472" y="2203"/>
                    <a:pt x="54412" y="2179"/>
                  </a:cubicBezTo>
                  <a:cubicBezTo>
                    <a:pt x="54303" y="2757"/>
                    <a:pt x="54160" y="2952"/>
                    <a:pt x="53977" y="2952"/>
                  </a:cubicBezTo>
                  <a:cubicBezTo>
                    <a:pt x="53701" y="2952"/>
                    <a:pt x="53333" y="2506"/>
                    <a:pt x="52852" y="2262"/>
                  </a:cubicBezTo>
                  <a:cubicBezTo>
                    <a:pt x="52687" y="2278"/>
                    <a:pt x="52522" y="2285"/>
                    <a:pt x="52356" y="2285"/>
                  </a:cubicBezTo>
                  <a:cubicBezTo>
                    <a:pt x="51262" y="2285"/>
                    <a:pt x="50161" y="1988"/>
                    <a:pt x="49052" y="1988"/>
                  </a:cubicBezTo>
                  <a:cubicBezTo>
                    <a:pt x="48926" y="1988"/>
                    <a:pt x="48800" y="1992"/>
                    <a:pt x="48673" y="2000"/>
                  </a:cubicBezTo>
                  <a:cubicBezTo>
                    <a:pt x="48959" y="2774"/>
                    <a:pt x="49138" y="3346"/>
                    <a:pt x="49257" y="3751"/>
                  </a:cubicBezTo>
                  <a:cubicBezTo>
                    <a:pt x="48792" y="3274"/>
                    <a:pt x="48173" y="2953"/>
                    <a:pt x="47518" y="2703"/>
                  </a:cubicBezTo>
                  <a:cubicBezTo>
                    <a:pt x="47304" y="2441"/>
                    <a:pt x="47090" y="2179"/>
                    <a:pt x="46875" y="1929"/>
                  </a:cubicBezTo>
                  <a:cubicBezTo>
                    <a:pt x="38315" y="1572"/>
                    <a:pt x="31064" y="929"/>
                    <a:pt x="21872" y="0"/>
                  </a:cubicBezTo>
                  <a:lnTo>
                    <a:pt x="21872" y="0"/>
                  </a:lnTo>
                  <a:cubicBezTo>
                    <a:pt x="22015" y="572"/>
                    <a:pt x="22146" y="1167"/>
                    <a:pt x="22277" y="1774"/>
                  </a:cubicBezTo>
                  <a:cubicBezTo>
                    <a:pt x="15098" y="1393"/>
                    <a:pt x="8573" y="810"/>
                    <a:pt x="5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8"/>
            <p:cNvSpPr/>
            <p:nvPr/>
          </p:nvSpPr>
          <p:spPr>
            <a:xfrm>
              <a:off x="283950" y="193150"/>
              <a:ext cx="8615526" cy="4752359"/>
            </a:xfrm>
            <a:custGeom>
              <a:rect b="b" l="l" r="r" t="t"/>
              <a:pathLst>
                <a:path extrusionOk="0" h="146757" w="269046">
                  <a:moveTo>
                    <a:pt x="21241" y="131"/>
                  </a:moveTo>
                  <a:cubicBezTo>
                    <a:pt x="20884" y="346"/>
                    <a:pt x="20527" y="572"/>
                    <a:pt x="20170" y="798"/>
                  </a:cubicBezTo>
                  <a:cubicBezTo>
                    <a:pt x="20217" y="953"/>
                    <a:pt x="20253" y="1120"/>
                    <a:pt x="20289" y="1286"/>
                  </a:cubicBezTo>
                  <a:cubicBezTo>
                    <a:pt x="20860" y="929"/>
                    <a:pt x="21432" y="560"/>
                    <a:pt x="22015" y="203"/>
                  </a:cubicBezTo>
                  <a:cubicBezTo>
                    <a:pt x="21753" y="179"/>
                    <a:pt x="21503" y="155"/>
                    <a:pt x="21241" y="131"/>
                  </a:cubicBezTo>
                  <a:close/>
                  <a:moveTo>
                    <a:pt x="18777" y="1691"/>
                  </a:moveTo>
                  <a:cubicBezTo>
                    <a:pt x="18515" y="1858"/>
                    <a:pt x="18265" y="2012"/>
                    <a:pt x="18015" y="2179"/>
                  </a:cubicBezTo>
                  <a:cubicBezTo>
                    <a:pt x="11788" y="6263"/>
                    <a:pt x="6156" y="10644"/>
                    <a:pt x="1155" y="15252"/>
                  </a:cubicBezTo>
                  <a:cubicBezTo>
                    <a:pt x="1179" y="15455"/>
                    <a:pt x="1203" y="15657"/>
                    <a:pt x="1215" y="15848"/>
                  </a:cubicBezTo>
                  <a:cubicBezTo>
                    <a:pt x="6263" y="11156"/>
                    <a:pt x="11966" y="6727"/>
                    <a:pt x="18277" y="2584"/>
                  </a:cubicBezTo>
                  <a:cubicBezTo>
                    <a:pt x="18705" y="2298"/>
                    <a:pt x="19146" y="2012"/>
                    <a:pt x="19574" y="1739"/>
                  </a:cubicBezTo>
                  <a:cubicBezTo>
                    <a:pt x="19312" y="1727"/>
                    <a:pt x="19039" y="1703"/>
                    <a:pt x="18777" y="1691"/>
                  </a:cubicBezTo>
                  <a:close/>
                  <a:moveTo>
                    <a:pt x="257199" y="5608"/>
                  </a:moveTo>
                  <a:cubicBezTo>
                    <a:pt x="259819" y="11180"/>
                    <a:pt x="262128" y="16943"/>
                    <a:pt x="264105" y="22884"/>
                  </a:cubicBezTo>
                  <a:cubicBezTo>
                    <a:pt x="264307" y="22836"/>
                    <a:pt x="264522" y="22789"/>
                    <a:pt x="264736" y="22741"/>
                  </a:cubicBezTo>
                  <a:cubicBezTo>
                    <a:pt x="262950" y="17360"/>
                    <a:pt x="260890" y="12085"/>
                    <a:pt x="258557" y="6942"/>
                  </a:cubicBezTo>
                  <a:lnTo>
                    <a:pt x="257199" y="5608"/>
                  </a:lnTo>
                  <a:close/>
                  <a:moveTo>
                    <a:pt x="234685" y="1239"/>
                  </a:moveTo>
                  <a:cubicBezTo>
                    <a:pt x="234423" y="1262"/>
                    <a:pt x="234149" y="1286"/>
                    <a:pt x="233887" y="1298"/>
                  </a:cubicBezTo>
                  <a:cubicBezTo>
                    <a:pt x="234554" y="1727"/>
                    <a:pt x="235220" y="2143"/>
                    <a:pt x="235875" y="2584"/>
                  </a:cubicBezTo>
                  <a:cubicBezTo>
                    <a:pt x="245662" y="9001"/>
                    <a:pt x="253961" y="16145"/>
                    <a:pt x="260676" y="23813"/>
                  </a:cubicBezTo>
                  <a:cubicBezTo>
                    <a:pt x="260783" y="23741"/>
                    <a:pt x="260938" y="23682"/>
                    <a:pt x="261140" y="23610"/>
                  </a:cubicBezTo>
                  <a:cubicBezTo>
                    <a:pt x="254377" y="15871"/>
                    <a:pt x="246007" y="8656"/>
                    <a:pt x="236137" y="2179"/>
                  </a:cubicBezTo>
                  <a:cubicBezTo>
                    <a:pt x="235649" y="1870"/>
                    <a:pt x="235173" y="1548"/>
                    <a:pt x="234685" y="1239"/>
                  </a:cubicBezTo>
                  <a:close/>
                  <a:moveTo>
                    <a:pt x="264807" y="25051"/>
                  </a:moveTo>
                  <a:lnTo>
                    <a:pt x="264867" y="25218"/>
                  </a:lnTo>
                  <a:cubicBezTo>
                    <a:pt x="264879" y="25218"/>
                    <a:pt x="264879" y="25206"/>
                    <a:pt x="264891" y="25194"/>
                  </a:cubicBezTo>
                  <a:cubicBezTo>
                    <a:pt x="264914" y="25158"/>
                    <a:pt x="264926" y="25111"/>
                    <a:pt x="264938" y="25075"/>
                  </a:cubicBezTo>
                  <a:cubicBezTo>
                    <a:pt x="264891" y="25063"/>
                    <a:pt x="264855" y="25063"/>
                    <a:pt x="264807" y="25051"/>
                  </a:cubicBezTo>
                  <a:close/>
                  <a:moveTo>
                    <a:pt x="265319" y="26670"/>
                  </a:moveTo>
                  <a:lnTo>
                    <a:pt x="265319" y="26670"/>
                  </a:lnTo>
                  <a:cubicBezTo>
                    <a:pt x="265557" y="27480"/>
                    <a:pt x="265807" y="28290"/>
                    <a:pt x="266034" y="29099"/>
                  </a:cubicBezTo>
                  <a:cubicBezTo>
                    <a:pt x="266057" y="28444"/>
                    <a:pt x="266081" y="27789"/>
                    <a:pt x="266117" y="27135"/>
                  </a:cubicBezTo>
                  <a:cubicBezTo>
                    <a:pt x="266081" y="27016"/>
                    <a:pt x="266046" y="26896"/>
                    <a:pt x="266010" y="26777"/>
                  </a:cubicBezTo>
                  <a:cubicBezTo>
                    <a:pt x="265843" y="26754"/>
                    <a:pt x="265593" y="26718"/>
                    <a:pt x="265319" y="26670"/>
                  </a:cubicBezTo>
                  <a:close/>
                  <a:moveTo>
                    <a:pt x="261188" y="24408"/>
                  </a:moveTo>
                  <a:lnTo>
                    <a:pt x="261188" y="24408"/>
                  </a:lnTo>
                  <a:cubicBezTo>
                    <a:pt x="262902" y="26396"/>
                    <a:pt x="264498" y="28409"/>
                    <a:pt x="265998" y="30456"/>
                  </a:cubicBezTo>
                  <a:cubicBezTo>
                    <a:pt x="265998" y="30195"/>
                    <a:pt x="266010" y="29944"/>
                    <a:pt x="266022" y="29683"/>
                  </a:cubicBezTo>
                  <a:cubicBezTo>
                    <a:pt x="265153" y="28516"/>
                    <a:pt x="264260" y="27361"/>
                    <a:pt x="263331" y="26218"/>
                  </a:cubicBezTo>
                  <a:cubicBezTo>
                    <a:pt x="263200" y="26158"/>
                    <a:pt x="263140" y="26087"/>
                    <a:pt x="263164" y="26015"/>
                  </a:cubicBezTo>
                  <a:cubicBezTo>
                    <a:pt x="262771" y="25539"/>
                    <a:pt x="262378" y="25075"/>
                    <a:pt x="261986" y="24599"/>
                  </a:cubicBezTo>
                  <a:cubicBezTo>
                    <a:pt x="261664" y="24539"/>
                    <a:pt x="261402" y="24468"/>
                    <a:pt x="261188" y="24408"/>
                  </a:cubicBezTo>
                  <a:close/>
                  <a:moveTo>
                    <a:pt x="127076" y="17431"/>
                  </a:moveTo>
                  <a:cubicBezTo>
                    <a:pt x="133339" y="17431"/>
                    <a:pt x="139506" y="17574"/>
                    <a:pt x="145578" y="17848"/>
                  </a:cubicBezTo>
                  <a:cubicBezTo>
                    <a:pt x="146150" y="29278"/>
                    <a:pt x="146554" y="41363"/>
                    <a:pt x="146769" y="53924"/>
                  </a:cubicBezTo>
                  <a:cubicBezTo>
                    <a:pt x="140292" y="53816"/>
                    <a:pt x="133720" y="53769"/>
                    <a:pt x="127076" y="53769"/>
                  </a:cubicBezTo>
                  <a:cubicBezTo>
                    <a:pt x="120432" y="53769"/>
                    <a:pt x="113860" y="53816"/>
                    <a:pt x="107371" y="53924"/>
                  </a:cubicBezTo>
                  <a:cubicBezTo>
                    <a:pt x="107585" y="41363"/>
                    <a:pt x="107990" y="29278"/>
                    <a:pt x="108562" y="17848"/>
                  </a:cubicBezTo>
                  <a:cubicBezTo>
                    <a:pt x="114634" y="17574"/>
                    <a:pt x="120813" y="17431"/>
                    <a:pt x="127076" y="17431"/>
                  </a:cubicBezTo>
                  <a:close/>
                  <a:moveTo>
                    <a:pt x="108359" y="17848"/>
                  </a:moveTo>
                  <a:cubicBezTo>
                    <a:pt x="107776" y="29385"/>
                    <a:pt x="107371" y="41482"/>
                    <a:pt x="107169" y="53924"/>
                  </a:cubicBezTo>
                  <a:cubicBezTo>
                    <a:pt x="94727" y="54138"/>
                    <a:pt x="82630" y="54531"/>
                    <a:pt x="71093" y="55114"/>
                  </a:cubicBezTo>
                  <a:cubicBezTo>
                    <a:pt x="71617" y="43244"/>
                    <a:pt x="72640" y="31766"/>
                    <a:pt x="74117" y="20872"/>
                  </a:cubicBezTo>
                  <a:cubicBezTo>
                    <a:pt x="85011" y="19407"/>
                    <a:pt x="96477" y="18384"/>
                    <a:pt x="108359" y="17848"/>
                  </a:cubicBezTo>
                  <a:close/>
                  <a:moveTo>
                    <a:pt x="145792" y="17860"/>
                  </a:moveTo>
                  <a:lnTo>
                    <a:pt x="145792" y="17860"/>
                  </a:lnTo>
                  <a:cubicBezTo>
                    <a:pt x="157675" y="18384"/>
                    <a:pt x="169141" y="19407"/>
                    <a:pt x="180035" y="20884"/>
                  </a:cubicBezTo>
                  <a:cubicBezTo>
                    <a:pt x="181499" y="31766"/>
                    <a:pt x="182523" y="43244"/>
                    <a:pt x="183059" y="55114"/>
                  </a:cubicBezTo>
                  <a:cubicBezTo>
                    <a:pt x="171522" y="54531"/>
                    <a:pt x="159425" y="54138"/>
                    <a:pt x="146983" y="53924"/>
                  </a:cubicBezTo>
                  <a:cubicBezTo>
                    <a:pt x="146781" y="41482"/>
                    <a:pt x="146376" y="29385"/>
                    <a:pt x="145792" y="17860"/>
                  </a:cubicBezTo>
                  <a:close/>
                  <a:moveTo>
                    <a:pt x="73724" y="20931"/>
                  </a:moveTo>
                  <a:lnTo>
                    <a:pt x="73724" y="20931"/>
                  </a:lnTo>
                  <a:cubicBezTo>
                    <a:pt x="72259" y="31909"/>
                    <a:pt x="71247" y="43375"/>
                    <a:pt x="70724" y="55138"/>
                  </a:cubicBezTo>
                  <a:cubicBezTo>
                    <a:pt x="54805" y="55948"/>
                    <a:pt x="39958" y="57103"/>
                    <a:pt x="26742" y="58579"/>
                  </a:cubicBezTo>
                  <a:cubicBezTo>
                    <a:pt x="27373" y="48816"/>
                    <a:pt x="28599" y="39255"/>
                    <a:pt x="30397" y="29992"/>
                  </a:cubicBezTo>
                  <a:cubicBezTo>
                    <a:pt x="43292" y="26158"/>
                    <a:pt x="57901" y="23086"/>
                    <a:pt x="73724" y="20931"/>
                  </a:cubicBezTo>
                  <a:close/>
                  <a:moveTo>
                    <a:pt x="180416" y="20931"/>
                  </a:moveTo>
                  <a:lnTo>
                    <a:pt x="180416" y="20931"/>
                  </a:lnTo>
                  <a:cubicBezTo>
                    <a:pt x="196251" y="23086"/>
                    <a:pt x="210860" y="26170"/>
                    <a:pt x="223755" y="29992"/>
                  </a:cubicBezTo>
                  <a:cubicBezTo>
                    <a:pt x="225552" y="39255"/>
                    <a:pt x="226779" y="48816"/>
                    <a:pt x="227410" y="58579"/>
                  </a:cubicBezTo>
                  <a:cubicBezTo>
                    <a:pt x="214194" y="57103"/>
                    <a:pt x="199335" y="55948"/>
                    <a:pt x="183416" y="55138"/>
                  </a:cubicBezTo>
                  <a:cubicBezTo>
                    <a:pt x="182904" y="43375"/>
                    <a:pt x="181892" y="31909"/>
                    <a:pt x="180416" y="20931"/>
                  </a:cubicBezTo>
                  <a:close/>
                  <a:moveTo>
                    <a:pt x="70724" y="55352"/>
                  </a:moveTo>
                  <a:cubicBezTo>
                    <a:pt x="70450" y="61436"/>
                    <a:pt x="70319" y="67616"/>
                    <a:pt x="70319" y="73843"/>
                  </a:cubicBezTo>
                  <a:cubicBezTo>
                    <a:pt x="70319" y="80070"/>
                    <a:pt x="70450" y="86237"/>
                    <a:pt x="70724" y="92321"/>
                  </a:cubicBezTo>
                  <a:cubicBezTo>
                    <a:pt x="54543" y="91500"/>
                    <a:pt x="39696" y="90333"/>
                    <a:pt x="26730" y="88892"/>
                  </a:cubicBezTo>
                  <a:cubicBezTo>
                    <a:pt x="26420" y="83915"/>
                    <a:pt x="26254" y="78891"/>
                    <a:pt x="26254" y="73843"/>
                  </a:cubicBezTo>
                  <a:cubicBezTo>
                    <a:pt x="26254" y="68783"/>
                    <a:pt x="26420" y="63758"/>
                    <a:pt x="26730" y="58781"/>
                  </a:cubicBezTo>
                  <a:cubicBezTo>
                    <a:pt x="39696" y="57341"/>
                    <a:pt x="54543" y="56174"/>
                    <a:pt x="70724" y="55352"/>
                  </a:cubicBezTo>
                  <a:close/>
                  <a:moveTo>
                    <a:pt x="183428" y="55352"/>
                  </a:moveTo>
                  <a:cubicBezTo>
                    <a:pt x="199609" y="56174"/>
                    <a:pt x="214444" y="57341"/>
                    <a:pt x="227410" y="58781"/>
                  </a:cubicBezTo>
                  <a:cubicBezTo>
                    <a:pt x="227731" y="63758"/>
                    <a:pt x="227886" y="68783"/>
                    <a:pt x="227886" y="73843"/>
                  </a:cubicBezTo>
                  <a:cubicBezTo>
                    <a:pt x="227886" y="78903"/>
                    <a:pt x="227731" y="83915"/>
                    <a:pt x="227410" y="88892"/>
                  </a:cubicBezTo>
                  <a:cubicBezTo>
                    <a:pt x="214444" y="90333"/>
                    <a:pt x="199609" y="91500"/>
                    <a:pt x="183428" y="92321"/>
                  </a:cubicBezTo>
                  <a:cubicBezTo>
                    <a:pt x="183690" y="86237"/>
                    <a:pt x="183833" y="80070"/>
                    <a:pt x="183833" y="73843"/>
                  </a:cubicBezTo>
                  <a:cubicBezTo>
                    <a:pt x="183833" y="67616"/>
                    <a:pt x="183690" y="61436"/>
                    <a:pt x="183428" y="55352"/>
                  </a:cubicBezTo>
                  <a:close/>
                  <a:moveTo>
                    <a:pt x="107157" y="54138"/>
                  </a:moveTo>
                  <a:cubicBezTo>
                    <a:pt x="107050" y="60627"/>
                    <a:pt x="107002" y="67199"/>
                    <a:pt x="107002" y="73843"/>
                  </a:cubicBezTo>
                  <a:cubicBezTo>
                    <a:pt x="107002" y="80475"/>
                    <a:pt x="107050" y="87047"/>
                    <a:pt x="107157" y="93536"/>
                  </a:cubicBezTo>
                  <a:cubicBezTo>
                    <a:pt x="94596" y="93321"/>
                    <a:pt x="82511" y="92917"/>
                    <a:pt x="71081" y="92345"/>
                  </a:cubicBezTo>
                  <a:cubicBezTo>
                    <a:pt x="70807" y="86273"/>
                    <a:pt x="70676" y="80105"/>
                    <a:pt x="70676" y="73843"/>
                  </a:cubicBezTo>
                  <a:cubicBezTo>
                    <a:pt x="70676" y="67580"/>
                    <a:pt x="70807" y="61401"/>
                    <a:pt x="71081" y="55329"/>
                  </a:cubicBezTo>
                  <a:cubicBezTo>
                    <a:pt x="82511" y="54757"/>
                    <a:pt x="94596" y="54352"/>
                    <a:pt x="107157" y="54138"/>
                  </a:cubicBezTo>
                  <a:close/>
                  <a:moveTo>
                    <a:pt x="146983" y="54138"/>
                  </a:moveTo>
                  <a:cubicBezTo>
                    <a:pt x="159544" y="54352"/>
                    <a:pt x="171641" y="54757"/>
                    <a:pt x="183071" y="55329"/>
                  </a:cubicBezTo>
                  <a:cubicBezTo>
                    <a:pt x="183333" y="61401"/>
                    <a:pt x="183476" y="67568"/>
                    <a:pt x="183476" y="73831"/>
                  </a:cubicBezTo>
                  <a:cubicBezTo>
                    <a:pt x="183476" y="80094"/>
                    <a:pt x="183333" y="86273"/>
                    <a:pt x="183071" y="92345"/>
                  </a:cubicBezTo>
                  <a:cubicBezTo>
                    <a:pt x="171641" y="92917"/>
                    <a:pt x="159544" y="93321"/>
                    <a:pt x="146983" y="93536"/>
                  </a:cubicBezTo>
                  <a:cubicBezTo>
                    <a:pt x="147090" y="87047"/>
                    <a:pt x="147150" y="80475"/>
                    <a:pt x="147150" y="73843"/>
                  </a:cubicBezTo>
                  <a:cubicBezTo>
                    <a:pt x="147150" y="67199"/>
                    <a:pt x="147090" y="60627"/>
                    <a:pt x="146983" y="54138"/>
                  </a:cubicBezTo>
                  <a:close/>
                  <a:moveTo>
                    <a:pt x="127076" y="53971"/>
                  </a:moveTo>
                  <a:cubicBezTo>
                    <a:pt x="133743" y="53971"/>
                    <a:pt x="140327" y="54031"/>
                    <a:pt x="146781" y="54138"/>
                  </a:cubicBezTo>
                  <a:cubicBezTo>
                    <a:pt x="146876" y="60591"/>
                    <a:pt x="146935" y="67163"/>
                    <a:pt x="146935" y="73843"/>
                  </a:cubicBezTo>
                  <a:cubicBezTo>
                    <a:pt x="146935" y="80510"/>
                    <a:pt x="146888" y="87082"/>
                    <a:pt x="146781" y="93536"/>
                  </a:cubicBezTo>
                  <a:cubicBezTo>
                    <a:pt x="140327" y="93643"/>
                    <a:pt x="133743" y="93702"/>
                    <a:pt x="127076" y="93702"/>
                  </a:cubicBezTo>
                  <a:cubicBezTo>
                    <a:pt x="120396" y="93702"/>
                    <a:pt x="113824" y="93643"/>
                    <a:pt x="107371" y="93536"/>
                  </a:cubicBezTo>
                  <a:cubicBezTo>
                    <a:pt x="107264" y="87082"/>
                    <a:pt x="107204" y="80510"/>
                    <a:pt x="107204" y="73843"/>
                  </a:cubicBezTo>
                  <a:cubicBezTo>
                    <a:pt x="107204" y="67163"/>
                    <a:pt x="107264" y="60591"/>
                    <a:pt x="107371" y="54138"/>
                  </a:cubicBezTo>
                  <a:cubicBezTo>
                    <a:pt x="113824" y="54031"/>
                    <a:pt x="120396" y="53971"/>
                    <a:pt x="127076" y="53971"/>
                  </a:cubicBezTo>
                  <a:close/>
                  <a:moveTo>
                    <a:pt x="48" y="105632"/>
                  </a:moveTo>
                  <a:cubicBezTo>
                    <a:pt x="36" y="105716"/>
                    <a:pt x="12" y="105811"/>
                    <a:pt x="0" y="105894"/>
                  </a:cubicBezTo>
                  <a:cubicBezTo>
                    <a:pt x="155" y="105882"/>
                    <a:pt x="310" y="105870"/>
                    <a:pt x="477" y="105859"/>
                  </a:cubicBezTo>
                  <a:cubicBezTo>
                    <a:pt x="334" y="105775"/>
                    <a:pt x="191" y="105704"/>
                    <a:pt x="48" y="105632"/>
                  </a:cubicBezTo>
                  <a:close/>
                  <a:moveTo>
                    <a:pt x="26742" y="89095"/>
                  </a:moveTo>
                  <a:cubicBezTo>
                    <a:pt x="39958" y="90571"/>
                    <a:pt x="54805" y="91726"/>
                    <a:pt x="70724" y="92536"/>
                  </a:cubicBezTo>
                  <a:cubicBezTo>
                    <a:pt x="71247" y="104299"/>
                    <a:pt x="72259" y="115765"/>
                    <a:pt x="73724" y="126742"/>
                  </a:cubicBezTo>
                  <a:cubicBezTo>
                    <a:pt x="57901" y="124587"/>
                    <a:pt x="43292" y="121515"/>
                    <a:pt x="30397" y="117681"/>
                  </a:cubicBezTo>
                  <a:cubicBezTo>
                    <a:pt x="28599" y="108418"/>
                    <a:pt x="27373" y="98858"/>
                    <a:pt x="26742" y="89095"/>
                  </a:cubicBezTo>
                  <a:close/>
                  <a:moveTo>
                    <a:pt x="227410" y="89095"/>
                  </a:moveTo>
                  <a:cubicBezTo>
                    <a:pt x="226779" y="98858"/>
                    <a:pt x="225552" y="108418"/>
                    <a:pt x="223755" y="117681"/>
                  </a:cubicBezTo>
                  <a:cubicBezTo>
                    <a:pt x="210860" y="121515"/>
                    <a:pt x="196251" y="124587"/>
                    <a:pt x="180416" y="126742"/>
                  </a:cubicBezTo>
                  <a:cubicBezTo>
                    <a:pt x="181892" y="115765"/>
                    <a:pt x="182904" y="104299"/>
                    <a:pt x="183416" y="92536"/>
                  </a:cubicBezTo>
                  <a:cubicBezTo>
                    <a:pt x="199347" y="91726"/>
                    <a:pt x="214194" y="90571"/>
                    <a:pt x="227410" y="89095"/>
                  </a:cubicBezTo>
                  <a:close/>
                  <a:moveTo>
                    <a:pt x="71093" y="92559"/>
                  </a:moveTo>
                  <a:lnTo>
                    <a:pt x="71093" y="92559"/>
                  </a:lnTo>
                  <a:cubicBezTo>
                    <a:pt x="82630" y="93143"/>
                    <a:pt x="94715" y="93536"/>
                    <a:pt x="107169" y="93750"/>
                  </a:cubicBezTo>
                  <a:cubicBezTo>
                    <a:pt x="107371" y="106192"/>
                    <a:pt x="107776" y="118289"/>
                    <a:pt x="108347" y="129826"/>
                  </a:cubicBezTo>
                  <a:cubicBezTo>
                    <a:pt x="96477" y="129290"/>
                    <a:pt x="85011" y="128266"/>
                    <a:pt x="74117" y="126790"/>
                  </a:cubicBezTo>
                  <a:cubicBezTo>
                    <a:pt x="72640" y="115907"/>
                    <a:pt x="71617" y="104442"/>
                    <a:pt x="71093" y="92559"/>
                  </a:cubicBezTo>
                  <a:close/>
                  <a:moveTo>
                    <a:pt x="183059" y="92559"/>
                  </a:moveTo>
                  <a:lnTo>
                    <a:pt x="183059" y="92559"/>
                  </a:lnTo>
                  <a:cubicBezTo>
                    <a:pt x="182523" y="104442"/>
                    <a:pt x="181499" y="115907"/>
                    <a:pt x="180035" y="126802"/>
                  </a:cubicBezTo>
                  <a:cubicBezTo>
                    <a:pt x="169141" y="128266"/>
                    <a:pt x="157675" y="129290"/>
                    <a:pt x="145792" y="129826"/>
                  </a:cubicBezTo>
                  <a:cubicBezTo>
                    <a:pt x="146376" y="118289"/>
                    <a:pt x="146769" y="106192"/>
                    <a:pt x="146983" y="93750"/>
                  </a:cubicBezTo>
                  <a:cubicBezTo>
                    <a:pt x="159425" y="93536"/>
                    <a:pt x="171522" y="93143"/>
                    <a:pt x="183059" y="92559"/>
                  </a:cubicBezTo>
                  <a:close/>
                  <a:moveTo>
                    <a:pt x="107371" y="93750"/>
                  </a:moveTo>
                  <a:cubicBezTo>
                    <a:pt x="113860" y="93857"/>
                    <a:pt x="120432" y="93917"/>
                    <a:pt x="127076" y="93917"/>
                  </a:cubicBezTo>
                  <a:cubicBezTo>
                    <a:pt x="133708" y="93917"/>
                    <a:pt x="140292" y="93857"/>
                    <a:pt x="146769" y="93750"/>
                  </a:cubicBezTo>
                  <a:lnTo>
                    <a:pt x="146769" y="93750"/>
                  </a:lnTo>
                  <a:cubicBezTo>
                    <a:pt x="146566" y="106311"/>
                    <a:pt x="146150" y="118396"/>
                    <a:pt x="145578" y="129826"/>
                  </a:cubicBezTo>
                  <a:cubicBezTo>
                    <a:pt x="139506" y="130100"/>
                    <a:pt x="133339" y="130243"/>
                    <a:pt x="127076" y="130243"/>
                  </a:cubicBezTo>
                  <a:cubicBezTo>
                    <a:pt x="120813" y="130243"/>
                    <a:pt x="114634" y="130100"/>
                    <a:pt x="108574" y="129826"/>
                  </a:cubicBezTo>
                  <a:cubicBezTo>
                    <a:pt x="107990" y="118396"/>
                    <a:pt x="107585" y="106311"/>
                    <a:pt x="107371" y="93750"/>
                  </a:cubicBezTo>
                  <a:close/>
                  <a:moveTo>
                    <a:pt x="266653" y="116300"/>
                  </a:moveTo>
                  <a:lnTo>
                    <a:pt x="266653" y="116300"/>
                  </a:lnTo>
                  <a:cubicBezTo>
                    <a:pt x="259152" y="126861"/>
                    <a:pt x="248817" y="136600"/>
                    <a:pt x="235875" y="145101"/>
                  </a:cubicBezTo>
                  <a:cubicBezTo>
                    <a:pt x="235411" y="145399"/>
                    <a:pt x="234946" y="145697"/>
                    <a:pt x="234482" y="145994"/>
                  </a:cubicBezTo>
                  <a:cubicBezTo>
                    <a:pt x="234756" y="146006"/>
                    <a:pt x="235030" y="146018"/>
                    <a:pt x="235304" y="146030"/>
                  </a:cubicBezTo>
                  <a:cubicBezTo>
                    <a:pt x="235577" y="145852"/>
                    <a:pt x="235851" y="145673"/>
                    <a:pt x="236137" y="145494"/>
                  </a:cubicBezTo>
                  <a:cubicBezTo>
                    <a:pt x="248710" y="137243"/>
                    <a:pt x="258854" y="127814"/>
                    <a:pt x="266319" y="117586"/>
                  </a:cubicBezTo>
                  <a:lnTo>
                    <a:pt x="266319" y="117586"/>
                  </a:lnTo>
                  <a:cubicBezTo>
                    <a:pt x="263533" y="127504"/>
                    <a:pt x="259831" y="137005"/>
                    <a:pt x="255306" y="145971"/>
                  </a:cubicBezTo>
                  <a:cubicBezTo>
                    <a:pt x="255544" y="145983"/>
                    <a:pt x="255794" y="145994"/>
                    <a:pt x="256032" y="146006"/>
                  </a:cubicBezTo>
                  <a:cubicBezTo>
                    <a:pt x="260354" y="137374"/>
                    <a:pt x="263879" y="128338"/>
                    <a:pt x="266569" y="118991"/>
                  </a:cubicBezTo>
                  <a:cubicBezTo>
                    <a:pt x="266593" y="118098"/>
                    <a:pt x="266617" y="117193"/>
                    <a:pt x="266653" y="116300"/>
                  </a:cubicBezTo>
                  <a:close/>
                  <a:moveTo>
                    <a:pt x="1798" y="132362"/>
                  </a:moveTo>
                  <a:cubicBezTo>
                    <a:pt x="1774" y="132540"/>
                    <a:pt x="1739" y="132731"/>
                    <a:pt x="1715" y="132933"/>
                  </a:cubicBezTo>
                  <a:cubicBezTo>
                    <a:pt x="6573" y="137362"/>
                    <a:pt x="12014" y="141553"/>
                    <a:pt x="18015" y="145494"/>
                  </a:cubicBezTo>
                  <a:cubicBezTo>
                    <a:pt x="18229" y="145637"/>
                    <a:pt x="18455" y="145780"/>
                    <a:pt x="18669" y="145923"/>
                  </a:cubicBezTo>
                  <a:cubicBezTo>
                    <a:pt x="18681" y="145899"/>
                    <a:pt x="18681" y="145887"/>
                    <a:pt x="18693" y="145875"/>
                  </a:cubicBezTo>
                  <a:lnTo>
                    <a:pt x="18693" y="145875"/>
                  </a:lnTo>
                  <a:cubicBezTo>
                    <a:pt x="18681" y="145899"/>
                    <a:pt x="18693" y="145911"/>
                    <a:pt x="18693" y="145935"/>
                  </a:cubicBezTo>
                  <a:cubicBezTo>
                    <a:pt x="18800" y="146006"/>
                    <a:pt x="18908" y="146066"/>
                    <a:pt x="19015" y="146137"/>
                  </a:cubicBezTo>
                  <a:cubicBezTo>
                    <a:pt x="19348" y="146256"/>
                    <a:pt x="19872" y="146328"/>
                    <a:pt x="20336" y="146423"/>
                  </a:cubicBezTo>
                  <a:cubicBezTo>
                    <a:pt x="19646" y="145983"/>
                    <a:pt x="18955" y="145542"/>
                    <a:pt x="18277" y="145090"/>
                  </a:cubicBezTo>
                  <a:cubicBezTo>
                    <a:pt x="12204" y="141113"/>
                    <a:pt x="6692" y="136850"/>
                    <a:pt x="1798" y="132362"/>
                  </a:cubicBezTo>
                  <a:close/>
                  <a:moveTo>
                    <a:pt x="176558" y="0"/>
                  </a:moveTo>
                  <a:cubicBezTo>
                    <a:pt x="176701" y="572"/>
                    <a:pt x="176832" y="1167"/>
                    <a:pt x="176963" y="1774"/>
                  </a:cubicBezTo>
                  <a:lnTo>
                    <a:pt x="176903" y="1774"/>
                  </a:lnTo>
                  <a:cubicBezTo>
                    <a:pt x="178070" y="7787"/>
                    <a:pt x="179106" y="14038"/>
                    <a:pt x="179975" y="20491"/>
                  </a:cubicBezTo>
                  <a:cubicBezTo>
                    <a:pt x="168998" y="19015"/>
                    <a:pt x="157544" y="18003"/>
                    <a:pt x="145781" y="17491"/>
                  </a:cubicBezTo>
                  <a:cubicBezTo>
                    <a:pt x="145507" y="12157"/>
                    <a:pt x="145197" y="6942"/>
                    <a:pt x="144852" y="1858"/>
                  </a:cubicBezTo>
                  <a:cubicBezTo>
                    <a:pt x="144780" y="1870"/>
                    <a:pt x="144697" y="1870"/>
                    <a:pt x="144626" y="1870"/>
                  </a:cubicBezTo>
                  <a:cubicBezTo>
                    <a:pt x="144971" y="6918"/>
                    <a:pt x="145292" y="12121"/>
                    <a:pt x="145554" y="17479"/>
                  </a:cubicBezTo>
                  <a:cubicBezTo>
                    <a:pt x="139470" y="17217"/>
                    <a:pt x="133303" y="17074"/>
                    <a:pt x="127076" y="17074"/>
                  </a:cubicBezTo>
                  <a:cubicBezTo>
                    <a:pt x="120849" y="17074"/>
                    <a:pt x="114681" y="17217"/>
                    <a:pt x="108585" y="17479"/>
                  </a:cubicBezTo>
                  <a:cubicBezTo>
                    <a:pt x="108895" y="11573"/>
                    <a:pt x="109240" y="5846"/>
                    <a:pt x="109621" y="322"/>
                  </a:cubicBezTo>
                  <a:lnTo>
                    <a:pt x="109621" y="322"/>
                  </a:lnTo>
                  <a:cubicBezTo>
                    <a:pt x="109550" y="334"/>
                    <a:pt x="109478" y="334"/>
                    <a:pt x="109407" y="346"/>
                  </a:cubicBezTo>
                  <a:cubicBezTo>
                    <a:pt x="109014" y="5894"/>
                    <a:pt x="108669" y="11621"/>
                    <a:pt x="108371" y="17491"/>
                  </a:cubicBezTo>
                  <a:cubicBezTo>
                    <a:pt x="96608" y="18003"/>
                    <a:pt x="85142" y="19015"/>
                    <a:pt x="74164" y="20491"/>
                  </a:cubicBezTo>
                  <a:cubicBezTo>
                    <a:pt x="75069" y="13871"/>
                    <a:pt x="76129" y="7454"/>
                    <a:pt x="77343" y="1298"/>
                  </a:cubicBezTo>
                  <a:lnTo>
                    <a:pt x="77343" y="1298"/>
                  </a:lnTo>
                  <a:cubicBezTo>
                    <a:pt x="77212" y="1310"/>
                    <a:pt x="77081" y="1322"/>
                    <a:pt x="76951" y="1334"/>
                  </a:cubicBezTo>
                  <a:cubicBezTo>
                    <a:pt x="75724" y="7537"/>
                    <a:pt x="74665" y="13954"/>
                    <a:pt x="73783" y="20539"/>
                  </a:cubicBezTo>
                  <a:cubicBezTo>
                    <a:pt x="58198" y="22646"/>
                    <a:pt x="43601" y="25682"/>
                    <a:pt x="30480" y="29575"/>
                  </a:cubicBezTo>
                  <a:cubicBezTo>
                    <a:pt x="32374" y="19872"/>
                    <a:pt x="34910" y="10502"/>
                    <a:pt x="38029" y="1560"/>
                  </a:cubicBezTo>
                  <a:cubicBezTo>
                    <a:pt x="37874" y="1548"/>
                    <a:pt x="37708" y="1548"/>
                    <a:pt x="37541" y="1536"/>
                  </a:cubicBezTo>
                  <a:cubicBezTo>
                    <a:pt x="34409" y="10525"/>
                    <a:pt x="31862" y="19955"/>
                    <a:pt x="29968" y="29718"/>
                  </a:cubicBezTo>
                  <a:cubicBezTo>
                    <a:pt x="25849" y="30957"/>
                    <a:pt x="21884" y="32266"/>
                    <a:pt x="18086" y="33659"/>
                  </a:cubicBezTo>
                  <a:cubicBezTo>
                    <a:pt x="12252" y="35802"/>
                    <a:pt x="6942" y="38088"/>
                    <a:pt x="2191" y="40493"/>
                  </a:cubicBezTo>
                  <a:lnTo>
                    <a:pt x="2179" y="40934"/>
                  </a:lnTo>
                  <a:cubicBezTo>
                    <a:pt x="10097" y="36910"/>
                    <a:pt x="19420" y="33278"/>
                    <a:pt x="29885" y="30147"/>
                  </a:cubicBezTo>
                  <a:lnTo>
                    <a:pt x="29885" y="30147"/>
                  </a:lnTo>
                  <a:cubicBezTo>
                    <a:pt x="28111" y="39386"/>
                    <a:pt x="26885" y="48911"/>
                    <a:pt x="26266" y="58627"/>
                  </a:cubicBezTo>
                  <a:cubicBezTo>
                    <a:pt x="23480" y="58948"/>
                    <a:pt x="20765" y="59270"/>
                    <a:pt x="18134" y="59615"/>
                  </a:cubicBezTo>
                  <a:cubicBezTo>
                    <a:pt x="11621" y="60460"/>
                    <a:pt x="5763" y="61365"/>
                    <a:pt x="584" y="62329"/>
                  </a:cubicBezTo>
                  <a:cubicBezTo>
                    <a:pt x="596" y="62389"/>
                    <a:pt x="596" y="62460"/>
                    <a:pt x="608" y="62520"/>
                  </a:cubicBezTo>
                  <a:cubicBezTo>
                    <a:pt x="7942" y="61163"/>
                    <a:pt x="16574" y="59924"/>
                    <a:pt x="26254" y="58841"/>
                  </a:cubicBezTo>
                  <a:lnTo>
                    <a:pt x="26254" y="58841"/>
                  </a:lnTo>
                  <a:cubicBezTo>
                    <a:pt x="25944" y="63794"/>
                    <a:pt x="25777" y="68794"/>
                    <a:pt x="25777" y="73843"/>
                  </a:cubicBezTo>
                  <a:cubicBezTo>
                    <a:pt x="25777" y="78879"/>
                    <a:pt x="25944" y="83880"/>
                    <a:pt x="26254" y="88833"/>
                  </a:cubicBezTo>
                  <a:cubicBezTo>
                    <a:pt x="17014" y="87797"/>
                    <a:pt x="8740" y="86618"/>
                    <a:pt x="1620" y="85332"/>
                  </a:cubicBezTo>
                  <a:cubicBezTo>
                    <a:pt x="1620" y="85404"/>
                    <a:pt x="1620" y="85475"/>
                    <a:pt x="1620" y="85535"/>
                  </a:cubicBezTo>
                  <a:cubicBezTo>
                    <a:pt x="6537" y="86428"/>
                    <a:pt x="12050" y="87273"/>
                    <a:pt x="18134" y="88059"/>
                  </a:cubicBezTo>
                  <a:cubicBezTo>
                    <a:pt x="20765" y="88404"/>
                    <a:pt x="23480" y="88726"/>
                    <a:pt x="26266" y="89047"/>
                  </a:cubicBezTo>
                  <a:cubicBezTo>
                    <a:pt x="26885" y="98762"/>
                    <a:pt x="28099" y="108287"/>
                    <a:pt x="29885" y="117527"/>
                  </a:cubicBezTo>
                  <a:cubicBezTo>
                    <a:pt x="18824" y="114217"/>
                    <a:pt x="9037" y="110359"/>
                    <a:pt x="846" y="106049"/>
                  </a:cubicBezTo>
                  <a:lnTo>
                    <a:pt x="846" y="106049"/>
                  </a:lnTo>
                  <a:cubicBezTo>
                    <a:pt x="858" y="106204"/>
                    <a:pt x="870" y="106359"/>
                    <a:pt x="881" y="106513"/>
                  </a:cubicBezTo>
                  <a:cubicBezTo>
                    <a:pt x="5977" y="109169"/>
                    <a:pt x="11716" y="111669"/>
                    <a:pt x="18086" y="114014"/>
                  </a:cubicBezTo>
                  <a:cubicBezTo>
                    <a:pt x="21884" y="115407"/>
                    <a:pt x="25849" y="116717"/>
                    <a:pt x="29968" y="117955"/>
                  </a:cubicBezTo>
                  <a:cubicBezTo>
                    <a:pt x="31850" y="127611"/>
                    <a:pt x="34350" y="136946"/>
                    <a:pt x="37446" y="145852"/>
                  </a:cubicBezTo>
                  <a:cubicBezTo>
                    <a:pt x="37600" y="145840"/>
                    <a:pt x="37767" y="145840"/>
                    <a:pt x="37934" y="145828"/>
                  </a:cubicBezTo>
                  <a:cubicBezTo>
                    <a:pt x="34862" y="136981"/>
                    <a:pt x="32362" y="127706"/>
                    <a:pt x="30480" y="118098"/>
                  </a:cubicBezTo>
                  <a:lnTo>
                    <a:pt x="30480" y="118098"/>
                  </a:lnTo>
                  <a:cubicBezTo>
                    <a:pt x="43589" y="121992"/>
                    <a:pt x="58198" y="125028"/>
                    <a:pt x="73783" y="127135"/>
                  </a:cubicBezTo>
                  <a:cubicBezTo>
                    <a:pt x="74653" y="133600"/>
                    <a:pt x="75688" y="139910"/>
                    <a:pt x="76879" y="146006"/>
                  </a:cubicBezTo>
                  <a:cubicBezTo>
                    <a:pt x="77010" y="146006"/>
                    <a:pt x="77141" y="146018"/>
                    <a:pt x="77272" y="146018"/>
                  </a:cubicBezTo>
                  <a:cubicBezTo>
                    <a:pt x="76093" y="139970"/>
                    <a:pt x="75046" y="133683"/>
                    <a:pt x="74164" y="127183"/>
                  </a:cubicBezTo>
                  <a:lnTo>
                    <a:pt x="74164" y="127183"/>
                  </a:lnTo>
                  <a:cubicBezTo>
                    <a:pt x="85154" y="128659"/>
                    <a:pt x="96608" y="129659"/>
                    <a:pt x="108371" y="130183"/>
                  </a:cubicBezTo>
                  <a:cubicBezTo>
                    <a:pt x="108657" y="135850"/>
                    <a:pt x="108990" y="141375"/>
                    <a:pt x="109371" y="146733"/>
                  </a:cubicBezTo>
                  <a:cubicBezTo>
                    <a:pt x="109443" y="146745"/>
                    <a:pt x="109514" y="146745"/>
                    <a:pt x="109586" y="146756"/>
                  </a:cubicBezTo>
                  <a:cubicBezTo>
                    <a:pt x="109205" y="141411"/>
                    <a:pt x="108883" y="135886"/>
                    <a:pt x="108585" y="130195"/>
                  </a:cubicBezTo>
                  <a:lnTo>
                    <a:pt x="108585" y="130195"/>
                  </a:lnTo>
                  <a:cubicBezTo>
                    <a:pt x="114681" y="130457"/>
                    <a:pt x="120849" y="130600"/>
                    <a:pt x="127076" y="130600"/>
                  </a:cubicBezTo>
                  <a:cubicBezTo>
                    <a:pt x="133303" y="130600"/>
                    <a:pt x="139470" y="130457"/>
                    <a:pt x="145554" y="130195"/>
                  </a:cubicBezTo>
                  <a:lnTo>
                    <a:pt x="145554" y="130195"/>
                  </a:lnTo>
                  <a:cubicBezTo>
                    <a:pt x="145328" y="134815"/>
                    <a:pt x="145066" y="139327"/>
                    <a:pt x="144769" y="143720"/>
                  </a:cubicBezTo>
                  <a:cubicBezTo>
                    <a:pt x="144828" y="143851"/>
                    <a:pt x="144888" y="143994"/>
                    <a:pt x="144959" y="144161"/>
                  </a:cubicBezTo>
                  <a:cubicBezTo>
                    <a:pt x="145257" y="139613"/>
                    <a:pt x="145531" y="134945"/>
                    <a:pt x="145781" y="130183"/>
                  </a:cubicBezTo>
                  <a:cubicBezTo>
                    <a:pt x="157544" y="129671"/>
                    <a:pt x="168998" y="128659"/>
                    <a:pt x="179975" y="127183"/>
                  </a:cubicBezTo>
                  <a:lnTo>
                    <a:pt x="179975" y="127183"/>
                  </a:lnTo>
                  <a:cubicBezTo>
                    <a:pt x="179106" y="133588"/>
                    <a:pt x="178094" y="139791"/>
                    <a:pt x="176927" y="145756"/>
                  </a:cubicBezTo>
                  <a:lnTo>
                    <a:pt x="177034" y="145756"/>
                  </a:lnTo>
                  <a:cubicBezTo>
                    <a:pt x="177142" y="145697"/>
                    <a:pt x="177249" y="145625"/>
                    <a:pt x="177356" y="145566"/>
                  </a:cubicBezTo>
                  <a:cubicBezTo>
                    <a:pt x="178511" y="139601"/>
                    <a:pt x="179511" y="133445"/>
                    <a:pt x="180368" y="127135"/>
                  </a:cubicBezTo>
                  <a:cubicBezTo>
                    <a:pt x="195953" y="125028"/>
                    <a:pt x="210551" y="121992"/>
                    <a:pt x="223671" y="118098"/>
                  </a:cubicBezTo>
                  <a:lnTo>
                    <a:pt x="223671" y="118098"/>
                  </a:lnTo>
                  <a:cubicBezTo>
                    <a:pt x="221814" y="127599"/>
                    <a:pt x="219337" y="136791"/>
                    <a:pt x="216301" y="145554"/>
                  </a:cubicBezTo>
                  <a:lnTo>
                    <a:pt x="216801" y="145554"/>
                  </a:lnTo>
                  <a:cubicBezTo>
                    <a:pt x="219849" y="136743"/>
                    <a:pt x="222326" y="127504"/>
                    <a:pt x="224183" y="117943"/>
                  </a:cubicBezTo>
                  <a:cubicBezTo>
                    <a:pt x="228291" y="116717"/>
                    <a:pt x="232268" y="115407"/>
                    <a:pt x="236066" y="114002"/>
                  </a:cubicBezTo>
                  <a:cubicBezTo>
                    <a:pt x="249877" y="108930"/>
                    <a:pt x="260747" y="103073"/>
                    <a:pt x="268367" y="96679"/>
                  </a:cubicBezTo>
                  <a:cubicBezTo>
                    <a:pt x="268391" y="96476"/>
                    <a:pt x="268427" y="96286"/>
                    <a:pt x="268451" y="96084"/>
                  </a:cubicBezTo>
                  <a:lnTo>
                    <a:pt x="268451" y="96084"/>
                  </a:lnTo>
                  <a:cubicBezTo>
                    <a:pt x="258592" y="104477"/>
                    <a:pt x="243317" y="111824"/>
                    <a:pt x="224267" y="117527"/>
                  </a:cubicBezTo>
                  <a:cubicBezTo>
                    <a:pt x="226041" y="108287"/>
                    <a:pt x="227267" y="98762"/>
                    <a:pt x="227886" y="89047"/>
                  </a:cubicBezTo>
                  <a:cubicBezTo>
                    <a:pt x="230672" y="88726"/>
                    <a:pt x="233387" y="88404"/>
                    <a:pt x="236018" y="88059"/>
                  </a:cubicBezTo>
                  <a:cubicBezTo>
                    <a:pt x="248770" y="86404"/>
                    <a:pt x="259009" y="84511"/>
                    <a:pt x="266510" y="82451"/>
                  </a:cubicBezTo>
                  <a:cubicBezTo>
                    <a:pt x="266510" y="82379"/>
                    <a:pt x="266510" y="82308"/>
                    <a:pt x="266510" y="82249"/>
                  </a:cubicBezTo>
                  <a:cubicBezTo>
                    <a:pt x="257306" y="84773"/>
                    <a:pt x="244079" y="87023"/>
                    <a:pt x="227898" y="88833"/>
                  </a:cubicBezTo>
                  <a:cubicBezTo>
                    <a:pt x="228208" y="83880"/>
                    <a:pt x="228362" y="78867"/>
                    <a:pt x="228362" y="73831"/>
                  </a:cubicBezTo>
                  <a:cubicBezTo>
                    <a:pt x="228362" y="68794"/>
                    <a:pt x="228208" y="63782"/>
                    <a:pt x="227898" y="58829"/>
                  </a:cubicBezTo>
                  <a:lnTo>
                    <a:pt x="227898" y="58829"/>
                  </a:lnTo>
                  <a:cubicBezTo>
                    <a:pt x="244519" y="60698"/>
                    <a:pt x="258009" y="63008"/>
                    <a:pt x="267248" y="65627"/>
                  </a:cubicBezTo>
                  <a:cubicBezTo>
                    <a:pt x="267248" y="65556"/>
                    <a:pt x="267260" y="65496"/>
                    <a:pt x="267260" y="65425"/>
                  </a:cubicBezTo>
                  <a:cubicBezTo>
                    <a:pt x="259711" y="63282"/>
                    <a:pt x="249210" y="61317"/>
                    <a:pt x="236018" y="59603"/>
                  </a:cubicBezTo>
                  <a:cubicBezTo>
                    <a:pt x="233387" y="59270"/>
                    <a:pt x="230672" y="58936"/>
                    <a:pt x="227886" y="58627"/>
                  </a:cubicBezTo>
                  <a:cubicBezTo>
                    <a:pt x="227267" y="48899"/>
                    <a:pt x="226041" y="39374"/>
                    <a:pt x="224267" y="30135"/>
                  </a:cubicBezTo>
                  <a:lnTo>
                    <a:pt x="224267" y="30135"/>
                  </a:lnTo>
                  <a:cubicBezTo>
                    <a:pt x="243650" y="35945"/>
                    <a:pt x="259116" y="43446"/>
                    <a:pt x="268963" y="52019"/>
                  </a:cubicBezTo>
                  <a:cubicBezTo>
                    <a:pt x="268986" y="51864"/>
                    <a:pt x="269010" y="51709"/>
                    <a:pt x="269046" y="51566"/>
                  </a:cubicBezTo>
                  <a:cubicBezTo>
                    <a:pt x="261390" y="44946"/>
                    <a:pt x="250294" y="38886"/>
                    <a:pt x="236066" y="33659"/>
                  </a:cubicBezTo>
                  <a:cubicBezTo>
                    <a:pt x="232268" y="32266"/>
                    <a:pt x="228291" y="30945"/>
                    <a:pt x="224183" y="29718"/>
                  </a:cubicBezTo>
                  <a:cubicBezTo>
                    <a:pt x="222338" y="20277"/>
                    <a:pt x="219909" y="11133"/>
                    <a:pt x="216908" y="2417"/>
                  </a:cubicBezTo>
                  <a:cubicBezTo>
                    <a:pt x="216766" y="2513"/>
                    <a:pt x="216635" y="2620"/>
                    <a:pt x="216504" y="2715"/>
                  </a:cubicBezTo>
                  <a:cubicBezTo>
                    <a:pt x="219456" y="11299"/>
                    <a:pt x="221850" y="20277"/>
                    <a:pt x="223671" y="29563"/>
                  </a:cubicBezTo>
                  <a:cubicBezTo>
                    <a:pt x="210551" y="25682"/>
                    <a:pt x="195953" y="22646"/>
                    <a:pt x="180368" y="20539"/>
                  </a:cubicBezTo>
                  <a:cubicBezTo>
                    <a:pt x="179416" y="13490"/>
                    <a:pt x="178273" y="6644"/>
                    <a:pt x="176951" y="36"/>
                  </a:cubicBezTo>
                  <a:cubicBezTo>
                    <a:pt x="176820" y="24"/>
                    <a:pt x="176689" y="12"/>
                    <a:pt x="176558" y="0"/>
                  </a:cubicBezTo>
                  <a:close/>
                </a:path>
              </a:pathLst>
            </a:custGeom>
            <a:solidFill>
              <a:srgbClr val="E3C98E">
                <a:alpha val="246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2" name="Google Shape;122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9pPr>
          </a:lstStyle>
          <a:p/>
        </p:txBody>
      </p:sp>
      <p:sp>
        <p:nvSpPr>
          <p:cNvPr id="123" name="Google Shape;123;p18"/>
          <p:cNvSpPr txBox="1"/>
          <p:nvPr>
            <p:ph idx="1" type="body"/>
          </p:nvPr>
        </p:nvSpPr>
        <p:spPr>
          <a:xfrm>
            <a:off x="720000" y="1110976"/>
            <a:ext cx="7704000" cy="36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 sz="1300"/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124" name="Google Shape;124;p18"/>
          <p:cNvGrpSpPr/>
          <p:nvPr/>
        </p:nvGrpSpPr>
        <p:grpSpPr>
          <a:xfrm>
            <a:off x="7830595" y="3841209"/>
            <a:ext cx="1173280" cy="1132954"/>
            <a:chOff x="7830595" y="3841209"/>
            <a:chExt cx="1173280" cy="1132954"/>
          </a:xfrm>
        </p:grpSpPr>
        <p:sp>
          <p:nvSpPr>
            <p:cNvPr id="125" name="Google Shape;125;p18"/>
            <p:cNvSpPr/>
            <p:nvPr/>
          </p:nvSpPr>
          <p:spPr>
            <a:xfrm>
              <a:off x="8000675" y="4907563"/>
              <a:ext cx="1003200" cy="66600"/>
            </a:xfrm>
            <a:prstGeom prst="ellipse">
              <a:avLst/>
            </a:prstGeom>
            <a:solidFill>
              <a:srgbClr val="033342">
                <a:alpha val="208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6" name="Google Shape;126;p18"/>
            <p:cNvGrpSpPr/>
            <p:nvPr/>
          </p:nvGrpSpPr>
          <p:grpSpPr>
            <a:xfrm>
              <a:off x="7830595" y="3841209"/>
              <a:ext cx="1146213" cy="1098808"/>
              <a:chOff x="3309025" y="5456175"/>
              <a:chExt cx="727200" cy="697125"/>
            </a:xfrm>
          </p:grpSpPr>
          <p:sp>
            <p:nvSpPr>
              <p:cNvPr id="127" name="Google Shape;127;p18"/>
              <p:cNvSpPr/>
              <p:nvPr/>
            </p:nvSpPr>
            <p:spPr>
              <a:xfrm>
                <a:off x="3309025" y="5456175"/>
                <a:ext cx="500100" cy="697125"/>
              </a:xfrm>
              <a:custGeom>
                <a:rect b="b" l="l" r="r" t="t"/>
                <a:pathLst>
                  <a:path extrusionOk="0" h="27885" w="20004">
                    <a:moveTo>
                      <a:pt x="13014" y="0"/>
                    </a:moveTo>
                    <a:cubicBezTo>
                      <a:pt x="9002" y="917"/>
                      <a:pt x="5513" y="3072"/>
                      <a:pt x="3192" y="6049"/>
                    </a:cubicBezTo>
                    <a:cubicBezTo>
                      <a:pt x="858" y="9061"/>
                      <a:pt x="1" y="12549"/>
                      <a:pt x="763" y="15883"/>
                    </a:cubicBezTo>
                    <a:cubicBezTo>
                      <a:pt x="1525" y="19217"/>
                      <a:pt x="3811" y="21979"/>
                      <a:pt x="7228" y="23670"/>
                    </a:cubicBezTo>
                    <a:cubicBezTo>
                      <a:pt x="9431" y="24765"/>
                      <a:pt x="11931" y="25325"/>
                      <a:pt x="14526" y="25325"/>
                    </a:cubicBezTo>
                    <a:cubicBezTo>
                      <a:pt x="14919" y="25325"/>
                      <a:pt x="15324" y="25313"/>
                      <a:pt x="15729" y="25289"/>
                    </a:cubicBezTo>
                    <a:lnTo>
                      <a:pt x="15729" y="25289"/>
                    </a:lnTo>
                    <a:lnTo>
                      <a:pt x="15455" y="26765"/>
                    </a:lnTo>
                    <a:lnTo>
                      <a:pt x="12943" y="26837"/>
                    </a:lnTo>
                    <a:lnTo>
                      <a:pt x="13443" y="27885"/>
                    </a:lnTo>
                    <a:lnTo>
                      <a:pt x="19575" y="27885"/>
                    </a:lnTo>
                    <a:lnTo>
                      <a:pt x="20003" y="26634"/>
                    </a:lnTo>
                    <a:lnTo>
                      <a:pt x="16693" y="26730"/>
                    </a:lnTo>
                    <a:lnTo>
                      <a:pt x="16241" y="25241"/>
                    </a:lnTo>
                    <a:cubicBezTo>
                      <a:pt x="17051" y="25170"/>
                      <a:pt x="17884" y="25039"/>
                      <a:pt x="18706" y="24848"/>
                    </a:cubicBezTo>
                    <a:lnTo>
                      <a:pt x="18539" y="24122"/>
                    </a:lnTo>
                    <a:cubicBezTo>
                      <a:pt x="17194" y="24429"/>
                      <a:pt x="15845" y="24582"/>
                      <a:pt x="14520" y="24582"/>
                    </a:cubicBezTo>
                    <a:cubicBezTo>
                      <a:pt x="12046" y="24582"/>
                      <a:pt x="9659" y="24050"/>
                      <a:pt x="7549" y="23003"/>
                    </a:cubicBezTo>
                    <a:cubicBezTo>
                      <a:pt x="4347" y="21408"/>
                      <a:pt x="2192" y="18824"/>
                      <a:pt x="1489" y="15716"/>
                    </a:cubicBezTo>
                    <a:cubicBezTo>
                      <a:pt x="775" y="12609"/>
                      <a:pt x="1584" y="9335"/>
                      <a:pt x="3787" y="6513"/>
                    </a:cubicBezTo>
                    <a:cubicBezTo>
                      <a:pt x="5990" y="3667"/>
                      <a:pt x="9335" y="1607"/>
                      <a:pt x="13181" y="726"/>
                    </a:cubicBezTo>
                    <a:lnTo>
                      <a:pt x="1301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" name="Google Shape;128;p18"/>
              <p:cNvSpPr/>
              <p:nvPr/>
            </p:nvSpPr>
            <p:spPr>
              <a:xfrm>
                <a:off x="3422150" y="5476625"/>
                <a:ext cx="602775" cy="563975"/>
              </a:xfrm>
              <a:custGeom>
                <a:rect b="b" l="l" r="r" t="t"/>
                <a:pathLst>
                  <a:path extrusionOk="0" h="22559" w="24111">
                    <a:moveTo>
                      <a:pt x="12296" y="0"/>
                    </a:moveTo>
                    <a:cubicBezTo>
                      <a:pt x="11802" y="0"/>
                      <a:pt x="11303" y="25"/>
                      <a:pt x="10799" y="75"/>
                    </a:cubicBezTo>
                    <a:lnTo>
                      <a:pt x="5965" y="3111"/>
                    </a:lnTo>
                    <a:lnTo>
                      <a:pt x="0" y="8469"/>
                    </a:lnTo>
                    <a:lnTo>
                      <a:pt x="310" y="17077"/>
                    </a:lnTo>
                    <a:lnTo>
                      <a:pt x="988" y="18994"/>
                    </a:lnTo>
                    <a:cubicBezTo>
                      <a:pt x="3249" y="21236"/>
                      <a:pt x="6603" y="22558"/>
                      <a:pt x="10264" y="22558"/>
                    </a:cubicBezTo>
                    <a:cubicBezTo>
                      <a:pt x="11405" y="22558"/>
                      <a:pt x="12575" y="22430"/>
                      <a:pt x="13752" y="22161"/>
                    </a:cubicBezTo>
                    <a:cubicBezTo>
                      <a:pt x="13871" y="22125"/>
                      <a:pt x="13990" y="22102"/>
                      <a:pt x="14109" y="22078"/>
                    </a:cubicBezTo>
                    <a:lnTo>
                      <a:pt x="23277" y="15113"/>
                    </a:lnTo>
                    <a:cubicBezTo>
                      <a:pt x="23634" y="14422"/>
                      <a:pt x="23920" y="13696"/>
                      <a:pt x="24110" y="12958"/>
                    </a:cubicBezTo>
                    <a:lnTo>
                      <a:pt x="22182" y="6397"/>
                    </a:lnTo>
                    <a:lnTo>
                      <a:pt x="18372" y="1349"/>
                    </a:lnTo>
                    <a:cubicBezTo>
                      <a:pt x="16564" y="484"/>
                      <a:pt x="14487" y="0"/>
                      <a:pt x="1229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" name="Google Shape;129;p18"/>
              <p:cNvSpPr/>
              <p:nvPr/>
            </p:nvSpPr>
            <p:spPr>
              <a:xfrm>
                <a:off x="3345650" y="5478200"/>
                <a:ext cx="382200" cy="473300"/>
              </a:xfrm>
              <a:custGeom>
                <a:rect b="b" l="l" r="r" t="t"/>
                <a:pathLst>
                  <a:path extrusionOk="0" h="18932" w="15288">
                    <a:moveTo>
                      <a:pt x="13859" y="0"/>
                    </a:moveTo>
                    <a:cubicBezTo>
                      <a:pt x="13192" y="72"/>
                      <a:pt x="12514" y="179"/>
                      <a:pt x="11835" y="334"/>
                    </a:cubicBezTo>
                    <a:cubicBezTo>
                      <a:pt x="4679" y="1965"/>
                      <a:pt x="0" y="8168"/>
                      <a:pt x="1369" y="14169"/>
                    </a:cubicBezTo>
                    <a:cubicBezTo>
                      <a:pt x="1798" y="16026"/>
                      <a:pt x="2739" y="17633"/>
                      <a:pt x="4048" y="18931"/>
                    </a:cubicBezTo>
                    <a:cubicBezTo>
                      <a:pt x="4072" y="18479"/>
                      <a:pt x="4167" y="18050"/>
                      <a:pt x="4370" y="17764"/>
                    </a:cubicBezTo>
                    <a:cubicBezTo>
                      <a:pt x="4699" y="17335"/>
                      <a:pt x="5132" y="17195"/>
                      <a:pt x="5609" y="17195"/>
                    </a:cubicBezTo>
                    <a:cubicBezTo>
                      <a:pt x="6502" y="17195"/>
                      <a:pt x="7549" y="17685"/>
                      <a:pt x="8356" y="17685"/>
                    </a:cubicBezTo>
                    <a:cubicBezTo>
                      <a:pt x="8397" y="17685"/>
                      <a:pt x="8438" y="17684"/>
                      <a:pt x="8478" y="17681"/>
                    </a:cubicBezTo>
                    <a:cubicBezTo>
                      <a:pt x="10192" y="17550"/>
                      <a:pt x="11168" y="16181"/>
                      <a:pt x="10990" y="14454"/>
                    </a:cubicBezTo>
                    <a:cubicBezTo>
                      <a:pt x="10811" y="13002"/>
                      <a:pt x="8918" y="12871"/>
                      <a:pt x="7811" y="12252"/>
                    </a:cubicBezTo>
                    <a:cubicBezTo>
                      <a:pt x="6668" y="11585"/>
                      <a:pt x="4941" y="10478"/>
                      <a:pt x="4727" y="9073"/>
                    </a:cubicBezTo>
                    <a:cubicBezTo>
                      <a:pt x="4589" y="8284"/>
                      <a:pt x="4869" y="7531"/>
                      <a:pt x="5472" y="7531"/>
                    </a:cubicBezTo>
                    <a:cubicBezTo>
                      <a:pt x="5652" y="7531"/>
                      <a:pt x="5861" y="7598"/>
                      <a:pt x="6096" y="7751"/>
                    </a:cubicBezTo>
                    <a:cubicBezTo>
                      <a:pt x="6437" y="7964"/>
                      <a:pt x="6967" y="8707"/>
                      <a:pt x="7402" y="8707"/>
                    </a:cubicBezTo>
                    <a:cubicBezTo>
                      <a:pt x="7575" y="8707"/>
                      <a:pt x="7733" y="8590"/>
                      <a:pt x="7858" y="8275"/>
                    </a:cubicBezTo>
                    <a:cubicBezTo>
                      <a:pt x="8120" y="7477"/>
                      <a:pt x="7061" y="7168"/>
                      <a:pt x="7239" y="6418"/>
                    </a:cubicBezTo>
                    <a:cubicBezTo>
                      <a:pt x="7372" y="5887"/>
                      <a:pt x="7914" y="5659"/>
                      <a:pt x="8485" y="5659"/>
                    </a:cubicBezTo>
                    <a:cubicBezTo>
                      <a:pt x="9041" y="5659"/>
                      <a:pt x="9624" y="5875"/>
                      <a:pt x="9882" y="6239"/>
                    </a:cubicBezTo>
                    <a:cubicBezTo>
                      <a:pt x="10633" y="7263"/>
                      <a:pt x="9001" y="8680"/>
                      <a:pt x="9621" y="9823"/>
                    </a:cubicBezTo>
                    <a:cubicBezTo>
                      <a:pt x="9916" y="10363"/>
                      <a:pt x="10302" y="10580"/>
                      <a:pt x="10726" y="10580"/>
                    </a:cubicBezTo>
                    <a:cubicBezTo>
                      <a:pt x="12133" y="10580"/>
                      <a:pt x="13961" y="8197"/>
                      <a:pt x="14300" y="7346"/>
                    </a:cubicBezTo>
                    <a:cubicBezTo>
                      <a:pt x="15288" y="4810"/>
                      <a:pt x="14681" y="2381"/>
                      <a:pt x="138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" name="Google Shape;130;p18"/>
              <p:cNvSpPr/>
              <p:nvPr/>
            </p:nvSpPr>
            <p:spPr>
              <a:xfrm>
                <a:off x="3731325" y="5835000"/>
                <a:ext cx="272750" cy="193575"/>
              </a:xfrm>
              <a:custGeom>
                <a:rect b="b" l="l" r="r" t="t"/>
                <a:pathLst>
                  <a:path extrusionOk="0" h="7743" w="10910">
                    <a:moveTo>
                      <a:pt x="9193" y="0"/>
                    </a:moveTo>
                    <a:cubicBezTo>
                      <a:pt x="6894" y="0"/>
                      <a:pt x="6774" y="3327"/>
                      <a:pt x="4647" y="4016"/>
                    </a:cubicBezTo>
                    <a:cubicBezTo>
                      <a:pt x="4489" y="4066"/>
                      <a:pt x="4294" y="4085"/>
                      <a:pt x="4073" y="4085"/>
                    </a:cubicBezTo>
                    <a:cubicBezTo>
                      <a:pt x="3397" y="4085"/>
                      <a:pt x="2488" y="3907"/>
                      <a:pt x="1729" y="3907"/>
                    </a:cubicBezTo>
                    <a:cubicBezTo>
                      <a:pt x="737" y="3907"/>
                      <a:pt x="1" y="4211"/>
                      <a:pt x="373" y="5612"/>
                    </a:cubicBezTo>
                    <a:cubicBezTo>
                      <a:pt x="623" y="6433"/>
                      <a:pt x="1123" y="7148"/>
                      <a:pt x="1742" y="7743"/>
                    </a:cubicBezTo>
                    <a:cubicBezTo>
                      <a:pt x="5945" y="6671"/>
                      <a:pt x="9255" y="4016"/>
                      <a:pt x="10910" y="778"/>
                    </a:cubicBezTo>
                    <a:cubicBezTo>
                      <a:pt x="10541" y="337"/>
                      <a:pt x="10029" y="39"/>
                      <a:pt x="9326" y="4"/>
                    </a:cubicBezTo>
                    <a:cubicBezTo>
                      <a:pt x="9281" y="1"/>
                      <a:pt x="9237" y="0"/>
                      <a:pt x="919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" name="Google Shape;131;p18"/>
              <p:cNvSpPr/>
              <p:nvPr/>
            </p:nvSpPr>
            <p:spPr>
              <a:xfrm>
                <a:off x="3754925" y="5510350"/>
                <a:ext cx="281300" cy="294400"/>
              </a:xfrm>
              <a:custGeom>
                <a:rect b="b" l="l" r="r" t="t"/>
                <a:pathLst>
                  <a:path extrusionOk="0" h="11776" w="11252">
                    <a:moveTo>
                      <a:pt x="5061" y="0"/>
                    </a:moveTo>
                    <a:cubicBezTo>
                      <a:pt x="4954" y="442"/>
                      <a:pt x="4667" y="521"/>
                      <a:pt x="4301" y="521"/>
                    </a:cubicBezTo>
                    <a:cubicBezTo>
                      <a:pt x="4097" y="521"/>
                      <a:pt x="3869" y="497"/>
                      <a:pt x="3633" y="497"/>
                    </a:cubicBezTo>
                    <a:cubicBezTo>
                      <a:pt x="3585" y="497"/>
                      <a:pt x="3537" y="498"/>
                      <a:pt x="3489" y="500"/>
                    </a:cubicBezTo>
                    <a:cubicBezTo>
                      <a:pt x="2167" y="595"/>
                      <a:pt x="0" y="1298"/>
                      <a:pt x="846" y="3108"/>
                    </a:cubicBezTo>
                    <a:cubicBezTo>
                      <a:pt x="1024" y="3513"/>
                      <a:pt x="1661" y="4008"/>
                      <a:pt x="2206" y="4008"/>
                    </a:cubicBezTo>
                    <a:cubicBezTo>
                      <a:pt x="2318" y="4008"/>
                      <a:pt x="2425" y="3988"/>
                      <a:pt x="2524" y="3941"/>
                    </a:cubicBezTo>
                    <a:cubicBezTo>
                      <a:pt x="3179" y="3596"/>
                      <a:pt x="2560" y="2881"/>
                      <a:pt x="3179" y="2572"/>
                    </a:cubicBezTo>
                    <a:cubicBezTo>
                      <a:pt x="3316" y="2505"/>
                      <a:pt x="3522" y="2477"/>
                      <a:pt x="3753" y="2477"/>
                    </a:cubicBezTo>
                    <a:cubicBezTo>
                      <a:pt x="4264" y="2477"/>
                      <a:pt x="4897" y="2618"/>
                      <a:pt x="5168" y="2798"/>
                    </a:cubicBezTo>
                    <a:cubicBezTo>
                      <a:pt x="6049" y="3501"/>
                      <a:pt x="5168" y="3941"/>
                      <a:pt x="4501" y="4298"/>
                    </a:cubicBezTo>
                    <a:cubicBezTo>
                      <a:pt x="3001" y="5144"/>
                      <a:pt x="1501" y="5715"/>
                      <a:pt x="2382" y="7692"/>
                    </a:cubicBezTo>
                    <a:cubicBezTo>
                      <a:pt x="2786" y="8680"/>
                      <a:pt x="4651" y="11775"/>
                      <a:pt x="6114" y="11775"/>
                    </a:cubicBezTo>
                    <a:cubicBezTo>
                      <a:pt x="6290" y="11775"/>
                      <a:pt x="6459" y="11731"/>
                      <a:pt x="6620" y="11632"/>
                    </a:cubicBezTo>
                    <a:cubicBezTo>
                      <a:pt x="7422" y="11124"/>
                      <a:pt x="7268" y="8469"/>
                      <a:pt x="8336" y="8469"/>
                    </a:cubicBezTo>
                    <a:cubicBezTo>
                      <a:pt x="8568" y="8469"/>
                      <a:pt x="8858" y="8595"/>
                      <a:pt x="9228" y="8894"/>
                    </a:cubicBezTo>
                    <a:cubicBezTo>
                      <a:pt x="10025" y="9513"/>
                      <a:pt x="9894" y="10347"/>
                      <a:pt x="10371" y="11144"/>
                    </a:cubicBezTo>
                    <a:cubicBezTo>
                      <a:pt x="10502" y="11347"/>
                      <a:pt x="10645" y="11501"/>
                      <a:pt x="10799" y="11609"/>
                    </a:cubicBezTo>
                    <a:cubicBezTo>
                      <a:pt x="11204" y="10108"/>
                      <a:pt x="11252" y="8525"/>
                      <a:pt x="10895" y="6965"/>
                    </a:cubicBezTo>
                    <a:cubicBezTo>
                      <a:pt x="10180" y="3858"/>
                      <a:pt x="7989" y="1417"/>
                      <a:pt x="50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" name="Google Shape;132;p18"/>
              <p:cNvSpPr/>
              <p:nvPr/>
            </p:nvSpPr>
            <p:spPr>
              <a:xfrm>
                <a:off x="3384925" y="5490400"/>
                <a:ext cx="640600" cy="535500"/>
              </a:xfrm>
              <a:custGeom>
                <a:rect b="b" l="l" r="r" t="t"/>
                <a:pathLst>
                  <a:path extrusionOk="0" h="21420" w="25624">
                    <a:moveTo>
                      <a:pt x="16170" y="1393"/>
                    </a:moveTo>
                    <a:cubicBezTo>
                      <a:pt x="17705" y="1989"/>
                      <a:pt x="19349" y="2846"/>
                      <a:pt x="20658" y="4048"/>
                    </a:cubicBezTo>
                    <a:lnTo>
                      <a:pt x="16717" y="5406"/>
                    </a:lnTo>
                    <a:cubicBezTo>
                      <a:pt x="16551" y="5168"/>
                      <a:pt x="16384" y="4930"/>
                      <a:pt x="16205" y="4703"/>
                    </a:cubicBezTo>
                    <a:cubicBezTo>
                      <a:pt x="15431" y="3691"/>
                      <a:pt x="14574" y="2858"/>
                      <a:pt x="13776" y="2203"/>
                    </a:cubicBezTo>
                    <a:lnTo>
                      <a:pt x="16170" y="1393"/>
                    </a:lnTo>
                    <a:close/>
                    <a:moveTo>
                      <a:pt x="13634" y="2263"/>
                    </a:moveTo>
                    <a:cubicBezTo>
                      <a:pt x="14443" y="2917"/>
                      <a:pt x="15312" y="3751"/>
                      <a:pt x="16110" y="4787"/>
                    </a:cubicBezTo>
                    <a:cubicBezTo>
                      <a:pt x="16265" y="4989"/>
                      <a:pt x="16432" y="5215"/>
                      <a:pt x="16586" y="5442"/>
                    </a:cubicBezTo>
                    <a:lnTo>
                      <a:pt x="12252" y="6942"/>
                    </a:lnTo>
                    <a:lnTo>
                      <a:pt x="10990" y="3156"/>
                    </a:lnTo>
                    <a:lnTo>
                      <a:pt x="13634" y="2263"/>
                    </a:lnTo>
                    <a:close/>
                    <a:moveTo>
                      <a:pt x="10859" y="3191"/>
                    </a:moveTo>
                    <a:lnTo>
                      <a:pt x="12121" y="6989"/>
                    </a:lnTo>
                    <a:lnTo>
                      <a:pt x="7776" y="8478"/>
                    </a:lnTo>
                    <a:cubicBezTo>
                      <a:pt x="7811" y="6846"/>
                      <a:pt x="8073" y="5311"/>
                      <a:pt x="8395" y="4025"/>
                    </a:cubicBezTo>
                    <a:lnTo>
                      <a:pt x="10859" y="3191"/>
                    </a:lnTo>
                    <a:close/>
                    <a:moveTo>
                      <a:pt x="20765" y="4144"/>
                    </a:moveTo>
                    <a:cubicBezTo>
                      <a:pt x="21563" y="4906"/>
                      <a:pt x="22242" y="5811"/>
                      <a:pt x="22670" y="6870"/>
                    </a:cubicBezTo>
                    <a:cubicBezTo>
                      <a:pt x="22742" y="7049"/>
                      <a:pt x="22801" y="7227"/>
                      <a:pt x="22861" y="7418"/>
                    </a:cubicBezTo>
                    <a:lnTo>
                      <a:pt x="18372" y="8835"/>
                    </a:lnTo>
                    <a:cubicBezTo>
                      <a:pt x="18003" y="7668"/>
                      <a:pt x="17479" y="6549"/>
                      <a:pt x="16789" y="5513"/>
                    </a:cubicBezTo>
                    <a:lnTo>
                      <a:pt x="20765" y="4144"/>
                    </a:lnTo>
                    <a:close/>
                    <a:moveTo>
                      <a:pt x="8240" y="4084"/>
                    </a:moveTo>
                    <a:cubicBezTo>
                      <a:pt x="7930" y="5370"/>
                      <a:pt x="7669" y="6894"/>
                      <a:pt x="7645" y="8525"/>
                    </a:cubicBezTo>
                    <a:lnTo>
                      <a:pt x="3358" y="10013"/>
                    </a:lnTo>
                    <a:cubicBezTo>
                      <a:pt x="3763" y="8216"/>
                      <a:pt x="4621" y="6477"/>
                      <a:pt x="5525" y="5001"/>
                    </a:cubicBezTo>
                    <a:lnTo>
                      <a:pt x="8240" y="4084"/>
                    </a:lnTo>
                    <a:close/>
                    <a:moveTo>
                      <a:pt x="16658" y="5561"/>
                    </a:moveTo>
                    <a:cubicBezTo>
                      <a:pt x="17277" y="6489"/>
                      <a:pt x="17836" y="7585"/>
                      <a:pt x="18241" y="8882"/>
                    </a:cubicBezTo>
                    <a:lnTo>
                      <a:pt x="13407" y="10406"/>
                    </a:lnTo>
                    <a:lnTo>
                      <a:pt x="12288" y="7073"/>
                    </a:lnTo>
                    <a:lnTo>
                      <a:pt x="16658" y="5561"/>
                    </a:lnTo>
                    <a:close/>
                    <a:moveTo>
                      <a:pt x="12169" y="7108"/>
                    </a:moveTo>
                    <a:lnTo>
                      <a:pt x="13276" y="10454"/>
                    </a:lnTo>
                    <a:lnTo>
                      <a:pt x="8133" y="12085"/>
                    </a:lnTo>
                    <a:cubicBezTo>
                      <a:pt x="7859" y="10918"/>
                      <a:pt x="7764" y="9752"/>
                      <a:pt x="7776" y="8620"/>
                    </a:cubicBezTo>
                    <a:lnTo>
                      <a:pt x="12169" y="7108"/>
                    </a:lnTo>
                    <a:close/>
                    <a:moveTo>
                      <a:pt x="22897" y="7537"/>
                    </a:moveTo>
                    <a:cubicBezTo>
                      <a:pt x="23170" y="8466"/>
                      <a:pt x="23242" y="9466"/>
                      <a:pt x="23123" y="10525"/>
                    </a:cubicBezTo>
                    <a:lnTo>
                      <a:pt x="18979" y="12121"/>
                    </a:lnTo>
                    <a:cubicBezTo>
                      <a:pt x="18956" y="11692"/>
                      <a:pt x="18908" y="11276"/>
                      <a:pt x="18848" y="10859"/>
                    </a:cubicBezTo>
                    <a:cubicBezTo>
                      <a:pt x="18753" y="10216"/>
                      <a:pt x="18598" y="9585"/>
                      <a:pt x="18420" y="8966"/>
                    </a:cubicBezTo>
                    <a:lnTo>
                      <a:pt x="22897" y="7537"/>
                    </a:lnTo>
                    <a:close/>
                    <a:moveTo>
                      <a:pt x="7645" y="8668"/>
                    </a:moveTo>
                    <a:lnTo>
                      <a:pt x="7645" y="8668"/>
                    </a:lnTo>
                    <a:cubicBezTo>
                      <a:pt x="7633" y="9799"/>
                      <a:pt x="7740" y="10966"/>
                      <a:pt x="8002" y="12121"/>
                    </a:cubicBezTo>
                    <a:lnTo>
                      <a:pt x="3263" y="13621"/>
                    </a:lnTo>
                    <a:cubicBezTo>
                      <a:pt x="3025" y="12490"/>
                      <a:pt x="3085" y="11311"/>
                      <a:pt x="3323" y="10156"/>
                    </a:cubicBezTo>
                    <a:lnTo>
                      <a:pt x="7645" y="8668"/>
                    </a:lnTo>
                    <a:close/>
                    <a:moveTo>
                      <a:pt x="18277" y="9001"/>
                    </a:moveTo>
                    <a:cubicBezTo>
                      <a:pt x="18563" y="9966"/>
                      <a:pt x="18765" y="11014"/>
                      <a:pt x="18837" y="12180"/>
                    </a:cubicBezTo>
                    <a:lnTo>
                      <a:pt x="14538" y="13835"/>
                    </a:lnTo>
                    <a:lnTo>
                      <a:pt x="13443" y="10537"/>
                    </a:lnTo>
                    <a:lnTo>
                      <a:pt x="18277" y="9001"/>
                    </a:lnTo>
                    <a:close/>
                    <a:moveTo>
                      <a:pt x="13324" y="10573"/>
                    </a:moveTo>
                    <a:lnTo>
                      <a:pt x="14419" y="13883"/>
                    </a:lnTo>
                    <a:lnTo>
                      <a:pt x="9633" y="15717"/>
                    </a:lnTo>
                    <a:cubicBezTo>
                      <a:pt x="9228" y="15097"/>
                      <a:pt x="8895" y="14431"/>
                      <a:pt x="8621" y="13728"/>
                    </a:cubicBezTo>
                    <a:cubicBezTo>
                      <a:pt x="8431" y="13228"/>
                      <a:pt x="8276" y="12716"/>
                      <a:pt x="8157" y="12216"/>
                    </a:cubicBezTo>
                    <a:lnTo>
                      <a:pt x="13324" y="10573"/>
                    </a:lnTo>
                    <a:close/>
                    <a:moveTo>
                      <a:pt x="23111" y="10668"/>
                    </a:moveTo>
                    <a:cubicBezTo>
                      <a:pt x="22909" y="12276"/>
                      <a:pt x="22277" y="14026"/>
                      <a:pt x="21206" y="15907"/>
                    </a:cubicBezTo>
                    <a:lnTo>
                      <a:pt x="18622" y="16645"/>
                    </a:lnTo>
                    <a:cubicBezTo>
                      <a:pt x="18944" y="15133"/>
                      <a:pt x="19063" y="13657"/>
                      <a:pt x="18991" y="12264"/>
                    </a:cubicBezTo>
                    <a:lnTo>
                      <a:pt x="23111" y="10668"/>
                    </a:lnTo>
                    <a:close/>
                    <a:moveTo>
                      <a:pt x="8026" y="12252"/>
                    </a:moveTo>
                    <a:cubicBezTo>
                      <a:pt x="8157" y="12764"/>
                      <a:pt x="8311" y="13264"/>
                      <a:pt x="8502" y="13764"/>
                    </a:cubicBezTo>
                    <a:cubicBezTo>
                      <a:pt x="8776" y="14478"/>
                      <a:pt x="9109" y="15145"/>
                      <a:pt x="9502" y="15764"/>
                    </a:cubicBezTo>
                    <a:lnTo>
                      <a:pt x="5442" y="17324"/>
                    </a:lnTo>
                    <a:cubicBezTo>
                      <a:pt x="4501" y="16467"/>
                      <a:pt x="3847" y="15478"/>
                      <a:pt x="3466" y="14359"/>
                    </a:cubicBezTo>
                    <a:cubicBezTo>
                      <a:pt x="3394" y="14157"/>
                      <a:pt x="3347" y="13954"/>
                      <a:pt x="3299" y="13752"/>
                    </a:cubicBezTo>
                    <a:lnTo>
                      <a:pt x="8026" y="12252"/>
                    </a:lnTo>
                    <a:close/>
                    <a:moveTo>
                      <a:pt x="18848" y="12311"/>
                    </a:moveTo>
                    <a:lnTo>
                      <a:pt x="18848" y="12311"/>
                    </a:lnTo>
                    <a:cubicBezTo>
                      <a:pt x="18920" y="13633"/>
                      <a:pt x="18813" y="15097"/>
                      <a:pt x="18479" y="16693"/>
                    </a:cubicBezTo>
                    <a:lnTo>
                      <a:pt x="15753" y="17467"/>
                    </a:lnTo>
                    <a:lnTo>
                      <a:pt x="14586" y="13954"/>
                    </a:lnTo>
                    <a:lnTo>
                      <a:pt x="18848" y="12311"/>
                    </a:lnTo>
                    <a:close/>
                    <a:moveTo>
                      <a:pt x="14467" y="14002"/>
                    </a:moveTo>
                    <a:lnTo>
                      <a:pt x="15634" y="17514"/>
                    </a:lnTo>
                    <a:lnTo>
                      <a:pt x="12110" y="18515"/>
                    </a:lnTo>
                    <a:cubicBezTo>
                      <a:pt x="11145" y="17717"/>
                      <a:pt x="10347" y="16824"/>
                      <a:pt x="9704" y="15836"/>
                    </a:cubicBezTo>
                    <a:lnTo>
                      <a:pt x="14467" y="14002"/>
                    </a:lnTo>
                    <a:close/>
                    <a:moveTo>
                      <a:pt x="9574" y="15883"/>
                    </a:moveTo>
                    <a:cubicBezTo>
                      <a:pt x="10216" y="16871"/>
                      <a:pt x="11002" y="17764"/>
                      <a:pt x="11955" y="18562"/>
                    </a:cubicBezTo>
                    <a:lnTo>
                      <a:pt x="8835" y="19443"/>
                    </a:lnTo>
                    <a:cubicBezTo>
                      <a:pt x="7514" y="18872"/>
                      <a:pt x="6418" y="18205"/>
                      <a:pt x="5561" y="17431"/>
                    </a:cubicBezTo>
                    <a:lnTo>
                      <a:pt x="9574" y="15883"/>
                    </a:lnTo>
                    <a:close/>
                    <a:moveTo>
                      <a:pt x="11419" y="0"/>
                    </a:moveTo>
                    <a:lnTo>
                      <a:pt x="11395" y="131"/>
                    </a:lnTo>
                    <a:cubicBezTo>
                      <a:pt x="11443" y="131"/>
                      <a:pt x="13550" y="405"/>
                      <a:pt x="15979" y="1322"/>
                    </a:cubicBezTo>
                    <a:lnTo>
                      <a:pt x="13657" y="2108"/>
                    </a:lnTo>
                    <a:cubicBezTo>
                      <a:pt x="12050" y="822"/>
                      <a:pt x="10705" y="227"/>
                      <a:pt x="10681" y="227"/>
                    </a:cubicBezTo>
                    <a:lnTo>
                      <a:pt x="10633" y="346"/>
                    </a:lnTo>
                    <a:cubicBezTo>
                      <a:pt x="10645" y="358"/>
                      <a:pt x="11955" y="917"/>
                      <a:pt x="13514" y="2155"/>
                    </a:cubicBezTo>
                    <a:lnTo>
                      <a:pt x="10943" y="3025"/>
                    </a:lnTo>
                    <a:lnTo>
                      <a:pt x="10097" y="489"/>
                    </a:lnTo>
                    <a:lnTo>
                      <a:pt x="9978" y="524"/>
                    </a:lnTo>
                    <a:lnTo>
                      <a:pt x="10824" y="3072"/>
                    </a:lnTo>
                    <a:lnTo>
                      <a:pt x="8431" y="3882"/>
                    </a:lnTo>
                    <a:cubicBezTo>
                      <a:pt x="8942" y="1893"/>
                      <a:pt x="9550" y="560"/>
                      <a:pt x="9574" y="536"/>
                    </a:cubicBezTo>
                    <a:lnTo>
                      <a:pt x="9454" y="477"/>
                    </a:lnTo>
                    <a:cubicBezTo>
                      <a:pt x="9431" y="512"/>
                      <a:pt x="8800" y="1882"/>
                      <a:pt x="8288" y="3929"/>
                    </a:cubicBezTo>
                    <a:lnTo>
                      <a:pt x="5633" y="4822"/>
                    </a:lnTo>
                    <a:cubicBezTo>
                      <a:pt x="7085" y="2501"/>
                      <a:pt x="8645" y="881"/>
                      <a:pt x="8669" y="846"/>
                    </a:cubicBezTo>
                    <a:lnTo>
                      <a:pt x="8573" y="750"/>
                    </a:lnTo>
                    <a:cubicBezTo>
                      <a:pt x="8561" y="762"/>
                      <a:pt x="6918" y="2477"/>
                      <a:pt x="5418" y="4894"/>
                    </a:cubicBezTo>
                    <a:lnTo>
                      <a:pt x="1632" y="6180"/>
                    </a:lnTo>
                    <a:lnTo>
                      <a:pt x="1668" y="6299"/>
                    </a:lnTo>
                    <a:lnTo>
                      <a:pt x="5311" y="5072"/>
                    </a:lnTo>
                    <a:lnTo>
                      <a:pt x="5311" y="5072"/>
                    </a:lnTo>
                    <a:cubicBezTo>
                      <a:pt x="5275" y="5144"/>
                      <a:pt x="5228" y="5203"/>
                      <a:pt x="5192" y="5275"/>
                    </a:cubicBezTo>
                    <a:cubicBezTo>
                      <a:pt x="4406" y="6608"/>
                      <a:pt x="3597" y="8287"/>
                      <a:pt x="3216" y="10061"/>
                    </a:cubicBezTo>
                    <a:lnTo>
                      <a:pt x="1" y="11168"/>
                    </a:lnTo>
                    <a:lnTo>
                      <a:pt x="37" y="11287"/>
                    </a:lnTo>
                    <a:lnTo>
                      <a:pt x="3180" y="10204"/>
                    </a:lnTo>
                    <a:lnTo>
                      <a:pt x="3180" y="10204"/>
                    </a:lnTo>
                    <a:cubicBezTo>
                      <a:pt x="2954" y="11347"/>
                      <a:pt x="2894" y="12526"/>
                      <a:pt x="3144" y="13657"/>
                    </a:cubicBezTo>
                    <a:lnTo>
                      <a:pt x="441" y="14514"/>
                    </a:lnTo>
                    <a:lnTo>
                      <a:pt x="477" y="14645"/>
                    </a:lnTo>
                    <a:lnTo>
                      <a:pt x="3168" y="13788"/>
                    </a:lnTo>
                    <a:cubicBezTo>
                      <a:pt x="3216" y="14002"/>
                      <a:pt x="3275" y="14204"/>
                      <a:pt x="3347" y="14407"/>
                    </a:cubicBezTo>
                    <a:cubicBezTo>
                      <a:pt x="3716" y="15514"/>
                      <a:pt x="4370" y="16502"/>
                      <a:pt x="5311" y="17383"/>
                    </a:cubicBezTo>
                    <a:lnTo>
                      <a:pt x="2823" y="18336"/>
                    </a:lnTo>
                    <a:lnTo>
                      <a:pt x="2870" y="18467"/>
                    </a:lnTo>
                    <a:lnTo>
                      <a:pt x="5418" y="17479"/>
                    </a:lnTo>
                    <a:cubicBezTo>
                      <a:pt x="6275" y="18253"/>
                      <a:pt x="7347" y="18931"/>
                      <a:pt x="8633" y="19503"/>
                    </a:cubicBezTo>
                    <a:lnTo>
                      <a:pt x="5692" y="20348"/>
                    </a:lnTo>
                    <a:lnTo>
                      <a:pt x="5728" y="20479"/>
                    </a:lnTo>
                    <a:lnTo>
                      <a:pt x="8823" y="19586"/>
                    </a:lnTo>
                    <a:cubicBezTo>
                      <a:pt x="10681" y="20396"/>
                      <a:pt x="12955" y="21003"/>
                      <a:pt x="15670" y="21420"/>
                    </a:cubicBezTo>
                    <a:lnTo>
                      <a:pt x="15693" y="21289"/>
                    </a:lnTo>
                    <a:cubicBezTo>
                      <a:pt x="13062" y="20884"/>
                      <a:pt x="10836" y="20300"/>
                      <a:pt x="9026" y="19538"/>
                    </a:cubicBezTo>
                    <a:lnTo>
                      <a:pt x="12074" y="18657"/>
                    </a:lnTo>
                    <a:cubicBezTo>
                      <a:pt x="13205" y="19586"/>
                      <a:pt x="14550" y="20384"/>
                      <a:pt x="16098" y="21027"/>
                    </a:cubicBezTo>
                    <a:lnTo>
                      <a:pt x="16146" y="20908"/>
                    </a:lnTo>
                    <a:cubicBezTo>
                      <a:pt x="14646" y="20277"/>
                      <a:pt x="13336" y="19515"/>
                      <a:pt x="12229" y="18622"/>
                    </a:cubicBezTo>
                    <a:lnTo>
                      <a:pt x="15670" y="17633"/>
                    </a:lnTo>
                    <a:lnTo>
                      <a:pt x="16682" y="20670"/>
                    </a:lnTo>
                    <a:lnTo>
                      <a:pt x="16801" y="20634"/>
                    </a:lnTo>
                    <a:lnTo>
                      <a:pt x="15800" y="17598"/>
                    </a:lnTo>
                    <a:lnTo>
                      <a:pt x="18444" y="16836"/>
                    </a:lnTo>
                    <a:lnTo>
                      <a:pt x="18444" y="16836"/>
                    </a:lnTo>
                    <a:cubicBezTo>
                      <a:pt x="18217" y="17860"/>
                      <a:pt x="17908" y="18943"/>
                      <a:pt x="17479" y="20074"/>
                    </a:cubicBezTo>
                    <a:lnTo>
                      <a:pt x="17598" y="20122"/>
                    </a:lnTo>
                    <a:cubicBezTo>
                      <a:pt x="18027" y="18991"/>
                      <a:pt x="18360" y="17884"/>
                      <a:pt x="18587" y="16800"/>
                    </a:cubicBezTo>
                    <a:lnTo>
                      <a:pt x="21111" y="16074"/>
                    </a:lnTo>
                    <a:lnTo>
                      <a:pt x="21111" y="16074"/>
                    </a:lnTo>
                    <a:cubicBezTo>
                      <a:pt x="20372" y="17348"/>
                      <a:pt x="19444" y="18669"/>
                      <a:pt x="18325" y="20062"/>
                    </a:cubicBezTo>
                    <a:lnTo>
                      <a:pt x="18432" y="20146"/>
                    </a:lnTo>
                    <a:cubicBezTo>
                      <a:pt x="19587" y="18705"/>
                      <a:pt x="20539" y="17336"/>
                      <a:pt x="21289" y="16026"/>
                    </a:cubicBezTo>
                    <a:lnTo>
                      <a:pt x="24528" y="15097"/>
                    </a:lnTo>
                    <a:lnTo>
                      <a:pt x="24492" y="14978"/>
                    </a:lnTo>
                    <a:lnTo>
                      <a:pt x="21385" y="15859"/>
                    </a:lnTo>
                    <a:cubicBezTo>
                      <a:pt x="22444" y="13978"/>
                      <a:pt x="23063" y="12228"/>
                      <a:pt x="23254" y="10621"/>
                    </a:cubicBezTo>
                    <a:lnTo>
                      <a:pt x="25623" y="9704"/>
                    </a:lnTo>
                    <a:lnTo>
                      <a:pt x="25576" y="9585"/>
                    </a:lnTo>
                    <a:lnTo>
                      <a:pt x="23266" y="10478"/>
                    </a:lnTo>
                    <a:cubicBezTo>
                      <a:pt x="23373" y="9418"/>
                      <a:pt x="23290" y="8430"/>
                      <a:pt x="23028" y="7501"/>
                    </a:cubicBezTo>
                    <a:lnTo>
                      <a:pt x="25397" y="6751"/>
                    </a:lnTo>
                    <a:lnTo>
                      <a:pt x="25361" y="6620"/>
                    </a:lnTo>
                    <a:lnTo>
                      <a:pt x="22980" y="7370"/>
                    </a:lnTo>
                    <a:cubicBezTo>
                      <a:pt x="22932" y="7192"/>
                      <a:pt x="22861" y="7001"/>
                      <a:pt x="22789" y="6811"/>
                    </a:cubicBezTo>
                    <a:cubicBezTo>
                      <a:pt x="22361" y="5763"/>
                      <a:pt x="21694" y="4858"/>
                      <a:pt x="20908" y="4096"/>
                    </a:cubicBezTo>
                    <a:lnTo>
                      <a:pt x="22813" y="3441"/>
                    </a:lnTo>
                    <a:lnTo>
                      <a:pt x="22766" y="3310"/>
                    </a:lnTo>
                    <a:lnTo>
                      <a:pt x="20789" y="3989"/>
                    </a:lnTo>
                    <a:cubicBezTo>
                      <a:pt x="19503" y="2798"/>
                      <a:pt x="17884" y="1941"/>
                      <a:pt x="16360" y="1334"/>
                    </a:cubicBezTo>
                    <a:lnTo>
                      <a:pt x="18622" y="572"/>
                    </a:lnTo>
                    <a:lnTo>
                      <a:pt x="18575" y="441"/>
                    </a:lnTo>
                    <a:lnTo>
                      <a:pt x="16170" y="1262"/>
                    </a:lnTo>
                    <a:cubicBezTo>
                      <a:pt x="13669" y="298"/>
                      <a:pt x="11455" y="0"/>
                      <a:pt x="1141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33" name="Google Shape;133;p18"/>
          <p:cNvGrpSpPr/>
          <p:nvPr/>
        </p:nvGrpSpPr>
        <p:grpSpPr>
          <a:xfrm flipH="1">
            <a:off x="244894" y="3925295"/>
            <a:ext cx="1146231" cy="964793"/>
            <a:chOff x="359194" y="3930920"/>
            <a:chExt cx="1146231" cy="964793"/>
          </a:xfrm>
        </p:grpSpPr>
        <p:grpSp>
          <p:nvGrpSpPr>
            <p:cNvPr id="134" name="Google Shape;134;p18"/>
            <p:cNvGrpSpPr/>
            <p:nvPr/>
          </p:nvGrpSpPr>
          <p:grpSpPr>
            <a:xfrm>
              <a:off x="359194" y="3930920"/>
              <a:ext cx="1146231" cy="964793"/>
              <a:chOff x="4569300" y="7247450"/>
              <a:chExt cx="724225" cy="609625"/>
            </a:xfrm>
          </p:grpSpPr>
          <p:grpSp>
            <p:nvGrpSpPr>
              <p:cNvPr id="135" name="Google Shape;135;p18"/>
              <p:cNvGrpSpPr/>
              <p:nvPr/>
            </p:nvGrpSpPr>
            <p:grpSpPr>
              <a:xfrm>
                <a:off x="4569300" y="7247450"/>
                <a:ext cx="653675" cy="609625"/>
                <a:chOff x="4569300" y="7247450"/>
                <a:chExt cx="653675" cy="609625"/>
              </a:xfrm>
            </p:grpSpPr>
            <p:sp>
              <p:nvSpPr>
                <p:cNvPr id="136" name="Google Shape;136;p18"/>
                <p:cNvSpPr/>
                <p:nvPr/>
              </p:nvSpPr>
              <p:spPr>
                <a:xfrm>
                  <a:off x="4569300" y="7247450"/>
                  <a:ext cx="653675" cy="609625"/>
                </a:xfrm>
                <a:custGeom>
                  <a:rect b="b" l="l" r="r" t="t"/>
                  <a:pathLst>
                    <a:path extrusionOk="0" h="24385" w="26147">
                      <a:moveTo>
                        <a:pt x="22016" y="1"/>
                      </a:moveTo>
                      <a:lnTo>
                        <a:pt x="1" y="6085"/>
                      </a:lnTo>
                      <a:lnTo>
                        <a:pt x="5466" y="24385"/>
                      </a:lnTo>
                      <a:lnTo>
                        <a:pt x="26147" y="17896"/>
                      </a:lnTo>
                      <a:lnTo>
                        <a:pt x="22016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7" name="Google Shape;137;p18"/>
                <p:cNvSpPr/>
                <p:nvPr/>
              </p:nvSpPr>
              <p:spPr>
                <a:xfrm>
                  <a:off x="4643425" y="7312050"/>
                  <a:ext cx="554250" cy="514675"/>
                </a:xfrm>
                <a:custGeom>
                  <a:rect b="b" l="l" r="r" t="t"/>
                  <a:pathLst>
                    <a:path extrusionOk="0" h="20587" w="22170">
                      <a:moveTo>
                        <a:pt x="12371" y="0"/>
                      </a:moveTo>
                      <a:lnTo>
                        <a:pt x="8240" y="1060"/>
                      </a:lnTo>
                      <a:lnTo>
                        <a:pt x="6037" y="3882"/>
                      </a:lnTo>
                      <a:lnTo>
                        <a:pt x="2108" y="3477"/>
                      </a:lnTo>
                      <a:lnTo>
                        <a:pt x="1" y="6894"/>
                      </a:lnTo>
                      <a:lnTo>
                        <a:pt x="524" y="13014"/>
                      </a:lnTo>
                      <a:lnTo>
                        <a:pt x="2394" y="19539"/>
                      </a:lnTo>
                      <a:lnTo>
                        <a:pt x="3084" y="20586"/>
                      </a:lnTo>
                      <a:lnTo>
                        <a:pt x="6942" y="18717"/>
                      </a:lnTo>
                      <a:lnTo>
                        <a:pt x="13431" y="17526"/>
                      </a:lnTo>
                      <a:lnTo>
                        <a:pt x="22170" y="14550"/>
                      </a:lnTo>
                      <a:lnTo>
                        <a:pt x="21039" y="9383"/>
                      </a:lnTo>
                      <a:lnTo>
                        <a:pt x="17562" y="5323"/>
                      </a:lnTo>
                      <a:lnTo>
                        <a:pt x="17598" y="691"/>
                      </a:lnTo>
                      <a:lnTo>
                        <a:pt x="12371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8" name="Google Shape;138;p18"/>
                <p:cNvSpPr/>
                <p:nvPr/>
              </p:nvSpPr>
              <p:spPr>
                <a:xfrm>
                  <a:off x="4591325" y="7337650"/>
                  <a:ext cx="290250" cy="329600"/>
                </a:xfrm>
                <a:custGeom>
                  <a:rect b="b" l="l" r="r" t="t"/>
                  <a:pathLst>
                    <a:path extrusionOk="0" h="13184" w="11610">
                      <a:moveTo>
                        <a:pt x="10371" y="0"/>
                      </a:moveTo>
                      <a:lnTo>
                        <a:pt x="1" y="2667"/>
                      </a:lnTo>
                      <a:lnTo>
                        <a:pt x="2668" y="11954"/>
                      </a:lnTo>
                      <a:cubicBezTo>
                        <a:pt x="2727" y="11633"/>
                        <a:pt x="2823" y="11335"/>
                        <a:pt x="2942" y="11037"/>
                      </a:cubicBezTo>
                      <a:cubicBezTo>
                        <a:pt x="3166" y="10572"/>
                        <a:pt x="3638" y="10107"/>
                        <a:pt x="4158" y="10107"/>
                      </a:cubicBezTo>
                      <a:cubicBezTo>
                        <a:pt x="4329" y="10107"/>
                        <a:pt x="4506" y="10157"/>
                        <a:pt x="4680" y="10275"/>
                      </a:cubicBezTo>
                      <a:cubicBezTo>
                        <a:pt x="5013" y="10514"/>
                        <a:pt x="5192" y="10990"/>
                        <a:pt x="5383" y="11335"/>
                      </a:cubicBezTo>
                      <a:cubicBezTo>
                        <a:pt x="5656" y="11823"/>
                        <a:pt x="5930" y="12335"/>
                        <a:pt x="6264" y="12776"/>
                      </a:cubicBezTo>
                      <a:cubicBezTo>
                        <a:pt x="6477" y="13047"/>
                        <a:pt x="6745" y="13183"/>
                        <a:pt x="6999" y="13183"/>
                      </a:cubicBezTo>
                      <a:cubicBezTo>
                        <a:pt x="7313" y="13183"/>
                        <a:pt x="7607" y="12976"/>
                        <a:pt x="7752" y="12561"/>
                      </a:cubicBezTo>
                      <a:cubicBezTo>
                        <a:pt x="8514" y="10359"/>
                        <a:pt x="5525" y="8799"/>
                        <a:pt x="4394" y="7478"/>
                      </a:cubicBezTo>
                      <a:cubicBezTo>
                        <a:pt x="3668" y="6632"/>
                        <a:pt x="3335" y="5406"/>
                        <a:pt x="4156" y="4489"/>
                      </a:cubicBezTo>
                      <a:cubicBezTo>
                        <a:pt x="4465" y="4144"/>
                        <a:pt x="4903" y="3962"/>
                        <a:pt x="5337" y="3962"/>
                      </a:cubicBezTo>
                      <a:cubicBezTo>
                        <a:pt x="5757" y="3962"/>
                        <a:pt x="6173" y="4132"/>
                        <a:pt x="6466" y="4489"/>
                      </a:cubicBezTo>
                      <a:cubicBezTo>
                        <a:pt x="7157" y="5394"/>
                        <a:pt x="7454" y="6620"/>
                        <a:pt x="8038" y="7573"/>
                      </a:cubicBezTo>
                      <a:cubicBezTo>
                        <a:pt x="8372" y="8122"/>
                        <a:pt x="8793" y="8360"/>
                        <a:pt x="9237" y="8360"/>
                      </a:cubicBezTo>
                      <a:cubicBezTo>
                        <a:pt x="9678" y="8360"/>
                        <a:pt x="10140" y="8125"/>
                        <a:pt x="10562" y="7728"/>
                      </a:cubicBezTo>
                      <a:cubicBezTo>
                        <a:pt x="11610" y="6727"/>
                        <a:pt x="11550" y="5370"/>
                        <a:pt x="11217" y="4060"/>
                      </a:cubicBezTo>
                      <a:cubicBezTo>
                        <a:pt x="10859" y="2644"/>
                        <a:pt x="10467" y="1370"/>
                        <a:pt x="1037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9" name="Google Shape;139;p18"/>
                <p:cNvSpPr/>
                <p:nvPr/>
              </p:nvSpPr>
              <p:spPr>
                <a:xfrm>
                  <a:off x="4701175" y="7653675"/>
                  <a:ext cx="275950" cy="182275"/>
                </a:xfrm>
                <a:custGeom>
                  <a:rect b="b" l="l" r="r" t="t"/>
                  <a:pathLst>
                    <a:path extrusionOk="0" h="7291" w="11038">
                      <a:moveTo>
                        <a:pt x="5312" y="1"/>
                      </a:moveTo>
                      <a:cubicBezTo>
                        <a:pt x="5187" y="1"/>
                        <a:pt x="5045" y="35"/>
                        <a:pt x="4882" y="111"/>
                      </a:cubicBezTo>
                      <a:cubicBezTo>
                        <a:pt x="3906" y="551"/>
                        <a:pt x="3203" y="1897"/>
                        <a:pt x="2822" y="2837"/>
                      </a:cubicBezTo>
                      <a:cubicBezTo>
                        <a:pt x="2448" y="3675"/>
                        <a:pt x="1780" y="6027"/>
                        <a:pt x="719" y="6027"/>
                      </a:cubicBezTo>
                      <a:cubicBezTo>
                        <a:pt x="497" y="6027"/>
                        <a:pt x="258" y="5924"/>
                        <a:pt x="0" y="5683"/>
                      </a:cubicBezTo>
                      <a:lnTo>
                        <a:pt x="0" y="5683"/>
                      </a:lnTo>
                      <a:lnTo>
                        <a:pt x="453" y="7290"/>
                      </a:lnTo>
                      <a:lnTo>
                        <a:pt x="11037" y="3671"/>
                      </a:lnTo>
                      <a:cubicBezTo>
                        <a:pt x="10880" y="3288"/>
                        <a:pt x="10579" y="3157"/>
                        <a:pt x="10239" y="3157"/>
                      </a:cubicBezTo>
                      <a:cubicBezTo>
                        <a:pt x="9809" y="3157"/>
                        <a:pt x="9317" y="3367"/>
                        <a:pt x="8978" y="3540"/>
                      </a:cubicBezTo>
                      <a:cubicBezTo>
                        <a:pt x="8547" y="3751"/>
                        <a:pt x="7813" y="4258"/>
                        <a:pt x="7205" y="4258"/>
                      </a:cubicBezTo>
                      <a:cubicBezTo>
                        <a:pt x="7023" y="4258"/>
                        <a:pt x="6852" y="4212"/>
                        <a:pt x="6704" y="4100"/>
                      </a:cubicBezTo>
                      <a:cubicBezTo>
                        <a:pt x="6061" y="3599"/>
                        <a:pt x="6275" y="2171"/>
                        <a:pt x="6192" y="1456"/>
                      </a:cubicBezTo>
                      <a:cubicBezTo>
                        <a:pt x="6112" y="823"/>
                        <a:pt x="5926" y="1"/>
                        <a:pt x="5312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0" name="Google Shape;140;p18"/>
                <p:cNvSpPr/>
                <p:nvPr/>
              </p:nvSpPr>
              <p:spPr>
                <a:xfrm>
                  <a:off x="4937500" y="7267100"/>
                  <a:ext cx="229525" cy="283925"/>
                </a:xfrm>
                <a:custGeom>
                  <a:rect b="b" l="l" r="r" t="t"/>
                  <a:pathLst>
                    <a:path extrusionOk="0" h="11357" w="9181">
                      <a:moveTo>
                        <a:pt x="6764" y="1"/>
                      </a:moveTo>
                      <a:lnTo>
                        <a:pt x="513" y="1608"/>
                      </a:lnTo>
                      <a:cubicBezTo>
                        <a:pt x="275" y="2037"/>
                        <a:pt x="1" y="2894"/>
                        <a:pt x="191" y="3299"/>
                      </a:cubicBezTo>
                      <a:cubicBezTo>
                        <a:pt x="305" y="3509"/>
                        <a:pt x="487" y="3587"/>
                        <a:pt x="710" y="3587"/>
                      </a:cubicBezTo>
                      <a:cubicBezTo>
                        <a:pt x="1363" y="3587"/>
                        <a:pt x="2363" y="2918"/>
                        <a:pt x="3012" y="2918"/>
                      </a:cubicBezTo>
                      <a:cubicBezTo>
                        <a:pt x="3211" y="2918"/>
                        <a:pt x="3377" y="2980"/>
                        <a:pt x="3489" y="3144"/>
                      </a:cubicBezTo>
                      <a:cubicBezTo>
                        <a:pt x="3823" y="3632"/>
                        <a:pt x="3216" y="4608"/>
                        <a:pt x="3001" y="5001"/>
                      </a:cubicBezTo>
                      <a:cubicBezTo>
                        <a:pt x="2382" y="6132"/>
                        <a:pt x="1834" y="7121"/>
                        <a:pt x="1846" y="8454"/>
                      </a:cubicBezTo>
                      <a:cubicBezTo>
                        <a:pt x="1894" y="10085"/>
                        <a:pt x="3347" y="10966"/>
                        <a:pt x="4811" y="11240"/>
                      </a:cubicBezTo>
                      <a:cubicBezTo>
                        <a:pt x="5268" y="11322"/>
                        <a:pt x="5726" y="11356"/>
                        <a:pt x="6182" y="11356"/>
                      </a:cubicBezTo>
                      <a:cubicBezTo>
                        <a:pt x="7188" y="11356"/>
                        <a:pt x="8190" y="11190"/>
                        <a:pt x="9181" y="11002"/>
                      </a:cubicBezTo>
                      <a:lnTo>
                        <a:pt x="676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1" name="Google Shape;141;p18"/>
                <p:cNvSpPr/>
                <p:nvPr/>
              </p:nvSpPr>
              <p:spPr>
                <a:xfrm>
                  <a:off x="4599975" y="7276625"/>
                  <a:ext cx="588775" cy="532825"/>
                </a:xfrm>
                <a:custGeom>
                  <a:rect b="b" l="l" r="r" t="t"/>
                  <a:pathLst>
                    <a:path extrusionOk="0" h="21313" w="23551">
                      <a:moveTo>
                        <a:pt x="18229" y="2858"/>
                      </a:moveTo>
                      <a:lnTo>
                        <a:pt x="19229" y="6751"/>
                      </a:lnTo>
                      <a:lnTo>
                        <a:pt x="15919" y="7704"/>
                      </a:lnTo>
                      <a:lnTo>
                        <a:pt x="14740" y="3787"/>
                      </a:lnTo>
                      <a:lnTo>
                        <a:pt x="18229" y="2858"/>
                      </a:lnTo>
                      <a:close/>
                      <a:moveTo>
                        <a:pt x="14621" y="3823"/>
                      </a:moveTo>
                      <a:lnTo>
                        <a:pt x="15812" y="7740"/>
                      </a:lnTo>
                      <a:lnTo>
                        <a:pt x="12478" y="8692"/>
                      </a:lnTo>
                      <a:lnTo>
                        <a:pt x="11287" y="4715"/>
                      </a:lnTo>
                      <a:lnTo>
                        <a:pt x="14621" y="3823"/>
                      </a:lnTo>
                      <a:close/>
                      <a:moveTo>
                        <a:pt x="11168" y="4751"/>
                      </a:moveTo>
                      <a:lnTo>
                        <a:pt x="12371" y="8728"/>
                      </a:lnTo>
                      <a:lnTo>
                        <a:pt x="9013" y="9692"/>
                      </a:lnTo>
                      <a:lnTo>
                        <a:pt x="7775" y="5668"/>
                      </a:lnTo>
                      <a:lnTo>
                        <a:pt x="11168" y="4751"/>
                      </a:lnTo>
                      <a:close/>
                      <a:moveTo>
                        <a:pt x="7656" y="5692"/>
                      </a:moveTo>
                      <a:lnTo>
                        <a:pt x="8894" y="9728"/>
                      </a:lnTo>
                      <a:lnTo>
                        <a:pt x="5037" y="10835"/>
                      </a:lnTo>
                      <a:lnTo>
                        <a:pt x="3608" y="6787"/>
                      </a:lnTo>
                      <a:lnTo>
                        <a:pt x="7656" y="5692"/>
                      </a:lnTo>
                      <a:close/>
                      <a:moveTo>
                        <a:pt x="19253" y="6871"/>
                      </a:moveTo>
                      <a:lnTo>
                        <a:pt x="20360" y="11216"/>
                      </a:lnTo>
                      <a:lnTo>
                        <a:pt x="17252" y="12109"/>
                      </a:lnTo>
                      <a:lnTo>
                        <a:pt x="15955" y="7811"/>
                      </a:lnTo>
                      <a:lnTo>
                        <a:pt x="19253" y="6871"/>
                      </a:lnTo>
                      <a:close/>
                      <a:moveTo>
                        <a:pt x="15847" y="7847"/>
                      </a:moveTo>
                      <a:lnTo>
                        <a:pt x="17145" y="12133"/>
                      </a:lnTo>
                      <a:lnTo>
                        <a:pt x="13800" y="13086"/>
                      </a:lnTo>
                      <a:lnTo>
                        <a:pt x="12514" y="8811"/>
                      </a:lnTo>
                      <a:lnTo>
                        <a:pt x="15847" y="7847"/>
                      </a:lnTo>
                      <a:close/>
                      <a:moveTo>
                        <a:pt x="12407" y="8835"/>
                      </a:moveTo>
                      <a:lnTo>
                        <a:pt x="13692" y="13121"/>
                      </a:lnTo>
                      <a:lnTo>
                        <a:pt x="10359" y="14074"/>
                      </a:lnTo>
                      <a:lnTo>
                        <a:pt x="9049" y="9799"/>
                      </a:lnTo>
                      <a:lnTo>
                        <a:pt x="12407" y="8835"/>
                      </a:lnTo>
                      <a:close/>
                      <a:moveTo>
                        <a:pt x="8930" y="9835"/>
                      </a:moveTo>
                      <a:lnTo>
                        <a:pt x="10251" y="14109"/>
                      </a:lnTo>
                      <a:lnTo>
                        <a:pt x="6561" y="15169"/>
                      </a:lnTo>
                      <a:lnTo>
                        <a:pt x="5072" y="10942"/>
                      </a:lnTo>
                      <a:lnTo>
                        <a:pt x="8930" y="9835"/>
                      </a:lnTo>
                      <a:close/>
                      <a:moveTo>
                        <a:pt x="20384" y="11323"/>
                      </a:moveTo>
                      <a:lnTo>
                        <a:pt x="21122" y="14252"/>
                      </a:lnTo>
                      <a:lnTo>
                        <a:pt x="18181" y="15169"/>
                      </a:lnTo>
                      <a:lnTo>
                        <a:pt x="17288" y="12216"/>
                      </a:lnTo>
                      <a:lnTo>
                        <a:pt x="20384" y="11323"/>
                      </a:lnTo>
                      <a:close/>
                      <a:moveTo>
                        <a:pt x="17169" y="12252"/>
                      </a:moveTo>
                      <a:lnTo>
                        <a:pt x="18062" y="15205"/>
                      </a:lnTo>
                      <a:lnTo>
                        <a:pt x="14740" y="16229"/>
                      </a:lnTo>
                      <a:lnTo>
                        <a:pt x="13835" y="13205"/>
                      </a:lnTo>
                      <a:lnTo>
                        <a:pt x="17169" y="12252"/>
                      </a:lnTo>
                      <a:close/>
                      <a:moveTo>
                        <a:pt x="13716" y="13240"/>
                      </a:moveTo>
                      <a:lnTo>
                        <a:pt x="14633" y="16265"/>
                      </a:lnTo>
                      <a:lnTo>
                        <a:pt x="11347" y="17277"/>
                      </a:lnTo>
                      <a:lnTo>
                        <a:pt x="10394" y="14193"/>
                      </a:lnTo>
                      <a:lnTo>
                        <a:pt x="13716" y="13240"/>
                      </a:lnTo>
                      <a:close/>
                      <a:moveTo>
                        <a:pt x="10275" y="14217"/>
                      </a:moveTo>
                      <a:lnTo>
                        <a:pt x="11228" y="17312"/>
                      </a:lnTo>
                      <a:lnTo>
                        <a:pt x="7692" y="18408"/>
                      </a:lnTo>
                      <a:lnTo>
                        <a:pt x="6596" y="15276"/>
                      </a:lnTo>
                      <a:lnTo>
                        <a:pt x="10275" y="14217"/>
                      </a:lnTo>
                      <a:close/>
                      <a:moveTo>
                        <a:pt x="17633" y="1"/>
                      </a:moveTo>
                      <a:lnTo>
                        <a:pt x="17514" y="36"/>
                      </a:lnTo>
                      <a:lnTo>
                        <a:pt x="18205" y="2739"/>
                      </a:lnTo>
                      <a:lnTo>
                        <a:pt x="14704" y="3680"/>
                      </a:lnTo>
                      <a:lnTo>
                        <a:pt x="13823" y="763"/>
                      </a:lnTo>
                      <a:lnTo>
                        <a:pt x="13716" y="798"/>
                      </a:lnTo>
                      <a:lnTo>
                        <a:pt x="14585" y="3715"/>
                      </a:lnTo>
                      <a:lnTo>
                        <a:pt x="11252" y="4608"/>
                      </a:lnTo>
                      <a:lnTo>
                        <a:pt x="10394" y="1787"/>
                      </a:lnTo>
                      <a:lnTo>
                        <a:pt x="10287" y="1822"/>
                      </a:lnTo>
                      <a:lnTo>
                        <a:pt x="11133" y="4632"/>
                      </a:lnTo>
                      <a:lnTo>
                        <a:pt x="7727" y="5549"/>
                      </a:lnTo>
                      <a:lnTo>
                        <a:pt x="6894" y="2810"/>
                      </a:lnTo>
                      <a:lnTo>
                        <a:pt x="6775" y="2846"/>
                      </a:lnTo>
                      <a:lnTo>
                        <a:pt x="7620" y="5585"/>
                      </a:lnTo>
                      <a:lnTo>
                        <a:pt x="3572" y="6668"/>
                      </a:lnTo>
                      <a:lnTo>
                        <a:pt x="2620" y="3953"/>
                      </a:lnTo>
                      <a:lnTo>
                        <a:pt x="2501" y="3989"/>
                      </a:lnTo>
                      <a:lnTo>
                        <a:pt x="3453" y="6704"/>
                      </a:lnTo>
                      <a:lnTo>
                        <a:pt x="0" y="7633"/>
                      </a:lnTo>
                      <a:lnTo>
                        <a:pt x="24" y="7740"/>
                      </a:lnTo>
                      <a:lnTo>
                        <a:pt x="3501" y="6811"/>
                      </a:lnTo>
                      <a:lnTo>
                        <a:pt x="4917" y="10871"/>
                      </a:lnTo>
                      <a:lnTo>
                        <a:pt x="1203" y="11943"/>
                      </a:lnTo>
                      <a:lnTo>
                        <a:pt x="1227" y="12050"/>
                      </a:lnTo>
                      <a:lnTo>
                        <a:pt x="4965" y="10978"/>
                      </a:lnTo>
                      <a:lnTo>
                        <a:pt x="6441" y="15193"/>
                      </a:lnTo>
                      <a:lnTo>
                        <a:pt x="2548" y="16312"/>
                      </a:lnTo>
                      <a:lnTo>
                        <a:pt x="2572" y="16431"/>
                      </a:lnTo>
                      <a:lnTo>
                        <a:pt x="6477" y="15312"/>
                      </a:lnTo>
                      <a:lnTo>
                        <a:pt x="7584" y="18443"/>
                      </a:lnTo>
                      <a:lnTo>
                        <a:pt x="3536" y="19694"/>
                      </a:lnTo>
                      <a:lnTo>
                        <a:pt x="3572" y="19801"/>
                      </a:lnTo>
                      <a:lnTo>
                        <a:pt x="7620" y="18551"/>
                      </a:lnTo>
                      <a:lnTo>
                        <a:pt x="8597" y="21313"/>
                      </a:lnTo>
                      <a:lnTo>
                        <a:pt x="8704" y="21277"/>
                      </a:lnTo>
                      <a:lnTo>
                        <a:pt x="7727" y="18515"/>
                      </a:lnTo>
                      <a:lnTo>
                        <a:pt x="11264" y="17419"/>
                      </a:lnTo>
                      <a:lnTo>
                        <a:pt x="12097" y="20146"/>
                      </a:lnTo>
                      <a:lnTo>
                        <a:pt x="12216" y="20110"/>
                      </a:lnTo>
                      <a:lnTo>
                        <a:pt x="11371" y="17384"/>
                      </a:lnTo>
                      <a:lnTo>
                        <a:pt x="14657" y="16372"/>
                      </a:lnTo>
                      <a:lnTo>
                        <a:pt x="15490" y="19146"/>
                      </a:lnTo>
                      <a:lnTo>
                        <a:pt x="15609" y="19110"/>
                      </a:lnTo>
                      <a:lnTo>
                        <a:pt x="14776" y="16336"/>
                      </a:lnTo>
                      <a:lnTo>
                        <a:pt x="18098" y="15312"/>
                      </a:lnTo>
                      <a:lnTo>
                        <a:pt x="18895" y="17943"/>
                      </a:lnTo>
                      <a:lnTo>
                        <a:pt x="19003" y="17908"/>
                      </a:lnTo>
                      <a:lnTo>
                        <a:pt x="18205" y="15276"/>
                      </a:lnTo>
                      <a:lnTo>
                        <a:pt x="21158" y="14360"/>
                      </a:lnTo>
                      <a:lnTo>
                        <a:pt x="21812" y="16979"/>
                      </a:lnTo>
                      <a:lnTo>
                        <a:pt x="21932" y="16943"/>
                      </a:lnTo>
                      <a:lnTo>
                        <a:pt x="21265" y="14324"/>
                      </a:lnTo>
                      <a:lnTo>
                        <a:pt x="23551" y="13621"/>
                      </a:lnTo>
                      <a:lnTo>
                        <a:pt x="23515" y="13514"/>
                      </a:lnTo>
                      <a:lnTo>
                        <a:pt x="21241" y="14217"/>
                      </a:lnTo>
                      <a:lnTo>
                        <a:pt x="20503" y="11300"/>
                      </a:lnTo>
                      <a:lnTo>
                        <a:pt x="22932" y="10597"/>
                      </a:lnTo>
                      <a:lnTo>
                        <a:pt x="22896" y="10490"/>
                      </a:lnTo>
                      <a:lnTo>
                        <a:pt x="20467" y="11181"/>
                      </a:lnTo>
                      <a:lnTo>
                        <a:pt x="19360" y="6835"/>
                      </a:lnTo>
                      <a:lnTo>
                        <a:pt x="22039" y="6061"/>
                      </a:lnTo>
                      <a:lnTo>
                        <a:pt x="22003" y="5942"/>
                      </a:lnTo>
                      <a:lnTo>
                        <a:pt x="19336" y="6716"/>
                      </a:lnTo>
                      <a:lnTo>
                        <a:pt x="18348" y="2822"/>
                      </a:lnTo>
                      <a:lnTo>
                        <a:pt x="21158" y="2060"/>
                      </a:lnTo>
                      <a:lnTo>
                        <a:pt x="21122" y="1953"/>
                      </a:lnTo>
                      <a:lnTo>
                        <a:pt x="18312" y="2703"/>
                      </a:lnTo>
                      <a:lnTo>
                        <a:pt x="17633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42" name="Google Shape;142;p18"/>
              <p:cNvGrpSpPr/>
              <p:nvPr/>
            </p:nvGrpSpPr>
            <p:grpSpPr>
              <a:xfrm>
                <a:off x="4900900" y="7388550"/>
                <a:ext cx="392625" cy="407500"/>
                <a:chOff x="4900900" y="7388550"/>
                <a:chExt cx="392625" cy="407500"/>
              </a:xfrm>
            </p:grpSpPr>
            <p:sp>
              <p:nvSpPr>
                <p:cNvPr id="143" name="Google Shape;143;p18"/>
                <p:cNvSpPr/>
                <p:nvPr/>
              </p:nvSpPr>
              <p:spPr>
                <a:xfrm>
                  <a:off x="4900900" y="7394400"/>
                  <a:ext cx="371200" cy="291650"/>
                </a:xfrm>
                <a:custGeom>
                  <a:rect b="b" l="l" r="r" t="t"/>
                  <a:pathLst>
                    <a:path extrusionOk="0" h="11666" w="14848">
                      <a:moveTo>
                        <a:pt x="8353" y="0"/>
                      </a:moveTo>
                      <a:cubicBezTo>
                        <a:pt x="7265" y="0"/>
                        <a:pt x="6122" y="247"/>
                        <a:pt x="5025" y="766"/>
                      </a:cubicBezTo>
                      <a:cubicBezTo>
                        <a:pt x="1655" y="2362"/>
                        <a:pt x="0" y="5922"/>
                        <a:pt x="1334" y="8720"/>
                      </a:cubicBezTo>
                      <a:cubicBezTo>
                        <a:pt x="2225" y="10607"/>
                        <a:pt x="4243" y="11665"/>
                        <a:pt x="6495" y="11665"/>
                      </a:cubicBezTo>
                      <a:cubicBezTo>
                        <a:pt x="7583" y="11665"/>
                        <a:pt x="8726" y="11418"/>
                        <a:pt x="9823" y="10899"/>
                      </a:cubicBezTo>
                      <a:cubicBezTo>
                        <a:pt x="13193" y="9303"/>
                        <a:pt x="14848" y="5743"/>
                        <a:pt x="13526" y="2945"/>
                      </a:cubicBezTo>
                      <a:cubicBezTo>
                        <a:pt x="12627" y="1059"/>
                        <a:pt x="10607" y="0"/>
                        <a:pt x="8353" y="0"/>
                      </a:cubicBezTo>
                      <a:close/>
                    </a:path>
                  </a:pathLst>
                </a:custGeom>
                <a:solidFill>
                  <a:srgbClr val="6BC0CE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4" name="Google Shape;144;p18"/>
                <p:cNvSpPr/>
                <p:nvPr/>
              </p:nvSpPr>
              <p:spPr>
                <a:xfrm>
                  <a:off x="4942875" y="7426825"/>
                  <a:ext cx="148250" cy="157900"/>
                </a:xfrm>
                <a:custGeom>
                  <a:rect b="b" l="l" r="r" t="t"/>
                  <a:pathLst>
                    <a:path extrusionOk="0" h="6316" w="5930">
                      <a:moveTo>
                        <a:pt x="4463" y="0"/>
                      </a:moveTo>
                      <a:cubicBezTo>
                        <a:pt x="3746" y="0"/>
                        <a:pt x="3179" y="2660"/>
                        <a:pt x="3179" y="2660"/>
                      </a:cubicBezTo>
                      <a:cubicBezTo>
                        <a:pt x="3179" y="2660"/>
                        <a:pt x="2706" y="1153"/>
                        <a:pt x="2447" y="1153"/>
                      </a:cubicBezTo>
                      <a:cubicBezTo>
                        <a:pt x="2437" y="1153"/>
                        <a:pt x="2427" y="1155"/>
                        <a:pt x="2417" y="1160"/>
                      </a:cubicBezTo>
                      <a:cubicBezTo>
                        <a:pt x="2167" y="1303"/>
                        <a:pt x="2905" y="2863"/>
                        <a:pt x="2905" y="2863"/>
                      </a:cubicBezTo>
                      <a:cubicBezTo>
                        <a:pt x="2905" y="2863"/>
                        <a:pt x="0" y="3565"/>
                        <a:pt x="60" y="3958"/>
                      </a:cubicBezTo>
                      <a:cubicBezTo>
                        <a:pt x="69" y="4015"/>
                        <a:pt x="136" y="4039"/>
                        <a:pt x="245" y="4039"/>
                      </a:cubicBezTo>
                      <a:cubicBezTo>
                        <a:pt x="864" y="4039"/>
                        <a:pt x="2810" y="3256"/>
                        <a:pt x="2810" y="3256"/>
                      </a:cubicBezTo>
                      <a:lnTo>
                        <a:pt x="2810" y="3256"/>
                      </a:lnTo>
                      <a:cubicBezTo>
                        <a:pt x="2810" y="3256"/>
                        <a:pt x="1596" y="5589"/>
                        <a:pt x="2000" y="5744"/>
                      </a:cubicBezTo>
                      <a:cubicBezTo>
                        <a:pt x="2014" y="5749"/>
                        <a:pt x="2027" y="5751"/>
                        <a:pt x="2042" y="5751"/>
                      </a:cubicBezTo>
                      <a:cubicBezTo>
                        <a:pt x="2473" y="5751"/>
                        <a:pt x="3310" y="3541"/>
                        <a:pt x="3310" y="3541"/>
                      </a:cubicBezTo>
                      <a:lnTo>
                        <a:pt x="5751" y="6316"/>
                      </a:lnTo>
                      <a:lnTo>
                        <a:pt x="5930" y="6066"/>
                      </a:lnTo>
                      <a:lnTo>
                        <a:pt x="3858" y="3160"/>
                      </a:lnTo>
                      <a:cubicBezTo>
                        <a:pt x="3858" y="3160"/>
                        <a:pt x="5930" y="2625"/>
                        <a:pt x="5751" y="2065"/>
                      </a:cubicBezTo>
                      <a:cubicBezTo>
                        <a:pt x="5717" y="1964"/>
                        <a:pt x="5627" y="1923"/>
                        <a:pt x="5504" y="1923"/>
                      </a:cubicBezTo>
                      <a:cubicBezTo>
                        <a:pt x="4944" y="1923"/>
                        <a:pt x="3679" y="2779"/>
                        <a:pt x="3679" y="2779"/>
                      </a:cubicBezTo>
                      <a:cubicBezTo>
                        <a:pt x="3679" y="2779"/>
                        <a:pt x="5322" y="267"/>
                        <a:pt x="4560" y="17"/>
                      </a:cubicBezTo>
                      <a:cubicBezTo>
                        <a:pt x="4527" y="6"/>
                        <a:pt x="4495" y="0"/>
                        <a:pt x="4463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5" name="Google Shape;145;p18"/>
                <p:cNvSpPr/>
                <p:nvPr/>
              </p:nvSpPr>
              <p:spPr>
                <a:xfrm>
                  <a:off x="5081350" y="7445625"/>
                  <a:ext cx="105125" cy="131075"/>
                </a:xfrm>
                <a:custGeom>
                  <a:rect b="b" l="l" r="r" t="t"/>
                  <a:pathLst>
                    <a:path extrusionOk="0" h="5243" w="4205">
                      <a:moveTo>
                        <a:pt x="587" y="0"/>
                      </a:moveTo>
                      <a:cubicBezTo>
                        <a:pt x="565" y="0"/>
                        <a:pt x="543" y="5"/>
                        <a:pt x="521" y="15"/>
                      </a:cubicBezTo>
                      <a:cubicBezTo>
                        <a:pt x="69" y="230"/>
                        <a:pt x="1355" y="2337"/>
                        <a:pt x="1355" y="2337"/>
                      </a:cubicBezTo>
                      <a:cubicBezTo>
                        <a:pt x="1355" y="2337"/>
                        <a:pt x="1275" y="2334"/>
                        <a:pt x="1154" y="2334"/>
                      </a:cubicBezTo>
                      <a:cubicBezTo>
                        <a:pt x="777" y="2334"/>
                        <a:pt x="0" y="2362"/>
                        <a:pt x="10" y="2587"/>
                      </a:cubicBezTo>
                      <a:cubicBezTo>
                        <a:pt x="16" y="2755"/>
                        <a:pt x="410" y="2793"/>
                        <a:pt x="770" y="2793"/>
                      </a:cubicBezTo>
                      <a:cubicBezTo>
                        <a:pt x="1075" y="2793"/>
                        <a:pt x="1355" y="2766"/>
                        <a:pt x="1355" y="2766"/>
                      </a:cubicBezTo>
                      <a:lnTo>
                        <a:pt x="1355" y="2766"/>
                      </a:lnTo>
                      <a:lnTo>
                        <a:pt x="914" y="5242"/>
                      </a:lnTo>
                      <a:lnTo>
                        <a:pt x="1141" y="5242"/>
                      </a:lnTo>
                      <a:lnTo>
                        <a:pt x="1760" y="2682"/>
                      </a:lnTo>
                      <a:cubicBezTo>
                        <a:pt x="1760" y="2682"/>
                        <a:pt x="2736" y="3727"/>
                        <a:pt x="3109" y="3727"/>
                      </a:cubicBezTo>
                      <a:cubicBezTo>
                        <a:pt x="3146" y="3727"/>
                        <a:pt x="3177" y="3717"/>
                        <a:pt x="3200" y="3694"/>
                      </a:cubicBezTo>
                      <a:cubicBezTo>
                        <a:pt x="3474" y="3432"/>
                        <a:pt x="2081" y="2623"/>
                        <a:pt x="2081" y="2623"/>
                      </a:cubicBezTo>
                      <a:lnTo>
                        <a:pt x="2081" y="2623"/>
                      </a:lnTo>
                      <a:cubicBezTo>
                        <a:pt x="2081" y="2623"/>
                        <a:pt x="2203" y="2626"/>
                        <a:pt x="2387" y="2626"/>
                      </a:cubicBezTo>
                      <a:cubicBezTo>
                        <a:pt x="2976" y="2626"/>
                        <a:pt x="4204" y="2592"/>
                        <a:pt x="4141" y="2301"/>
                      </a:cubicBezTo>
                      <a:cubicBezTo>
                        <a:pt x="4095" y="2117"/>
                        <a:pt x="3646" y="2069"/>
                        <a:pt x="3195" y="2069"/>
                      </a:cubicBezTo>
                      <a:cubicBezTo>
                        <a:pt x="2716" y="2069"/>
                        <a:pt x="2236" y="2123"/>
                        <a:pt x="2236" y="2123"/>
                      </a:cubicBezTo>
                      <a:cubicBezTo>
                        <a:pt x="2236" y="2123"/>
                        <a:pt x="4201" y="694"/>
                        <a:pt x="3689" y="408"/>
                      </a:cubicBezTo>
                      <a:cubicBezTo>
                        <a:pt x="3653" y="388"/>
                        <a:pt x="3612" y="378"/>
                        <a:pt x="3568" y="378"/>
                      </a:cubicBezTo>
                      <a:cubicBezTo>
                        <a:pt x="2987" y="378"/>
                        <a:pt x="1724" y="1980"/>
                        <a:pt x="1724" y="1980"/>
                      </a:cubicBezTo>
                      <a:cubicBezTo>
                        <a:pt x="1724" y="1980"/>
                        <a:pt x="1043" y="0"/>
                        <a:pt x="587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6" name="Google Shape;146;p18"/>
                <p:cNvSpPr/>
                <p:nvPr/>
              </p:nvSpPr>
              <p:spPr>
                <a:xfrm>
                  <a:off x="5013125" y="7560875"/>
                  <a:ext cx="201825" cy="79575"/>
                </a:xfrm>
                <a:custGeom>
                  <a:rect b="b" l="l" r="r" t="t"/>
                  <a:pathLst>
                    <a:path extrusionOk="0" h="3183" w="8073">
                      <a:moveTo>
                        <a:pt x="5150" y="0"/>
                      </a:moveTo>
                      <a:cubicBezTo>
                        <a:pt x="3344" y="0"/>
                        <a:pt x="1157" y="598"/>
                        <a:pt x="0" y="3132"/>
                      </a:cubicBezTo>
                      <a:cubicBezTo>
                        <a:pt x="0" y="3132"/>
                        <a:pt x="398" y="3183"/>
                        <a:pt x="1038" y="3183"/>
                      </a:cubicBezTo>
                      <a:cubicBezTo>
                        <a:pt x="2678" y="3183"/>
                        <a:pt x="5905" y="2850"/>
                        <a:pt x="8073" y="477"/>
                      </a:cubicBezTo>
                      <a:cubicBezTo>
                        <a:pt x="8073" y="477"/>
                        <a:pt x="6763" y="0"/>
                        <a:pt x="515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" name="Google Shape;147;p18"/>
                <p:cNvSpPr/>
                <p:nvPr/>
              </p:nvSpPr>
              <p:spPr>
                <a:xfrm>
                  <a:off x="4911900" y="7388550"/>
                  <a:ext cx="381625" cy="407500"/>
                </a:xfrm>
                <a:custGeom>
                  <a:rect b="b" l="l" r="r" t="t"/>
                  <a:pathLst>
                    <a:path extrusionOk="0" h="16300" w="15265">
                      <a:moveTo>
                        <a:pt x="7919" y="465"/>
                      </a:moveTo>
                      <a:cubicBezTo>
                        <a:pt x="10145" y="465"/>
                        <a:pt x="12050" y="1548"/>
                        <a:pt x="12872" y="3275"/>
                      </a:cubicBezTo>
                      <a:cubicBezTo>
                        <a:pt x="14134" y="5953"/>
                        <a:pt x="12526" y="9382"/>
                        <a:pt x="9288" y="10918"/>
                      </a:cubicBezTo>
                      <a:cubicBezTo>
                        <a:pt x="8252" y="11407"/>
                        <a:pt x="7145" y="11657"/>
                        <a:pt x="6049" y="11657"/>
                      </a:cubicBezTo>
                      <a:cubicBezTo>
                        <a:pt x="3823" y="11657"/>
                        <a:pt x="1918" y="10585"/>
                        <a:pt x="1096" y="8847"/>
                      </a:cubicBezTo>
                      <a:cubicBezTo>
                        <a:pt x="489" y="7561"/>
                        <a:pt x="525" y="6061"/>
                        <a:pt x="1192" y="4620"/>
                      </a:cubicBezTo>
                      <a:cubicBezTo>
                        <a:pt x="1870" y="3167"/>
                        <a:pt x="3108" y="1965"/>
                        <a:pt x="4680" y="1215"/>
                      </a:cubicBezTo>
                      <a:cubicBezTo>
                        <a:pt x="5716" y="727"/>
                        <a:pt x="6835" y="465"/>
                        <a:pt x="7919" y="465"/>
                      </a:cubicBezTo>
                      <a:close/>
                      <a:moveTo>
                        <a:pt x="7919" y="0"/>
                      </a:moveTo>
                      <a:cubicBezTo>
                        <a:pt x="6764" y="0"/>
                        <a:pt x="5573" y="274"/>
                        <a:pt x="4490" y="786"/>
                      </a:cubicBezTo>
                      <a:cubicBezTo>
                        <a:pt x="2811" y="1584"/>
                        <a:pt x="1489" y="2870"/>
                        <a:pt x="763" y="4429"/>
                      </a:cubicBezTo>
                      <a:cubicBezTo>
                        <a:pt x="37" y="5989"/>
                        <a:pt x="1" y="7632"/>
                        <a:pt x="680" y="9049"/>
                      </a:cubicBezTo>
                      <a:cubicBezTo>
                        <a:pt x="1573" y="10954"/>
                        <a:pt x="3632" y="12133"/>
                        <a:pt x="6049" y="12133"/>
                      </a:cubicBezTo>
                      <a:cubicBezTo>
                        <a:pt x="7204" y="12133"/>
                        <a:pt x="8395" y="11859"/>
                        <a:pt x="9478" y="11335"/>
                      </a:cubicBezTo>
                      <a:cubicBezTo>
                        <a:pt x="9776" y="11204"/>
                        <a:pt x="10062" y="11049"/>
                        <a:pt x="10324" y="10883"/>
                      </a:cubicBezTo>
                      <a:lnTo>
                        <a:pt x="13538" y="16300"/>
                      </a:lnTo>
                      <a:lnTo>
                        <a:pt x="15265" y="14859"/>
                      </a:lnTo>
                      <a:lnTo>
                        <a:pt x="11300" y="10168"/>
                      </a:lnTo>
                      <a:cubicBezTo>
                        <a:pt x="13503" y="8275"/>
                        <a:pt x="14396" y="5418"/>
                        <a:pt x="13288" y="3072"/>
                      </a:cubicBezTo>
                      <a:cubicBezTo>
                        <a:pt x="12395" y="1179"/>
                        <a:pt x="10336" y="0"/>
                        <a:pt x="791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" name="Google Shape;148;p18"/>
                <p:cNvSpPr/>
                <p:nvPr/>
              </p:nvSpPr>
              <p:spPr>
                <a:xfrm>
                  <a:off x="4996750" y="7559400"/>
                  <a:ext cx="230400" cy="106000"/>
                </a:xfrm>
                <a:custGeom>
                  <a:rect b="b" l="l" r="r" t="t"/>
                  <a:pathLst>
                    <a:path extrusionOk="0" h="4240" w="9216">
                      <a:moveTo>
                        <a:pt x="8477" y="1"/>
                      </a:moveTo>
                      <a:lnTo>
                        <a:pt x="8477" y="120"/>
                      </a:lnTo>
                      <a:cubicBezTo>
                        <a:pt x="8597" y="120"/>
                        <a:pt x="8930" y="167"/>
                        <a:pt x="9001" y="370"/>
                      </a:cubicBezTo>
                      <a:cubicBezTo>
                        <a:pt x="9061" y="548"/>
                        <a:pt x="8954" y="905"/>
                        <a:pt x="8096" y="1608"/>
                      </a:cubicBezTo>
                      <a:lnTo>
                        <a:pt x="8168" y="1703"/>
                      </a:lnTo>
                      <a:cubicBezTo>
                        <a:pt x="8906" y="1084"/>
                        <a:pt x="9216" y="643"/>
                        <a:pt x="9109" y="334"/>
                      </a:cubicBezTo>
                      <a:cubicBezTo>
                        <a:pt x="9001" y="12"/>
                        <a:pt x="8501" y="1"/>
                        <a:pt x="8477" y="1"/>
                      </a:cubicBezTo>
                      <a:close/>
                      <a:moveTo>
                        <a:pt x="203" y="2929"/>
                      </a:moveTo>
                      <a:cubicBezTo>
                        <a:pt x="203" y="2941"/>
                        <a:pt x="0" y="3239"/>
                        <a:pt x="167" y="3501"/>
                      </a:cubicBezTo>
                      <a:cubicBezTo>
                        <a:pt x="298" y="3703"/>
                        <a:pt x="631" y="3799"/>
                        <a:pt x="1143" y="3799"/>
                      </a:cubicBezTo>
                      <a:cubicBezTo>
                        <a:pt x="1560" y="3799"/>
                        <a:pt x="2108" y="3739"/>
                        <a:pt x="2762" y="3608"/>
                      </a:cubicBezTo>
                      <a:lnTo>
                        <a:pt x="2751" y="3489"/>
                      </a:lnTo>
                      <a:cubicBezTo>
                        <a:pt x="2033" y="3634"/>
                        <a:pt x="1518" y="3688"/>
                        <a:pt x="1149" y="3688"/>
                      </a:cubicBezTo>
                      <a:cubicBezTo>
                        <a:pt x="551" y="3688"/>
                        <a:pt x="336" y="3547"/>
                        <a:pt x="262" y="3430"/>
                      </a:cubicBezTo>
                      <a:cubicBezTo>
                        <a:pt x="131" y="3239"/>
                        <a:pt x="298" y="3001"/>
                        <a:pt x="298" y="2989"/>
                      </a:cubicBezTo>
                      <a:lnTo>
                        <a:pt x="203" y="2929"/>
                      </a:lnTo>
                      <a:close/>
                      <a:moveTo>
                        <a:pt x="6120" y="2703"/>
                      </a:moveTo>
                      <a:cubicBezTo>
                        <a:pt x="3883" y="3980"/>
                        <a:pt x="2106" y="4119"/>
                        <a:pt x="1434" y="4119"/>
                      </a:cubicBezTo>
                      <a:cubicBezTo>
                        <a:pt x="1247" y="4119"/>
                        <a:pt x="1146" y="4108"/>
                        <a:pt x="1143" y="4108"/>
                      </a:cubicBezTo>
                      <a:lnTo>
                        <a:pt x="1131" y="4215"/>
                      </a:lnTo>
                      <a:cubicBezTo>
                        <a:pt x="1131" y="4227"/>
                        <a:pt x="1238" y="4239"/>
                        <a:pt x="1429" y="4239"/>
                      </a:cubicBezTo>
                      <a:cubicBezTo>
                        <a:pt x="2120" y="4239"/>
                        <a:pt x="3917" y="4084"/>
                        <a:pt x="6180" y="2810"/>
                      </a:cubicBezTo>
                      <a:lnTo>
                        <a:pt x="6120" y="2703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9" name="Google Shape;149;p18"/>
                <p:cNvSpPr/>
                <p:nvPr/>
              </p:nvSpPr>
              <p:spPr>
                <a:xfrm>
                  <a:off x="5150025" y="7415975"/>
                  <a:ext cx="76825" cy="59475"/>
                </a:xfrm>
                <a:custGeom>
                  <a:rect b="b" l="l" r="r" t="t"/>
                  <a:pathLst>
                    <a:path extrusionOk="0" h="2379" w="3073">
                      <a:moveTo>
                        <a:pt x="322" y="0"/>
                      </a:moveTo>
                      <a:cubicBezTo>
                        <a:pt x="251" y="0"/>
                        <a:pt x="198" y="19"/>
                        <a:pt x="168" y="58"/>
                      </a:cubicBezTo>
                      <a:cubicBezTo>
                        <a:pt x="1" y="261"/>
                        <a:pt x="477" y="927"/>
                        <a:pt x="1239" y="1558"/>
                      </a:cubicBezTo>
                      <a:cubicBezTo>
                        <a:pt x="1844" y="2057"/>
                        <a:pt x="2448" y="2378"/>
                        <a:pt x="2747" y="2378"/>
                      </a:cubicBezTo>
                      <a:cubicBezTo>
                        <a:pt x="2819" y="2378"/>
                        <a:pt x="2874" y="2360"/>
                        <a:pt x="2906" y="2320"/>
                      </a:cubicBezTo>
                      <a:cubicBezTo>
                        <a:pt x="3073" y="2118"/>
                        <a:pt x="2597" y="1451"/>
                        <a:pt x="1835" y="820"/>
                      </a:cubicBezTo>
                      <a:cubicBezTo>
                        <a:pt x="1230" y="321"/>
                        <a:pt x="618" y="0"/>
                        <a:pt x="322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0" name="Google Shape;150;p18"/>
                <p:cNvSpPr/>
                <p:nvPr/>
              </p:nvSpPr>
              <p:spPr>
                <a:xfrm>
                  <a:off x="5171175" y="7645725"/>
                  <a:ext cx="39600" cy="35450"/>
                </a:xfrm>
                <a:custGeom>
                  <a:rect b="b" l="l" r="r" t="t"/>
                  <a:pathLst>
                    <a:path extrusionOk="0" h="1418" w="1584">
                      <a:moveTo>
                        <a:pt x="1179" y="0"/>
                      </a:moveTo>
                      <a:lnTo>
                        <a:pt x="0" y="834"/>
                      </a:lnTo>
                      <a:lnTo>
                        <a:pt x="131" y="1024"/>
                      </a:lnTo>
                      <a:lnTo>
                        <a:pt x="1322" y="191"/>
                      </a:lnTo>
                      <a:lnTo>
                        <a:pt x="1179" y="0"/>
                      </a:lnTo>
                      <a:close/>
                      <a:moveTo>
                        <a:pt x="1453" y="369"/>
                      </a:moveTo>
                      <a:lnTo>
                        <a:pt x="215" y="1215"/>
                      </a:lnTo>
                      <a:lnTo>
                        <a:pt x="346" y="1417"/>
                      </a:lnTo>
                      <a:lnTo>
                        <a:pt x="1584" y="560"/>
                      </a:lnTo>
                      <a:lnTo>
                        <a:pt x="1453" y="369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151" name="Google Shape;151;p18"/>
            <p:cNvSpPr/>
            <p:nvPr/>
          </p:nvSpPr>
          <p:spPr>
            <a:xfrm>
              <a:off x="1222825" y="4724475"/>
              <a:ext cx="282600" cy="103500"/>
            </a:xfrm>
            <a:prstGeom prst="ellipse">
              <a:avLst/>
            </a:prstGeom>
            <a:solidFill>
              <a:srgbClr val="033342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Google Shape;153;p19"/>
          <p:cNvGrpSpPr/>
          <p:nvPr/>
        </p:nvGrpSpPr>
        <p:grpSpPr>
          <a:xfrm>
            <a:off x="0" y="0"/>
            <a:ext cx="9144003" cy="5143501"/>
            <a:chOff x="0" y="0"/>
            <a:chExt cx="9144003" cy="5143501"/>
          </a:xfrm>
        </p:grpSpPr>
        <p:pic>
          <p:nvPicPr>
            <p:cNvPr id="154" name="Google Shape;154;p19"/>
            <p:cNvPicPr preferRelativeResize="0"/>
            <p:nvPr/>
          </p:nvPicPr>
          <p:blipFill rotWithShape="1">
            <a:blip r:embed="rId2">
              <a:alphaModFix/>
            </a:blip>
            <a:srcRect b="8068" l="0" r="0" t="8060"/>
            <a:stretch/>
          </p:blipFill>
          <p:spPr>
            <a:xfrm>
              <a:off x="0" y="0"/>
              <a:ext cx="9144003" cy="5143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5" name="Google Shape;155;p19"/>
            <p:cNvSpPr/>
            <p:nvPr/>
          </p:nvSpPr>
          <p:spPr>
            <a:xfrm>
              <a:off x="209980" y="194500"/>
              <a:ext cx="8763466" cy="4752275"/>
            </a:xfrm>
            <a:custGeom>
              <a:rect b="b" l="l" r="r" t="t"/>
              <a:pathLst>
                <a:path extrusionOk="0" h="147209" w="271904">
                  <a:moveTo>
                    <a:pt x="596" y="0"/>
                  </a:moveTo>
                  <a:lnTo>
                    <a:pt x="596" y="0"/>
                  </a:lnTo>
                  <a:cubicBezTo>
                    <a:pt x="2025" y="5965"/>
                    <a:pt x="3072" y="13895"/>
                    <a:pt x="3644" y="22312"/>
                  </a:cubicBezTo>
                  <a:cubicBezTo>
                    <a:pt x="7942" y="23515"/>
                    <a:pt x="13609" y="23932"/>
                    <a:pt x="5085" y="25063"/>
                  </a:cubicBezTo>
                  <a:cubicBezTo>
                    <a:pt x="5096" y="25110"/>
                    <a:pt x="5108" y="25146"/>
                    <a:pt x="5120" y="25194"/>
                  </a:cubicBezTo>
                  <a:cubicBezTo>
                    <a:pt x="5263" y="25301"/>
                    <a:pt x="5394" y="25396"/>
                    <a:pt x="5525" y="25503"/>
                  </a:cubicBezTo>
                  <a:cubicBezTo>
                    <a:pt x="5692" y="25539"/>
                    <a:pt x="5954" y="25479"/>
                    <a:pt x="6037" y="25658"/>
                  </a:cubicBezTo>
                  <a:cubicBezTo>
                    <a:pt x="8561" y="26230"/>
                    <a:pt x="4561" y="26670"/>
                    <a:pt x="3894" y="26789"/>
                  </a:cubicBezTo>
                  <a:cubicBezTo>
                    <a:pt x="4203" y="33719"/>
                    <a:pt x="4192" y="40803"/>
                    <a:pt x="3787" y="47256"/>
                  </a:cubicBezTo>
                  <a:cubicBezTo>
                    <a:pt x="2560" y="47137"/>
                    <a:pt x="1298" y="47006"/>
                    <a:pt x="1" y="46875"/>
                  </a:cubicBezTo>
                  <a:lnTo>
                    <a:pt x="1" y="46875"/>
                  </a:lnTo>
                  <a:cubicBezTo>
                    <a:pt x="1429" y="52840"/>
                    <a:pt x="2477" y="60770"/>
                    <a:pt x="3049" y="69199"/>
                  </a:cubicBezTo>
                  <a:cubicBezTo>
                    <a:pt x="7347" y="70402"/>
                    <a:pt x="13014" y="70818"/>
                    <a:pt x="4489" y="71949"/>
                  </a:cubicBezTo>
                  <a:cubicBezTo>
                    <a:pt x="4501" y="71985"/>
                    <a:pt x="4513" y="72033"/>
                    <a:pt x="4525" y="72069"/>
                  </a:cubicBezTo>
                  <a:cubicBezTo>
                    <a:pt x="4668" y="72176"/>
                    <a:pt x="4787" y="72283"/>
                    <a:pt x="4930" y="72390"/>
                  </a:cubicBezTo>
                  <a:cubicBezTo>
                    <a:pt x="5096" y="72414"/>
                    <a:pt x="5358" y="72366"/>
                    <a:pt x="5442" y="72545"/>
                  </a:cubicBezTo>
                  <a:cubicBezTo>
                    <a:pt x="7966" y="73104"/>
                    <a:pt x="3965" y="73557"/>
                    <a:pt x="3299" y="73664"/>
                  </a:cubicBezTo>
                  <a:cubicBezTo>
                    <a:pt x="3513" y="78510"/>
                    <a:pt x="3572" y="83427"/>
                    <a:pt x="3453" y="88154"/>
                  </a:cubicBezTo>
                  <a:cubicBezTo>
                    <a:pt x="2322" y="88047"/>
                    <a:pt x="1179" y="87928"/>
                    <a:pt x="1" y="87809"/>
                  </a:cubicBezTo>
                  <a:lnTo>
                    <a:pt x="1" y="87809"/>
                  </a:lnTo>
                  <a:cubicBezTo>
                    <a:pt x="989" y="91940"/>
                    <a:pt x="1798" y="97036"/>
                    <a:pt x="2394" y="102584"/>
                  </a:cubicBezTo>
                  <a:cubicBezTo>
                    <a:pt x="2239" y="103727"/>
                    <a:pt x="2072" y="104834"/>
                    <a:pt x="1882" y="105894"/>
                  </a:cubicBezTo>
                  <a:cubicBezTo>
                    <a:pt x="2156" y="105870"/>
                    <a:pt x="2429" y="105846"/>
                    <a:pt x="2715" y="105811"/>
                  </a:cubicBezTo>
                  <a:cubicBezTo>
                    <a:pt x="2834" y="107228"/>
                    <a:pt x="2953" y="108668"/>
                    <a:pt x="3049" y="110121"/>
                  </a:cubicBezTo>
                  <a:cubicBezTo>
                    <a:pt x="7347" y="111323"/>
                    <a:pt x="13014" y="111740"/>
                    <a:pt x="4489" y="112871"/>
                  </a:cubicBezTo>
                  <a:cubicBezTo>
                    <a:pt x="4501" y="112919"/>
                    <a:pt x="4513" y="112954"/>
                    <a:pt x="4525" y="113002"/>
                  </a:cubicBezTo>
                  <a:cubicBezTo>
                    <a:pt x="4668" y="113109"/>
                    <a:pt x="4799" y="113205"/>
                    <a:pt x="4930" y="113312"/>
                  </a:cubicBezTo>
                  <a:cubicBezTo>
                    <a:pt x="5096" y="113347"/>
                    <a:pt x="5358" y="113288"/>
                    <a:pt x="5442" y="113466"/>
                  </a:cubicBezTo>
                  <a:cubicBezTo>
                    <a:pt x="7966" y="114038"/>
                    <a:pt x="3965" y="114478"/>
                    <a:pt x="3299" y="114598"/>
                  </a:cubicBezTo>
                  <a:cubicBezTo>
                    <a:pt x="3822" y="126123"/>
                    <a:pt x="4668" y="127147"/>
                    <a:pt x="3120" y="135886"/>
                  </a:cubicBezTo>
                  <a:cubicBezTo>
                    <a:pt x="4608" y="136338"/>
                    <a:pt x="14133" y="147209"/>
                    <a:pt x="14133" y="147209"/>
                  </a:cubicBezTo>
                  <a:cubicBezTo>
                    <a:pt x="14133" y="147209"/>
                    <a:pt x="16765" y="146220"/>
                    <a:pt x="20479" y="146137"/>
                  </a:cubicBezTo>
                  <a:cubicBezTo>
                    <a:pt x="20503" y="146054"/>
                    <a:pt x="20539" y="145959"/>
                    <a:pt x="20563" y="145875"/>
                  </a:cubicBezTo>
                  <a:lnTo>
                    <a:pt x="20563" y="145875"/>
                  </a:lnTo>
                  <a:cubicBezTo>
                    <a:pt x="20491" y="146340"/>
                    <a:pt x="23242" y="146363"/>
                    <a:pt x="23158" y="146816"/>
                  </a:cubicBezTo>
                  <a:cubicBezTo>
                    <a:pt x="29516" y="146220"/>
                    <a:pt x="36481" y="145875"/>
                    <a:pt x="44589" y="145697"/>
                  </a:cubicBezTo>
                  <a:cubicBezTo>
                    <a:pt x="44613" y="145625"/>
                    <a:pt x="44637" y="145554"/>
                    <a:pt x="44661" y="145494"/>
                  </a:cubicBezTo>
                  <a:cubicBezTo>
                    <a:pt x="45090" y="145494"/>
                    <a:pt x="45530" y="145494"/>
                    <a:pt x="45959" y="145482"/>
                  </a:cubicBezTo>
                  <a:cubicBezTo>
                    <a:pt x="45959" y="145542"/>
                    <a:pt x="45959" y="145601"/>
                    <a:pt x="45959" y="145661"/>
                  </a:cubicBezTo>
                  <a:cubicBezTo>
                    <a:pt x="46173" y="145661"/>
                    <a:pt x="46387" y="145661"/>
                    <a:pt x="46602" y="145649"/>
                  </a:cubicBezTo>
                  <a:cubicBezTo>
                    <a:pt x="46637" y="145601"/>
                    <a:pt x="46661" y="145542"/>
                    <a:pt x="46685" y="145482"/>
                  </a:cubicBezTo>
                  <a:cubicBezTo>
                    <a:pt x="47197" y="145482"/>
                    <a:pt x="47709" y="145482"/>
                    <a:pt x="48221" y="145494"/>
                  </a:cubicBezTo>
                  <a:cubicBezTo>
                    <a:pt x="48221" y="145530"/>
                    <a:pt x="48221" y="145578"/>
                    <a:pt x="48221" y="145625"/>
                  </a:cubicBezTo>
                  <a:cubicBezTo>
                    <a:pt x="50912" y="145578"/>
                    <a:pt x="53900" y="145542"/>
                    <a:pt x="57031" y="145518"/>
                  </a:cubicBezTo>
                  <a:cubicBezTo>
                    <a:pt x="59651" y="145542"/>
                    <a:pt x="62151" y="145566"/>
                    <a:pt x="64461" y="145601"/>
                  </a:cubicBezTo>
                  <a:cubicBezTo>
                    <a:pt x="64461" y="145566"/>
                    <a:pt x="64461" y="145530"/>
                    <a:pt x="64461" y="145494"/>
                  </a:cubicBezTo>
                  <a:cubicBezTo>
                    <a:pt x="65592" y="145488"/>
                    <a:pt x="66726" y="145485"/>
                    <a:pt x="67860" y="145485"/>
                  </a:cubicBezTo>
                  <a:cubicBezTo>
                    <a:pt x="68994" y="145485"/>
                    <a:pt x="70128" y="145488"/>
                    <a:pt x="71259" y="145494"/>
                  </a:cubicBezTo>
                  <a:cubicBezTo>
                    <a:pt x="71402" y="145578"/>
                    <a:pt x="71545" y="145661"/>
                    <a:pt x="71700" y="145744"/>
                  </a:cubicBezTo>
                  <a:cubicBezTo>
                    <a:pt x="78891" y="145947"/>
                    <a:pt x="85190" y="146268"/>
                    <a:pt x="90976" y="146816"/>
                  </a:cubicBezTo>
                  <a:cubicBezTo>
                    <a:pt x="90845" y="146054"/>
                    <a:pt x="90714" y="145256"/>
                    <a:pt x="90595" y="144435"/>
                  </a:cubicBezTo>
                  <a:lnTo>
                    <a:pt x="90595" y="144435"/>
                  </a:lnTo>
                  <a:cubicBezTo>
                    <a:pt x="91429" y="144792"/>
                    <a:pt x="92191" y="145304"/>
                    <a:pt x="92976" y="145744"/>
                  </a:cubicBezTo>
                  <a:cubicBezTo>
                    <a:pt x="96596" y="145851"/>
                    <a:pt x="99989" y="145982"/>
                    <a:pt x="103204" y="146161"/>
                  </a:cubicBezTo>
                  <a:cubicBezTo>
                    <a:pt x="103156" y="146375"/>
                    <a:pt x="103121" y="146601"/>
                    <a:pt x="103085" y="146828"/>
                  </a:cubicBezTo>
                  <a:cubicBezTo>
                    <a:pt x="104573" y="146685"/>
                    <a:pt x="106109" y="146554"/>
                    <a:pt x="107669" y="146447"/>
                  </a:cubicBezTo>
                  <a:cubicBezTo>
                    <a:pt x="109240" y="146554"/>
                    <a:pt x="110764" y="146685"/>
                    <a:pt x="112265" y="146828"/>
                  </a:cubicBezTo>
                  <a:cubicBezTo>
                    <a:pt x="112217" y="146601"/>
                    <a:pt x="112181" y="146375"/>
                    <a:pt x="112146" y="146161"/>
                  </a:cubicBezTo>
                  <a:cubicBezTo>
                    <a:pt x="115979" y="145947"/>
                    <a:pt x="120075" y="145792"/>
                    <a:pt x="124504" y="145697"/>
                  </a:cubicBezTo>
                  <a:cubicBezTo>
                    <a:pt x="125022" y="144156"/>
                    <a:pt x="125413" y="143165"/>
                    <a:pt x="125645" y="143165"/>
                  </a:cubicBezTo>
                  <a:cubicBezTo>
                    <a:pt x="125846" y="143165"/>
                    <a:pt x="125929" y="143902"/>
                    <a:pt x="125873" y="145661"/>
                  </a:cubicBezTo>
                  <a:cubicBezTo>
                    <a:pt x="126100" y="145661"/>
                    <a:pt x="126302" y="145661"/>
                    <a:pt x="126528" y="145649"/>
                  </a:cubicBezTo>
                  <a:cubicBezTo>
                    <a:pt x="127181" y="144357"/>
                    <a:pt x="127670" y="143321"/>
                    <a:pt x="127939" y="143321"/>
                  </a:cubicBezTo>
                  <a:cubicBezTo>
                    <a:pt x="128150" y="143321"/>
                    <a:pt x="128225" y="143963"/>
                    <a:pt x="128136" y="145625"/>
                  </a:cubicBezTo>
                  <a:cubicBezTo>
                    <a:pt x="130541" y="145589"/>
                    <a:pt x="133184" y="145554"/>
                    <a:pt x="135946" y="145530"/>
                  </a:cubicBezTo>
                  <a:cubicBezTo>
                    <a:pt x="138720" y="145554"/>
                    <a:pt x="141352" y="145589"/>
                    <a:pt x="143757" y="145625"/>
                  </a:cubicBezTo>
                  <a:cubicBezTo>
                    <a:pt x="143667" y="143963"/>
                    <a:pt x="143745" y="143321"/>
                    <a:pt x="143959" y="143321"/>
                  </a:cubicBezTo>
                  <a:cubicBezTo>
                    <a:pt x="144230" y="143321"/>
                    <a:pt x="144723" y="144357"/>
                    <a:pt x="145376" y="145649"/>
                  </a:cubicBezTo>
                  <a:cubicBezTo>
                    <a:pt x="145590" y="145661"/>
                    <a:pt x="145804" y="145661"/>
                    <a:pt x="146019" y="145661"/>
                  </a:cubicBezTo>
                  <a:cubicBezTo>
                    <a:pt x="145964" y="143902"/>
                    <a:pt x="146046" y="143165"/>
                    <a:pt x="146247" y="143165"/>
                  </a:cubicBezTo>
                  <a:cubicBezTo>
                    <a:pt x="146479" y="143165"/>
                    <a:pt x="146870" y="144156"/>
                    <a:pt x="147388" y="145697"/>
                  </a:cubicBezTo>
                  <a:cubicBezTo>
                    <a:pt x="151817" y="145792"/>
                    <a:pt x="155913" y="145947"/>
                    <a:pt x="159759" y="146161"/>
                  </a:cubicBezTo>
                  <a:cubicBezTo>
                    <a:pt x="159711" y="146375"/>
                    <a:pt x="159675" y="146601"/>
                    <a:pt x="159640" y="146828"/>
                  </a:cubicBezTo>
                  <a:cubicBezTo>
                    <a:pt x="161128" y="146685"/>
                    <a:pt x="162664" y="146554"/>
                    <a:pt x="164223" y="146447"/>
                  </a:cubicBezTo>
                  <a:cubicBezTo>
                    <a:pt x="165795" y="146554"/>
                    <a:pt x="167319" y="146685"/>
                    <a:pt x="168819" y="146828"/>
                  </a:cubicBezTo>
                  <a:cubicBezTo>
                    <a:pt x="168772" y="146601"/>
                    <a:pt x="168736" y="146375"/>
                    <a:pt x="168700" y="146161"/>
                  </a:cubicBezTo>
                  <a:cubicBezTo>
                    <a:pt x="171915" y="145982"/>
                    <a:pt x="175296" y="145851"/>
                    <a:pt x="178916" y="145744"/>
                  </a:cubicBezTo>
                  <a:cubicBezTo>
                    <a:pt x="179702" y="145304"/>
                    <a:pt x="180464" y="144792"/>
                    <a:pt x="181309" y="144435"/>
                  </a:cubicBezTo>
                  <a:lnTo>
                    <a:pt x="181309" y="144435"/>
                  </a:lnTo>
                  <a:cubicBezTo>
                    <a:pt x="181190" y="145256"/>
                    <a:pt x="181059" y="146054"/>
                    <a:pt x="180916" y="146816"/>
                  </a:cubicBezTo>
                  <a:cubicBezTo>
                    <a:pt x="186714" y="146268"/>
                    <a:pt x="193001" y="145947"/>
                    <a:pt x="200204" y="145744"/>
                  </a:cubicBezTo>
                  <a:cubicBezTo>
                    <a:pt x="200347" y="145661"/>
                    <a:pt x="200490" y="145578"/>
                    <a:pt x="200645" y="145494"/>
                  </a:cubicBezTo>
                  <a:cubicBezTo>
                    <a:pt x="201770" y="145488"/>
                    <a:pt x="202904" y="145485"/>
                    <a:pt x="204039" y="145485"/>
                  </a:cubicBezTo>
                  <a:cubicBezTo>
                    <a:pt x="205175" y="145485"/>
                    <a:pt x="206312" y="145488"/>
                    <a:pt x="207443" y="145494"/>
                  </a:cubicBezTo>
                  <a:cubicBezTo>
                    <a:pt x="207443" y="145530"/>
                    <a:pt x="207443" y="145566"/>
                    <a:pt x="207431" y="145601"/>
                  </a:cubicBezTo>
                  <a:cubicBezTo>
                    <a:pt x="209741" y="145566"/>
                    <a:pt x="212253" y="145542"/>
                    <a:pt x="214873" y="145518"/>
                  </a:cubicBezTo>
                  <a:cubicBezTo>
                    <a:pt x="218004" y="145542"/>
                    <a:pt x="220981" y="145578"/>
                    <a:pt x="223683" y="145625"/>
                  </a:cubicBezTo>
                  <a:cubicBezTo>
                    <a:pt x="223671" y="145578"/>
                    <a:pt x="223671" y="145530"/>
                    <a:pt x="223671" y="145494"/>
                  </a:cubicBezTo>
                  <a:cubicBezTo>
                    <a:pt x="224183" y="145494"/>
                    <a:pt x="224695" y="145482"/>
                    <a:pt x="225207" y="145482"/>
                  </a:cubicBezTo>
                  <a:cubicBezTo>
                    <a:pt x="225243" y="145542"/>
                    <a:pt x="225267" y="145601"/>
                    <a:pt x="225291" y="145649"/>
                  </a:cubicBezTo>
                  <a:cubicBezTo>
                    <a:pt x="225517" y="145661"/>
                    <a:pt x="225731" y="145661"/>
                    <a:pt x="225945" y="145661"/>
                  </a:cubicBezTo>
                  <a:cubicBezTo>
                    <a:pt x="225945" y="145601"/>
                    <a:pt x="225934" y="145542"/>
                    <a:pt x="225934" y="145482"/>
                  </a:cubicBezTo>
                  <a:cubicBezTo>
                    <a:pt x="226374" y="145482"/>
                    <a:pt x="226803" y="145482"/>
                    <a:pt x="227243" y="145494"/>
                  </a:cubicBezTo>
                  <a:cubicBezTo>
                    <a:pt x="227267" y="145554"/>
                    <a:pt x="227291" y="145625"/>
                    <a:pt x="227315" y="145697"/>
                  </a:cubicBezTo>
                  <a:cubicBezTo>
                    <a:pt x="235411" y="145875"/>
                    <a:pt x="242376" y="146220"/>
                    <a:pt x="248734" y="146816"/>
                  </a:cubicBezTo>
                  <a:cubicBezTo>
                    <a:pt x="248651" y="146363"/>
                    <a:pt x="248579" y="145899"/>
                    <a:pt x="248508" y="145423"/>
                  </a:cubicBezTo>
                  <a:lnTo>
                    <a:pt x="248508" y="145423"/>
                  </a:lnTo>
                  <a:cubicBezTo>
                    <a:pt x="248532" y="145506"/>
                    <a:pt x="248567" y="145601"/>
                    <a:pt x="248591" y="145697"/>
                  </a:cubicBezTo>
                  <a:cubicBezTo>
                    <a:pt x="256699" y="145875"/>
                    <a:pt x="263664" y="146220"/>
                    <a:pt x="270022" y="146816"/>
                  </a:cubicBezTo>
                  <a:cubicBezTo>
                    <a:pt x="268463" y="138065"/>
                    <a:pt x="268082" y="126123"/>
                    <a:pt x="268606" y="114598"/>
                  </a:cubicBezTo>
                  <a:cubicBezTo>
                    <a:pt x="267939" y="114478"/>
                    <a:pt x="263926" y="114038"/>
                    <a:pt x="266462" y="113466"/>
                  </a:cubicBezTo>
                  <a:cubicBezTo>
                    <a:pt x="266546" y="113288"/>
                    <a:pt x="266808" y="113347"/>
                    <a:pt x="266974" y="113312"/>
                  </a:cubicBezTo>
                  <a:cubicBezTo>
                    <a:pt x="267105" y="113205"/>
                    <a:pt x="267236" y="113109"/>
                    <a:pt x="267367" y="113002"/>
                  </a:cubicBezTo>
                  <a:cubicBezTo>
                    <a:pt x="267391" y="112954"/>
                    <a:pt x="267403" y="112919"/>
                    <a:pt x="267415" y="112871"/>
                  </a:cubicBezTo>
                  <a:cubicBezTo>
                    <a:pt x="258878" y="111740"/>
                    <a:pt x="264557" y="111323"/>
                    <a:pt x="268856" y="110121"/>
                  </a:cubicBezTo>
                  <a:cubicBezTo>
                    <a:pt x="268951" y="108668"/>
                    <a:pt x="269070" y="107228"/>
                    <a:pt x="269189" y="105811"/>
                  </a:cubicBezTo>
                  <a:cubicBezTo>
                    <a:pt x="269463" y="105846"/>
                    <a:pt x="269749" y="105870"/>
                    <a:pt x="270022" y="105894"/>
                  </a:cubicBezTo>
                  <a:cubicBezTo>
                    <a:pt x="269832" y="104834"/>
                    <a:pt x="269653" y="103727"/>
                    <a:pt x="269510" y="102584"/>
                  </a:cubicBezTo>
                  <a:cubicBezTo>
                    <a:pt x="270094" y="97036"/>
                    <a:pt x="270903" y="91940"/>
                    <a:pt x="271904" y="87809"/>
                  </a:cubicBezTo>
                  <a:lnTo>
                    <a:pt x="271904" y="87809"/>
                  </a:lnTo>
                  <a:cubicBezTo>
                    <a:pt x="270725" y="87928"/>
                    <a:pt x="269570" y="88047"/>
                    <a:pt x="268451" y="88154"/>
                  </a:cubicBezTo>
                  <a:cubicBezTo>
                    <a:pt x="268320" y="83427"/>
                    <a:pt x="268379" y="78510"/>
                    <a:pt x="268606" y="73664"/>
                  </a:cubicBezTo>
                  <a:cubicBezTo>
                    <a:pt x="267939" y="73557"/>
                    <a:pt x="263926" y="73104"/>
                    <a:pt x="266462" y="72545"/>
                  </a:cubicBezTo>
                  <a:cubicBezTo>
                    <a:pt x="266546" y="72366"/>
                    <a:pt x="266808" y="72426"/>
                    <a:pt x="266974" y="72390"/>
                  </a:cubicBezTo>
                  <a:cubicBezTo>
                    <a:pt x="267105" y="72283"/>
                    <a:pt x="267236" y="72176"/>
                    <a:pt x="267367" y="72069"/>
                  </a:cubicBezTo>
                  <a:cubicBezTo>
                    <a:pt x="267391" y="72033"/>
                    <a:pt x="267403" y="71985"/>
                    <a:pt x="267415" y="71949"/>
                  </a:cubicBezTo>
                  <a:cubicBezTo>
                    <a:pt x="258878" y="70818"/>
                    <a:pt x="264557" y="70402"/>
                    <a:pt x="268856" y="69199"/>
                  </a:cubicBezTo>
                  <a:cubicBezTo>
                    <a:pt x="269415" y="60770"/>
                    <a:pt x="270463" y="52840"/>
                    <a:pt x="271904" y="46875"/>
                  </a:cubicBezTo>
                  <a:lnTo>
                    <a:pt x="271904" y="46875"/>
                  </a:lnTo>
                  <a:cubicBezTo>
                    <a:pt x="270606" y="47006"/>
                    <a:pt x="269344" y="47137"/>
                    <a:pt x="268105" y="47256"/>
                  </a:cubicBezTo>
                  <a:cubicBezTo>
                    <a:pt x="267713" y="40803"/>
                    <a:pt x="267689" y="33719"/>
                    <a:pt x="268010" y="26789"/>
                  </a:cubicBezTo>
                  <a:cubicBezTo>
                    <a:pt x="267343" y="26670"/>
                    <a:pt x="263331" y="26230"/>
                    <a:pt x="265867" y="25658"/>
                  </a:cubicBezTo>
                  <a:cubicBezTo>
                    <a:pt x="265950" y="25479"/>
                    <a:pt x="266212" y="25539"/>
                    <a:pt x="266379" y="25503"/>
                  </a:cubicBezTo>
                  <a:cubicBezTo>
                    <a:pt x="266510" y="25396"/>
                    <a:pt x="266641" y="25301"/>
                    <a:pt x="266772" y="25194"/>
                  </a:cubicBezTo>
                  <a:cubicBezTo>
                    <a:pt x="266796" y="25146"/>
                    <a:pt x="266808" y="25110"/>
                    <a:pt x="266820" y="25063"/>
                  </a:cubicBezTo>
                  <a:cubicBezTo>
                    <a:pt x="258283" y="23932"/>
                    <a:pt x="263962" y="23515"/>
                    <a:pt x="268260" y="22312"/>
                  </a:cubicBezTo>
                  <a:cubicBezTo>
                    <a:pt x="268415" y="19919"/>
                    <a:pt x="268856" y="15300"/>
                    <a:pt x="268856" y="15300"/>
                  </a:cubicBezTo>
                  <a:lnTo>
                    <a:pt x="254901" y="1453"/>
                  </a:lnTo>
                  <a:cubicBezTo>
                    <a:pt x="254901" y="1453"/>
                    <a:pt x="251413" y="1679"/>
                    <a:pt x="249615" y="1774"/>
                  </a:cubicBezTo>
                  <a:cubicBezTo>
                    <a:pt x="249746" y="1167"/>
                    <a:pt x="249889" y="572"/>
                    <a:pt x="250020" y="0"/>
                  </a:cubicBezTo>
                  <a:lnTo>
                    <a:pt x="250020" y="0"/>
                  </a:lnTo>
                  <a:cubicBezTo>
                    <a:pt x="240828" y="929"/>
                    <a:pt x="233577" y="1572"/>
                    <a:pt x="225017" y="1929"/>
                  </a:cubicBezTo>
                  <a:cubicBezTo>
                    <a:pt x="224814" y="2179"/>
                    <a:pt x="224600" y="2441"/>
                    <a:pt x="224386" y="2715"/>
                  </a:cubicBezTo>
                  <a:cubicBezTo>
                    <a:pt x="223731" y="2953"/>
                    <a:pt x="223112" y="3274"/>
                    <a:pt x="222647" y="3751"/>
                  </a:cubicBezTo>
                  <a:cubicBezTo>
                    <a:pt x="222755" y="3346"/>
                    <a:pt x="222945" y="2774"/>
                    <a:pt x="223219" y="2000"/>
                  </a:cubicBezTo>
                  <a:cubicBezTo>
                    <a:pt x="223094" y="1992"/>
                    <a:pt x="222968" y="1988"/>
                    <a:pt x="222843" y="1988"/>
                  </a:cubicBezTo>
                  <a:cubicBezTo>
                    <a:pt x="221740" y="1988"/>
                    <a:pt x="220632" y="2285"/>
                    <a:pt x="219537" y="2285"/>
                  </a:cubicBezTo>
                  <a:cubicBezTo>
                    <a:pt x="219371" y="2285"/>
                    <a:pt x="219205" y="2278"/>
                    <a:pt x="219040" y="2262"/>
                  </a:cubicBezTo>
                  <a:cubicBezTo>
                    <a:pt x="218567" y="2506"/>
                    <a:pt x="218202" y="2952"/>
                    <a:pt x="217926" y="2952"/>
                  </a:cubicBezTo>
                  <a:cubicBezTo>
                    <a:pt x="217744" y="2952"/>
                    <a:pt x="217601" y="2757"/>
                    <a:pt x="217492" y="2179"/>
                  </a:cubicBezTo>
                  <a:cubicBezTo>
                    <a:pt x="216420" y="2203"/>
                    <a:pt x="215337" y="2227"/>
                    <a:pt x="214218" y="2239"/>
                  </a:cubicBezTo>
                  <a:cubicBezTo>
                    <a:pt x="210515" y="2179"/>
                    <a:pt x="207169" y="2084"/>
                    <a:pt x="204002" y="1965"/>
                  </a:cubicBezTo>
                  <a:cubicBezTo>
                    <a:pt x="203967" y="2131"/>
                    <a:pt x="203943" y="2298"/>
                    <a:pt x="203919" y="2453"/>
                  </a:cubicBezTo>
                  <a:cubicBezTo>
                    <a:pt x="203550" y="2560"/>
                    <a:pt x="203181" y="2679"/>
                    <a:pt x="202824" y="2822"/>
                  </a:cubicBezTo>
                  <a:cubicBezTo>
                    <a:pt x="202776" y="2548"/>
                    <a:pt x="202728" y="2239"/>
                    <a:pt x="202681" y="1905"/>
                  </a:cubicBezTo>
                  <a:cubicBezTo>
                    <a:pt x="194453" y="1524"/>
                    <a:pt x="187357" y="905"/>
                    <a:pt x="178440" y="0"/>
                  </a:cubicBezTo>
                  <a:lnTo>
                    <a:pt x="178440" y="0"/>
                  </a:lnTo>
                  <a:cubicBezTo>
                    <a:pt x="178582" y="572"/>
                    <a:pt x="178713" y="1167"/>
                    <a:pt x="178844" y="1774"/>
                  </a:cubicBezTo>
                  <a:cubicBezTo>
                    <a:pt x="175773" y="1607"/>
                    <a:pt x="172832" y="1417"/>
                    <a:pt x="169831" y="1179"/>
                  </a:cubicBezTo>
                  <a:cubicBezTo>
                    <a:pt x="169927" y="774"/>
                    <a:pt x="170010" y="381"/>
                    <a:pt x="170105" y="0"/>
                  </a:cubicBezTo>
                  <a:lnTo>
                    <a:pt x="170105" y="0"/>
                  </a:lnTo>
                  <a:cubicBezTo>
                    <a:pt x="167843" y="226"/>
                    <a:pt x="165700" y="441"/>
                    <a:pt x="163628" y="631"/>
                  </a:cubicBezTo>
                  <a:cubicBezTo>
                    <a:pt x="161556" y="441"/>
                    <a:pt x="159413" y="226"/>
                    <a:pt x="157163" y="0"/>
                  </a:cubicBezTo>
                  <a:lnTo>
                    <a:pt x="157163" y="0"/>
                  </a:lnTo>
                  <a:cubicBezTo>
                    <a:pt x="157246" y="381"/>
                    <a:pt x="157342" y="774"/>
                    <a:pt x="157425" y="1179"/>
                  </a:cubicBezTo>
                  <a:cubicBezTo>
                    <a:pt x="153377" y="1500"/>
                    <a:pt x="149400" y="1750"/>
                    <a:pt x="145102" y="1929"/>
                  </a:cubicBezTo>
                  <a:cubicBezTo>
                    <a:pt x="144154" y="3043"/>
                    <a:pt x="143049" y="4616"/>
                    <a:pt x="142712" y="4616"/>
                  </a:cubicBezTo>
                  <a:cubicBezTo>
                    <a:pt x="142491" y="4616"/>
                    <a:pt x="142601" y="3936"/>
                    <a:pt x="143304" y="2000"/>
                  </a:cubicBezTo>
                  <a:cubicBezTo>
                    <a:pt x="143179" y="1992"/>
                    <a:pt x="143053" y="1988"/>
                    <a:pt x="142928" y="1988"/>
                  </a:cubicBezTo>
                  <a:cubicBezTo>
                    <a:pt x="141825" y="1988"/>
                    <a:pt x="140718" y="2285"/>
                    <a:pt x="139622" y="2285"/>
                  </a:cubicBezTo>
                  <a:cubicBezTo>
                    <a:pt x="139456" y="2285"/>
                    <a:pt x="139290" y="2278"/>
                    <a:pt x="139125" y="2262"/>
                  </a:cubicBezTo>
                  <a:cubicBezTo>
                    <a:pt x="138780" y="2441"/>
                    <a:pt x="138494" y="2715"/>
                    <a:pt x="138256" y="2858"/>
                  </a:cubicBezTo>
                  <a:lnTo>
                    <a:pt x="138256" y="2250"/>
                  </a:lnTo>
                  <a:cubicBezTo>
                    <a:pt x="138030" y="2250"/>
                    <a:pt x="137803" y="2239"/>
                    <a:pt x="137589" y="2239"/>
                  </a:cubicBezTo>
                  <a:cubicBezTo>
                    <a:pt x="137577" y="2215"/>
                    <a:pt x="137577" y="2203"/>
                    <a:pt x="137565" y="2179"/>
                  </a:cubicBezTo>
                  <a:cubicBezTo>
                    <a:pt x="137041" y="2191"/>
                    <a:pt x="136494" y="2203"/>
                    <a:pt x="135946" y="2215"/>
                  </a:cubicBezTo>
                  <a:cubicBezTo>
                    <a:pt x="135410" y="2203"/>
                    <a:pt x="134863" y="2191"/>
                    <a:pt x="134327" y="2179"/>
                  </a:cubicBezTo>
                  <a:cubicBezTo>
                    <a:pt x="134327" y="2203"/>
                    <a:pt x="134327" y="2215"/>
                    <a:pt x="134315" y="2239"/>
                  </a:cubicBezTo>
                  <a:cubicBezTo>
                    <a:pt x="134089" y="2239"/>
                    <a:pt x="133874" y="2250"/>
                    <a:pt x="133648" y="2250"/>
                  </a:cubicBezTo>
                  <a:lnTo>
                    <a:pt x="133648" y="2858"/>
                  </a:lnTo>
                  <a:cubicBezTo>
                    <a:pt x="133410" y="2715"/>
                    <a:pt x="133124" y="2441"/>
                    <a:pt x="132779" y="2262"/>
                  </a:cubicBezTo>
                  <a:cubicBezTo>
                    <a:pt x="132604" y="2280"/>
                    <a:pt x="132429" y="2288"/>
                    <a:pt x="132254" y="2288"/>
                  </a:cubicBezTo>
                  <a:cubicBezTo>
                    <a:pt x="131165" y="2288"/>
                    <a:pt x="130064" y="1988"/>
                    <a:pt x="128968" y="1988"/>
                  </a:cubicBezTo>
                  <a:cubicBezTo>
                    <a:pt x="128845" y="1988"/>
                    <a:pt x="128723" y="1992"/>
                    <a:pt x="128600" y="2000"/>
                  </a:cubicBezTo>
                  <a:cubicBezTo>
                    <a:pt x="129303" y="3936"/>
                    <a:pt x="129413" y="4616"/>
                    <a:pt x="129192" y="4616"/>
                  </a:cubicBezTo>
                  <a:cubicBezTo>
                    <a:pt x="128855" y="4616"/>
                    <a:pt x="127750" y="3043"/>
                    <a:pt x="126802" y="1929"/>
                  </a:cubicBezTo>
                  <a:cubicBezTo>
                    <a:pt x="122492" y="1750"/>
                    <a:pt x="118527" y="1500"/>
                    <a:pt x="114467" y="1179"/>
                  </a:cubicBezTo>
                  <a:cubicBezTo>
                    <a:pt x="114562" y="774"/>
                    <a:pt x="114646" y="381"/>
                    <a:pt x="114741" y="0"/>
                  </a:cubicBezTo>
                  <a:lnTo>
                    <a:pt x="114741" y="0"/>
                  </a:lnTo>
                  <a:cubicBezTo>
                    <a:pt x="112491" y="226"/>
                    <a:pt x="110348" y="441"/>
                    <a:pt x="108276" y="631"/>
                  </a:cubicBezTo>
                  <a:cubicBezTo>
                    <a:pt x="106192" y="441"/>
                    <a:pt x="104061" y="226"/>
                    <a:pt x="101799" y="0"/>
                  </a:cubicBezTo>
                  <a:lnTo>
                    <a:pt x="101799" y="0"/>
                  </a:lnTo>
                  <a:cubicBezTo>
                    <a:pt x="101894" y="381"/>
                    <a:pt x="101978" y="774"/>
                    <a:pt x="102073" y="1179"/>
                  </a:cubicBezTo>
                  <a:cubicBezTo>
                    <a:pt x="99072" y="1417"/>
                    <a:pt x="96132" y="1607"/>
                    <a:pt x="93060" y="1774"/>
                  </a:cubicBezTo>
                  <a:cubicBezTo>
                    <a:pt x="93191" y="1167"/>
                    <a:pt x="93322" y="572"/>
                    <a:pt x="93465" y="0"/>
                  </a:cubicBezTo>
                  <a:lnTo>
                    <a:pt x="93465" y="0"/>
                  </a:lnTo>
                  <a:cubicBezTo>
                    <a:pt x="84535" y="905"/>
                    <a:pt x="77439" y="1524"/>
                    <a:pt x="69212" y="1905"/>
                  </a:cubicBezTo>
                  <a:cubicBezTo>
                    <a:pt x="69164" y="2239"/>
                    <a:pt x="69116" y="2548"/>
                    <a:pt x="69081" y="2822"/>
                  </a:cubicBezTo>
                  <a:cubicBezTo>
                    <a:pt x="68723" y="2667"/>
                    <a:pt x="68342" y="2548"/>
                    <a:pt x="67973" y="2453"/>
                  </a:cubicBezTo>
                  <a:cubicBezTo>
                    <a:pt x="67950" y="2298"/>
                    <a:pt x="67926" y="2131"/>
                    <a:pt x="67902" y="1953"/>
                  </a:cubicBezTo>
                  <a:cubicBezTo>
                    <a:pt x="64735" y="2084"/>
                    <a:pt x="61377" y="2179"/>
                    <a:pt x="57686" y="2239"/>
                  </a:cubicBezTo>
                  <a:cubicBezTo>
                    <a:pt x="56567" y="2227"/>
                    <a:pt x="55472" y="2203"/>
                    <a:pt x="54412" y="2179"/>
                  </a:cubicBezTo>
                  <a:cubicBezTo>
                    <a:pt x="54303" y="2757"/>
                    <a:pt x="54160" y="2952"/>
                    <a:pt x="53977" y="2952"/>
                  </a:cubicBezTo>
                  <a:cubicBezTo>
                    <a:pt x="53701" y="2952"/>
                    <a:pt x="53333" y="2506"/>
                    <a:pt x="52852" y="2262"/>
                  </a:cubicBezTo>
                  <a:cubicBezTo>
                    <a:pt x="52687" y="2278"/>
                    <a:pt x="52522" y="2285"/>
                    <a:pt x="52356" y="2285"/>
                  </a:cubicBezTo>
                  <a:cubicBezTo>
                    <a:pt x="51262" y="2285"/>
                    <a:pt x="50161" y="1988"/>
                    <a:pt x="49052" y="1988"/>
                  </a:cubicBezTo>
                  <a:cubicBezTo>
                    <a:pt x="48926" y="1988"/>
                    <a:pt x="48800" y="1992"/>
                    <a:pt x="48673" y="2000"/>
                  </a:cubicBezTo>
                  <a:cubicBezTo>
                    <a:pt x="48959" y="2774"/>
                    <a:pt x="49138" y="3346"/>
                    <a:pt x="49257" y="3751"/>
                  </a:cubicBezTo>
                  <a:cubicBezTo>
                    <a:pt x="48792" y="3274"/>
                    <a:pt x="48173" y="2953"/>
                    <a:pt x="47518" y="2703"/>
                  </a:cubicBezTo>
                  <a:cubicBezTo>
                    <a:pt x="47304" y="2441"/>
                    <a:pt x="47090" y="2179"/>
                    <a:pt x="46875" y="1929"/>
                  </a:cubicBezTo>
                  <a:cubicBezTo>
                    <a:pt x="38315" y="1572"/>
                    <a:pt x="31064" y="929"/>
                    <a:pt x="21872" y="0"/>
                  </a:cubicBezTo>
                  <a:lnTo>
                    <a:pt x="21872" y="0"/>
                  </a:lnTo>
                  <a:cubicBezTo>
                    <a:pt x="22015" y="572"/>
                    <a:pt x="22146" y="1167"/>
                    <a:pt x="22277" y="1774"/>
                  </a:cubicBezTo>
                  <a:cubicBezTo>
                    <a:pt x="15098" y="1393"/>
                    <a:pt x="8573" y="810"/>
                    <a:pt x="5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9"/>
            <p:cNvSpPr/>
            <p:nvPr/>
          </p:nvSpPr>
          <p:spPr>
            <a:xfrm>
              <a:off x="283950" y="193150"/>
              <a:ext cx="8615526" cy="4752359"/>
            </a:xfrm>
            <a:custGeom>
              <a:rect b="b" l="l" r="r" t="t"/>
              <a:pathLst>
                <a:path extrusionOk="0" h="146757" w="269046">
                  <a:moveTo>
                    <a:pt x="21241" y="131"/>
                  </a:moveTo>
                  <a:cubicBezTo>
                    <a:pt x="20884" y="346"/>
                    <a:pt x="20527" y="572"/>
                    <a:pt x="20170" y="798"/>
                  </a:cubicBezTo>
                  <a:cubicBezTo>
                    <a:pt x="20217" y="953"/>
                    <a:pt x="20253" y="1120"/>
                    <a:pt x="20289" y="1286"/>
                  </a:cubicBezTo>
                  <a:cubicBezTo>
                    <a:pt x="20860" y="929"/>
                    <a:pt x="21432" y="560"/>
                    <a:pt x="22015" y="203"/>
                  </a:cubicBezTo>
                  <a:cubicBezTo>
                    <a:pt x="21753" y="179"/>
                    <a:pt x="21503" y="155"/>
                    <a:pt x="21241" y="131"/>
                  </a:cubicBezTo>
                  <a:close/>
                  <a:moveTo>
                    <a:pt x="18777" y="1691"/>
                  </a:moveTo>
                  <a:cubicBezTo>
                    <a:pt x="18515" y="1858"/>
                    <a:pt x="18265" y="2012"/>
                    <a:pt x="18015" y="2179"/>
                  </a:cubicBezTo>
                  <a:cubicBezTo>
                    <a:pt x="11788" y="6263"/>
                    <a:pt x="6156" y="10644"/>
                    <a:pt x="1155" y="15252"/>
                  </a:cubicBezTo>
                  <a:cubicBezTo>
                    <a:pt x="1179" y="15455"/>
                    <a:pt x="1203" y="15657"/>
                    <a:pt x="1215" y="15848"/>
                  </a:cubicBezTo>
                  <a:cubicBezTo>
                    <a:pt x="6263" y="11156"/>
                    <a:pt x="11966" y="6727"/>
                    <a:pt x="18277" y="2584"/>
                  </a:cubicBezTo>
                  <a:cubicBezTo>
                    <a:pt x="18705" y="2298"/>
                    <a:pt x="19146" y="2012"/>
                    <a:pt x="19574" y="1739"/>
                  </a:cubicBezTo>
                  <a:cubicBezTo>
                    <a:pt x="19312" y="1727"/>
                    <a:pt x="19039" y="1703"/>
                    <a:pt x="18777" y="1691"/>
                  </a:cubicBezTo>
                  <a:close/>
                  <a:moveTo>
                    <a:pt x="257199" y="5608"/>
                  </a:moveTo>
                  <a:cubicBezTo>
                    <a:pt x="259819" y="11180"/>
                    <a:pt x="262128" y="16943"/>
                    <a:pt x="264105" y="22884"/>
                  </a:cubicBezTo>
                  <a:cubicBezTo>
                    <a:pt x="264307" y="22836"/>
                    <a:pt x="264522" y="22789"/>
                    <a:pt x="264736" y="22741"/>
                  </a:cubicBezTo>
                  <a:cubicBezTo>
                    <a:pt x="262950" y="17360"/>
                    <a:pt x="260890" y="12085"/>
                    <a:pt x="258557" y="6942"/>
                  </a:cubicBezTo>
                  <a:lnTo>
                    <a:pt x="257199" y="5608"/>
                  </a:lnTo>
                  <a:close/>
                  <a:moveTo>
                    <a:pt x="234685" y="1239"/>
                  </a:moveTo>
                  <a:cubicBezTo>
                    <a:pt x="234423" y="1262"/>
                    <a:pt x="234149" y="1286"/>
                    <a:pt x="233887" y="1298"/>
                  </a:cubicBezTo>
                  <a:cubicBezTo>
                    <a:pt x="234554" y="1727"/>
                    <a:pt x="235220" y="2143"/>
                    <a:pt x="235875" y="2584"/>
                  </a:cubicBezTo>
                  <a:cubicBezTo>
                    <a:pt x="245662" y="9001"/>
                    <a:pt x="253961" y="16145"/>
                    <a:pt x="260676" y="23813"/>
                  </a:cubicBezTo>
                  <a:cubicBezTo>
                    <a:pt x="260783" y="23741"/>
                    <a:pt x="260938" y="23682"/>
                    <a:pt x="261140" y="23610"/>
                  </a:cubicBezTo>
                  <a:cubicBezTo>
                    <a:pt x="254377" y="15871"/>
                    <a:pt x="246007" y="8656"/>
                    <a:pt x="236137" y="2179"/>
                  </a:cubicBezTo>
                  <a:cubicBezTo>
                    <a:pt x="235649" y="1870"/>
                    <a:pt x="235173" y="1548"/>
                    <a:pt x="234685" y="1239"/>
                  </a:cubicBezTo>
                  <a:close/>
                  <a:moveTo>
                    <a:pt x="264807" y="25051"/>
                  </a:moveTo>
                  <a:lnTo>
                    <a:pt x="264867" y="25218"/>
                  </a:lnTo>
                  <a:cubicBezTo>
                    <a:pt x="264879" y="25218"/>
                    <a:pt x="264879" y="25206"/>
                    <a:pt x="264891" y="25194"/>
                  </a:cubicBezTo>
                  <a:cubicBezTo>
                    <a:pt x="264914" y="25158"/>
                    <a:pt x="264926" y="25111"/>
                    <a:pt x="264938" y="25075"/>
                  </a:cubicBezTo>
                  <a:cubicBezTo>
                    <a:pt x="264891" y="25063"/>
                    <a:pt x="264855" y="25063"/>
                    <a:pt x="264807" y="25051"/>
                  </a:cubicBezTo>
                  <a:close/>
                  <a:moveTo>
                    <a:pt x="265319" y="26670"/>
                  </a:moveTo>
                  <a:lnTo>
                    <a:pt x="265319" y="26670"/>
                  </a:lnTo>
                  <a:cubicBezTo>
                    <a:pt x="265557" y="27480"/>
                    <a:pt x="265807" y="28290"/>
                    <a:pt x="266034" y="29099"/>
                  </a:cubicBezTo>
                  <a:cubicBezTo>
                    <a:pt x="266057" y="28444"/>
                    <a:pt x="266081" y="27789"/>
                    <a:pt x="266117" y="27135"/>
                  </a:cubicBezTo>
                  <a:cubicBezTo>
                    <a:pt x="266081" y="27016"/>
                    <a:pt x="266046" y="26896"/>
                    <a:pt x="266010" y="26777"/>
                  </a:cubicBezTo>
                  <a:cubicBezTo>
                    <a:pt x="265843" y="26754"/>
                    <a:pt x="265593" y="26718"/>
                    <a:pt x="265319" y="26670"/>
                  </a:cubicBezTo>
                  <a:close/>
                  <a:moveTo>
                    <a:pt x="261188" y="24408"/>
                  </a:moveTo>
                  <a:lnTo>
                    <a:pt x="261188" y="24408"/>
                  </a:lnTo>
                  <a:cubicBezTo>
                    <a:pt x="262902" y="26396"/>
                    <a:pt x="264498" y="28409"/>
                    <a:pt x="265998" y="30456"/>
                  </a:cubicBezTo>
                  <a:cubicBezTo>
                    <a:pt x="265998" y="30195"/>
                    <a:pt x="266010" y="29944"/>
                    <a:pt x="266022" y="29683"/>
                  </a:cubicBezTo>
                  <a:cubicBezTo>
                    <a:pt x="265153" y="28516"/>
                    <a:pt x="264260" y="27361"/>
                    <a:pt x="263331" y="26218"/>
                  </a:cubicBezTo>
                  <a:cubicBezTo>
                    <a:pt x="263200" y="26158"/>
                    <a:pt x="263140" y="26087"/>
                    <a:pt x="263164" y="26015"/>
                  </a:cubicBezTo>
                  <a:cubicBezTo>
                    <a:pt x="262771" y="25539"/>
                    <a:pt x="262378" y="25075"/>
                    <a:pt x="261986" y="24599"/>
                  </a:cubicBezTo>
                  <a:cubicBezTo>
                    <a:pt x="261664" y="24539"/>
                    <a:pt x="261402" y="24468"/>
                    <a:pt x="261188" y="24408"/>
                  </a:cubicBezTo>
                  <a:close/>
                  <a:moveTo>
                    <a:pt x="127076" y="17431"/>
                  </a:moveTo>
                  <a:cubicBezTo>
                    <a:pt x="133339" y="17431"/>
                    <a:pt x="139506" y="17574"/>
                    <a:pt x="145578" y="17848"/>
                  </a:cubicBezTo>
                  <a:cubicBezTo>
                    <a:pt x="146150" y="29278"/>
                    <a:pt x="146554" y="41363"/>
                    <a:pt x="146769" y="53924"/>
                  </a:cubicBezTo>
                  <a:cubicBezTo>
                    <a:pt x="140292" y="53816"/>
                    <a:pt x="133720" y="53769"/>
                    <a:pt x="127076" y="53769"/>
                  </a:cubicBezTo>
                  <a:cubicBezTo>
                    <a:pt x="120432" y="53769"/>
                    <a:pt x="113860" y="53816"/>
                    <a:pt x="107371" y="53924"/>
                  </a:cubicBezTo>
                  <a:cubicBezTo>
                    <a:pt x="107585" y="41363"/>
                    <a:pt x="107990" y="29278"/>
                    <a:pt x="108562" y="17848"/>
                  </a:cubicBezTo>
                  <a:cubicBezTo>
                    <a:pt x="114634" y="17574"/>
                    <a:pt x="120813" y="17431"/>
                    <a:pt x="127076" y="17431"/>
                  </a:cubicBezTo>
                  <a:close/>
                  <a:moveTo>
                    <a:pt x="108359" y="17848"/>
                  </a:moveTo>
                  <a:cubicBezTo>
                    <a:pt x="107776" y="29385"/>
                    <a:pt x="107371" y="41482"/>
                    <a:pt x="107169" y="53924"/>
                  </a:cubicBezTo>
                  <a:cubicBezTo>
                    <a:pt x="94727" y="54138"/>
                    <a:pt x="82630" y="54531"/>
                    <a:pt x="71093" y="55114"/>
                  </a:cubicBezTo>
                  <a:cubicBezTo>
                    <a:pt x="71617" y="43244"/>
                    <a:pt x="72640" y="31766"/>
                    <a:pt x="74117" y="20872"/>
                  </a:cubicBezTo>
                  <a:cubicBezTo>
                    <a:pt x="85011" y="19407"/>
                    <a:pt x="96477" y="18384"/>
                    <a:pt x="108359" y="17848"/>
                  </a:cubicBezTo>
                  <a:close/>
                  <a:moveTo>
                    <a:pt x="145792" y="17860"/>
                  </a:moveTo>
                  <a:lnTo>
                    <a:pt x="145792" y="17860"/>
                  </a:lnTo>
                  <a:cubicBezTo>
                    <a:pt x="157675" y="18384"/>
                    <a:pt x="169141" y="19407"/>
                    <a:pt x="180035" y="20884"/>
                  </a:cubicBezTo>
                  <a:cubicBezTo>
                    <a:pt x="181499" y="31766"/>
                    <a:pt x="182523" y="43244"/>
                    <a:pt x="183059" y="55114"/>
                  </a:cubicBezTo>
                  <a:cubicBezTo>
                    <a:pt x="171522" y="54531"/>
                    <a:pt x="159425" y="54138"/>
                    <a:pt x="146983" y="53924"/>
                  </a:cubicBezTo>
                  <a:cubicBezTo>
                    <a:pt x="146781" y="41482"/>
                    <a:pt x="146376" y="29385"/>
                    <a:pt x="145792" y="17860"/>
                  </a:cubicBezTo>
                  <a:close/>
                  <a:moveTo>
                    <a:pt x="73724" y="20931"/>
                  </a:moveTo>
                  <a:lnTo>
                    <a:pt x="73724" y="20931"/>
                  </a:lnTo>
                  <a:cubicBezTo>
                    <a:pt x="72259" y="31909"/>
                    <a:pt x="71247" y="43375"/>
                    <a:pt x="70724" y="55138"/>
                  </a:cubicBezTo>
                  <a:cubicBezTo>
                    <a:pt x="54805" y="55948"/>
                    <a:pt x="39958" y="57103"/>
                    <a:pt x="26742" y="58579"/>
                  </a:cubicBezTo>
                  <a:cubicBezTo>
                    <a:pt x="27373" y="48816"/>
                    <a:pt x="28599" y="39255"/>
                    <a:pt x="30397" y="29992"/>
                  </a:cubicBezTo>
                  <a:cubicBezTo>
                    <a:pt x="43292" y="26158"/>
                    <a:pt x="57901" y="23086"/>
                    <a:pt x="73724" y="20931"/>
                  </a:cubicBezTo>
                  <a:close/>
                  <a:moveTo>
                    <a:pt x="180416" y="20931"/>
                  </a:moveTo>
                  <a:lnTo>
                    <a:pt x="180416" y="20931"/>
                  </a:lnTo>
                  <a:cubicBezTo>
                    <a:pt x="196251" y="23086"/>
                    <a:pt x="210860" y="26170"/>
                    <a:pt x="223755" y="29992"/>
                  </a:cubicBezTo>
                  <a:cubicBezTo>
                    <a:pt x="225552" y="39255"/>
                    <a:pt x="226779" y="48816"/>
                    <a:pt x="227410" y="58579"/>
                  </a:cubicBezTo>
                  <a:cubicBezTo>
                    <a:pt x="214194" y="57103"/>
                    <a:pt x="199335" y="55948"/>
                    <a:pt x="183416" y="55138"/>
                  </a:cubicBezTo>
                  <a:cubicBezTo>
                    <a:pt x="182904" y="43375"/>
                    <a:pt x="181892" y="31909"/>
                    <a:pt x="180416" y="20931"/>
                  </a:cubicBezTo>
                  <a:close/>
                  <a:moveTo>
                    <a:pt x="70724" y="55352"/>
                  </a:moveTo>
                  <a:cubicBezTo>
                    <a:pt x="70450" y="61436"/>
                    <a:pt x="70319" y="67616"/>
                    <a:pt x="70319" y="73843"/>
                  </a:cubicBezTo>
                  <a:cubicBezTo>
                    <a:pt x="70319" y="80070"/>
                    <a:pt x="70450" y="86237"/>
                    <a:pt x="70724" y="92321"/>
                  </a:cubicBezTo>
                  <a:cubicBezTo>
                    <a:pt x="54543" y="91500"/>
                    <a:pt x="39696" y="90333"/>
                    <a:pt x="26730" y="88892"/>
                  </a:cubicBezTo>
                  <a:cubicBezTo>
                    <a:pt x="26420" y="83915"/>
                    <a:pt x="26254" y="78891"/>
                    <a:pt x="26254" y="73843"/>
                  </a:cubicBezTo>
                  <a:cubicBezTo>
                    <a:pt x="26254" y="68783"/>
                    <a:pt x="26420" y="63758"/>
                    <a:pt x="26730" y="58781"/>
                  </a:cubicBezTo>
                  <a:cubicBezTo>
                    <a:pt x="39696" y="57341"/>
                    <a:pt x="54543" y="56174"/>
                    <a:pt x="70724" y="55352"/>
                  </a:cubicBezTo>
                  <a:close/>
                  <a:moveTo>
                    <a:pt x="183428" y="55352"/>
                  </a:moveTo>
                  <a:cubicBezTo>
                    <a:pt x="199609" y="56174"/>
                    <a:pt x="214444" y="57341"/>
                    <a:pt x="227410" y="58781"/>
                  </a:cubicBezTo>
                  <a:cubicBezTo>
                    <a:pt x="227731" y="63758"/>
                    <a:pt x="227886" y="68783"/>
                    <a:pt x="227886" y="73843"/>
                  </a:cubicBezTo>
                  <a:cubicBezTo>
                    <a:pt x="227886" y="78903"/>
                    <a:pt x="227731" y="83915"/>
                    <a:pt x="227410" y="88892"/>
                  </a:cubicBezTo>
                  <a:cubicBezTo>
                    <a:pt x="214444" y="90333"/>
                    <a:pt x="199609" y="91500"/>
                    <a:pt x="183428" y="92321"/>
                  </a:cubicBezTo>
                  <a:cubicBezTo>
                    <a:pt x="183690" y="86237"/>
                    <a:pt x="183833" y="80070"/>
                    <a:pt x="183833" y="73843"/>
                  </a:cubicBezTo>
                  <a:cubicBezTo>
                    <a:pt x="183833" y="67616"/>
                    <a:pt x="183690" y="61436"/>
                    <a:pt x="183428" y="55352"/>
                  </a:cubicBezTo>
                  <a:close/>
                  <a:moveTo>
                    <a:pt x="107157" y="54138"/>
                  </a:moveTo>
                  <a:cubicBezTo>
                    <a:pt x="107050" y="60627"/>
                    <a:pt x="107002" y="67199"/>
                    <a:pt x="107002" y="73843"/>
                  </a:cubicBezTo>
                  <a:cubicBezTo>
                    <a:pt x="107002" y="80475"/>
                    <a:pt x="107050" y="87047"/>
                    <a:pt x="107157" y="93536"/>
                  </a:cubicBezTo>
                  <a:cubicBezTo>
                    <a:pt x="94596" y="93321"/>
                    <a:pt x="82511" y="92917"/>
                    <a:pt x="71081" y="92345"/>
                  </a:cubicBezTo>
                  <a:cubicBezTo>
                    <a:pt x="70807" y="86273"/>
                    <a:pt x="70676" y="80105"/>
                    <a:pt x="70676" y="73843"/>
                  </a:cubicBezTo>
                  <a:cubicBezTo>
                    <a:pt x="70676" y="67580"/>
                    <a:pt x="70807" y="61401"/>
                    <a:pt x="71081" y="55329"/>
                  </a:cubicBezTo>
                  <a:cubicBezTo>
                    <a:pt x="82511" y="54757"/>
                    <a:pt x="94596" y="54352"/>
                    <a:pt x="107157" y="54138"/>
                  </a:cubicBezTo>
                  <a:close/>
                  <a:moveTo>
                    <a:pt x="146983" y="54138"/>
                  </a:moveTo>
                  <a:cubicBezTo>
                    <a:pt x="159544" y="54352"/>
                    <a:pt x="171641" y="54757"/>
                    <a:pt x="183071" y="55329"/>
                  </a:cubicBezTo>
                  <a:cubicBezTo>
                    <a:pt x="183333" y="61401"/>
                    <a:pt x="183476" y="67568"/>
                    <a:pt x="183476" y="73831"/>
                  </a:cubicBezTo>
                  <a:cubicBezTo>
                    <a:pt x="183476" y="80094"/>
                    <a:pt x="183333" y="86273"/>
                    <a:pt x="183071" y="92345"/>
                  </a:cubicBezTo>
                  <a:cubicBezTo>
                    <a:pt x="171641" y="92917"/>
                    <a:pt x="159544" y="93321"/>
                    <a:pt x="146983" y="93536"/>
                  </a:cubicBezTo>
                  <a:cubicBezTo>
                    <a:pt x="147090" y="87047"/>
                    <a:pt x="147150" y="80475"/>
                    <a:pt x="147150" y="73843"/>
                  </a:cubicBezTo>
                  <a:cubicBezTo>
                    <a:pt x="147150" y="67199"/>
                    <a:pt x="147090" y="60627"/>
                    <a:pt x="146983" y="54138"/>
                  </a:cubicBezTo>
                  <a:close/>
                  <a:moveTo>
                    <a:pt x="127076" y="53971"/>
                  </a:moveTo>
                  <a:cubicBezTo>
                    <a:pt x="133743" y="53971"/>
                    <a:pt x="140327" y="54031"/>
                    <a:pt x="146781" y="54138"/>
                  </a:cubicBezTo>
                  <a:cubicBezTo>
                    <a:pt x="146876" y="60591"/>
                    <a:pt x="146935" y="67163"/>
                    <a:pt x="146935" y="73843"/>
                  </a:cubicBezTo>
                  <a:cubicBezTo>
                    <a:pt x="146935" y="80510"/>
                    <a:pt x="146888" y="87082"/>
                    <a:pt x="146781" y="93536"/>
                  </a:cubicBezTo>
                  <a:cubicBezTo>
                    <a:pt x="140327" y="93643"/>
                    <a:pt x="133743" y="93702"/>
                    <a:pt x="127076" y="93702"/>
                  </a:cubicBezTo>
                  <a:cubicBezTo>
                    <a:pt x="120396" y="93702"/>
                    <a:pt x="113824" y="93643"/>
                    <a:pt x="107371" y="93536"/>
                  </a:cubicBezTo>
                  <a:cubicBezTo>
                    <a:pt x="107264" y="87082"/>
                    <a:pt x="107204" y="80510"/>
                    <a:pt x="107204" y="73843"/>
                  </a:cubicBezTo>
                  <a:cubicBezTo>
                    <a:pt x="107204" y="67163"/>
                    <a:pt x="107264" y="60591"/>
                    <a:pt x="107371" y="54138"/>
                  </a:cubicBezTo>
                  <a:cubicBezTo>
                    <a:pt x="113824" y="54031"/>
                    <a:pt x="120396" y="53971"/>
                    <a:pt x="127076" y="53971"/>
                  </a:cubicBezTo>
                  <a:close/>
                  <a:moveTo>
                    <a:pt x="48" y="105632"/>
                  </a:moveTo>
                  <a:cubicBezTo>
                    <a:pt x="36" y="105716"/>
                    <a:pt x="12" y="105811"/>
                    <a:pt x="0" y="105894"/>
                  </a:cubicBezTo>
                  <a:cubicBezTo>
                    <a:pt x="155" y="105882"/>
                    <a:pt x="310" y="105870"/>
                    <a:pt x="477" y="105859"/>
                  </a:cubicBezTo>
                  <a:cubicBezTo>
                    <a:pt x="334" y="105775"/>
                    <a:pt x="191" y="105704"/>
                    <a:pt x="48" y="105632"/>
                  </a:cubicBezTo>
                  <a:close/>
                  <a:moveTo>
                    <a:pt x="26742" y="89095"/>
                  </a:moveTo>
                  <a:cubicBezTo>
                    <a:pt x="39958" y="90571"/>
                    <a:pt x="54805" y="91726"/>
                    <a:pt x="70724" y="92536"/>
                  </a:cubicBezTo>
                  <a:cubicBezTo>
                    <a:pt x="71247" y="104299"/>
                    <a:pt x="72259" y="115765"/>
                    <a:pt x="73724" y="126742"/>
                  </a:cubicBezTo>
                  <a:cubicBezTo>
                    <a:pt x="57901" y="124587"/>
                    <a:pt x="43292" y="121515"/>
                    <a:pt x="30397" y="117681"/>
                  </a:cubicBezTo>
                  <a:cubicBezTo>
                    <a:pt x="28599" y="108418"/>
                    <a:pt x="27373" y="98858"/>
                    <a:pt x="26742" y="89095"/>
                  </a:cubicBezTo>
                  <a:close/>
                  <a:moveTo>
                    <a:pt x="227410" y="89095"/>
                  </a:moveTo>
                  <a:cubicBezTo>
                    <a:pt x="226779" y="98858"/>
                    <a:pt x="225552" y="108418"/>
                    <a:pt x="223755" y="117681"/>
                  </a:cubicBezTo>
                  <a:cubicBezTo>
                    <a:pt x="210860" y="121515"/>
                    <a:pt x="196251" y="124587"/>
                    <a:pt x="180416" y="126742"/>
                  </a:cubicBezTo>
                  <a:cubicBezTo>
                    <a:pt x="181892" y="115765"/>
                    <a:pt x="182904" y="104299"/>
                    <a:pt x="183416" y="92536"/>
                  </a:cubicBezTo>
                  <a:cubicBezTo>
                    <a:pt x="199347" y="91726"/>
                    <a:pt x="214194" y="90571"/>
                    <a:pt x="227410" y="89095"/>
                  </a:cubicBezTo>
                  <a:close/>
                  <a:moveTo>
                    <a:pt x="71093" y="92559"/>
                  </a:moveTo>
                  <a:lnTo>
                    <a:pt x="71093" y="92559"/>
                  </a:lnTo>
                  <a:cubicBezTo>
                    <a:pt x="82630" y="93143"/>
                    <a:pt x="94715" y="93536"/>
                    <a:pt x="107169" y="93750"/>
                  </a:cubicBezTo>
                  <a:cubicBezTo>
                    <a:pt x="107371" y="106192"/>
                    <a:pt x="107776" y="118289"/>
                    <a:pt x="108347" y="129826"/>
                  </a:cubicBezTo>
                  <a:cubicBezTo>
                    <a:pt x="96477" y="129290"/>
                    <a:pt x="85011" y="128266"/>
                    <a:pt x="74117" y="126790"/>
                  </a:cubicBezTo>
                  <a:cubicBezTo>
                    <a:pt x="72640" y="115907"/>
                    <a:pt x="71617" y="104442"/>
                    <a:pt x="71093" y="92559"/>
                  </a:cubicBezTo>
                  <a:close/>
                  <a:moveTo>
                    <a:pt x="183059" y="92559"/>
                  </a:moveTo>
                  <a:lnTo>
                    <a:pt x="183059" y="92559"/>
                  </a:lnTo>
                  <a:cubicBezTo>
                    <a:pt x="182523" y="104442"/>
                    <a:pt x="181499" y="115907"/>
                    <a:pt x="180035" y="126802"/>
                  </a:cubicBezTo>
                  <a:cubicBezTo>
                    <a:pt x="169141" y="128266"/>
                    <a:pt x="157675" y="129290"/>
                    <a:pt x="145792" y="129826"/>
                  </a:cubicBezTo>
                  <a:cubicBezTo>
                    <a:pt x="146376" y="118289"/>
                    <a:pt x="146769" y="106192"/>
                    <a:pt x="146983" y="93750"/>
                  </a:cubicBezTo>
                  <a:cubicBezTo>
                    <a:pt x="159425" y="93536"/>
                    <a:pt x="171522" y="93143"/>
                    <a:pt x="183059" y="92559"/>
                  </a:cubicBezTo>
                  <a:close/>
                  <a:moveTo>
                    <a:pt x="107371" y="93750"/>
                  </a:moveTo>
                  <a:cubicBezTo>
                    <a:pt x="113860" y="93857"/>
                    <a:pt x="120432" y="93917"/>
                    <a:pt x="127076" y="93917"/>
                  </a:cubicBezTo>
                  <a:cubicBezTo>
                    <a:pt x="133708" y="93917"/>
                    <a:pt x="140292" y="93857"/>
                    <a:pt x="146769" y="93750"/>
                  </a:cubicBezTo>
                  <a:lnTo>
                    <a:pt x="146769" y="93750"/>
                  </a:lnTo>
                  <a:cubicBezTo>
                    <a:pt x="146566" y="106311"/>
                    <a:pt x="146150" y="118396"/>
                    <a:pt x="145578" y="129826"/>
                  </a:cubicBezTo>
                  <a:cubicBezTo>
                    <a:pt x="139506" y="130100"/>
                    <a:pt x="133339" y="130243"/>
                    <a:pt x="127076" y="130243"/>
                  </a:cubicBezTo>
                  <a:cubicBezTo>
                    <a:pt x="120813" y="130243"/>
                    <a:pt x="114634" y="130100"/>
                    <a:pt x="108574" y="129826"/>
                  </a:cubicBezTo>
                  <a:cubicBezTo>
                    <a:pt x="107990" y="118396"/>
                    <a:pt x="107585" y="106311"/>
                    <a:pt x="107371" y="93750"/>
                  </a:cubicBezTo>
                  <a:close/>
                  <a:moveTo>
                    <a:pt x="266653" y="116300"/>
                  </a:moveTo>
                  <a:lnTo>
                    <a:pt x="266653" y="116300"/>
                  </a:lnTo>
                  <a:cubicBezTo>
                    <a:pt x="259152" y="126861"/>
                    <a:pt x="248817" y="136600"/>
                    <a:pt x="235875" y="145101"/>
                  </a:cubicBezTo>
                  <a:cubicBezTo>
                    <a:pt x="235411" y="145399"/>
                    <a:pt x="234946" y="145697"/>
                    <a:pt x="234482" y="145994"/>
                  </a:cubicBezTo>
                  <a:cubicBezTo>
                    <a:pt x="234756" y="146006"/>
                    <a:pt x="235030" y="146018"/>
                    <a:pt x="235304" y="146030"/>
                  </a:cubicBezTo>
                  <a:cubicBezTo>
                    <a:pt x="235577" y="145852"/>
                    <a:pt x="235851" y="145673"/>
                    <a:pt x="236137" y="145494"/>
                  </a:cubicBezTo>
                  <a:cubicBezTo>
                    <a:pt x="248710" y="137243"/>
                    <a:pt x="258854" y="127814"/>
                    <a:pt x="266319" y="117586"/>
                  </a:cubicBezTo>
                  <a:lnTo>
                    <a:pt x="266319" y="117586"/>
                  </a:lnTo>
                  <a:cubicBezTo>
                    <a:pt x="263533" y="127504"/>
                    <a:pt x="259831" y="137005"/>
                    <a:pt x="255306" y="145971"/>
                  </a:cubicBezTo>
                  <a:cubicBezTo>
                    <a:pt x="255544" y="145983"/>
                    <a:pt x="255794" y="145994"/>
                    <a:pt x="256032" y="146006"/>
                  </a:cubicBezTo>
                  <a:cubicBezTo>
                    <a:pt x="260354" y="137374"/>
                    <a:pt x="263879" y="128338"/>
                    <a:pt x="266569" y="118991"/>
                  </a:cubicBezTo>
                  <a:cubicBezTo>
                    <a:pt x="266593" y="118098"/>
                    <a:pt x="266617" y="117193"/>
                    <a:pt x="266653" y="116300"/>
                  </a:cubicBezTo>
                  <a:close/>
                  <a:moveTo>
                    <a:pt x="1798" y="132362"/>
                  </a:moveTo>
                  <a:cubicBezTo>
                    <a:pt x="1774" y="132540"/>
                    <a:pt x="1739" y="132731"/>
                    <a:pt x="1715" y="132933"/>
                  </a:cubicBezTo>
                  <a:cubicBezTo>
                    <a:pt x="6573" y="137362"/>
                    <a:pt x="12014" y="141553"/>
                    <a:pt x="18015" y="145494"/>
                  </a:cubicBezTo>
                  <a:cubicBezTo>
                    <a:pt x="18229" y="145637"/>
                    <a:pt x="18455" y="145780"/>
                    <a:pt x="18669" y="145923"/>
                  </a:cubicBezTo>
                  <a:cubicBezTo>
                    <a:pt x="18681" y="145899"/>
                    <a:pt x="18681" y="145887"/>
                    <a:pt x="18693" y="145875"/>
                  </a:cubicBezTo>
                  <a:lnTo>
                    <a:pt x="18693" y="145875"/>
                  </a:lnTo>
                  <a:cubicBezTo>
                    <a:pt x="18681" y="145899"/>
                    <a:pt x="18693" y="145911"/>
                    <a:pt x="18693" y="145935"/>
                  </a:cubicBezTo>
                  <a:cubicBezTo>
                    <a:pt x="18800" y="146006"/>
                    <a:pt x="18908" y="146066"/>
                    <a:pt x="19015" y="146137"/>
                  </a:cubicBezTo>
                  <a:cubicBezTo>
                    <a:pt x="19348" y="146256"/>
                    <a:pt x="19872" y="146328"/>
                    <a:pt x="20336" y="146423"/>
                  </a:cubicBezTo>
                  <a:cubicBezTo>
                    <a:pt x="19646" y="145983"/>
                    <a:pt x="18955" y="145542"/>
                    <a:pt x="18277" y="145090"/>
                  </a:cubicBezTo>
                  <a:cubicBezTo>
                    <a:pt x="12204" y="141113"/>
                    <a:pt x="6692" y="136850"/>
                    <a:pt x="1798" y="132362"/>
                  </a:cubicBezTo>
                  <a:close/>
                  <a:moveTo>
                    <a:pt x="176558" y="0"/>
                  </a:moveTo>
                  <a:cubicBezTo>
                    <a:pt x="176701" y="572"/>
                    <a:pt x="176832" y="1167"/>
                    <a:pt x="176963" y="1774"/>
                  </a:cubicBezTo>
                  <a:lnTo>
                    <a:pt x="176903" y="1774"/>
                  </a:lnTo>
                  <a:cubicBezTo>
                    <a:pt x="178070" y="7787"/>
                    <a:pt x="179106" y="14038"/>
                    <a:pt x="179975" y="20491"/>
                  </a:cubicBezTo>
                  <a:cubicBezTo>
                    <a:pt x="168998" y="19015"/>
                    <a:pt x="157544" y="18003"/>
                    <a:pt x="145781" y="17491"/>
                  </a:cubicBezTo>
                  <a:cubicBezTo>
                    <a:pt x="145507" y="12157"/>
                    <a:pt x="145197" y="6942"/>
                    <a:pt x="144852" y="1858"/>
                  </a:cubicBezTo>
                  <a:cubicBezTo>
                    <a:pt x="144780" y="1870"/>
                    <a:pt x="144697" y="1870"/>
                    <a:pt x="144626" y="1870"/>
                  </a:cubicBezTo>
                  <a:cubicBezTo>
                    <a:pt x="144971" y="6918"/>
                    <a:pt x="145292" y="12121"/>
                    <a:pt x="145554" y="17479"/>
                  </a:cubicBezTo>
                  <a:cubicBezTo>
                    <a:pt x="139470" y="17217"/>
                    <a:pt x="133303" y="17074"/>
                    <a:pt x="127076" y="17074"/>
                  </a:cubicBezTo>
                  <a:cubicBezTo>
                    <a:pt x="120849" y="17074"/>
                    <a:pt x="114681" y="17217"/>
                    <a:pt x="108585" y="17479"/>
                  </a:cubicBezTo>
                  <a:cubicBezTo>
                    <a:pt x="108895" y="11573"/>
                    <a:pt x="109240" y="5846"/>
                    <a:pt x="109621" y="322"/>
                  </a:cubicBezTo>
                  <a:lnTo>
                    <a:pt x="109621" y="322"/>
                  </a:lnTo>
                  <a:cubicBezTo>
                    <a:pt x="109550" y="334"/>
                    <a:pt x="109478" y="334"/>
                    <a:pt x="109407" y="346"/>
                  </a:cubicBezTo>
                  <a:cubicBezTo>
                    <a:pt x="109014" y="5894"/>
                    <a:pt x="108669" y="11621"/>
                    <a:pt x="108371" y="17491"/>
                  </a:cubicBezTo>
                  <a:cubicBezTo>
                    <a:pt x="96608" y="18003"/>
                    <a:pt x="85142" y="19015"/>
                    <a:pt x="74164" y="20491"/>
                  </a:cubicBezTo>
                  <a:cubicBezTo>
                    <a:pt x="75069" y="13871"/>
                    <a:pt x="76129" y="7454"/>
                    <a:pt x="77343" y="1298"/>
                  </a:cubicBezTo>
                  <a:lnTo>
                    <a:pt x="77343" y="1298"/>
                  </a:lnTo>
                  <a:cubicBezTo>
                    <a:pt x="77212" y="1310"/>
                    <a:pt x="77081" y="1322"/>
                    <a:pt x="76951" y="1334"/>
                  </a:cubicBezTo>
                  <a:cubicBezTo>
                    <a:pt x="75724" y="7537"/>
                    <a:pt x="74665" y="13954"/>
                    <a:pt x="73783" y="20539"/>
                  </a:cubicBezTo>
                  <a:cubicBezTo>
                    <a:pt x="58198" y="22646"/>
                    <a:pt x="43601" y="25682"/>
                    <a:pt x="30480" y="29575"/>
                  </a:cubicBezTo>
                  <a:cubicBezTo>
                    <a:pt x="32374" y="19872"/>
                    <a:pt x="34910" y="10502"/>
                    <a:pt x="38029" y="1560"/>
                  </a:cubicBezTo>
                  <a:cubicBezTo>
                    <a:pt x="37874" y="1548"/>
                    <a:pt x="37708" y="1548"/>
                    <a:pt x="37541" y="1536"/>
                  </a:cubicBezTo>
                  <a:cubicBezTo>
                    <a:pt x="34409" y="10525"/>
                    <a:pt x="31862" y="19955"/>
                    <a:pt x="29968" y="29718"/>
                  </a:cubicBezTo>
                  <a:cubicBezTo>
                    <a:pt x="25849" y="30957"/>
                    <a:pt x="21884" y="32266"/>
                    <a:pt x="18086" y="33659"/>
                  </a:cubicBezTo>
                  <a:cubicBezTo>
                    <a:pt x="12252" y="35802"/>
                    <a:pt x="6942" y="38088"/>
                    <a:pt x="2191" y="40493"/>
                  </a:cubicBezTo>
                  <a:lnTo>
                    <a:pt x="2179" y="40934"/>
                  </a:lnTo>
                  <a:cubicBezTo>
                    <a:pt x="10097" y="36910"/>
                    <a:pt x="19420" y="33278"/>
                    <a:pt x="29885" y="30147"/>
                  </a:cubicBezTo>
                  <a:lnTo>
                    <a:pt x="29885" y="30147"/>
                  </a:lnTo>
                  <a:cubicBezTo>
                    <a:pt x="28111" y="39386"/>
                    <a:pt x="26885" y="48911"/>
                    <a:pt x="26266" y="58627"/>
                  </a:cubicBezTo>
                  <a:cubicBezTo>
                    <a:pt x="23480" y="58948"/>
                    <a:pt x="20765" y="59270"/>
                    <a:pt x="18134" y="59615"/>
                  </a:cubicBezTo>
                  <a:cubicBezTo>
                    <a:pt x="11621" y="60460"/>
                    <a:pt x="5763" y="61365"/>
                    <a:pt x="584" y="62329"/>
                  </a:cubicBezTo>
                  <a:cubicBezTo>
                    <a:pt x="596" y="62389"/>
                    <a:pt x="596" y="62460"/>
                    <a:pt x="608" y="62520"/>
                  </a:cubicBezTo>
                  <a:cubicBezTo>
                    <a:pt x="7942" y="61163"/>
                    <a:pt x="16574" y="59924"/>
                    <a:pt x="26254" y="58841"/>
                  </a:cubicBezTo>
                  <a:lnTo>
                    <a:pt x="26254" y="58841"/>
                  </a:lnTo>
                  <a:cubicBezTo>
                    <a:pt x="25944" y="63794"/>
                    <a:pt x="25777" y="68794"/>
                    <a:pt x="25777" y="73843"/>
                  </a:cubicBezTo>
                  <a:cubicBezTo>
                    <a:pt x="25777" y="78879"/>
                    <a:pt x="25944" y="83880"/>
                    <a:pt x="26254" y="88833"/>
                  </a:cubicBezTo>
                  <a:cubicBezTo>
                    <a:pt x="17014" y="87797"/>
                    <a:pt x="8740" y="86618"/>
                    <a:pt x="1620" y="85332"/>
                  </a:cubicBezTo>
                  <a:cubicBezTo>
                    <a:pt x="1620" y="85404"/>
                    <a:pt x="1620" y="85475"/>
                    <a:pt x="1620" y="85535"/>
                  </a:cubicBezTo>
                  <a:cubicBezTo>
                    <a:pt x="6537" y="86428"/>
                    <a:pt x="12050" y="87273"/>
                    <a:pt x="18134" y="88059"/>
                  </a:cubicBezTo>
                  <a:cubicBezTo>
                    <a:pt x="20765" y="88404"/>
                    <a:pt x="23480" y="88726"/>
                    <a:pt x="26266" y="89047"/>
                  </a:cubicBezTo>
                  <a:cubicBezTo>
                    <a:pt x="26885" y="98762"/>
                    <a:pt x="28099" y="108287"/>
                    <a:pt x="29885" y="117527"/>
                  </a:cubicBezTo>
                  <a:cubicBezTo>
                    <a:pt x="18824" y="114217"/>
                    <a:pt x="9037" y="110359"/>
                    <a:pt x="846" y="106049"/>
                  </a:cubicBezTo>
                  <a:lnTo>
                    <a:pt x="846" y="106049"/>
                  </a:lnTo>
                  <a:cubicBezTo>
                    <a:pt x="858" y="106204"/>
                    <a:pt x="870" y="106359"/>
                    <a:pt x="881" y="106513"/>
                  </a:cubicBezTo>
                  <a:cubicBezTo>
                    <a:pt x="5977" y="109169"/>
                    <a:pt x="11716" y="111669"/>
                    <a:pt x="18086" y="114014"/>
                  </a:cubicBezTo>
                  <a:cubicBezTo>
                    <a:pt x="21884" y="115407"/>
                    <a:pt x="25849" y="116717"/>
                    <a:pt x="29968" y="117955"/>
                  </a:cubicBezTo>
                  <a:cubicBezTo>
                    <a:pt x="31850" y="127611"/>
                    <a:pt x="34350" y="136946"/>
                    <a:pt x="37446" y="145852"/>
                  </a:cubicBezTo>
                  <a:cubicBezTo>
                    <a:pt x="37600" y="145840"/>
                    <a:pt x="37767" y="145840"/>
                    <a:pt x="37934" y="145828"/>
                  </a:cubicBezTo>
                  <a:cubicBezTo>
                    <a:pt x="34862" y="136981"/>
                    <a:pt x="32362" y="127706"/>
                    <a:pt x="30480" y="118098"/>
                  </a:cubicBezTo>
                  <a:lnTo>
                    <a:pt x="30480" y="118098"/>
                  </a:lnTo>
                  <a:cubicBezTo>
                    <a:pt x="43589" y="121992"/>
                    <a:pt x="58198" y="125028"/>
                    <a:pt x="73783" y="127135"/>
                  </a:cubicBezTo>
                  <a:cubicBezTo>
                    <a:pt x="74653" y="133600"/>
                    <a:pt x="75688" y="139910"/>
                    <a:pt x="76879" y="146006"/>
                  </a:cubicBezTo>
                  <a:cubicBezTo>
                    <a:pt x="77010" y="146006"/>
                    <a:pt x="77141" y="146018"/>
                    <a:pt x="77272" y="146018"/>
                  </a:cubicBezTo>
                  <a:cubicBezTo>
                    <a:pt x="76093" y="139970"/>
                    <a:pt x="75046" y="133683"/>
                    <a:pt x="74164" y="127183"/>
                  </a:cubicBezTo>
                  <a:lnTo>
                    <a:pt x="74164" y="127183"/>
                  </a:lnTo>
                  <a:cubicBezTo>
                    <a:pt x="85154" y="128659"/>
                    <a:pt x="96608" y="129659"/>
                    <a:pt x="108371" y="130183"/>
                  </a:cubicBezTo>
                  <a:cubicBezTo>
                    <a:pt x="108657" y="135850"/>
                    <a:pt x="108990" y="141375"/>
                    <a:pt x="109371" y="146733"/>
                  </a:cubicBezTo>
                  <a:cubicBezTo>
                    <a:pt x="109443" y="146745"/>
                    <a:pt x="109514" y="146745"/>
                    <a:pt x="109586" y="146756"/>
                  </a:cubicBezTo>
                  <a:cubicBezTo>
                    <a:pt x="109205" y="141411"/>
                    <a:pt x="108883" y="135886"/>
                    <a:pt x="108585" y="130195"/>
                  </a:cubicBezTo>
                  <a:lnTo>
                    <a:pt x="108585" y="130195"/>
                  </a:lnTo>
                  <a:cubicBezTo>
                    <a:pt x="114681" y="130457"/>
                    <a:pt x="120849" y="130600"/>
                    <a:pt x="127076" y="130600"/>
                  </a:cubicBezTo>
                  <a:cubicBezTo>
                    <a:pt x="133303" y="130600"/>
                    <a:pt x="139470" y="130457"/>
                    <a:pt x="145554" y="130195"/>
                  </a:cubicBezTo>
                  <a:lnTo>
                    <a:pt x="145554" y="130195"/>
                  </a:lnTo>
                  <a:cubicBezTo>
                    <a:pt x="145328" y="134815"/>
                    <a:pt x="145066" y="139327"/>
                    <a:pt x="144769" y="143720"/>
                  </a:cubicBezTo>
                  <a:cubicBezTo>
                    <a:pt x="144828" y="143851"/>
                    <a:pt x="144888" y="143994"/>
                    <a:pt x="144959" y="144161"/>
                  </a:cubicBezTo>
                  <a:cubicBezTo>
                    <a:pt x="145257" y="139613"/>
                    <a:pt x="145531" y="134945"/>
                    <a:pt x="145781" y="130183"/>
                  </a:cubicBezTo>
                  <a:cubicBezTo>
                    <a:pt x="157544" y="129671"/>
                    <a:pt x="168998" y="128659"/>
                    <a:pt x="179975" y="127183"/>
                  </a:cubicBezTo>
                  <a:lnTo>
                    <a:pt x="179975" y="127183"/>
                  </a:lnTo>
                  <a:cubicBezTo>
                    <a:pt x="179106" y="133588"/>
                    <a:pt x="178094" y="139791"/>
                    <a:pt x="176927" y="145756"/>
                  </a:cubicBezTo>
                  <a:lnTo>
                    <a:pt x="177034" y="145756"/>
                  </a:lnTo>
                  <a:cubicBezTo>
                    <a:pt x="177142" y="145697"/>
                    <a:pt x="177249" y="145625"/>
                    <a:pt x="177356" y="145566"/>
                  </a:cubicBezTo>
                  <a:cubicBezTo>
                    <a:pt x="178511" y="139601"/>
                    <a:pt x="179511" y="133445"/>
                    <a:pt x="180368" y="127135"/>
                  </a:cubicBezTo>
                  <a:cubicBezTo>
                    <a:pt x="195953" y="125028"/>
                    <a:pt x="210551" y="121992"/>
                    <a:pt x="223671" y="118098"/>
                  </a:cubicBezTo>
                  <a:lnTo>
                    <a:pt x="223671" y="118098"/>
                  </a:lnTo>
                  <a:cubicBezTo>
                    <a:pt x="221814" y="127599"/>
                    <a:pt x="219337" y="136791"/>
                    <a:pt x="216301" y="145554"/>
                  </a:cubicBezTo>
                  <a:lnTo>
                    <a:pt x="216801" y="145554"/>
                  </a:lnTo>
                  <a:cubicBezTo>
                    <a:pt x="219849" y="136743"/>
                    <a:pt x="222326" y="127504"/>
                    <a:pt x="224183" y="117943"/>
                  </a:cubicBezTo>
                  <a:cubicBezTo>
                    <a:pt x="228291" y="116717"/>
                    <a:pt x="232268" y="115407"/>
                    <a:pt x="236066" y="114002"/>
                  </a:cubicBezTo>
                  <a:cubicBezTo>
                    <a:pt x="249877" y="108930"/>
                    <a:pt x="260747" y="103073"/>
                    <a:pt x="268367" y="96679"/>
                  </a:cubicBezTo>
                  <a:cubicBezTo>
                    <a:pt x="268391" y="96476"/>
                    <a:pt x="268427" y="96286"/>
                    <a:pt x="268451" y="96084"/>
                  </a:cubicBezTo>
                  <a:lnTo>
                    <a:pt x="268451" y="96084"/>
                  </a:lnTo>
                  <a:cubicBezTo>
                    <a:pt x="258592" y="104477"/>
                    <a:pt x="243317" y="111824"/>
                    <a:pt x="224267" y="117527"/>
                  </a:cubicBezTo>
                  <a:cubicBezTo>
                    <a:pt x="226041" y="108287"/>
                    <a:pt x="227267" y="98762"/>
                    <a:pt x="227886" y="89047"/>
                  </a:cubicBezTo>
                  <a:cubicBezTo>
                    <a:pt x="230672" y="88726"/>
                    <a:pt x="233387" y="88404"/>
                    <a:pt x="236018" y="88059"/>
                  </a:cubicBezTo>
                  <a:cubicBezTo>
                    <a:pt x="248770" y="86404"/>
                    <a:pt x="259009" y="84511"/>
                    <a:pt x="266510" y="82451"/>
                  </a:cubicBezTo>
                  <a:cubicBezTo>
                    <a:pt x="266510" y="82379"/>
                    <a:pt x="266510" y="82308"/>
                    <a:pt x="266510" y="82249"/>
                  </a:cubicBezTo>
                  <a:cubicBezTo>
                    <a:pt x="257306" y="84773"/>
                    <a:pt x="244079" y="87023"/>
                    <a:pt x="227898" y="88833"/>
                  </a:cubicBezTo>
                  <a:cubicBezTo>
                    <a:pt x="228208" y="83880"/>
                    <a:pt x="228362" y="78867"/>
                    <a:pt x="228362" y="73831"/>
                  </a:cubicBezTo>
                  <a:cubicBezTo>
                    <a:pt x="228362" y="68794"/>
                    <a:pt x="228208" y="63782"/>
                    <a:pt x="227898" y="58829"/>
                  </a:cubicBezTo>
                  <a:lnTo>
                    <a:pt x="227898" y="58829"/>
                  </a:lnTo>
                  <a:cubicBezTo>
                    <a:pt x="244519" y="60698"/>
                    <a:pt x="258009" y="63008"/>
                    <a:pt x="267248" y="65627"/>
                  </a:cubicBezTo>
                  <a:cubicBezTo>
                    <a:pt x="267248" y="65556"/>
                    <a:pt x="267260" y="65496"/>
                    <a:pt x="267260" y="65425"/>
                  </a:cubicBezTo>
                  <a:cubicBezTo>
                    <a:pt x="259711" y="63282"/>
                    <a:pt x="249210" y="61317"/>
                    <a:pt x="236018" y="59603"/>
                  </a:cubicBezTo>
                  <a:cubicBezTo>
                    <a:pt x="233387" y="59270"/>
                    <a:pt x="230672" y="58936"/>
                    <a:pt x="227886" y="58627"/>
                  </a:cubicBezTo>
                  <a:cubicBezTo>
                    <a:pt x="227267" y="48899"/>
                    <a:pt x="226041" y="39374"/>
                    <a:pt x="224267" y="30135"/>
                  </a:cubicBezTo>
                  <a:lnTo>
                    <a:pt x="224267" y="30135"/>
                  </a:lnTo>
                  <a:cubicBezTo>
                    <a:pt x="243650" y="35945"/>
                    <a:pt x="259116" y="43446"/>
                    <a:pt x="268963" y="52019"/>
                  </a:cubicBezTo>
                  <a:cubicBezTo>
                    <a:pt x="268986" y="51864"/>
                    <a:pt x="269010" y="51709"/>
                    <a:pt x="269046" y="51566"/>
                  </a:cubicBezTo>
                  <a:cubicBezTo>
                    <a:pt x="261390" y="44946"/>
                    <a:pt x="250294" y="38886"/>
                    <a:pt x="236066" y="33659"/>
                  </a:cubicBezTo>
                  <a:cubicBezTo>
                    <a:pt x="232268" y="32266"/>
                    <a:pt x="228291" y="30945"/>
                    <a:pt x="224183" y="29718"/>
                  </a:cubicBezTo>
                  <a:cubicBezTo>
                    <a:pt x="222338" y="20277"/>
                    <a:pt x="219909" y="11133"/>
                    <a:pt x="216908" y="2417"/>
                  </a:cubicBezTo>
                  <a:cubicBezTo>
                    <a:pt x="216766" y="2513"/>
                    <a:pt x="216635" y="2620"/>
                    <a:pt x="216504" y="2715"/>
                  </a:cubicBezTo>
                  <a:cubicBezTo>
                    <a:pt x="219456" y="11299"/>
                    <a:pt x="221850" y="20277"/>
                    <a:pt x="223671" y="29563"/>
                  </a:cubicBezTo>
                  <a:cubicBezTo>
                    <a:pt x="210551" y="25682"/>
                    <a:pt x="195953" y="22646"/>
                    <a:pt x="180368" y="20539"/>
                  </a:cubicBezTo>
                  <a:cubicBezTo>
                    <a:pt x="179416" y="13490"/>
                    <a:pt x="178273" y="6644"/>
                    <a:pt x="176951" y="36"/>
                  </a:cubicBezTo>
                  <a:cubicBezTo>
                    <a:pt x="176820" y="24"/>
                    <a:pt x="176689" y="12"/>
                    <a:pt x="176558" y="0"/>
                  </a:cubicBezTo>
                  <a:close/>
                </a:path>
              </a:pathLst>
            </a:custGeom>
            <a:solidFill>
              <a:srgbClr val="E3C98E">
                <a:alpha val="246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7" name="Google Shape;157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58" name="Google Shape;158;p19"/>
          <p:cNvSpPr txBox="1"/>
          <p:nvPr>
            <p:ph idx="1" type="subTitle"/>
          </p:nvPr>
        </p:nvSpPr>
        <p:spPr>
          <a:xfrm>
            <a:off x="4888565" y="3676174"/>
            <a:ext cx="2350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9" name="Google Shape;159;p19"/>
          <p:cNvSpPr txBox="1"/>
          <p:nvPr>
            <p:ph idx="2" type="subTitle"/>
          </p:nvPr>
        </p:nvSpPr>
        <p:spPr>
          <a:xfrm>
            <a:off x="1830862" y="3676174"/>
            <a:ext cx="2350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0" name="Google Shape;160;p19"/>
          <p:cNvSpPr txBox="1"/>
          <p:nvPr>
            <p:ph idx="3" type="subTitle"/>
          </p:nvPr>
        </p:nvSpPr>
        <p:spPr>
          <a:xfrm>
            <a:off x="4888557" y="3179675"/>
            <a:ext cx="23508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Sansita"/>
                <a:ea typeface="Sansita"/>
                <a:cs typeface="Sansita"/>
                <a:sym typeface="Sansit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61" name="Google Shape;161;p19"/>
          <p:cNvSpPr txBox="1"/>
          <p:nvPr>
            <p:ph idx="4" type="subTitle"/>
          </p:nvPr>
        </p:nvSpPr>
        <p:spPr>
          <a:xfrm>
            <a:off x="1830862" y="3179675"/>
            <a:ext cx="23508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Sansita"/>
                <a:ea typeface="Sansita"/>
                <a:cs typeface="Sansita"/>
                <a:sym typeface="Sansit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162" name="Google Shape;162;p19"/>
          <p:cNvGrpSpPr/>
          <p:nvPr/>
        </p:nvGrpSpPr>
        <p:grpSpPr>
          <a:xfrm>
            <a:off x="134483" y="3809523"/>
            <a:ext cx="1448589" cy="1096968"/>
            <a:chOff x="134483" y="3809523"/>
            <a:chExt cx="1448589" cy="1096968"/>
          </a:xfrm>
        </p:grpSpPr>
        <p:sp>
          <p:nvSpPr>
            <p:cNvPr id="163" name="Google Shape;163;p19"/>
            <p:cNvSpPr/>
            <p:nvPr/>
          </p:nvSpPr>
          <p:spPr>
            <a:xfrm>
              <a:off x="503887" y="4792749"/>
              <a:ext cx="709800" cy="54900"/>
            </a:xfrm>
            <a:prstGeom prst="ellipse">
              <a:avLst/>
            </a:prstGeom>
            <a:solidFill>
              <a:srgbClr val="033342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4" name="Google Shape;164;p19"/>
            <p:cNvGrpSpPr/>
            <p:nvPr/>
          </p:nvGrpSpPr>
          <p:grpSpPr>
            <a:xfrm>
              <a:off x="134483" y="3809523"/>
              <a:ext cx="1448589" cy="1096968"/>
              <a:chOff x="3321225" y="6290500"/>
              <a:chExt cx="645050" cy="488475"/>
            </a:xfrm>
          </p:grpSpPr>
          <p:sp>
            <p:nvSpPr>
              <p:cNvPr id="165" name="Google Shape;165;p19"/>
              <p:cNvSpPr/>
              <p:nvPr/>
            </p:nvSpPr>
            <p:spPr>
              <a:xfrm>
                <a:off x="3321225" y="6290500"/>
                <a:ext cx="645050" cy="488475"/>
              </a:xfrm>
              <a:custGeom>
                <a:rect b="b" l="l" r="r" t="t"/>
                <a:pathLst>
                  <a:path extrusionOk="0" h="19539" w="25802">
                    <a:moveTo>
                      <a:pt x="16824" y="0"/>
                    </a:moveTo>
                    <a:lnTo>
                      <a:pt x="11752" y="5001"/>
                    </a:lnTo>
                    <a:lnTo>
                      <a:pt x="4883" y="2405"/>
                    </a:lnTo>
                    <a:lnTo>
                      <a:pt x="1" y="6513"/>
                    </a:lnTo>
                    <a:lnTo>
                      <a:pt x="3859" y="19538"/>
                    </a:lnTo>
                    <a:lnTo>
                      <a:pt x="9050" y="15919"/>
                    </a:lnTo>
                    <a:lnTo>
                      <a:pt x="15681" y="18264"/>
                    </a:lnTo>
                    <a:lnTo>
                      <a:pt x="19896" y="14050"/>
                    </a:lnTo>
                    <a:lnTo>
                      <a:pt x="25802" y="16038"/>
                    </a:lnTo>
                    <a:lnTo>
                      <a:pt x="23337" y="1751"/>
                    </a:lnTo>
                    <a:lnTo>
                      <a:pt x="1682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9"/>
              <p:cNvSpPr/>
              <p:nvPr/>
            </p:nvSpPr>
            <p:spPr>
              <a:xfrm>
                <a:off x="3356350" y="6321150"/>
                <a:ext cx="591775" cy="436100"/>
              </a:xfrm>
              <a:custGeom>
                <a:rect b="b" l="l" r="r" t="t"/>
                <a:pathLst>
                  <a:path extrusionOk="0" h="17444" w="23671">
                    <a:moveTo>
                      <a:pt x="14872" y="1"/>
                    </a:moveTo>
                    <a:lnTo>
                      <a:pt x="10383" y="4263"/>
                    </a:lnTo>
                    <a:lnTo>
                      <a:pt x="9585" y="3977"/>
                    </a:lnTo>
                    <a:lnTo>
                      <a:pt x="5002" y="4858"/>
                    </a:lnTo>
                    <a:lnTo>
                      <a:pt x="4347" y="4358"/>
                    </a:lnTo>
                    <a:lnTo>
                      <a:pt x="1" y="7918"/>
                    </a:lnTo>
                    <a:lnTo>
                      <a:pt x="2823" y="17443"/>
                    </a:lnTo>
                    <a:lnTo>
                      <a:pt x="7454" y="14002"/>
                    </a:lnTo>
                    <a:lnTo>
                      <a:pt x="9121" y="14657"/>
                    </a:lnTo>
                    <a:lnTo>
                      <a:pt x="18229" y="12455"/>
                    </a:lnTo>
                    <a:lnTo>
                      <a:pt x="18396" y="12276"/>
                    </a:lnTo>
                    <a:lnTo>
                      <a:pt x="23671" y="13693"/>
                    </a:lnTo>
                    <a:lnTo>
                      <a:pt x="22658" y="8025"/>
                    </a:lnTo>
                    <a:cubicBezTo>
                      <a:pt x="22635" y="8014"/>
                      <a:pt x="22599" y="8002"/>
                      <a:pt x="22575" y="7990"/>
                    </a:cubicBezTo>
                    <a:lnTo>
                      <a:pt x="20623" y="2346"/>
                    </a:lnTo>
                    <a:lnTo>
                      <a:pt x="16646" y="1263"/>
                    </a:lnTo>
                    <a:lnTo>
                      <a:pt x="1487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9"/>
              <p:cNvSpPr/>
              <p:nvPr/>
            </p:nvSpPr>
            <p:spPr>
              <a:xfrm>
                <a:off x="3584375" y="6505575"/>
                <a:ext cx="229800" cy="230525"/>
              </a:xfrm>
              <a:custGeom>
                <a:rect b="b" l="l" r="r" t="t"/>
                <a:pathLst>
                  <a:path extrusionOk="0" h="9221" w="9192">
                    <a:moveTo>
                      <a:pt x="5374" y="1"/>
                    </a:moveTo>
                    <a:cubicBezTo>
                      <a:pt x="4795" y="1"/>
                      <a:pt x="4238" y="65"/>
                      <a:pt x="3786" y="160"/>
                    </a:cubicBezTo>
                    <a:cubicBezTo>
                      <a:pt x="2739" y="375"/>
                      <a:pt x="1322" y="827"/>
                      <a:pt x="834" y="1887"/>
                    </a:cubicBezTo>
                    <a:cubicBezTo>
                      <a:pt x="536" y="2482"/>
                      <a:pt x="476" y="3089"/>
                      <a:pt x="1226" y="3184"/>
                    </a:cubicBezTo>
                    <a:cubicBezTo>
                      <a:pt x="1281" y="3190"/>
                      <a:pt x="1338" y="3192"/>
                      <a:pt x="1398" y="3192"/>
                    </a:cubicBezTo>
                    <a:cubicBezTo>
                      <a:pt x="1665" y="3192"/>
                      <a:pt x="1977" y="3145"/>
                      <a:pt x="2275" y="3145"/>
                    </a:cubicBezTo>
                    <a:cubicBezTo>
                      <a:pt x="2605" y="3145"/>
                      <a:pt x="2916" y="3203"/>
                      <a:pt x="3131" y="3446"/>
                    </a:cubicBezTo>
                    <a:cubicBezTo>
                      <a:pt x="3524" y="3899"/>
                      <a:pt x="3131" y="4804"/>
                      <a:pt x="2703" y="5113"/>
                    </a:cubicBezTo>
                    <a:cubicBezTo>
                      <a:pt x="2498" y="5269"/>
                      <a:pt x="2307" y="5338"/>
                      <a:pt x="2133" y="5338"/>
                    </a:cubicBezTo>
                    <a:cubicBezTo>
                      <a:pt x="1802" y="5338"/>
                      <a:pt x="1538" y="5083"/>
                      <a:pt x="1381" y="4685"/>
                    </a:cubicBezTo>
                    <a:cubicBezTo>
                      <a:pt x="1278" y="4376"/>
                      <a:pt x="1183" y="4154"/>
                      <a:pt x="1087" y="4154"/>
                    </a:cubicBezTo>
                    <a:cubicBezTo>
                      <a:pt x="1016" y="4154"/>
                      <a:pt x="945" y="4273"/>
                      <a:pt x="869" y="4566"/>
                    </a:cubicBezTo>
                    <a:cubicBezTo>
                      <a:pt x="667" y="5292"/>
                      <a:pt x="488" y="6471"/>
                      <a:pt x="0" y="7268"/>
                    </a:cubicBezTo>
                    <a:lnTo>
                      <a:pt x="5001" y="9221"/>
                    </a:lnTo>
                    <a:lnTo>
                      <a:pt x="9108" y="5078"/>
                    </a:lnTo>
                    <a:cubicBezTo>
                      <a:pt x="9120" y="4947"/>
                      <a:pt x="9120" y="4816"/>
                      <a:pt x="9132" y="4685"/>
                    </a:cubicBezTo>
                    <a:cubicBezTo>
                      <a:pt x="9156" y="3637"/>
                      <a:pt x="9192" y="2161"/>
                      <a:pt x="8561" y="1220"/>
                    </a:cubicBezTo>
                    <a:cubicBezTo>
                      <a:pt x="7944" y="296"/>
                      <a:pt x="6610" y="1"/>
                      <a:pt x="537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9"/>
              <p:cNvSpPr/>
              <p:nvPr/>
            </p:nvSpPr>
            <p:spPr>
              <a:xfrm>
                <a:off x="3338200" y="6368175"/>
                <a:ext cx="257800" cy="298275"/>
              </a:xfrm>
              <a:custGeom>
                <a:rect b="b" l="l" r="r" t="t"/>
                <a:pathLst>
                  <a:path extrusionOk="0" h="11931" w="10312">
                    <a:moveTo>
                      <a:pt x="4251" y="1"/>
                    </a:moveTo>
                    <a:lnTo>
                      <a:pt x="1" y="3573"/>
                    </a:lnTo>
                    <a:lnTo>
                      <a:pt x="727" y="6037"/>
                    </a:lnTo>
                    <a:cubicBezTo>
                      <a:pt x="1040" y="5956"/>
                      <a:pt x="1370" y="5911"/>
                      <a:pt x="1681" y="5911"/>
                    </a:cubicBezTo>
                    <a:cubicBezTo>
                      <a:pt x="2279" y="5911"/>
                      <a:pt x="2805" y="6078"/>
                      <a:pt x="3001" y="6478"/>
                    </a:cubicBezTo>
                    <a:cubicBezTo>
                      <a:pt x="3144" y="6775"/>
                      <a:pt x="2787" y="7895"/>
                      <a:pt x="3120" y="8038"/>
                    </a:cubicBezTo>
                    <a:cubicBezTo>
                      <a:pt x="3149" y="8055"/>
                      <a:pt x="3177" y="8063"/>
                      <a:pt x="3203" y="8063"/>
                    </a:cubicBezTo>
                    <a:cubicBezTo>
                      <a:pt x="3554" y="8063"/>
                      <a:pt x="3669" y="6607"/>
                      <a:pt x="3692" y="6418"/>
                    </a:cubicBezTo>
                    <a:cubicBezTo>
                      <a:pt x="3870" y="5537"/>
                      <a:pt x="4263" y="4728"/>
                      <a:pt x="5204" y="4489"/>
                    </a:cubicBezTo>
                    <a:cubicBezTo>
                      <a:pt x="5357" y="4448"/>
                      <a:pt x="5534" y="4424"/>
                      <a:pt x="5716" y="4424"/>
                    </a:cubicBezTo>
                    <a:cubicBezTo>
                      <a:pt x="6213" y="4424"/>
                      <a:pt x="6744" y="4599"/>
                      <a:pt x="6918" y="5061"/>
                    </a:cubicBezTo>
                    <a:cubicBezTo>
                      <a:pt x="7156" y="5728"/>
                      <a:pt x="6311" y="6323"/>
                      <a:pt x="5954" y="6775"/>
                    </a:cubicBezTo>
                    <a:cubicBezTo>
                      <a:pt x="5287" y="7502"/>
                      <a:pt x="4596" y="8526"/>
                      <a:pt x="4299" y="9466"/>
                    </a:cubicBezTo>
                    <a:cubicBezTo>
                      <a:pt x="3852" y="10818"/>
                      <a:pt x="4532" y="11931"/>
                      <a:pt x="5736" y="11931"/>
                    </a:cubicBezTo>
                    <a:cubicBezTo>
                      <a:pt x="6007" y="11931"/>
                      <a:pt x="6304" y="11875"/>
                      <a:pt x="6620" y="11752"/>
                    </a:cubicBezTo>
                    <a:cubicBezTo>
                      <a:pt x="8371" y="11086"/>
                      <a:pt x="8275" y="9192"/>
                      <a:pt x="8275" y="7597"/>
                    </a:cubicBezTo>
                    <a:cubicBezTo>
                      <a:pt x="8275" y="6752"/>
                      <a:pt x="8240" y="5906"/>
                      <a:pt x="8549" y="5120"/>
                    </a:cubicBezTo>
                    <a:cubicBezTo>
                      <a:pt x="8823" y="4430"/>
                      <a:pt x="9359" y="3942"/>
                      <a:pt x="9752" y="3311"/>
                    </a:cubicBezTo>
                    <a:cubicBezTo>
                      <a:pt x="10002" y="2930"/>
                      <a:pt x="10180" y="2513"/>
                      <a:pt x="10311" y="2096"/>
                    </a:cubicBezTo>
                    <a:lnTo>
                      <a:pt x="425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" name="Google Shape;169;p19"/>
              <p:cNvSpPr/>
              <p:nvPr/>
            </p:nvSpPr>
            <p:spPr>
              <a:xfrm>
                <a:off x="3682900" y="6303300"/>
                <a:ext cx="239925" cy="227075"/>
              </a:xfrm>
              <a:custGeom>
                <a:rect b="b" l="l" r="r" t="t"/>
                <a:pathLst>
                  <a:path extrusionOk="0" h="9083" w="9597">
                    <a:moveTo>
                      <a:pt x="2572" y="0"/>
                    </a:moveTo>
                    <a:lnTo>
                      <a:pt x="1810" y="715"/>
                    </a:lnTo>
                    <a:cubicBezTo>
                      <a:pt x="1774" y="917"/>
                      <a:pt x="1643" y="1108"/>
                      <a:pt x="1453" y="1358"/>
                    </a:cubicBezTo>
                    <a:cubicBezTo>
                      <a:pt x="822" y="2131"/>
                      <a:pt x="0" y="3072"/>
                      <a:pt x="1000" y="3917"/>
                    </a:cubicBezTo>
                    <a:cubicBezTo>
                      <a:pt x="1417" y="4282"/>
                      <a:pt x="1934" y="4464"/>
                      <a:pt x="2479" y="4464"/>
                    </a:cubicBezTo>
                    <a:cubicBezTo>
                      <a:pt x="2557" y="4464"/>
                      <a:pt x="2636" y="4461"/>
                      <a:pt x="2715" y="4453"/>
                    </a:cubicBezTo>
                    <a:cubicBezTo>
                      <a:pt x="3596" y="4370"/>
                      <a:pt x="3322" y="4036"/>
                      <a:pt x="3500" y="3405"/>
                    </a:cubicBezTo>
                    <a:cubicBezTo>
                      <a:pt x="3620" y="3024"/>
                      <a:pt x="3940" y="2934"/>
                      <a:pt x="4295" y="2934"/>
                    </a:cubicBezTo>
                    <a:cubicBezTo>
                      <a:pt x="4473" y="2934"/>
                      <a:pt x="4659" y="2957"/>
                      <a:pt x="4834" y="2977"/>
                    </a:cubicBezTo>
                    <a:cubicBezTo>
                      <a:pt x="5429" y="3096"/>
                      <a:pt x="5977" y="3167"/>
                      <a:pt x="5798" y="3822"/>
                    </a:cubicBezTo>
                    <a:cubicBezTo>
                      <a:pt x="5548" y="4763"/>
                      <a:pt x="5036" y="5632"/>
                      <a:pt x="4739" y="6537"/>
                    </a:cubicBezTo>
                    <a:cubicBezTo>
                      <a:pt x="4251" y="7894"/>
                      <a:pt x="5036" y="8442"/>
                      <a:pt x="6215" y="8894"/>
                    </a:cubicBezTo>
                    <a:cubicBezTo>
                      <a:pt x="6455" y="8970"/>
                      <a:pt x="6796" y="9083"/>
                      <a:pt x="7092" y="9083"/>
                    </a:cubicBezTo>
                    <a:cubicBezTo>
                      <a:pt x="7353" y="9083"/>
                      <a:pt x="7578" y="8995"/>
                      <a:pt x="7668" y="8716"/>
                    </a:cubicBezTo>
                    <a:cubicBezTo>
                      <a:pt x="7811" y="8323"/>
                      <a:pt x="7394" y="7715"/>
                      <a:pt x="7215" y="7382"/>
                    </a:cubicBezTo>
                    <a:cubicBezTo>
                      <a:pt x="6903" y="6791"/>
                      <a:pt x="6215" y="5011"/>
                      <a:pt x="7419" y="5011"/>
                    </a:cubicBezTo>
                    <a:cubicBezTo>
                      <a:pt x="7500" y="5011"/>
                      <a:pt x="7591" y="5019"/>
                      <a:pt x="7691" y="5037"/>
                    </a:cubicBezTo>
                    <a:cubicBezTo>
                      <a:pt x="8596" y="5179"/>
                      <a:pt x="7632" y="6965"/>
                      <a:pt x="8120" y="7656"/>
                    </a:cubicBezTo>
                    <a:cubicBezTo>
                      <a:pt x="8501" y="8192"/>
                      <a:pt x="9013" y="8537"/>
                      <a:pt x="9596" y="8739"/>
                    </a:cubicBezTo>
                    <a:lnTo>
                      <a:pt x="8323" y="1655"/>
                    </a:lnTo>
                    <a:lnTo>
                      <a:pt x="257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" name="Google Shape;170;p19"/>
              <p:cNvSpPr/>
              <p:nvPr/>
            </p:nvSpPr>
            <p:spPr>
              <a:xfrm>
                <a:off x="3355475" y="6296150"/>
                <a:ext cx="581050" cy="443825"/>
              </a:xfrm>
              <a:custGeom>
                <a:rect b="b" l="l" r="r" t="t"/>
                <a:pathLst>
                  <a:path extrusionOk="0" h="17753" w="23242">
                    <a:moveTo>
                      <a:pt x="16371" y="3775"/>
                    </a:moveTo>
                    <a:lnTo>
                      <a:pt x="17538" y="9156"/>
                    </a:lnTo>
                    <a:lnTo>
                      <a:pt x="12752" y="12716"/>
                    </a:lnTo>
                    <a:lnTo>
                      <a:pt x="11263" y="7692"/>
                    </a:lnTo>
                    <a:lnTo>
                      <a:pt x="16371" y="3775"/>
                    </a:lnTo>
                    <a:close/>
                    <a:moveTo>
                      <a:pt x="4703" y="6097"/>
                    </a:moveTo>
                    <a:lnTo>
                      <a:pt x="11144" y="7716"/>
                    </a:lnTo>
                    <a:lnTo>
                      <a:pt x="12633" y="12728"/>
                    </a:lnTo>
                    <a:lnTo>
                      <a:pt x="12633" y="12728"/>
                    </a:lnTo>
                    <a:lnTo>
                      <a:pt x="6299" y="11061"/>
                    </a:lnTo>
                    <a:lnTo>
                      <a:pt x="4703" y="6097"/>
                    </a:lnTo>
                    <a:close/>
                    <a:moveTo>
                      <a:pt x="15669" y="1"/>
                    </a:moveTo>
                    <a:lnTo>
                      <a:pt x="15550" y="24"/>
                    </a:lnTo>
                    <a:lnTo>
                      <a:pt x="16347" y="3644"/>
                    </a:lnTo>
                    <a:lnTo>
                      <a:pt x="11228" y="7573"/>
                    </a:lnTo>
                    <a:lnTo>
                      <a:pt x="10442" y="4954"/>
                    </a:lnTo>
                    <a:lnTo>
                      <a:pt x="10335" y="4989"/>
                    </a:lnTo>
                    <a:lnTo>
                      <a:pt x="11097" y="7585"/>
                    </a:lnTo>
                    <a:lnTo>
                      <a:pt x="4656" y="5966"/>
                    </a:lnTo>
                    <a:lnTo>
                      <a:pt x="3584" y="2620"/>
                    </a:lnTo>
                    <a:lnTo>
                      <a:pt x="3477" y="2668"/>
                    </a:lnTo>
                    <a:lnTo>
                      <a:pt x="4548" y="5989"/>
                    </a:lnTo>
                    <a:lnTo>
                      <a:pt x="0" y="9776"/>
                    </a:lnTo>
                    <a:lnTo>
                      <a:pt x="72" y="9871"/>
                    </a:lnTo>
                    <a:lnTo>
                      <a:pt x="4584" y="6120"/>
                    </a:lnTo>
                    <a:lnTo>
                      <a:pt x="6180" y="11085"/>
                    </a:lnTo>
                    <a:lnTo>
                      <a:pt x="1369" y="14478"/>
                    </a:lnTo>
                    <a:lnTo>
                      <a:pt x="1441" y="14586"/>
                    </a:lnTo>
                    <a:lnTo>
                      <a:pt x="6215" y="11204"/>
                    </a:lnTo>
                    <a:lnTo>
                      <a:pt x="7561" y="15383"/>
                    </a:lnTo>
                    <a:lnTo>
                      <a:pt x="7668" y="15348"/>
                    </a:lnTo>
                    <a:lnTo>
                      <a:pt x="6334" y="11192"/>
                    </a:lnTo>
                    <a:lnTo>
                      <a:pt x="12668" y="12871"/>
                    </a:lnTo>
                    <a:lnTo>
                      <a:pt x="14133" y="17753"/>
                    </a:lnTo>
                    <a:lnTo>
                      <a:pt x="14240" y="17729"/>
                    </a:lnTo>
                    <a:lnTo>
                      <a:pt x="12787" y="12847"/>
                    </a:lnTo>
                    <a:lnTo>
                      <a:pt x="17574" y="9287"/>
                    </a:lnTo>
                    <a:lnTo>
                      <a:pt x="18514" y="13586"/>
                    </a:lnTo>
                    <a:lnTo>
                      <a:pt x="18622" y="13562"/>
                    </a:lnTo>
                    <a:lnTo>
                      <a:pt x="17693" y="9264"/>
                    </a:lnTo>
                    <a:lnTo>
                      <a:pt x="17693" y="9264"/>
                    </a:lnTo>
                    <a:lnTo>
                      <a:pt x="23217" y="10442"/>
                    </a:lnTo>
                    <a:lnTo>
                      <a:pt x="23241" y="10323"/>
                    </a:lnTo>
                    <a:lnTo>
                      <a:pt x="17657" y="9133"/>
                    </a:lnTo>
                    <a:lnTo>
                      <a:pt x="16490" y="3739"/>
                    </a:lnTo>
                    <a:lnTo>
                      <a:pt x="22158" y="4656"/>
                    </a:lnTo>
                    <a:lnTo>
                      <a:pt x="22182" y="4537"/>
                    </a:lnTo>
                    <a:lnTo>
                      <a:pt x="16467" y="3620"/>
                    </a:lnTo>
                    <a:lnTo>
                      <a:pt x="1566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9"/>
              <p:cNvSpPr/>
              <p:nvPr/>
            </p:nvSpPr>
            <p:spPr>
              <a:xfrm>
                <a:off x="3355475" y="6475250"/>
                <a:ext cx="31875" cy="26900"/>
              </a:xfrm>
              <a:custGeom>
                <a:rect b="b" l="l" r="r" t="t"/>
                <a:pathLst>
                  <a:path extrusionOk="0" h="1076" w="1275">
                    <a:moveTo>
                      <a:pt x="705" y="128"/>
                    </a:moveTo>
                    <a:cubicBezTo>
                      <a:pt x="755" y="128"/>
                      <a:pt x="805" y="162"/>
                      <a:pt x="834" y="218"/>
                    </a:cubicBezTo>
                    <a:cubicBezTo>
                      <a:pt x="869" y="290"/>
                      <a:pt x="857" y="361"/>
                      <a:pt x="810" y="397"/>
                    </a:cubicBezTo>
                    <a:cubicBezTo>
                      <a:pt x="800" y="402"/>
                      <a:pt x="789" y="404"/>
                      <a:pt x="777" y="404"/>
                    </a:cubicBezTo>
                    <a:cubicBezTo>
                      <a:pt x="733" y="404"/>
                      <a:pt x="681" y="370"/>
                      <a:pt x="643" y="314"/>
                    </a:cubicBezTo>
                    <a:cubicBezTo>
                      <a:pt x="607" y="242"/>
                      <a:pt x="619" y="171"/>
                      <a:pt x="667" y="135"/>
                    </a:cubicBezTo>
                    <a:cubicBezTo>
                      <a:pt x="679" y="130"/>
                      <a:pt x="692" y="128"/>
                      <a:pt x="705" y="128"/>
                    </a:cubicBezTo>
                    <a:close/>
                    <a:moveTo>
                      <a:pt x="827" y="1"/>
                    </a:moveTo>
                    <a:cubicBezTo>
                      <a:pt x="767" y="1"/>
                      <a:pt x="694" y="20"/>
                      <a:pt x="607" y="64"/>
                    </a:cubicBezTo>
                    <a:cubicBezTo>
                      <a:pt x="0" y="361"/>
                      <a:pt x="1024" y="1076"/>
                      <a:pt x="1024" y="1076"/>
                    </a:cubicBezTo>
                    <a:cubicBezTo>
                      <a:pt x="1024" y="1076"/>
                      <a:pt x="1274" y="1"/>
                      <a:pt x="82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9"/>
              <p:cNvSpPr/>
              <p:nvPr/>
            </p:nvSpPr>
            <p:spPr>
              <a:xfrm>
                <a:off x="3832025" y="6493900"/>
                <a:ext cx="34775" cy="27300"/>
              </a:xfrm>
              <a:custGeom>
                <a:rect b="b" l="l" r="r" t="t"/>
                <a:pathLst>
                  <a:path extrusionOk="0" h="1092" w="1391">
                    <a:moveTo>
                      <a:pt x="730" y="102"/>
                    </a:moveTo>
                    <a:cubicBezTo>
                      <a:pt x="776" y="102"/>
                      <a:pt x="835" y="148"/>
                      <a:pt x="845" y="222"/>
                    </a:cubicBezTo>
                    <a:cubicBezTo>
                      <a:pt x="869" y="294"/>
                      <a:pt x="845" y="377"/>
                      <a:pt x="786" y="389"/>
                    </a:cubicBezTo>
                    <a:cubicBezTo>
                      <a:pt x="780" y="390"/>
                      <a:pt x="774" y="391"/>
                      <a:pt x="768" y="391"/>
                    </a:cubicBezTo>
                    <a:cubicBezTo>
                      <a:pt x="715" y="391"/>
                      <a:pt x="664" y="345"/>
                      <a:pt x="643" y="270"/>
                    </a:cubicBezTo>
                    <a:cubicBezTo>
                      <a:pt x="631" y="199"/>
                      <a:pt x="655" y="127"/>
                      <a:pt x="714" y="103"/>
                    </a:cubicBezTo>
                    <a:cubicBezTo>
                      <a:pt x="719" y="102"/>
                      <a:pt x="724" y="102"/>
                      <a:pt x="730" y="102"/>
                    </a:cubicBezTo>
                    <a:close/>
                    <a:moveTo>
                      <a:pt x="817" y="0"/>
                    </a:moveTo>
                    <a:cubicBezTo>
                      <a:pt x="773" y="0"/>
                      <a:pt x="724" y="7"/>
                      <a:pt x="667" y="20"/>
                    </a:cubicBezTo>
                    <a:cubicBezTo>
                      <a:pt x="0" y="175"/>
                      <a:pt x="845" y="1092"/>
                      <a:pt x="845" y="1092"/>
                    </a:cubicBezTo>
                    <a:cubicBezTo>
                      <a:pt x="845" y="1092"/>
                      <a:pt x="1391" y="0"/>
                      <a:pt x="81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9"/>
              <p:cNvSpPr/>
              <p:nvPr/>
            </p:nvSpPr>
            <p:spPr>
              <a:xfrm>
                <a:off x="3704925" y="6362225"/>
                <a:ext cx="31900" cy="26825"/>
              </a:xfrm>
              <a:custGeom>
                <a:rect b="b" l="l" r="r" t="t"/>
                <a:pathLst>
                  <a:path extrusionOk="0" h="1073" w="1276">
                    <a:moveTo>
                      <a:pt x="716" y="130"/>
                    </a:moveTo>
                    <a:cubicBezTo>
                      <a:pt x="762" y="130"/>
                      <a:pt x="807" y="163"/>
                      <a:pt x="834" y="215"/>
                    </a:cubicBezTo>
                    <a:cubicBezTo>
                      <a:pt x="869" y="286"/>
                      <a:pt x="857" y="370"/>
                      <a:pt x="810" y="394"/>
                    </a:cubicBezTo>
                    <a:cubicBezTo>
                      <a:pt x="800" y="399"/>
                      <a:pt x="788" y="401"/>
                      <a:pt x="777" y="401"/>
                    </a:cubicBezTo>
                    <a:cubicBezTo>
                      <a:pt x="733" y="401"/>
                      <a:pt x="683" y="369"/>
                      <a:pt x="655" y="322"/>
                    </a:cubicBezTo>
                    <a:cubicBezTo>
                      <a:pt x="607" y="251"/>
                      <a:pt x="619" y="167"/>
                      <a:pt x="667" y="144"/>
                    </a:cubicBezTo>
                    <a:cubicBezTo>
                      <a:pt x="683" y="134"/>
                      <a:pt x="700" y="130"/>
                      <a:pt x="716" y="130"/>
                    </a:cubicBezTo>
                    <a:close/>
                    <a:moveTo>
                      <a:pt x="823" y="1"/>
                    </a:moveTo>
                    <a:cubicBezTo>
                      <a:pt x="764" y="1"/>
                      <a:pt x="692" y="19"/>
                      <a:pt x="607" y="60"/>
                    </a:cubicBezTo>
                    <a:cubicBezTo>
                      <a:pt x="0" y="370"/>
                      <a:pt x="1024" y="1072"/>
                      <a:pt x="1024" y="1072"/>
                    </a:cubicBezTo>
                    <a:cubicBezTo>
                      <a:pt x="1024" y="1072"/>
                      <a:pt x="1276" y="1"/>
                      <a:pt x="82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" name="Google Shape;174;p19"/>
              <p:cNvSpPr/>
              <p:nvPr/>
            </p:nvSpPr>
            <p:spPr>
              <a:xfrm>
                <a:off x="3476025" y="6620825"/>
                <a:ext cx="31875" cy="26875"/>
              </a:xfrm>
              <a:custGeom>
                <a:rect b="b" l="l" r="r" t="t"/>
                <a:pathLst>
                  <a:path extrusionOk="0" h="1075" w="1275">
                    <a:moveTo>
                      <a:pt x="709" y="132"/>
                    </a:moveTo>
                    <a:cubicBezTo>
                      <a:pt x="751" y="132"/>
                      <a:pt x="799" y="165"/>
                      <a:pt x="834" y="218"/>
                    </a:cubicBezTo>
                    <a:cubicBezTo>
                      <a:pt x="869" y="289"/>
                      <a:pt x="857" y="360"/>
                      <a:pt x="810" y="396"/>
                    </a:cubicBezTo>
                    <a:cubicBezTo>
                      <a:pt x="797" y="401"/>
                      <a:pt x="784" y="403"/>
                      <a:pt x="771" y="403"/>
                    </a:cubicBezTo>
                    <a:cubicBezTo>
                      <a:pt x="722" y="403"/>
                      <a:pt x="671" y="369"/>
                      <a:pt x="643" y="313"/>
                    </a:cubicBezTo>
                    <a:cubicBezTo>
                      <a:pt x="607" y="241"/>
                      <a:pt x="619" y="170"/>
                      <a:pt x="667" y="146"/>
                    </a:cubicBezTo>
                    <a:cubicBezTo>
                      <a:pt x="680" y="137"/>
                      <a:pt x="694" y="132"/>
                      <a:pt x="709" y="132"/>
                    </a:cubicBezTo>
                    <a:close/>
                    <a:moveTo>
                      <a:pt x="827" y="0"/>
                    </a:moveTo>
                    <a:cubicBezTo>
                      <a:pt x="767" y="0"/>
                      <a:pt x="694" y="19"/>
                      <a:pt x="607" y="63"/>
                    </a:cubicBezTo>
                    <a:cubicBezTo>
                      <a:pt x="0" y="360"/>
                      <a:pt x="1024" y="1075"/>
                      <a:pt x="1024" y="1075"/>
                    </a:cubicBezTo>
                    <a:cubicBezTo>
                      <a:pt x="1024" y="1075"/>
                      <a:pt x="1274" y="0"/>
                      <a:pt x="8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" name="Google Shape;175;p19"/>
              <p:cNvSpPr/>
              <p:nvPr/>
            </p:nvSpPr>
            <p:spPr>
              <a:xfrm>
                <a:off x="3753425" y="6627150"/>
                <a:ext cx="35050" cy="27400"/>
              </a:xfrm>
              <a:custGeom>
                <a:rect b="b" l="l" r="r" t="t"/>
                <a:pathLst>
                  <a:path extrusionOk="0" h="1096" w="1402">
                    <a:moveTo>
                      <a:pt x="721" y="106"/>
                    </a:moveTo>
                    <a:cubicBezTo>
                      <a:pt x="774" y="106"/>
                      <a:pt x="824" y="152"/>
                      <a:pt x="834" y="226"/>
                    </a:cubicBezTo>
                    <a:cubicBezTo>
                      <a:pt x="846" y="298"/>
                      <a:pt x="822" y="381"/>
                      <a:pt x="763" y="393"/>
                    </a:cubicBezTo>
                    <a:cubicBezTo>
                      <a:pt x="703" y="393"/>
                      <a:pt x="644" y="346"/>
                      <a:pt x="632" y="262"/>
                    </a:cubicBezTo>
                    <a:cubicBezTo>
                      <a:pt x="620" y="191"/>
                      <a:pt x="644" y="119"/>
                      <a:pt x="703" y="107"/>
                    </a:cubicBezTo>
                    <a:cubicBezTo>
                      <a:pt x="709" y="106"/>
                      <a:pt x="715" y="106"/>
                      <a:pt x="721" y="106"/>
                    </a:cubicBezTo>
                    <a:close/>
                    <a:moveTo>
                      <a:pt x="788" y="1"/>
                    </a:moveTo>
                    <a:cubicBezTo>
                      <a:pt x="752" y="1"/>
                      <a:pt x="712" y="4"/>
                      <a:pt x="668" y="12"/>
                    </a:cubicBezTo>
                    <a:cubicBezTo>
                      <a:pt x="1" y="131"/>
                      <a:pt x="775" y="1096"/>
                      <a:pt x="775" y="1096"/>
                    </a:cubicBezTo>
                    <a:cubicBezTo>
                      <a:pt x="775" y="1096"/>
                      <a:pt x="1402" y="1"/>
                      <a:pt x="78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9"/>
              <p:cNvSpPr/>
              <p:nvPr/>
            </p:nvSpPr>
            <p:spPr>
              <a:xfrm>
                <a:off x="3663250" y="6553325"/>
                <a:ext cx="31900" cy="26825"/>
              </a:xfrm>
              <a:custGeom>
                <a:rect b="b" l="l" r="r" t="t"/>
                <a:pathLst>
                  <a:path extrusionOk="0" h="1073" w="1276">
                    <a:moveTo>
                      <a:pt x="713" y="134"/>
                    </a:moveTo>
                    <a:cubicBezTo>
                      <a:pt x="760" y="134"/>
                      <a:pt x="807" y="161"/>
                      <a:pt x="834" y="215"/>
                    </a:cubicBezTo>
                    <a:cubicBezTo>
                      <a:pt x="869" y="286"/>
                      <a:pt x="857" y="370"/>
                      <a:pt x="810" y="393"/>
                    </a:cubicBezTo>
                    <a:cubicBezTo>
                      <a:pt x="798" y="399"/>
                      <a:pt x="785" y="402"/>
                      <a:pt x="771" y="402"/>
                    </a:cubicBezTo>
                    <a:cubicBezTo>
                      <a:pt x="729" y="402"/>
                      <a:pt x="682" y="376"/>
                      <a:pt x="655" y="322"/>
                    </a:cubicBezTo>
                    <a:cubicBezTo>
                      <a:pt x="607" y="251"/>
                      <a:pt x="619" y="167"/>
                      <a:pt x="667" y="143"/>
                    </a:cubicBezTo>
                    <a:cubicBezTo>
                      <a:pt x="682" y="137"/>
                      <a:pt x="697" y="134"/>
                      <a:pt x="713" y="134"/>
                    </a:cubicBezTo>
                    <a:close/>
                    <a:moveTo>
                      <a:pt x="823" y="1"/>
                    </a:moveTo>
                    <a:cubicBezTo>
                      <a:pt x="764" y="1"/>
                      <a:pt x="693" y="19"/>
                      <a:pt x="607" y="60"/>
                    </a:cubicBezTo>
                    <a:cubicBezTo>
                      <a:pt x="0" y="370"/>
                      <a:pt x="1024" y="1072"/>
                      <a:pt x="1024" y="1072"/>
                    </a:cubicBezTo>
                    <a:cubicBezTo>
                      <a:pt x="1024" y="1072"/>
                      <a:pt x="1276" y="1"/>
                      <a:pt x="82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77" name="Google Shape;177;p19"/>
          <p:cNvGrpSpPr/>
          <p:nvPr/>
        </p:nvGrpSpPr>
        <p:grpSpPr>
          <a:xfrm>
            <a:off x="7577543" y="3676183"/>
            <a:ext cx="1272156" cy="1313118"/>
            <a:chOff x="7577543" y="3676183"/>
            <a:chExt cx="1272156" cy="1313118"/>
          </a:xfrm>
        </p:grpSpPr>
        <p:sp>
          <p:nvSpPr>
            <p:cNvPr id="178" name="Google Shape;178;p19"/>
            <p:cNvSpPr/>
            <p:nvPr/>
          </p:nvSpPr>
          <p:spPr>
            <a:xfrm>
              <a:off x="7753640" y="4923601"/>
              <a:ext cx="849900" cy="65700"/>
            </a:xfrm>
            <a:prstGeom prst="ellipse">
              <a:avLst/>
            </a:prstGeom>
            <a:solidFill>
              <a:srgbClr val="033342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9" name="Google Shape;179;p19"/>
            <p:cNvGrpSpPr/>
            <p:nvPr/>
          </p:nvGrpSpPr>
          <p:grpSpPr>
            <a:xfrm flipH="1">
              <a:off x="7577543" y="3676183"/>
              <a:ext cx="1272156" cy="1298731"/>
              <a:chOff x="5518825" y="5502600"/>
              <a:chExt cx="603375" cy="580750"/>
            </a:xfrm>
          </p:grpSpPr>
          <p:sp>
            <p:nvSpPr>
              <p:cNvPr id="180" name="Google Shape;180;p19"/>
              <p:cNvSpPr/>
              <p:nvPr/>
            </p:nvSpPr>
            <p:spPr>
              <a:xfrm>
                <a:off x="5518825" y="5502600"/>
                <a:ext cx="400075" cy="580750"/>
              </a:xfrm>
              <a:custGeom>
                <a:rect b="b" l="l" r="r" t="t"/>
                <a:pathLst>
                  <a:path extrusionOk="0" h="23230" w="16003">
                    <a:moveTo>
                      <a:pt x="10859" y="1"/>
                    </a:moveTo>
                    <a:cubicBezTo>
                      <a:pt x="7502" y="763"/>
                      <a:pt x="4597" y="2548"/>
                      <a:pt x="2668" y="5037"/>
                    </a:cubicBezTo>
                    <a:cubicBezTo>
                      <a:pt x="727" y="7549"/>
                      <a:pt x="1" y="10454"/>
                      <a:pt x="632" y="13228"/>
                    </a:cubicBezTo>
                    <a:cubicBezTo>
                      <a:pt x="1275" y="16014"/>
                      <a:pt x="3180" y="18312"/>
                      <a:pt x="6025" y="19729"/>
                    </a:cubicBezTo>
                    <a:cubicBezTo>
                      <a:pt x="7871" y="20646"/>
                      <a:pt x="9954" y="21110"/>
                      <a:pt x="12109" y="21110"/>
                    </a:cubicBezTo>
                    <a:cubicBezTo>
                      <a:pt x="12443" y="21110"/>
                      <a:pt x="12776" y="21098"/>
                      <a:pt x="13110" y="21075"/>
                    </a:cubicBezTo>
                    <a:lnTo>
                      <a:pt x="13110" y="21075"/>
                    </a:lnTo>
                    <a:lnTo>
                      <a:pt x="12824" y="22706"/>
                    </a:lnTo>
                    <a:lnTo>
                      <a:pt x="10788" y="22360"/>
                    </a:lnTo>
                    <a:lnTo>
                      <a:pt x="11216" y="23230"/>
                    </a:lnTo>
                    <a:lnTo>
                      <a:pt x="15574" y="23230"/>
                    </a:lnTo>
                    <a:lnTo>
                      <a:pt x="16003" y="22313"/>
                    </a:lnTo>
                    <a:lnTo>
                      <a:pt x="13907" y="22670"/>
                    </a:lnTo>
                    <a:lnTo>
                      <a:pt x="13538" y="21039"/>
                    </a:lnTo>
                    <a:cubicBezTo>
                      <a:pt x="14217" y="20979"/>
                      <a:pt x="14907" y="20860"/>
                      <a:pt x="15598" y="20705"/>
                    </a:cubicBezTo>
                    <a:lnTo>
                      <a:pt x="15455" y="20098"/>
                    </a:lnTo>
                    <a:cubicBezTo>
                      <a:pt x="14335" y="20355"/>
                      <a:pt x="13210" y="20483"/>
                      <a:pt x="12106" y="20483"/>
                    </a:cubicBezTo>
                    <a:cubicBezTo>
                      <a:pt x="10043" y="20483"/>
                      <a:pt x="8052" y="20038"/>
                      <a:pt x="6299" y="19170"/>
                    </a:cubicBezTo>
                    <a:cubicBezTo>
                      <a:pt x="3632" y="17848"/>
                      <a:pt x="1834" y="15681"/>
                      <a:pt x="1239" y="13097"/>
                    </a:cubicBezTo>
                    <a:cubicBezTo>
                      <a:pt x="644" y="10502"/>
                      <a:pt x="1334" y="7775"/>
                      <a:pt x="3156" y="5418"/>
                    </a:cubicBezTo>
                    <a:cubicBezTo>
                      <a:pt x="5001" y="3049"/>
                      <a:pt x="7787" y="1334"/>
                      <a:pt x="10990" y="608"/>
                    </a:cubicBezTo>
                    <a:lnTo>
                      <a:pt x="1085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9"/>
              <p:cNvSpPr/>
              <p:nvPr/>
            </p:nvSpPr>
            <p:spPr>
              <a:xfrm>
                <a:off x="5575100" y="5527025"/>
                <a:ext cx="547100" cy="458400"/>
              </a:xfrm>
              <a:custGeom>
                <a:rect b="b" l="l" r="r" t="t"/>
                <a:pathLst>
                  <a:path extrusionOk="0" h="18336" w="21884">
                    <a:moveTo>
                      <a:pt x="11390" y="0"/>
                    </a:moveTo>
                    <a:cubicBezTo>
                      <a:pt x="10437" y="0"/>
                      <a:pt x="9459" y="108"/>
                      <a:pt x="8477" y="333"/>
                    </a:cubicBezTo>
                    <a:cubicBezTo>
                      <a:pt x="7251" y="607"/>
                      <a:pt x="6120" y="1048"/>
                      <a:pt x="5096" y="1619"/>
                    </a:cubicBezTo>
                    <a:lnTo>
                      <a:pt x="560" y="7227"/>
                    </a:lnTo>
                    <a:lnTo>
                      <a:pt x="0" y="10227"/>
                    </a:lnTo>
                    <a:lnTo>
                      <a:pt x="1286" y="13109"/>
                    </a:lnTo>
                    <a:lnTo>
                      <a:pt x="1667" y="15502"/>
                    </a:lnTo>
                    <a:cubicBezTo>
                      <a:pt x="2810" y="16752"/>
                      <a:pt x="4334" y="17704"/>
                      <a:pt x="6084" y="18252"/>
                    </a:cubicBezTo>
                    <a:lnTo>
                      <a:pt x="7822" y="18335"/>
                    </a:lnTo>
                    <a:lnTo>
                      <a:pt x="11132" y="17419"/>
                    </a:lnTo>
                    <a:lnTo>
                      <a:pt x="13978" y="16823"/>
                    </a:lnTo>
                    <a:lnTo>
                      <a:pt x="17478" y="16240"/>
                    </a:lnTo>
                    <a:cubicBezTo>
                      <a:pt x="20288" y="14097"/>
                      <a:pt x="21884" y="10906"/>
                      <a:pt x="21479" y="7691"/>
                    </a:cubicBezTo>
                    <a:lnTo>
                      <a:pt x="18729" y="3095"/>
                    </a:lnTo>
                    <a:lnTo>
                      <a:pt x="15133" y="583"/>
                    </a:lnTo>
                    <a:cubicBezTo>
                      <a:pt x="13967" y="204"/>
                      <a:pt x="12702" y="0"/>
                      <a:pt x="1139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9"/>
              <p:cNvSpPr/>
              <p:nvPr/>
            </p:nvSpPr>
            <p:spPr>
              <a:xfrm>
                <a:off x="5727200" y="5908950"/>
                <a:ext cx="284875" cy="88100"/>
              </a:xfrm>
              <a:custGeom>
                <a:rect b="b" l="l" r="r" t="t"/>
                <a:pathLst>
                  <a:path extrusionOk="0" h="3524" w="11395">
                    <a:moveTo>
                      <a:pt x="8679" y="0"/>
                    </a:moveTo>
                    <a:cubicBezTo>
                      <a:pt x="6842" y="0"/>
                      <a:pt x="4693" y="745"/>
                      <a:pt x="3358" y="1439"/>
                    </a:cubicBezTo>
                    <a:cubicBezTo>
                      <a:pt x="2500" y="1880"/>
                      <a:pt x="1667" y="2332"/>
                      <a:pt x="798" y="2713"/>
                    </a:cubicBezTo>
                    <a:cubicBezTo>
                      <a:pt x="548" y="2808"/>
                      <a:pt x="274" y="2916"/>
                      <a:pt x="0" y="2975"/>
                    </a:cubicBezTo>
                    <a:cubicBezTo>
                      <a:pt x="1132" y="3334"/>
                      <a:pt x="2352" y="3524"/>
                      <a:pt x="3615" y="3524"/>
                    </a:cubicBezTo>
                    <a:cubicBezTo>
                      <a:pt x="4571" y="3524"/>
                      <a:pt x="5552" y="3415"/>
                      <a:pt x="6537" y="3189"/>
                    </a:cubicBezTo>
                    <a:cubicBezTo>
                      <a:pt x="8382" y="2773"/>
                      <a:pt x="10025" y="1987"/>
                      <a:pt x="11394" y="963"/>
                    </a:cubicBezTo>
                    <a:cubicBezTo>
                      <a:pt x="10759" y="265"/>
                      <a:pt x="9774" y="0"/>
                      <a:pt x="86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9"/>
              <p:cNvSpPr/>
              <p:nvPr/>
            </p:nvSpPr>
            <p:spPr>
              <a:xfrm>
                <a:off x="5546525" y="5567500"/>
                <a:ext cx="180700" cy="347075"/>
              </a:xfrm>
              <a:custGeom>
                <a:rect b="b" l="l" r="r" t="t"/>
                <a:pathLst>
                  <a:path extrusionOk="0" h="13883" w="7228">
                    <a:moveTo>
                      <a:pt x="6239" y="0"/>
                    </a:moveTo>
                    <a:cubicBezTo>
                      <a:pt x="2274" y="2191"/>
                      <a:pt x="0" y="6275"/>
                      <a:pt x="905" y="10251"/>
                    </a:cubicBezTo>
                    <a:cubicBezTo>
                      <a:pt x="1215" y="11632"/>
                      <a:pt x="1893" y="12859"/>
                      <a:pt x="2810" y="13883"/>
                    </a:cubicBezTo>
                    <a:cubicBezTo>
                      <a:pt x="2893" y="13609"/>
                      <a:pt x="3036" y="13359"/>
                      <a:pt x="3179" y="13156"/>
                    </a:cubicBezTo>
                    <a:cubicBezTo>
                      <a:pt x="3798" y="12216"/>
                      <a:pt x="5001" y="11704"/>
                      <a:pt x="4977" y="10418"/>
                    </a:cubicBezTo>
                    <a:cubicBezTo>
                      <a:pt x="4917" y="8573"/>
                      <a:pt x="1703" y="9894"/>
                      <a:pt x="1619" y="8049"/>
                    </a:cubicBezTo>
                    <a:cubicBezTo>
                      <a:pt x="1589" y="7321"/>
                      <a:pt x="1909" y="7123"/>
                      <a:pt x="2336" y="7123"/>
                    </a:cubicBezTo>
                    <a:cubicBezTo>
                      <a:pt x="2847" y="7123"/>
                      <a:pt x="3511" y="7408"/>
                      <a:pt x="3909" y="7408"/>
                    </a:cubicBezTo>
                    <a:cubicBezTo>
                      <a:pt x="4098" y="7408"/>
                      <a:pt x="4226" y="7344"/>
                      <a:pt x="4251" y="7156"/>
                    </a:cubicBezTo>
                    <a:cubicBezTo>
                      <a:pt x="4298" y="6810"/>
                      <a:pt x="3465" y="6310"/>
                      <a:pt x="3298" y="6001"/>
                    </a:cubicBezTo>
                    <a:cubicBezTo>
                      <a:pt x="2965" y="5334"/>
                      <a:pt x="3465" y="4917"/>
                      <a:pt x="4072" y="4715"/>
                    </a:cubicBezTo>
                    <a:cubicBezTo>
                      <a:pt x="5251" y="4322"/>
                      <a:pt x="6679" y="4524"/>
                      <a:pt x="7013" y="2989"/>
                    </a:cubicBezTo>
                    <a:cubicBezTo>
                      <a:pt x="7227" y="1977"/>
                      <a:pt x="6799" y="953"/>
                      <a:pt x="623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" name="Google Shape;184;p19"/>
              <p:cNvSpPr/>
              <p:nvPr/>
            </p:nvSpPr>
            <p:spPr>
              <a:xfrm>
                <a:off x="5913225" y="5541600"/>
                <a:ext cx="198850" cy="317400"/>
              </a:xfrm>
              <a:custGeom>
                <a:rect b="b" l="l" r="r" t="t"/>
                <a:pathLst>
                  <a:path extrusionOk="0" h="12696" w="7954">
                    <a:moveTo>
                      <a:pt x="1608" y="0"/>
                    </a:moveTo>
                    <a:cubicBezTo>
                      <a:pt x="1667" y="524"/>
                      <a:pt x="1834" y="1060"/>
                      <a:pt x="2048" y="1512"/>
                    </a:cubicBezTo>
                    <a:cubicBezTo>
                      <a:pt x="2418" y="2286"/>
                      <a:pt x="2977" y="2096"/>
                      <a:pt x="3727" y="2286"/>
                    </a:cubicBezTo>
                    <a:cubicBezTo>
                      <a:pt x="4311" y="2429"/>
                      <a:pt x="5073" y="2727"/>
                      <a:pt x="4846" y="3429"/>
                    </a:cubicBezTo>
                    <a:cubicBezTo>
                      <a:pt x="4584" y="4322"/>
                      <a:pt x="3703" y="4894"/>
                      <a:pt x="3191" y="5620"/>
                    </a:cubicBezTo>
                    <a:cubicBezTo>
                      <a:pt x="2072" y="7215"/>
                      <a:pt x="1" y="10228"/>
                      <a:pt x="2275" y="11764"/>
                    </a:cubicBezTo>
                    <a:cubicBezTo>
                      <a:pt x="2992" y="12225"/>
                      <a:pt x="4002" y="12695"/>
                      <a:pt x="4914" y="12695"/>
                    </a:cubicBezTo>
                    <a:cubicBezTo>
                      <a:pt x="5061" y="12695"/>
                      <a:pt x="5206" y="12683"/>
                      <a:pt x="5346" y="12657"/>
                    </a:cubicBezTo>
                    <a:cubicBezTo>
                      <a:pt x="6406" y="12466"/>
                      <a:pt x="5882" y="11597"/>
                      <a:pt x="5466" y="11061"/>
                    </a:cubicBezTo>
                    <a:cubicBezTo>
                      <a:pt x="4930" y="10287"/>
                      <a:pt x="4168" y="9073"/>
                      <a:pt x="4965" y="8239"/>
                    </a:cubicBezTo>
                    <a:cubicBezTo>
                      <a:pt x="5668" y="7489"/>
                      <a:pt x="6847" y="7120"/>
                      <a:pt x="7954" y="7108"/>
                    </a:cubicBezTo>
                    <a:cubicBezTo>
                      <a:pt x="7918" y="6858"/>
                      <a:pt x="7871" y="6608"/>
                      <a:pt x="7811" y="6346"/>
                    </a:cubicBezTo>
                    <a:cubicBezTo>
                      <a:pt x="7121" y="3310"/>
                      <a:pt x="4715" y="1024"/>
                      <a:pt x="160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" name="Google Shape;186;p20"/>
          <p:cNvGrpSpPr/>
          <p:nvPr/>
        </p:nvGrpSpPr>
        <p:grpSpPr>
          <a:xfrm>
            <a:off x="0" y="0"/>
            <a:ext cx="9144003" cy="5143501"/>
            <a:chOff x="0" y="0"/>
            <a:chExt cx="9144003" cy="5143501"/>
          </a:xfrm>
        </p:grpSpPr>
        <p:pic>
          <p:nvPicPr>
            <p:cNvPr id="187" name="Google Shape;187;p20"/>
            <p:cNvPicPr preferRelativeResize="0"/>
            <p:nvPr/>
          </p:nvPicPr>
          <p:blipFill rotWithShape="1">
            <a:blip r:embed="rId2">
              <a:alphaModFix/>
            </a:blip>
            <a:srcRect b="8068" l="0" r="0" t="8060"/>
            <a:stretch/>
          </p:blipFill>
          <p:spPr>
            <a:xfrm>
              <a:off x="0" y="0"/>
              <a:ext cx="9144003" cy="5143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8" name="Google Shape;188;p20"/>
            <p:cNvSpPr/>
            <p:nvPr/>
          </p:nvSpPr>
          <p:spPr>
            <a:xfrm>
              <a:off x="209980" y="194500"/>
              <a:ext cx="8763466" cy="4752275"/>
            </a:xfrm>
            <a:custGeom>
              <a:rect b="b" l="l" r="r" t="t"/>
              <a:pathLst>
                <a:path extrusionOk="0" h="147209" w="271904">
                  <a:moveTo>
                    <a:pt x="596" y="0"/>
                  </a:moveTo>
                  <a:lnTo>
                    <a:pt x="596" y="0"/>
                  </a:lnTo>
                  <a:cubicBezTo>
                    <a:pt x="2025" y="5965"/>
                    <a:pt x="3072" y="13895"/>
                    <a:pt x="3644" y="22312"/>
                  </a:cubicBezTo>
                  <a:cubicBezTo>
                    <a:pt x="7942" y="23515"/>
                    <a:pt x="13609" y="23932"/>
                    <a:pt x="5085" y="25063"/>
                  </a:cubicBezTo>
                  <a:cubicBezTo>
                    <a:pt x="5096" y="25110"/>
                    <a:pt x="5108" y="25146"/>
                    <a:pt x="5120" y="25194"/>
                  </a:cubicBezTo>
                  <a:cubicBezTo>
                    <a:pt x="5263" y="25301"/>
                    <a:pt x="5394" y="25396"/>
                    <a:pt x="5525" y="25503"/>
                  </a:cubicBezTo>
                  <a:cubicBezTo>
                    <a:pt x="5692" y="25539"/>
                    <a:pt x="5954" y="25479"/>
                    <a:pt x="6037" y="25658"/>
                  </a:cubicBezTo>
                  <a:cubicBezTo>
                    <a:pt x="8561" y="26230"/>
                    <a:pt x="4561" y="26670"/>
                    <a:pt x="3894" y="26789"/>
                  </a:cubicBezTo>
                  <a:cubicBezTo>
                    <a:pt x="4203" y="33719"/>
                    <a:pt x="4192" y="40803"/>
                    <a:pt x="3787" y="47256"/>
                  </a:cubicBezTo>
                  <a:cubicBezTo>
                    <a:pt x="2560" y="47137"/>
                    <a:pt x="1298" y="47006"/>
                    <a:pt x="1" y="46875"/>
                  </a:cubicBezTo>
                  <a:lnTo>
                    <a:pt x="1" y="46875"/>
                  </a:lnTo>
                  <a:cubicBezTo>
                    <a:pt x="1429" y="52840"/>
                    <a:pt x="2477" y="60770"/>
                    <a:pt x="3049" y="69199"/>
                  </a:cubicBezTo>
                  <a:cubicBezTo>
                    <a:pt x="7347" y="70402"/>
                    <a:pt x="13014" y="70818"/>
                    <a:pt x="4489" y="71949"/>
                  </a:cubicBezTo>
                  <a:cubicBezTo>
                    <a:pt x="4501" y="71985"/>
                    <a:pt x="4513" y="72033"/>
                    <a:pt x="4525" y="72069"/>
                  </a:cubicBezTo>
                  <a:cubicBezTo>
                    <a:pt x="4668" y="72176"/>
                    <a:pt x="4787" y="72283"/>
                    <a:pt x="4930" y="72390"/>
                  </a:cubicBezTo>
                  <a:cubicBezTo>
                    <a:pt x="5096" y="72414"/>
                    <a:pt x="5358" y="72366"/>
                    <a:pt x="5442" y="72545"/>
                  </a:cubicBezTo>
                  <a:cubicBezTo>
                    <a:pt x="7966" y="73104"/>
                    <a:pt x="3965" y="73557"/>
                    <a:pt x="3299" y="73664"/>
                  </a:cubicBezTo>
                  <a:cubicBezTo>
                    <a:pt x="3513" y="78510"/>
                    <a:pt x="3572" y="83427"/>
                    <a:pt x="3453" y="88154"/>
                  </a:cubicBezTo>
                  <a:cubicBezTo>
                    <a:pt x="2322" y="88047"/>
                    <a:pt x="1179" y="87928"/>
                    <a:pt x="1" y="87809"/>
                  </a:cubicBezTo>
                  <a:lnTo>
                    <a:pt x="1" y="87809"/>
                  </a:lnTo>
                  <a:cubicBezTo>
                    <a:pt x="989" y="91940"/>
                    <a:pt x="1798" y="97036"/>
                    <a:pt x="2394" y="102584"/>
                  </a:cubicBezTo>
                  <a:cubicBezTo>
                    <a:pt x="2239" y="103727"/>
                    <a:pt x="2072" y="104834"/>
                    <a:pt x="1882" y="105894"/>
                  </a:cubicBezTo>
                  <a:cubicBezTo>
                    <a:pt x="2156" y="105870"/>
                    <a:pt x="2429" y="105846"/>
                    <a:pt x="2715" y="105811"/>
                  </a:cubicBezTo>
                  <a:cubicBezTo>
                    <a:pt x="2834" y="107228"/>
                    <a:pt x="2953" y="108668"/>
                    <a:pt x="3049" y="110121"/>
                  </a:cubicBezTo>
                  <a:cubicBezTo>
                    <a:pt x="7347" y="111323"/>
                    <a:pt x="13014" y="111740"/>
                    <a:pt x="4489" y="112871"/>
                  </a:cubicBezTo>
                  <a:cubicBezTo>
                    <a:pt x="4501" y="112919"/>
                    <a:pt x="4513" y="112954"/>
                    <a:pt x="4525" y="113002"/>
                  </a:cubicBezTo>
                  <a:cubicBezTo>
                    <a:pt x="4668" y="113109"/>
                    <a:pt x="4799" y="113205"/>
                    <a:pt x="4930" y="113312"/>
                  </a:cubicBezTo>
                  <a:cubicBezTo>
                    <a:pt x="5096" y="113347"/>
                    <a:pt x="5358" y="113288"/>
                    <a:pt x="5442" y="113466"/>
                  </a:cubicBezTo>
                  <a:cubicBezTo>
                    <a:pt x="7966" y="114038"/>
                    <a:pt x="3965" y="114478"/>
                    <a:pt x="3299" y="114598"/>
                  </a:cubicBezTo>
                  <a:cubicBezTo>
                    <a:pt x="3822" y="126123"/>
                    <a:pt x="4668" y="127147"/>
                    <a:pt x="3120" y="135886"/>
                  </a:cubicBezTo>
                  <a:cubicBezTo>
                    <a:pt x="4608" y="136338"/>
                    <a:pt x="14133" y="147209"/>
                    <a:pt x="14133" y="147209"/>
                  </a:cubicBezTo>
                  <a:cubicBezTo>
                    <a:pt x="14133" y="147209"/>
                    <a:pt x="16765" y="146220"/>
                    <a:pt x="20479" y="146137"/>
                  </a:cubicBezTo>
                  <a:cubicBezTo>
                    <a:pt x="20503" y="146054"/>
                    <a:pt x="20539" y="145959"/>
                    <a:pt x="20563" y="145875"/>
                  </a:cubicBezTo>
                  <a:lnTo>
                    <a:pt x="20563" y="145875"/>
                  </a:lnTo>
                  <a:cubicBezTo>
                    <a:pt x="20491" y="146340"/>
                    <a:pt x="23242" y="146363"/>
                    <a:pt x="23158" y="146816"/>
                  </a:cubicBezTo>
                  <a:cubicBezTo>
                    <a:pt x="29516" y="146220"/>
                    <a:pt x="36481" y="145875"/>
                    <a:pt x="44589" y="145697"/>
                  </a:cubicBezTo>
                  <a:cubicBezTo>
                    <a:pt x="44613" y="145625"/>
                    <a:pt x="44637" y="145554"/>
                    <a:pt x="44661" y="145494"/>
                  </a:cubicBezTo>
                  <a:cubicBezTo>
                    <a:pt x="45090" y="145494"/>
                    <a:pt x="45530" y="145494"/>
                    <a:pt x="45959" y="145482"/>
                  </a:cubicBezTo>
                  <a:cubicBezTo>
                    <a:pt x="45959" y="145542"/>
                    <a:pt x="45959" y="145601"/>
                    <a:pt x="45959" y="145661"/>
                  </a:cubicBezTo>
                  <a:cubicBezTo>
                    <a:pt x="46173" y="145661"/>
                    <a:pt x="46387" y="145661"/>
                    <a:pt x="46602" y="145649"/>
                  </a:cubicBezTo>
                  <a:cubicBezTo>
                    <a:pt x="46637" y="145601"/>
                    <a:pt x="46661" y="145542"/>
                    <a:pt x="46685" y="145482"/>
                  </a:cubicBezTo>
                  <a:cubicBezTo>
                    <a:pt x="47197" y="145482"/>
                    <a:pt x="47709" y="145482"/>
                    <a:pt x="48221" y="145494"/>
                  </a:cubicBezTo>
                  <a:cubicBezTo>
                    <a:pt x="48221" y="145530"/>
                    <a:pt x="48221" y="145578"/>
                    <a:pt x="48221" y="145625"/>
                  </a:cubicBezTo>
                  <a:cubicBezTo>
                    <a:pt x="50912" y="145578"/>
                    <a:pt x="53900" y="145542"/>
                    <a:pt x="57031" y="145518"/>
                  </a:cubicBezTo>
                  <a:cubicBezTo>
                    <a:pt x="59651" y="145542"/>
                    <a:pt x="62151" y="145566"/>
                    <a:pt x="64461" y="145601"/>
                  </a:cubicBezTo>
                  <a:cubicBezTo>
                    <a:pt x="64461" y="145566"/>
                    <a:pt x="64461" y="145530"/>
                    <a:pt x="64461" y="145494"/>
                  </a:cubicBezTo>
                  <a:cubicBezTo>
                    <a:pt x="65592" y="145488"/>
                    <a:pt x="66726" y="145485"/>
                    <a:pt x="67860" y="145485"/>
                  </a:cubicBezTo>
                  <a:cubicBezTo>
                    <a:pt x="68994" y="145485"/>
                    <a:pt x="70128" y="145488"/>
                    <a:pt x="71259" y="145494"/>
                  </a:cubicBezTo>
                  <a:cubicBezTo>
                    <a:pt x="71402" y="145578"/>
                    <a:pt x="71545" y="145661"/>
                    <a:pt x="71700" y="145744"/>
                  </a:cubicBezTo>
                  <a:cubicBezTo>
                    <a:pt x="78891" y="145947"/>
                    <a:pt x="85190" y="146268"/>
                    <a:pt x="90976" y="146816"/>
                  </a:cubicBezTo>
                  <a:cubicBezTo>
                    <a:pt x="90845" y="146054"/>
                    <a:pt x="90714" y="145256"/>
                    <a:pt x="90595" y="144435"/>
                  </a:cubicBezTo>
                  <a:lnTo>
                    <a:pt x="90595" y="144435"/>
                  </a:lnTo>
                  <a:cubicBezTo>
                    <a:pt x="91429" y="144792"/>
                    <a:pt x="92191" y="145304"/>
                    <a:pt x="92976" y="145744"/>
                  </a:cubicBezTo>
                  <a:cubicBezTo>
                    <a:pt x="96596" y="145851"/>
                    <a:pt x="99989" y="145982"/>
                    <a:pt x="103204" y="146161"/>
                  </a:cubicBezTo>
                  <a:cubicBezTo>
                    <a:pt x="103156" y="146375"/>
                    <a:pt x="103121" y="146601"/>
                    <a:pt x="103085" y="146828"/>
                  </a:cubicBezTo>
                  <a:cubicBezTo>
                    <a:pt x="104573" y="146685"/>
                    <a:pt x="106109" y="146554"/>
                    <a:pt x="107669" y="146447"/>
                  </a:cubicBezTo>
                  <a:cubicBezTo>
                    <a:pt x="109240" y="146554"/>
                    <a:pt x="110764" y="146685"/>
                    <a:pt x="112265" y="146828"/>
                  </a:cubicBezTo>
                  <a:cubicBezTo>
                    <a:pt x="112217" y="146601"/>
                    <a:pt x="112181" y="146375"/>
                    <a:pt x="112146" y="146161"/>
                  </a:cubicBezTo>
                  <a:cubicBezTo>
                    <a:pt x="115979" y="145947"/>
                    <a:pt x="120075" y="145792"/>
                    <a:pt x="124504" y="145697"/>
                  </a:cubicBezTo>
                  <a:cubicBezTo>
                    <a:pt x="125022" y="144156"/>
                    <a:pt x="125413" y="143165"/>
                    <a:pt x="125645" y="143165"/>
                  </a:cubicBezTo>
                  <a:cubicBezTo>
                    <a:pt x="125846" y="143165"/>
                    <a:pt x="125929" y="143902"/>
                    <a:pt x="125873" y="145661"/>
                  </a:cubicBezTo>
                  <a:cubicBezTo>
                    <a:pt x="126100" y="145661"/>
                    <a:pt x="126302" y="145661"/>
                    <a:pt x="126528" y="145649"/>
                  </a:cubicBezTo>
                  <a:cubicBezTo>
                    <a:pt x="127181" y="144357"/>
                    <a:pt x="127670" y="143321"/>
                    <a:pt x="127939" y="143321"/>
                  </a:cubicBezTo>
                  <a:cubicBezTo>
                    <a:pt x="128150" y="143321"/>
                    <a:pt x="128225" y="143963"/>
                    <a:pt x="128136" y="145625"/>
                  </a:cubicBezTo>
                  <a:cubicBezTo>
                    <a:pt x="130541" y="145589"/>
                    <a:pt x="133184" y="145554"/>
                    <a:pt x="135946" y="145530"/>
                  </a:cubicBezTo>
                  <a:cubicBezTo>
                    <a:pt x="138720" y="145554"/>
                    <a:pt x="141352" y="145589"/>
                    <a:pt x="143757" y="145625"/>
                  </a:cubicBezTo>
                  <a:cubicBezTo>
                    <a:pt x="143667" y="143963"/>
                    <a:pt x="143745" y="143321"/>
                    <a:pt x="143959" y="143321"/>
                  </a:cubicBezTo>
                  <a:cubicBezTo>
                    <a:pt x="144230" y="143321"/>
                    <a:pt x="144723" y="144357"/>
                    <a:pt x="145376" y="145649"/>
                  </a:cubicBezTo>
                  <a:cubicBezTo>
                    <a:pt x="145590" y="145661"/>
                    <a:pt x="145804" y="145661"/>
                    <a:pt x="146019" y="145661"/>
                  </a:cubicBezTo>
                  <a:cubicBezTo>
                    <a:pt x="145964" y="143902"/>
                    <a:pt x="146046" y="143165"/>
                    <a:pt x="146247" y="143165"/>
                  </a:cubicBezTo>
                  <a:cubicBezTo>
                    <a:pt x="146479" y="143165"/>
                    <a:pt x="146870" y="144156"/>
                    <a:pt x="147388" y="145697"/>
                  </a:cubicBezTo>
                  <a:cubicBezTo>
                    <a:pt x="151817" y="145792"/>
                    <a:pt x="155913" y="145947"/>
                    <a:pt x="159759" y="146161"/>
                  </a:cubicBezTo>
                  <a:cubicBezTo>
                    <a:pt x="159711" y="146375"/>
                    <a:pt x="159675" y="146601"/>
                    <a:pt x="159640" y="146828"/>
                  </a:cubicBezTo>
                  <a:cubicBezTo>
                    <a:pt x="161128" y="146685"/>
                    <a:pt x="162664" y="146554"/>
                    <a:pt x="164223" y="146447"/>
                  </a:cubicBezTo>
                  <a:cubicBezTo>
                    <a:pt x="165795" y="146554"/>
                    <a:pt x="167319" y="146685"/>
                    <a:pt x="168819" y="146828"/>
                  </a:cubicBezTo>
                  <a:cubicBezTo>
                    <a:pt x="168772" y="146601"/>
                    <a:pt x="168736" y="146375"/>
                    <a:pt x="168700" y="146161"/>
                  </a:cubicBezTo>
                  <a:cubicBezTo>
                    <a:pt x="171915" y="145982"/>
                    <a:pt x="175296" y="145851"/>
                    <a:pt x="178916" y="145744"/>
                  </a:cubicBezTo>
                  <a:cubicBezTo>
                    <a:pt x="179702" y="145304"/>
                    <a:pt x="180464" y="144792"/>
                    <a:pt x="181309" y="144435"/>
                  </a:cubicBezTo>
                  <a:lnTo>
                    <a:pt x="181309" y="144435"/>
                  </a:lnTo>
                  <a:cubicBezTo>
                    <a:pt x="181190" y="145256"/>
                    <a:pt x="181059" y="146054"/>
                    <a:pt x="180916" y="146816"/>
                  </a:cubicBezTo>
                  <a:cubicBezTo>
                    <a:pt x="186714" y="146268"/>
                    <a:pt x="193001" y="145947"/>
                    <a:pt x="200204" y="145744"/>
                  </a:cubicBezTo>
                  <a:cubicBezTo>
                    <a:pt x="200347" y="145661"/>
                    <a:pt x="200490" y="145578"/>
                    <a:pt x="200645" y="145494"/>
                  </a:cubicBezTo>
                  <a:cubicBezTo>
                    <a:pt x="201770" y="145488"/>
                    <a:pt x="202904" y="145485"/>
                    <a:pt x="204039" y="145485"/>
                  </a:cubicBezTo>
                  <a:cubicBezTo>
                    <a:pt x="205175" y="145485"/>
                    <a:pt x="206312" y="145488"/>
                    <a:pt x="207443" y="145494"/>
                  </a:cubicBezTo>
                  <a:cubicBezTo>
                    <a:pt x="207443" y="145530"/>
                    <a:pt x="207443" y="145566"/>
                    <a:pt x="207431" y="145601"/>
                  </a:cubicBezTo>
                  <a:cubicBezTo>
                    <a:pt x="209741" y="145566"/>
                    <a:pt x="212253" y="145542"/>
                    <a:pt x="214873" y="145518"/>
                  </a:cubicBezTo>
                  <a:cubicBezTo>
                    <a:pt x="218004" y="145542"/>
                    <a:pt x="220981" y="145578"/>
                    <a:pt x="223683" y="145625"/>
                  </a:cubicBezTo>
                  <a:cubicBezTo>
                    <a:pt x="223671" y="145578"/>
                    <a:pt x="223671" y="145530"/>
                    <a:pt x="223671" y="145494"/>
                  </a:cubicBezTo>
                  <a:cubicBezTo>
                    <a:pt x="224183" y="145494"/>
                    <a:pt x="224695" y="145482"/>
                    <a:pt x="225207" y="145482"/>
                  </a:cubicBezTo>
                  <a:cubicBezTo>
                    <a:pt x="225243" y="145542"/>
                    <a:pt x="225267" y="145601"/>
                    <a:pt x="225291" y="145649"/>
                  </a:cubicBezTo>
                  <a:cubicBezTo>
                    <a:pt x="225517" y="145661"/>
                    <a:pt x="225731" y="145661"/>
                    <a:pt x="225945" y="145661"/>
                  </a:cubicBezTo>
                  <a:cubicBezTo>
                    <a:pt x="225945" y="145601"/>
                    <a:pt x="225934" y="145542"/>
                    <a:pt x="225934" y="145482"/>
                  </a:cubicBezTo>
                  <a:cubicBezTo>
                    <a:pt x="226374" y="145482"/>
                    <a:pt x="226803" y="145482"/>
                    <a:pt x="227243" y="145494"/>
                  </a:cubicBezTo>
                  <a:cubicBezTo>
                    <a:pt x="227267" y="145554"/>
                    <a:pt x="227291" y="145625"/>
                    <a:pt x="227315" y="145697"/>
                  </a:cubicBezTo>
                  <a:cubicBezTo>
                    <a:pt x="235411" y="145875"/>
                    <a:pt x="242376" y="146220"/>
                    <a:pt x="248734" y="146816"/>
                  </a:cubicBezTo>
                  <a:cubicBezTo>
                    <a:pt x="248651" y="146363"/>
                    <a:pt x="248579" y="145899"/>
                    <a:pt x="248508" y="145423"/>
                  </a:cubicBezTo>
                  <a:lnTo>
                    <a:pt x="248508" y="145423"/>
                  </a:lnTo>
                  <a:cubicBezTo>
                    <a:pt x="248532" y="145506"/>
                    <a:pt x="248567" y="145601"/>
                    <a:pt x="248591" y="145697"/>
                  </a:cubicBezTo>
                  <a:cubicBezTo>
                    <a:pt x="256699" y="145875"/>
                    <a:pt x="263664" y="146220"/>
                    <a:pt x="270022" y="146816"/>
                  </a:cubicBezTo>
                  <a:cubicBezTo>
                    <a:pt x="268463" y="138065"/>
                    <a:pt x="268082" y="126123"/>
                    <a:pt x="268606" y="114598"/>
                  </a:cubicBezTo>
                  <a:cubicBezTo>
                    <a:pt x="267939" y="114478"/>
                    <a:pt x="263926" y="114038"/>
                    <a:pt x="266462" y="113466"/>
                  </a:cubicBezTo>
                  <a:cubicBezTo>
                    <a:pt x="266546" y="113288"/>
                    <a:pt x="266808" y="113347"/>
                    <a:pt x="266974" y="113312"/>
                  </a:cubicBezTo>
                  <a:cubicBezTo>
                    <a:pt x="267105" y="113205"/>
                    <a:pt x="267236" y="113109"/>
                    <a:pt x="267367" y="113002"/>
                  </a:cubicBezTo>
                  <a:cubicBezTo>
                    <a:pt x="267391" y="112954"/>
                    <a:pt x="267403" y="112919"/>
                    <a:pt x="267415" y="112871"/>
                  </a:cubicBezTo>
                  <a:cubicBezTo>
                    <a:pt x="258878" y="111740"/>
                    <a:pt x="264557" y="111323"/>
                    <a:pt x="268856" y="110121"/>
                  </a:cubicBezTo>
                  <a:cubicBezTo>
                    <a:pt x="268951" y="108668"/>
                    <a:pt x="269070" y="107228"/>
                    <a:pt x="269189" y="105811"/>
                  </a:cubicBezTo>
                  <a:cubicBezTo>
                    <a:pt x="269463" y="105846"/>
                    <a:pt x="269749" y="105870"/>
                    <a:pt x="270022" y="105894"/>
                  </a:cubicBezTo>
                  <a:cubicBezTo>
                    <a:pt x="269832" y="104834"/>
                    <a:pt x="269653" y="103727"/>
                    <a:pt x="269510" y="102584"/>
                  </a:cubicBezTo>
                  <a:cubicBezTo>
                    <a:pt x="270094" y="97036"/>
                    <a:pt x="270903" y="91940"/>
                    <a:pt x="271904" y="87809"/>
                  </a:cubicBezTo>
                  <a:lnTo>
                    <a:pt x="271904" y="87809"/>
                  </a:lnTo>
                  <a:cubicBezTo>
                    <a:pt x="270725" y="87928"/>
                    <a:pt x="269570" y="88047"/>
                    <a:pt x="268451" y="88154"/>
                  </a:cubicBezTo>
                  <a:cubicBezTo>
                    <a:pt x="268320" y="83427"/>
                    <a:pt x="268379" y="78510"/>
                    <a:pt x="268606" y="73664"/>
                  </a:cubicBezTo>
                  <a:cubicBezTo>
                    <a:pt x="267939" y="73557"/>
                    <a:pt x="263926" y="73104"/>
                    <a:pt x="266462" y="72545"/>
                  </a:cubicBezTo>
                  <a:cubicBezTo>
                    <a:pt x="266546" y="72366"/>
                    <a:pt x="266808" y="72426"/>
                    <a:pt x="266974" y="72390"/>
                  </a:cubicBezTo>
                  <a:cubicBezTo>
                    <a:pt x="267105" y="72283"/>
                    <a:pt x="267236" y="72176"/>
                    <a:pt x="267367" y="72069"/>
                  </a:cubicBezTo>
                  <a:cubicBezTo>
                    <a:pt x="267391" y="72033"/>
                    <a:pt x="267403" y="71985"/>
                    <a:pt x="267415" y="71949"/>
                  </a:cubicBezTo>
                  <a:cubicBezTo>
                    <a:pt x="258878" y="70818"/>
                    <a:pt x="264557" y="70402"/>
                    <a:pt x="268856" y="69199"/>
                  </a:cubicBezTo>
                  <a:cubicBezTo>
                    <a:pt x="269415" y="60770"/>
                    <a:pt x="270463" y="52840"/>
                    <a:pt x="271904" y="46875"/>
                  </a:cubicBezTo>
                  <a:lnTo>
                    <a:pt x="271904" y="46875"/>
                  </a:lnTo>
                  <a:cubicBezTo>
                    <a:pt x="270606" y="47006"/>
                    <a:pt x="269344" y="47137"/>
                    <a:pt x="268105" y="47256"/>
                  </a:cubicBezTo>
                  <a:cubicBezTo>
                    <a:pt x="267713" y="40803"/>
                    <a:pt x="267689" y="33719"/>
                    <a:pt x="268010" y="26789"/>
                  </a:cubicBezTo>
                  <a:cubicBezTo>
                    <a:pt x="267343" y="26670"/>
                    <a:pt x="263331" y="26230"/>
                    <a:pt x="265867" y="25658"/>
                  </a:cubicBezTo>
                  <a:cubicBezTo>
                    <a:pt x="265950" y="25479"/>
                    <a:pt x="266212" y="25539"/>
                    <a:pt x="266379" y="25503"/>
                  </a:cubicBezTo>
                  <a:cubicBezTo>
                    <a:pt x="266510" y="25396"/>
                    <a:pt x="266641" y="25301"/>
                    <a:pt x="266772" y="25194"/>
                  </a:cubicBezTo>
                  <a:cubicBezTo>
                    <a:pt x="266796" y="25146"/>
                    <a:pt x="266808" y="25110"/>
                    <a:pt x="266820" y="25063"/>
                  </a:cubicBezTo>
                  <a:cubicBezTo>
                    <a:pt x="258283" y="23932"/>
                    <a:pt x="263962" y="23515"/>
                    <a:pt x="268260" y="22312"/>
                  </a:cubicBezTo>
                  <a:cubicBezTo>
                    <a:pt x="268415" y="19919"/>
                    <a:pt x="268856" y="15300"/>
                    <a:pt x="268856" y="15300"/>
                  </a:cubicBezTo>
                  <a:lnTo>
                    <a:pt x="254901" y="1453"/>
                  </a:lnTo>
                  <a:cubicBezTo>
                    <a:pt x="254901" y="1453"/>
                    <a:pt x="251413" y="1679"/>
                    <a:pt x="249615" y="1774"/>
                  </a:cubicBezTo>
                  <a:cubicBezTo>
                    <a:pt x="249746" y="1167"/>
                    <a:pt x="249889" y="572"/>
                    <a:pt x="250020" y="0"/>
                  </a:cubicBezTo>
                  <a:lnTo>
                    <a:pt x="250020" y="0"/>
                  </a:lnTo>
                  <a:cubicBezTo>
                    <a:pt x="240828" y="929"/>
                    <a:pt x="233577" y="1572"/>
                    <a:pt x="225017" y="1929"/>
                  </a:cubicBezTo>
                  <a:cubicBezTo>
                    <a:pt x="224814" y="2179"/>
                    <a:pt x="224600" y="2441"/>
                    <a:pt x="224386" y="2715"/>
                  </a:cubicBezTo>
                  <a:cubicBezTo>
                    <a:pt x="223731" y="2953"/>
                    <a:pt x="223112" y="3274"/>
                    <a:pt x="222647" y="3751"/>
                  </a:cubicBezTo>
                  <a:cubicBezTo>
                    <a:pt x="222755" y="3346"/>
                    <a:pt x="222945" y="2774"/>
                    <a:pt x="223219" y="2000"/>
                  </a:cubicBezTo>
                  <a:cubicBezTo>
                    <a:pt x="223094" y="1992"/>
                    <a:pt x="222968" y="1988"/>
                    <a:pt x="222843" y="1988"/>
                  </a:cubicBezTo>
                  <a:cubicBezTo>
                    <a:pt x="221740" y="1988"/>
                    <a:pt x="220632" y="2285"/>
                    <a:pt x="219537" y="2285"/>
                  </a:cubicBezTo>
                  <a:cubicBezTo>
                    <a:pt x="219371" y="2285"/>
                    <a:pt x="219205" y="2278"/>
                    <a:pt x="219040" y="2262"/>
                  </a:cubicBezTo>
                  <a:cubicBezTo>
                    <a:pt x="218567" y="2506"/>
                    <a:pt x="218202" y="2952"/>
                    <a:pt x="217926" y="2952"/>
                  </a:cubicBezTo>
                  <a:cubicBezTo>
                    <a:pt x="217744" y="2952"/>
                    <a:pt x="217601" y="2757"/>
                    <a:pt x="217492" y="2179"/>
                  </a:cubicBezTo>
                  <a:cubicBezTo>
                    <a:pt x="216420" y="2203"/>
                    <a:pt x="215337" y="2227"/>
                    <a:pt x="214218" y="2239"/>
                  </a:cubicBezTo>
                  <a:cubicBezTo>
                    <a:pt x="210515" y="2179"/>
                    <a:pt x="207169" y="2084"/>
                    <a:pt x="204002" y="1965"/>
                  </a:cubicBezTo>
                  <a:cubicBezTo>
                    <a:pt x="203967" y="2131"/>
                    <a:pt x="203943" y="2298"/>
                    <a:pt x="203919" y="2453"/>
                  </a:cubicBezTo>
                  <a:cubicBezTo>
                    <a:pt x="203550" y="2560"/>
                    <a:pt x="203181" y="2679"/>
                    <a:pt x="202824" y="2822"/>
                  </a:cubicBezTo>
                  <a:cubicBezTo>
                    <a:pt x="202776" y="2548"/>
                    <a:pt x="202728" y="2239"/>
                    <a:pt x="202681" y="1905"/>
                  </a:cubicBezTo>
                  <a:cubicBezTo>
                    <a:pt x="194453" y="1524"/>
                    <a:pt x="187357" y="905"/>
                    <a:pt x="178440" y="0"/>
                  </a:cubicBezTo>
                  <a:lnTo>
                    <a:pt x="178440" y="0"/>
                  </a:lnTo>
                  <a:cubicBezTo>
                    <a:pt x="178582" y="572"/>
                    <a:pt x="178713" y="1167"/>
                    <a:pt x="178844" y="1774"/>
                  </a:cubicBezTo>
                  <a:cubicBezTo>
                    <a:pt x="175773" y="1607"/>
                    <a:pt x="172832" y="1417"/>
                    <a:pt x="169831" y="1179"/>
                  </a:cubicBezTo>
                  <a:cubicBezTo>
                    <a:pt x="169927" y="774"/>
                    <a:pt x="170010" y="381"/>
                    <a:pt x="170105" y="0"/>
                  </a:cubicBezTo>
                  <a:lnTo>
                    <a:pt x="170105" y="0"/>
                  </a:lnTo>
                  <a:cubicBezTo>
                    <a:pt x="167843" y="226"/>
                    <a:pt x="165700" y="441"/>
                    <a:pt x="163628" y="631"/>
                  </a:cubicBezTo>
                  <a:cubicBezTo>
                    <a:pt x="161556" y="441"/>
                    <a:pt x="159413" y="226"/>
                    <a:pt x="157163" y="0"/>
                  </a:cubicBezTo>
                  <a:lnTo>
                    <a:pt x="157163" y="0"/>
                  </a:lnTo>
                  <a:cubicBezTo>
                    <a:pt x="157246" y="381"/>
                    <a:pt x="157342" y="774"/>
                    <a:pt x="157425" y="1179"/>
                  </a:cubicBezTo>
                  <a:cubicBezTo>
                    <a:pt x="153377" y="1500"/>
                    <a:pt x="149400" y="1750"/>
                    <a:pt x="145102" y="1929"/>
                  </a:cubicBezTo>
                  <a:cubicBezTo>
                    <a:pt x="144154" y="3043"/>
                    <a:pt x="143049" y="4616"/>
                    <a:pt x="142712" y="4616"/>
                  </a:cubicBezTo>
                  <a:cubicBezTo>
                    <a:pt x="142491" y="4616"/>
                    <a:pt x="142601" y="3936"/>
                    <a:pt x="143304" y="2000"/>
                  </a:cubicBezTo>
                  <a:cubicBezTo>
                    <a:pt x="143179" y="1992"/>
                    <a:pt x="143053" y="1988"/>
                    <a:pt x="142928" y="1988"/>
                  </a:cubicBezTo>
                  <a:cubicBezTo>
                    <a:pt x="141825" y="1988"/>
                    <a:pt x="140718" y="2285"/>
                    <a:pt x="139622" y="2285"/>
                  </a:cubicBezTo>
                  <a:cubicBezTo>
                    <a:pt x="139456" y="2285"/>
                    <a:pt x="139290" y="2278"/>
                    <a:pt x="139125" y="2262"/>
                  </a:cubicBezTo>
                  <a:cubicBezTo>
                    <a:pt x="138780" y="2441"/>
                    <a:pt x="138494" y="2715"/>
                    <a:pt x="138256" y="2858"/>
                  </a:cubicBezTo>
                  <a:lnTo>
                    <a:pt x="138256" y="2250"/>
                  </a:lnTo>
                  <a:cubicBezTo>
                    <a:pt x="138030" y="2250"/>
                    <a:pt x="137803" y="2239"/>
                    <a:pt x="137589" y="2239"/>
                  </a:cubicBezTo>
                  <a:cubicBezTo>
                    <a:pt x="137577" y="2215"/>
                    <a:pt x="137577" y="2203"/>
                    <a:pt x="137565" y="2179"/>
                  </a:cubicBezTo>
                  <a:cubicBezTo>
                    <a:pt x="137041" y="2191"/>
                    <a:pt x="136494" y="2203"/>
                    <a:pt x="135946" y="2215"/>
                  </a:cubicBezTo>
                  <a:cubicBezTo>
                    <a:pt x="135410" y="2203"/>
                    <a:pt x="134863" y="2191"/>
                    <a:pt x="134327" y="2179"/>
                  </a:cubicBezTo>
                  <a:cubicBezTo>
                    <a:pt x="134327" y="2203"/>
                    <a:pt x="134327" y="2215"/>
                    <a:pt x="134315" y="2239"/>
                  </a:cubicBezTo>
                  <a:cubicBezTo>
                    <a:pt x="134089" y="2239"/>
                    <a:pt x="133874" y="2250"/>
                    <a:pt x="133648" y="2250"/>
                  </a:cubicBezTo>
                  <a:lnTo>
                    <a:pt x="133648" y="2858"/>
                  </a:lnTo>
                  <a:cubicBezTo>
                    <a:pt x="133410" y="2715"/>
                    <a:pt x="133124" y="2441"/>
                    <a:pt x="132779" y="2262"/>
                  </a:cubicBezTo>
                  <a:cubicBezTo>
                    <a:pt x="132604" y="2280"/>
                    <a:pt x="132429" y="2288"/>
                    <a:pt x="132254" y="2288"/>
                  </a:cubicBezTo>
                  <a:cubicBezTo>
                    <a:pt x="131165" y="2288"/>
                    <a:pt x="130064" y="1988"/>
                    <a:pt x="128968" y="1988"/>
                  </a:cubicBezTo>
                  <a:cubicBezTo>
                    <a:pt x="128845" y="1988"/>
                    <a:pt x="128723" y="1992"/>
                    <a:pt x="128600" y="2000"/>
                  </a:cubicBezTo>
                  <a:cubicBezTo>
                    <a:pt x="129303" y="3936"/>
                    <a:pt x="129413" y="4616"/>
                    <a:pt x="129192" y="4616"/>
                  </a:cubicBezTo>
                  <a:cubicBezTo>
                    <a:pt x="128855" y="4616"/>
                    <a:pt x="127750" y="3043"/>
                    <a:pt x="126802" y="1929"/>
                  </a:cubicBezTo>
                  <a:cubicBezTo>
                    <a:pt x="122492" y="1750"/>
                    <a:pt x="118527" y="1500"/>
                    <a:pt x="114467" y="1179"/>
                  </a:cubicBezTo>
                  <a:cubicBezTo>
                    <a:pt x="114562" y="774"/>
                    <a:pt x="114646" y="381"/>
                    <a:pt x="114741" y="0"/>
                  </a:cubicBezTo>
                  <a:lnTo>
                    <a:pt x="114741" y="0"/>
                  </a:lnTo>
                  <a:cubicBezTo>
                    <a:pt x="112491" y="226"/>
                    <a:pt x="110348" y="441"/>
                    <a:pt x="108276" y="631"/>
                  </a:cubicBezTo>
                  <a:cubicBezTo>
                    <a:pt x="106192" y="441"/>
                    <a:pt x="104061" y="226"/>
                    <a:pt x="101799" y="0"/>
                  </a:cubicBezTo>
                  <a:lnTo>
                    <a:pt x="101799" y="0"/>
                  </a:lnTo>
                  <a:cubicBezTo>
                    <a:pt x="101894" y="381"/>
                    <a:pt x="101978" y="774"/>
                    <a:pt x="102073" y="1179"/>
                  </a:cubicBezTo>
                  <a:cubicBezTo>
                    <a:pt x="99072" y="1417"/>
                    <a:pt x="96132" y="1607"/>
                    <a:pt x="93060" y="1774"/>
                  </a:cubicBezTo>
                  <a:cubicBezTo>
                    <a:pt x="93191" y="1167"/>
                    <a:pt x="93322" y="572"/>
                    <a:pt x="93465" y="0"/>
                  </a:cubicBezTo>
                  <a:lnTo>
                    <a:pt x="93465" y="0"/>
                  </a:lnTo>
                  <a:cubicBezTo>
                    <a:pt x="84535" y="905"/>
                    <a:pt x="77439" y="1524"/>
                    <a:pt x="69212" y="1905"/>
                  </a:cubicBezTo>
                  <a:cubicBezTo>
                    <a:pt x="69164" y="2239"/>
                    <a:pt x="69116" y="2548"/>
                    <a:pt x="69081" y="2822"/>
                  </a:cubicBezTo>
                  <a:cubicBezTo>
                    <a:pt x="68723" y="2667"/>
                    <a:pt x="68342" y="2548"/>
                    <a:pt x="67973" y="2453"/>
                  </a:cubicBezTo>
                  <a:cubicBezTo>
                    <a:pt x="67950" y="2298"/>
                    <a:pt x="67926" y="2131"/>
                    <a:pt x="67902" y="1953"/>
                  </a:cubicBezTo>
                  <a:cubicBezTo>
                    <a:pt x="64735" y="2084"/>
                    <a:pt x="61377" y="2179"/>
                    <a:pt x="57686" y="2239"/>
                  </a:cubicBezTo>
                  <a:cubicBezTo>
                    <a:pt x="56567" y="2227"/>
                    <a:pt x="55472" y="2203"/>
                    <a:pt x="54412" y="2179"/>
                  </a:cubicBezTo>
                  <a:cubicBezTo>
                    <a:pt x="54303" y="2757"/>
                    <a:pt x="54160" y="2952"/>
                    <a:pt x="53977" y="2952"/>
                  </a:cubicBezTo>
                  <a:cubicBezTo>
                    <a:pt x="53701" y="2952"/>
                    <a:pt x="53333" y="2506"/>
                    <a:pt x="52852" y="2262"/>
                  </a:cubicBezTo>
                  <a:cubicBezTo>
                    <a:pt x="52687" y="2278"/>
                    <a:pt x="52522" y="2285"/>
                    <a:pt x="52356" y="2285"/>
                  </a:cubicBezTo>
                  <a:cubicBezTo>
                    <a:pt x="51262" y="2285"/>
                    <a:pt x="50161" y="1988"/>
                    <a:pt x="49052" y="1988"/>
                  </a:cubicBezTo>
                  <a:cubicBezTo>
                    <a:pt x="48926" y="1988"/>
                    <a:pt x="48800" y="1992"/>
                    <a:pt x="48673" y="2000"/>
                  </a:cubicBezTo>
                  <a:cubicBezTo>
                    <a:pt x="48959" y="2774"/>
                    <a:pt x="49138" y="3346"/>
                    <a:pt x="49257" y="3751"/>
                  </a:cubicBezTo>
                  <a:cubicBezTo>
                    <a:pt x="48792" y="3274"/>
                    <a:pt x="48173" y="2953"/>
                    <a:pt x="47518" y="2703"/>
                  </a:cubicBezTo>
                  <a:cubicBezTo>
                    <a:pt x="47304" y="2441"/>
                    <a:pt x="47090" y="2179"/>
                    <a:pt x="46875" y="1929"/>
                  </a:cubicBezTo>
                  <a:cubicBezTo>
                    <a:pt x="38315" y="1572"/>
                    <a:pt x="31064" y="929"/>
                    <a:pt x="21872" y="0"/>
                  </a:cubicBezTo>
                  <a:lnTo>
                    <a:pt x="21872" y="0"/>
                  </a:lnTo>
                  <a:cubicBezTo>
                    <a:pt x="22015" y="572"/>
                    <a:pt x="22146" y="1167"/>
                    <a:pt x="22277" y="1774"/>
                  </a:cubicBezTo>
                  <a:cubicBezTo>
                    <a:pt x="15098" y="1393"/>
                    <a:pt x="8573" y="810"/>
                    <a:pt x="5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20"/>
            <p:cNvSpPr/>
            <p:nvPr/>
          </p:nvSpPr>
          <p:spPr>
            <a:xfrm>
              <a:off x="283950" y="193150"/>
              <a:ext cx="8615526" cy="4752359"/>
            </a:xfrm>
            <a:custGeom>
              <a:rect b="b" l="l" r="r" t="t"/>
              <a:pathLst>
                <a:path extrusionOk="0" h="146757" w="269046">
                  <a:moveTo>
                    <a:pt x="21241" y="131"/>
                  </a:moveTo>
                  <a:cubicBezTo>
                    <a:pt x="20884" y="346"/>
                    <a:pt x="20527" y="572"/>
                    <a:pt x="20170" y="798"/>
                  </a:cubicBezTo>
                  <a:cubicBezTo>
                    <a:pt x="20217" y="953"/>
                    <a:pt x="20253" y="1120"/>
                    <a:pt x="20289" y="1286"/>
                  </a:cubicBezTo>
                  <a:cubicBezTo>
                    <a:pt x="20860" y="929"/>
                    <a:pt x="21432" y="560"/>
                    <a:pt x="22015" y="203"/>
                  </a:cubicBezTo>
                  <a:cubicBezTo>
                    <a:pt x="21753" y="179"/>
                    <a:pt x="21503" y="155"/>
                    <a:pt x="21241" y="131"/>
                  </a:cubicBezTo>
                  <a:close/>
                  <a:moveTo>
                    <a:pt x="18777" y="1691"/>
                  </a:moveTo>
                  <a:cubicBezTo>
                    <a:pt x="18515" y="1858"/>
                    <a:pt x="18265" y="2012"/>
                    <a:pt x="18015" y="2179"/>
                  </a:cubicBezTo>
                  <a:cubicBezTo>
                    <a:pt x="11788" y="6263"/>
                    <a:pt x="6156" y="10644"/>
                    <a:pt x="1155" y="15252"/>
                  </a:cubicBezTo>
                  <a:cubicBezTo>
                    <a:pt x="1179" y="15455"/>
                    <a:pt x="1203" y="15657"/>
                    <a:pt x="1215" y="15848"/>
                  </a:cubicBezTo>
                  <a:cubicBezTo>
                    <a:pt x="6263" y="11156"/>
                    <a:pt x="11966" y="6727"/>
                    <a:pt x="18277" y="2584"/>
                  </a:cubicBezTo>
                  <a:cubicBezTo>
                    <a:pt x="18705" y="2298"/>
                    <a:pt x="19146" y="2012"/>
                    <a:pt x="19574" y="1739"/>
                  </a:cubicBezTo>
                  <a:cubicBezTo>
                    <a:pt x="19312" y="1727"/>
                    <a:pt x="19039" y="1703"/>
                    <a:pt x="18777" y="1691"/>
                  </a:cubicBezTo>
                  <a:close/>
                  <a:moveTo>
                    <a:pt x="257199" y="5608"/>
                  </a:moveTo>
                  <a:cubicBezTo>
                    <a:pt x="259819" y="11180"/>
                    <a:pt x="262128" y="16943"/>
                    <a:pt x="264105" y="22884"/>
                  </a:cubicBezTo>
                  <a:cubicBezTo>
                    <a:pt x="264307" y="22836"/>
                    <a:pt x="264522" y="22789"/>
                    <a:pt x="264736" y="22741"/>
                  </a:cubicBezTo>
                  <a:cubicBezTo>
                    <a:pt x="262950" y="17360"/>
                    <a:pt x="260890" y="12085"/>
                    <a:pt x="258557" y="6942"/>
                  </a:cubicBezTo>
                  <a:lnTo>
                    <a:pt x="257199" y="5608"/>
                  </a:lnTo>
                  <a:close/>
                  <a:moveTo>
                    <a:pt x="234685" y="1239"/>
                  </a:moveTo>
                  <a:cubicBezTo>
                    <a:pt x="234423" y="1262"/>
                    <a:pt x="234149" y="1286"/>
                    <a:pt x="233887" y="1298"/>
                  </a:cubicBezTo>
                  <a:cubicBezTo>
                    <a:pt x="234554" y="1727"/>
                    <a:pt x="235220" y="2143"/>
                    <a:pt x="235875" y="2584"/>
                  </a:cubicBezTo>
                  <a:cubicBezTo>
                    <a:pt x="245662" y="9001"/>
                    <a:pt x="253961" y="16145"/>
                    <a:pt x="260676" y="23813"/>
                  </a:cubicBezTo>
                  <a:cubicBezTo>
                    <a:pt x="260783" y="23741"/>
                    <a:pt x="260938" y="23682"/>
                    <a:pt x="261140" y="23610"/>
                  </a:cubicBezTo>
                  <a:cubicBezTo>
                    <a:pt x="254377" y="15871"/>
                    <a:pt x="246007" y="8656"/>
                    <a:pt x="236137" y="2179"/>
                  </a:cubicBezTo>
                  <a:cubicBezTo>
                    <a:pt x="235649" y="1870"/>
                    <a:pt x="235173" y="1548"/>
                    <a:pt x="234685" y="1239"/>
                  </a:cubicBezTo>
                  <a:close/>
                  <a:moveTo>
                    <a:pt x="264807" y="25051"/>
                  </a:moveTo>
                  <a:lnTo>
                    <a:pt x="264867" y="25218"/>
                  </a:lnTo>
                  <a:cubicBezTo>
                    <a:pt x="264879" y="25218"/>
                    <a:pt x="264879" y="25206"/>
                    <a:pt x="264891" y="25194"/>
                  </a:cubicBezTo>
                  <a:cubicBezTo>
                    <a:pt x="264914" y="25158"/>
                    <a:pt x="264926" y="25111"/>
                    <a:pt x="264938" y="25075"/>
                  </a:cubicBezTo>
                  <a:cubicBezTo>
                    <a:pt x="264891" y="25063"/>
                    <a:pt x="264855" y="25063"/>
                    <a:pt x="264807" y="25051"/>
                  </a:cubicBezTo>
                  <a:close/>
                  <a:moveTo>
                    <a:pt x="265319" y="26670"/>
                  </a:moveTo>
                  <a:lnTo>
                    <a:pt x="265319" y="26670"/>
                  </a:lnTo>
                  <a:cubicBezTo>
                    <a:pt x="265557" y="27480"/>
                    <a:pt x="265807" y="28290"/>
                    <a:pt x="266034" y="29099"/>
                  </a:cubicBezTo>
                  <a:cubicBezTo>
                    <a:pt x="266057" y="28444"/>
                    <a:pt x="266081" y="27789"/>
                    <a:pt x="266117" y="27135"/>
                  </a:cubicBezTo>
                  <a:cubicBezTo>
                    <a:pt x="266081" y="27016"/>
                    <a:pt x="266046" y="26896"/>
                    <a:pt x="266010" y="26777"/>
                  </a:cubicBezTo>
                  <a:cubicBezTo>
                    <a:pt x="265843" y="26754"/>
                    <a:pt x="265593" y="26718"/>
                    <a:pt x="265319" y="26670"/>
                  </a:cubicBezTo>
                  <a:close/>
                  <a:moveTo>
                    <a:pt x="261188" y="24408"/>
                  </a:moveTo>
                  <a:lnTo>
                    <a:pt x="261188" y="24408"/>
                  </a:lnTo>
                  <a:cubicBezTo>
                    <a:pt x="262902" y="26396"/>
                    <a:pt x="264498" y="28409"/>
                    <a:pt x="265998" y="30456"/>
                  </a:cubicBezTo>
                  <a:cubicBezTo>
                    <a:pt x="265998" y="30195"/>
                    <a:pt x="266010" y="29944"/>
                    <a:pt x="266022" y="29683"/>
                  </a:cubicBezTo>
                  <a:cubicBezTo>
                    <a:pt x="265153" y="28516"/>
                    <a:pt x="264260" y="27361"/>
                    <a:pt x="263331" y="26218"/>
                  </a:cubicBezTo>
                  <a:cubicBezTo>
                    <a:pt x="263200" y="26158"/>
                    <a:pt x="263140" y="26087"/>
                    <a:pt x="263164" y="26015"/>
                  </a:cubicBezTo>
                  <a:cubicBezTo>
                    <a:pt x="262771" y="25539"/>
                    <a:pt x="262378" y="25075"/>
                    <a:pt x="261986" y="24599"/>
                  </a:cubicBezTo>
                  <a:cubicBezTo>
                    <a:pt x="261664" y="24539"/>
                    <a:pt x="261402" y="24468"/>
                    <a:pt x="261188" y="24408"/>
                  </a:cubicBezTo>
                  <a:close/>
                  <a:moveTo>
                    <a:pt x="127076" y="17431"/>
                  </a:moveTo>
                  <a:cubicBezTo>
                    <a:pt x="133339" y="17431"/>
                    <a:pt x="139506" y="17574"/>
                    <a:pt x="145578" y="17848"/>
                  </a:cubicBezTo>
                  <a:cubicBezTo>
                    <a:pt x="146150" y="29278"/>
                    <a:pt x="146554" y="41363"/>
                    <a:pt x="146769" y="53924"/>
                  </a:cubicBezTo>
                  <a:cubicBezTo>
                    <a:pt x="140292" y="53816"/>
                    <a:pt x="133720" y="53769"/>
                    <a:pt x="127076" y="53769"/>
                  </a:cubicBezTo>
                  <a:cubicBezTo>
                    <a:pt x="120432" y="53769"/>
                    <a:pt x="113860" y="53816"/>
                    <a:pt x="107371" y="53924"/>
                  </a:cubicBezTo>
                  <a:cubicBezTo>
                    <a:pt x="107585" y="41363"/>
                    <a:pt x="107990" y="29278"/>
                    <a:pt x="108562" y="17848"/>
                  </a:cubicBezTo>
                  <a:cubicBezTo>
                    <a:pt x="114634" y="17574"/>
                    <a:pt x="120813" y="17431"/>
                    <a:pt x="127076" y="17431"/>
                  </a:cubicBezTo>
                  <a:close/>
                  <a:moveTo>
                    <a:pt x="108359" y="17848"/>
                  </a:moveTo>
                  <a:cubicBezTo>
                    <a:pt x="107776" y="29385"/>
                    <a:pt x="107371" y="41482"/>
                    <a:pt x="107169" y="53924"/>
                  </a:cubicBezTo>
                  <a:cubicBezTo>
                    <a:pt x="94727" y="54138"/>
                    <a:pt x="82630" y="54531"/>
                    <a:pt x="71093" y="55114"/>
                  </a:cubicBezTo>
                  <a:cubicBezTo>
                    <a:pt x="71617" y="43244"/>
                    <a:pt x="72640" y="31766"/>
                    <a:pt x="74117" y="20872"/>
                  </a:cubicBezTo>
                  <a:cubicBezTo>
                    <a:pt x="85011" y="19407"/>
                    <a:pt x="96477" y="18384"/>
                    <a:pt x="108359" y="17848"/>
                  </a:cubicBezTo>
                  <a:close/>
                  <a:moveTo>
                    <a:pt x="145792" y="17860"/>
                  </a:moveTo>
                  <a:lnTo>
                    <a:pt x="145792" y="17860"/>
                  </a:lnTo>
                  <a:cubicBezTo>
                    <a:pt x="157675" y="18384"/>
                    <a:pt x="169141" y="19407"/>
                    <a:pt x="180035" y="20884"/>
                  </a:cubicBezTo>
                  <a:cubicBezTo>
                    <a:pt x="181499" y="31766"/>
                    <a:pt x="182523" y="43244"/>
                    <a:pt x="183059" y="55114"/>
                  </a:cubicBezTo>
                  <a:cubicBezTo>
                    <a:pt x="171522" y="54531"/>
                    <a:pt x="159425" y="54138"/>
                    <a:pt x="146983" y="53924"/>
                  </a:cubicBezTo>
                  <a:cubicBezTo>
                    <a:pt x="146781" y="41482"/>
                    <a:pt x="146376" y="29385"/>
                    <a:pt x="145792" y="17860"/>
                  </a:cubicBezTo>
                  <a:close/>
                  <a:moveTo>
                    <a:pt x="73724" y="20931"/>
                  </a:moveTo>
                  <a:lnTo>
                    <a:pt x="73724" y="20931"/>
                  </a:lnTo>
                  <a:cubicBezTo>
                    <a:pt x="72259" y="31909"/>
                    <a:pt x="71247" y="43375"/>
                    <a:pt x="70724" y="55138"/>
                  </a:cubicBezTo>
                  <a:cubicBezTo>
                    <a:pt x="54805" y="55948"/>
                    <a:pt x="39958" y="57103"/>
                    <a:pt x="26742" y="58579"/>
                  </a:cubicBezTo>
                  <a:cubicBezTo>
                    <a:pt x="27373" y="48816"/>
                    <a:pt x="28599" y="39255"/>
                    <a:pt x="30397" y="29992"/>
                  </a:cubicBezTo>
                  <a:cubicBezTo>
                    <a:pt x="43292" y="26158"/>
                    <a:pt x="57901" y="23086"/>
                    <a:pt x="73724" y="20931"/>
                  </a:cubicBezTo>
                  <a:close/>
                  <a:moveTo>
                    <a:pt x="180416" y="20931"/>
                  </a:moveTo>
                  <a:lnTo>
                    <a:pt x="180416" y="20931"/>
                  </a:lnTo>
                  <a:cubicBezTo>
                    <a:pt x="196251" y="23086"/>
                    <a:pt x="210860" y="26170"/>
                    <a:pt x="223755" y="29992"/>
                  </a:cubicBezTo>
                  <a:cubicBezTo>
                    <a:pt x="225552" y="39255"/>
                    <a:pt x="226779" y="48816"/>
                    <a:pt x="227410" y="58579"/>
                  </a:cubicBezTo>
                  <a:cubicBezTo>
                    <a:pt x="214194" y="57103"/>
                    <a:pt x="199335" y="55948"/>
                    <a:pt x="183416" y="55138"/>
                  </a:cubicBezTo>
                  <a:cubicBezTo>
                    <a:pt x="182904" y="43375"/>
                    <a:pt x="181892" y="31909"/>
                    <a:pt x="180416" y="20931"/>
                  </a:cubicBezTo>
                  <a:close/>
                  <a:moveTo>
                    <a:pt x="70724" y="55352"/>
                  </a:moveTo>
                  <a:cubicBezTo>
                    <a:pt x="70450" y="61436"/>
                    <a:pt x="70319" y="67616"/>
                    <a:pt x="70319" y="73843"/>
                  </a:cubicBezTo>
                  <a:cubicBezTo>
                    <a:pt x="70319" y="80070"/>
                    <a:pt x="70450" y="86237"/>
                    <a:pt x="70724" y="92321"/>
                  </a:cubicBezTo>
                  <a:cubicBezTo>
                    <a:pt x="54543" y="91500"/>
                    <a:pt x="39696" y="90333"/>
                    <a:pt x="26730" y="88892"/>
                  </a:cubicBezTo>
                  <a:cubicBezTo>
                    <a:pt x="26420" y="83915"/>
                    <a:pt x="26254" y="78891"/>
                    <a:pt x="26254" y="73843"/>
                  </a:cubicBezTo>
                  <a:cubicBezTo>
                    <a:pt x="26254" y="68783"/>
                    <a:pt x="26420" y="63758"/>
                    <a:pt x="26730" y="58781"/>
                  </a:cubicBezTo>
                  <a:cubicBezTo>
                    <a:pt x="39696" y="57341"/>
                    <a:pt x="54543" y="56174"/>
                    <a:pt x="70724" y="55352"/>
                  </a:cubicBezTo>
                  <a:close/>
                  <a:moveTo>
                    <a:pt x="183428" y="55352"/>
                  </a:moveTo>
                  <a:cubicBezTo>
                    <a:pt x="199609" y="56174"/>
                    <a:pt x="214444" y="57341"/>
                    <a:pt x="227410" y="58781"/>
                  </a:cubicBezTo>
                  <a:cubicBezTo>
                    <a:pt x="227731" y="63758"/>
                    <a:pt x="227886" y="68783"/>
                    <a:pt x="227886" y="73843"/>
                  </a:cubicBezTo>
                  <a:cubicBezTo>
                    <a:pt x="227886" y="78903"/>
                    <a:pt x="227731" y="83915"/>
                    <a:pt x="227410" y="88892"/>
                  </a:cubicBezTo>
                  <a:cubicBezTo>
                    <a:pt x="214444" y="90333"/>
                    <a:pt x="199609" y="91500"/>
                    <a:pt x="183428" y="92321"/>
                  </a:cubicBezTo>
                  <a:cubicBezTo>
                    <a:pt x="183690" y="86237"/>
                    <a:pt x="183833" y="80070"/>
                    <a:pt x="183833" y="73843"/>
                  </a:cubicBezTo>
                  <a:cubicBezTo>
                    <a:pt x="183833" y="67616"/>
                    <a:pt x="183690" y="61436"/>
                    <a:pt x="183428" y="55352"/>
                  </a:cubicBezTo>
                  <a:close/>
                  <a:moveTo>
                    <a:pt x="107157" y="54138"/>
                  </a:moveTo>
                  <a:cubicBezTo>
                    <a:pt x="107050" y="60627"/>
                    <a:pt x="107002" y="67199"/>
                    <a:pt x="107002" y="73843"/>
                  </a:cubicBezTo>
                  <a:cubicBezTo>
                    <a:pt x="107002" y="80475"/>
                    <a:pt x="107050" y="87047"/>
                    <a:pt x="107157" y="93536"/>
                  </a:cubicBezTo>
                  <a:cubicBezTo>
                    <a:pt x="94596" y="93321"/>
                    <a:pt x="82511" y="92917"/>
                    <a:pt x="71081" y="92345"/>
                  </a:cubicBezTo>
                  <a:cubicBezTo>
                    <a:pt x="70807" y="86273"/>
                    <a:pt x="70676" y="80105"/>
                    <a:pt x="70676" y="73843"/>
                  </a:cubicBezTo>
                  <a:cubicBezTo>
                    <a:pt x="70676" y="67580"/>
                    <a:pt x="70807" y="61401"/>
                    <a:pt x="71081" y="55329"/>
                  </a:cubicBezTo>
                  <a:cubicBezTo>
                    <a:pt x="82511" y="54757"/>
                    <a:pt x="94596" y="54352"/>
                    <a:pt x="107157" y="54138"/>
                  </a:cubicBezTo>
                  <a:close/>
                  <a:moveTo>
                    <a:pt x="146983" y="54138"/>
                  </a:moveTo>
                  <a:cubicBezTo>
                    <a:pt x="159544" y="54352"/>
                    <a:pt x="171641" y="54757"/>
                    <a:pt x="183071" y="55329"/>
                  </a:cubicBezTo>
                  <a:cubicBezTo>
                    <a:pt x="183333" y="61401"/>
                    <a:pt x="183476" y="67568"/>
                    <a:pt x="183476" y="73831"/>
                  </a:cubicBezTo>
                  <a:cubicBezTo>
                    <a:pt x="183476" y="80094"/>
                    <a:pt x="183333" y="86273"/>
                    <a:pt x="183071" y="92345"/>
                  </a:cubicBezTo>
                  <a:cubicBezTo>
                    <a:pt x="171641" y="92917"/>
                    <a:pt x="159544" y="93321"/>
                    <a:pt x="146983" y="93536"/>
                  </a:cubicBezTo>
                  <a:cubicBezTo>
                    <a:pt x="147090" y="87047"/>
                    <a:pt x="147150" y="80475"/>
                    <a:pt x="147150" y="73843"/>
                  </a:cubicBezTo>
                  <a:cubicBezTo>
                    <a:pt x="147150" y="67199"/>
                    <a:pt x="147090" y="60627"/>
                    <a:pt x="146983" y="54138"/>
                  </a:cubicBezTo>
                  <a:close/>
                  <a:moveTo>
                    <a:pt x="127076" y="53971"/>
                  </a:moveTo>
                  <a:cubicBezTo>
                    <a:pt x="133743" y="53971"/>
                    <a:pt x="140327" y="54031"/>
                    <a:pt x="146781" y="54138"/>
                  </a:cubicBezTo>
                  <a:cubicBezTo>
                    <a:pt x="146876" y="60591"/>
                    <a:pt x="146935" y="67163"/>
                    <a:pt x="146935" y="73843"/>
                  </a:cubicBezTo>
                  <a:cubicBezTo>
                    <a:pt x="146935" y="80510"/>
                    <a:pt x="146888" y="87082"/>
                    <a:pt x="146781" y="93536"/>
                  </a:cubicBezTo>
                  <a:cubicBezTo>
                    <a:pt x="140327" y="93643"/>
                    <a:pt x="133743" y="93702"/>
                    <a:pt x="127076" y="93702"/>
                  </a:cubicBezTo>
                  <a:cubicBezTo>
                    <a:pt x="120396" y="93702"/>
                    <a:pt x="113824" y="93643"/>
                    <a:pt x="107371" y="93536"/>
                  </a:cubicBezTo>
                  <a:cubicBezTo>
                    <a:pt x="107264" y="87082"/>
                    <a:pt x="107204" y="80510"/>
                    <a:pt x="107204" y="73843"/>
                  </a:cubicBezTo>
                  <a:cubicBezTo>
                    <a:pt x="107204" y="67163"/>
                    <a:pt x="107264" y="60591"/>
                    <a:pt x="107371" y="54138"/>
                  </a:cubicBezTo>
                  <a:cubicBezTo>
                    <a:pt x="113824" y="54031"/>
                    <a:pt x="120396" y="53971"/>
                    <a:pt x="127076" y="53971"/>
                  </a:cubicBezTo>
                  <a:close/>
                  <a:moveTo>
                    <a:pt x="48" y="105632"/>
                  </a:moveTo>
                  <a:cubicBezTo>
                    <a:pt x="36" y="105716"/>
                    <a:pt x="12" y="105811"/>
                    <a:pt x="0" y="105894"/>
                  </a:cubicBezTo>
                  <a:cubicBezTo>
                    <a:pt x="155" y="105882"/>
                    <a:pt x="310" y="105870"/>
                    <a:pt x="477" y="105859"/>
                  </a:cubicBezTo>
                  <a:cubicBezTo>
                    <a:pt x="334" y="105775"/>
                    <a:pt x="191" y="105704"/>
                    <a:pt x="48" y="105632"/>
                  </a:cubicBezTo>
                  <a:close/>
                  <a:moveTo>
                    <a:pt x="26742" y="89095"/>
                  </a:moveTo>
                  <a:cubicBezTo>
                    <a:pt x="39958" y="90571"/>
                    <a:pt x="54805" y="91726"/>
                    <a:pt x="70724" y="92536"/>
                  </a:cubicBezTo>
                  <a:cubicBezTo>
                    <a:pt x="71247" y="104299"/>
                    <a:pt x="72259" y="115765"/>
                    <a:pt x="73724" y="126742"/>
                  </a:cubicBezTo>
                  <a:cubicBezTo>
                    <a:pt x="57901" y="124587"/>
                    <a:pt x="43292" y="121515"/>
                    <a:pt x="30397" y="117681"/>
                  </a:cubicBezTo>
                  <a:cubicBezTo>
                    <a:pt x="28599" y="108418"/>
                    <a:pt x="27373" y="98858"/>
                    <a:pt x="26742" y="89095"/>
                  </a:cubicBezTo>
                  <a:close/>
                  <a:moveTo>
                    <a:pt x="227410" y="89095"/>
                  </a:moveTo>
                  <a:cubicBezTo>
                    <a:pt x="226779" y="98858"/>
                    <a:pt x="225552" y="108418"/>
                    <a:pt x="223755" y="117681"/>
                  </a:cubicBezTo>
                  <a:cubicBezTo>
                    <a:pt x="210860" y="121515"/>
                    <a:pt x="196251" y="124587"/>
                    <a:pt x="180416" y="126742"/>
                  </a:cubicBezTo>
                  <a:cubicBezTo>
                    <a:pt x="181892" y="115765"/>
                    <a:pt x="182904" y="104299"/>
                    <a:pt x="183416" y="92536"/>
                  </a:cubicBezTo>
                  <a:cubicBezTo>
                    <a:pt x="199347" y="91726"/>
                    <a:pt x="214194" y="90571"/>
                    <a:pt x="227410" y="89095"/>
                  </a:cubicBezTo>
                  <a:close/>
                  <a:moveTo>
                    <a:pt x="71093" y="92559"/>
                  </a:moveTo>
                  <a:lnTo>
                    <a:pt x="71093" y="92559"/>
                  </a:lnTo>
                  <a:cubicBezTo>
                    <a:pt x="82630" y="93143"/>
                    <a:pt x="94715" y="93536"/>
                    <a:pt x="107169" y="93750"/>
                  </a:cubicBezTo>
                  <a:cubicBezTo>
                    <a:pt x="107371" y="106192"/>
                    <a:pt x="107776" y="118289"/>
                    <a:pt x="108347" y="129826"/>
                  </a:cubicBezTo>
                  <a:cubicBezTo>
                    <a:pt x="96477" y="129290"/>
                    <a:pt x="85011" y="128266"/>
                    <a:pt x="74117" y="126790"/>
                  </a:cubicBezTo>
                  <a:cubicBezTo>
                    <a:pt x="72640" y="115907"/>
                    <a:pt x="71617" y="104442"/>
                    <a:pt x="71093" y="92559"/>
                  </a:cubicBezTo>
                  <a:close/>
                  <a:moveTo>
                    <a:pt x="183059" y="92559"/>
                  </a:moveTo>
                  <a:lnTo>
                    <a:pt x="183059" y="92559"/>
                  </a:lnTo>
                  <a:cubicBezTo>
                    <a:pt x="182523" y="104442"/>
                    <a:pt x="181499" y="115907"/>
                    <a:pt x="180035" y="126802"/>
                  </a:cubicBezTo>
                  <a:cubicBezTo>
                    <a:pt x="169141" y="128266"/>
                    <a:pt x="157675" y="129290"/>
                    <a:pt x="145792" y="129826"/>
                  </a:cubicBezTo>
                  <a:cubicBezTo>
                    <a:pt x="146376" y="118289"/>
                    <a:pt x="146769" y="106192"/>
                    <a:pt x="146983" y="93750"/>
                  </a:cubicBezTo>
                  <a:cubicBezTo>
                    <a:pt x="159425" y="93536"/>
                    <a:pt x="171522" y="93143"/>
                    <a:pt x="183059" y="92559"/>
                  </a:cubicBezTo>
                  <a:close/>
                  <a:moveTo>
                    <a:pt x="107371" y="93750"/>
                  </a:moveTo>
                  <a:cubicBezTo>
                    <a:pt x="113860" y="93857"/>
                    <a:pt x="120432" y="93917"/>
                    <a:pt x="127076" y="93917"/>
                  </a:cubicBezTo>
                  <a:cubicBezTo>
                    <a:pt x="133708" y="93917"/>
                    <a:pt x="140292" y="93857"/>
                    <a:pt x="146769" y="93750"/>
                  </a:cubicBezTo>
                  <a:lnTo>
                    <a:pt x="146769" y="93750"/>
                  </a:lnTo>
                  <a:cubicBezTo>
                    <a:pt x="146566" y="106311"/>
                    <a:pt x="146150" y="118396"/>
                    <a:pt x="145578" y="129826"/>
                  </a:cubicBezTo>
                  <a:cubicBezTo>
                    <a:pt x="139506" y="130100"/>
                    <a:pt x="133339" y="130243"/>
                    <a:pt x="127076" y="130243"/>
                  </a:cubicBezTo>
                  <a:cubicBezTo>
                    <a:pt x="120813" y="130243"/>
                    <a:pt x="114634" y="130100"/>
                    <a:pt x="108574" y="129826"/>
                  </a:cubicBezTo>
                  <a:cubicBezTo>
                    <a:pt x="107990" y="118396"/>
                    <a:pt x="107585" y="106311"/>
                    <a:pt x="107371" y="93750"/>
                  </a:cubicBezTo>
                  <a:close/>
                  <a:moveTo>
                    <a:pt x="266653" y="116300"/>
                  </a:moveTo>
                  <a:lnTo>
                    <a:pt x="266653" y="116300"/>
                  </a:lnTo>
                  <a:cubicBezTo>
                    <a:pt x="259152" y="126861"/>
                    <a:pt x="248817" y="136600"/>
                    <a:pt x="235875" y="145101"/>
                  </a:cubicBezTo>
                  <a:cubicBezTo>
                    <a:pt x="235411" y="145399"/>
                    <a:pt x="234946" y="145697"/>
                    <a:pt x="234482" y="145994"/>
                  </a:cubicBezTo>
                  <a:cubicBezTo>
                    <a:pt x="234756" y="146006"/>
                    <a:pt x="235030" y="146018"/>
                    <a:pt x="235304" y="146030"/>
                  </a:cubicBezTo>
                  <a:cubicBezTo>
                    <a:pt x="235577" y="145852"/>
                    <a:pt x="235851" y="145673"/>
                    <a:pt x="236137" y="145494"/>
                  </a:cubicBezTo>
                  <a:cubicBezTo>
                    <a:pt x="248710" y="137243"/>
                    <a:pt x="258854" y="127814"/>
                    <a:pt x="266319" y="117586"/>
                  </a:cubicBezTo>
                  <a:lnTo>
                    <a:pt x="266319" y="117586"/>
                  </a:lnTo>
                  <a:cubicBezTo>
                    <a:pt x="263533" y="127504"/>
                    <a:pt x="259831" y="137005"/>
                    <a:pt x="255306" y="145971"/>
                  </a:cubicBezTo>
                  <a:cubicBezTo>
                    <a:pt x="255544" y="145983"/>
                    <a:pt x="255794" y="145994"/>
                    <a:pt x="256032" y="146006"/>
                  </a:cubicBezTo>
                  <a:cubicBezTo>
                    <a:pt x="260354" y="137374"/>
                    <a:pt x="263879" y="128338"/>
                    <a:pt x="266569" y="118991"/>
                  </a:cubicBezTo>
                  <a:cubicBezTo>
                    <a:pt x="266593" y="118098"/>
                    <a:pt x="266617" y="117193"/>
                    <a:pt x="266653" y="116300"/>
                  </a:cubicBezTo>
                  <a:close/>
                  <a:moveTo>
                    <a:pt x="1798" y="132362"/>
                  </a:moveTo>
                  <a:cubicBezTo>
                    <a:pt x="1774" y="132540"/>
                    <a:pt x="1739" y="132731"/>
                    <a:pt x="1715" y="132933"/>
                  </a:cubicBezTo>
                  <a:cubicBezTo>
                    <a:pt x="6573" y="137362"/>
                    <a:pt x="12014" y="141553"/>
                    <a:pt x="18015" y="145494"/>
                  </a:cubicBezTo>
                  <a:cubicBezTo>
                    <a:pt x="18229" y="145637"/>
                    <a:pt x="18455" y="145780"/>
                    <a:pt x="18669" y="145923"/>
                  </a:cubicBezTo>
                  <a:cubicBezTo>
                    <a:pt x="18681" y="145899"/>
                    <a:pt x="18681" y="145887"/>
                    <a:pt x="18693" y="145875"/>
                  </a:cubicBezTo>
                  <a:lnTo>
                    <a:pt x="18693" y="145875"/>
                  </a:lnTo>
                  <a:cubicBezTo>
                    <a:pt x="18681" y="145899"/>
                    <a:pt x="18693" y="145911"/>
                    <a:pt x="18693" y="145935"/>
                  </a:cubicBezTo>
                  <a:cubicBezTo>
                    <a:pt x="18800" y="146006"/>
                    <a:pt x="18908" y="146066"/>
                    <a:pt x="19015" y="146137"/>
                  </a:cubicBezTo>
                  <a:cubicBezTo>
                    <a:pt x="19348" y="146256"/>
                    <a:pt x="19872" y="146328"/>
                    <a:pt x="20336" y="146423"/>
                  </a:cubicBezTo>
                  <a:cubicBezTo>
                    <a:pt x="19646" y="145983"/>
                    <a:pt x="18955" y="145542"/>
                    <a:pt x="18277" y="145090"/>
                  </a:cubicBezTo>
                  <a:cubicBezTo>
                    <a:pt x="12204" y="141113"/>
                    <a:pt x="6692" y="136850"/>
                    <a:pt x="1798" y="132362"/>
                  </a:cubicBezTo>
                  <a:close/>
                  <a:moveTo>
                    <a:pt x="176558" y="0"/>
                  </a:moveTo>
                  <a:cubicBezTo>
                    <a:pt x="176701" y="572"/>
                    <a:pt x="176832" y="1167"/>
                    <a:pt x="176963" y="1774"/>
                  </a:cubicBezTo>
                  <a:lnTo>
                    <a:pt x="176903" y="1774"/>
                  </a:lnTo>
                  <a:cubicBezTo>
                    <a:pt x="178070" y="7787"/>
                    <a:pt x="179106" y="14038"/>
                    <a:pt x="179975" y="20491"/>
                  </a:cubicBezTo>
                  <a:cubicBezTo>
                    <a:pt x="168998" y="19015"/>
                    <a:pt x="157544" y="18003"/>
                    <a:pt x="145781" y="17491"/>
                  </a:cubicBezTo>
                  <a:cubicBezTo>
                    <a:pt x="145507" y="12157"/>
                    <a:pt x="145197" y="6942"/>
                    <a:pt x="144852" y="1858"/>
                  </a:cubicBezTo>
                  <a:cubicBezTo>
                    <a:pt x="144780" y="1870"/>
                    <a:pt x="144697" y="1870"/>
                    <a:pt x="144626" y="1870"/>
                  </a:cubicBezTo>
                  <a:cubicBezTo>
                    <a:pt x="144971" y="6918"/>
                    <a:pt x="145292" y="12121"/>
                    <a:pt x="145554" y="17479"/>
                  </a:cubicBezTo>
                  <a:cubicBezTo>
                    <a:pt x="139470" y="17217"/>
                    <a:pt x="133303" y="17074"/>
                    <a:pt x="127076" y="17074"/>
                  </a:cubicBezTo>
                  <a:cubicBezTo>
                    <a:pt x="120849" y="17074"/>
                    <a:pt x="114681" y="17217"/>
                    <a:pt x="108585" y="17479"/>
                  </a:cubicBezTo>
                  <a:cubicBezTo>
                    <a:pt x="108895" y="11573"/>
                    <a:pt x="109240" y="5846"/>
                    <a:pt x="109621" y="322"/>
                  </a:cubicBezTo>
                  <a:lnTo>
                    <a:pt x="109621" y="322"/>
                  </a:lnTo>
                  <a:cubicBezTo>
                    <a:pt x="109550" y="334"/>
                    <a:pt x="109478" y="334"/>
                    <a:pt x="109407" y="346"/>
                  </a:cubicBezTo>
                  <a:cubicBezTo>
                    <a:pt x="109014" y="5894"/>
                    <a:pt x="108669" y="11621"/>
                    <a:pt x="108371" y="17491"/>
                  </a:cubicBezTo>
                  <a:cubicBezTo>
                    <a:pt x="96608" y="18003"/>
                    <a:pt x="85142" y="19015"/>
                    <a:pt x="74164" y="20491"/>
                  </a:cubicBezTo>
                  <a:cubicBezTo>
                    <a:pt x="75069" y="13871"/>
                    <a:pt x="76129" y="7454"/>
                    <a:pt x="77343" y="1298"/>
                  </a:cubicBezTo>
                  <a:lnTo>
                    <a:pt x="77343" y="1298"/>
                  </a:lnTo>
                  <a:cubicBezTo>
                    <a:pt x="77212" y="1310"/>
                    <a:pt x="77081" y="1322"/>
                    <a:pt x="76951" y="1334"/>
                  </a:cubicBezTo>
                  <a:cubicBezTo>
                    <a:pt x="75724" y="7537"/>
                    <a:pt x="74665" y="13954"/>
                    <a:pt x="73783" y="20539"/>
                  </a:cubicBezTo>
                  <a:cubicBezTo>
                    <a:pt x="58198" y="22646"/>
                    <a:pt x="43601" y="25682"/>
                    <a:pt x="30480" y="29575"/>
                  </a:cubicBezTo>
                  <a:cubicBezTo>
                    <a:pt x="32374" y="19872"/>
                    <a:pt x="34910" y="10502"/>
                    <a:pt x="38029" y="1560"/>
                  </a:cubicBezTo>
                  <a:cubicBezTo>
                    <a:pt x="37874" y="1548"/>
                    <a:pt x="37708" y="1548"/>
                    <a:pt x="37541" y="1536"/>
                  </a:cubicBezTo>
                  <a:cubicBezTo>
                    <a:pt x="34409" y="10525"/>
                    <a:pt x="31862" y="19955"/>
                    <a:pt x="29968" y="29718"/>
                  </a:cubicBezTo>
                  <a:cubicBezTo>
                    <a:pt x="25849" y="30957"/>
                    <a:pt x="21884" y="32266"/>
                    <a:pt x="18086" y="33659"/>
                  </a:cubicBezTo>
                  <a:cubicBezTo>
                    <a:pt x="12252" y="35802"/>
                    <a:pt x="6942" y="38088"/>
                    <a:pt x="2191" y="40493"/>
                  </a:cubicBezTo>
                  <a:lnTo>
                    <a:pt x="2179" y="40934"/>
                  </a:lnTo>
                  <a:cubicBezTo>
                    <a:pt x="10097" y="36910"/>
                    <a:pt x="19420" y="33278"/>
                    <a:pt x="29885" y="30147"/>
                  </a:cubicBezTo>
                  <a:lnTo>
                    <a:pt x="29885" y="30147"/>
                  </a:lnTo>
                  <a:cubicBezTo>
                    <a:pt x="28111" y="39386"/>
                    <a:pt x="26885" y="48911"/>
                    <a:pt x="26266" y="58627"/>
                  </a:cubicBezTo>
                  <a:cubicBezTo>
                    <a:pt x="23480" y="58948"/>
                    <a:pt x="20765" y="59270"/>
                    <a:pt x="18134" y="59615"/>
                  </a:cubicBezTo>
                  <a:cubicBezTo>
                    <a:pt x="11621" y="60460"/>
                    <a:pt x="5763" y="61365"/>
                    <a:pt x="584" y="62329"/>
                  </a:cubicBezTo>
                  <a:cubicBezTo>
                    <a:pt x="596" y="62389"/>
                    <a:pt x="596" y="62460"/>
                    <a:pt x="608" y="62520"/>
                  </a:cubicBezTo>
                  <a:cubicBezTo>
                    <a:pt x="7942" y="61163"/>
                    <a:pt x="16574" y="59924"/>
                    <a:pt x="26254" y="58841"/>
                  </a:cubicBezTo>
                  <a:lnTo>
                    <a:pt x="26254" y="58841"/>
                  </a:lnTo>
                  <a:cubicBezTo>
                    <a:pt x="25944" y="63794"/>
                    <a:pt x="25777" y="68794"/>
                    <a:pt x="25777" y="73843"/>
                  </a:cubicBezTo>
                  <a:cubicBezTo>
                    <a:pt x="25777" y="78879"/>
                    <a:pt x="25944" y="83880"/>
                    <a:pt x="26254" y="88833"/>
                  </a:cubicBezTo>
                  <a:cubicBezTo>
                    <a:pt x="17014" y="87797"/>
                    <a:pt x="8740" y="86618"/>
                    <a:pt x="1620" y="85332"/>
                  </a:cubicBezTo>
                  <a:cubicBezTo>
                    <a:pt x="1620" y="85404"/>
                    <a:pt x="1620" y="85475"/>
                    <a:pt x="1620" y="85535"/>
                  </a:cubicBezTo>
                  <a:cubicBezTo>
                    <a:pt x="6537" y="86428"/>
                    <a:pt x="12050" y="87273"/>
                    <a:pt x="18134" y="88059"/>
                  </a:cubicBezTo>
                  <a:cubicBezTo>
                    <a:pt x="20765" y="88404"/>
                    <a:pt x="23480" y="88726"/>
                    <a:pt x="26266" y="89047"/>
                  </a:cubicBezTo>
                  <a:cubicBezTo>
                    <a:pt x="26885" y="98762"/>
                    <a:pt x="28099" y="108287"/>
                    <a:pt x="29885" y="117527"/>
                  </a:cubicBezTo>
                  <a:cubicBezTo>
                    <a:pt x="18824" y="114217"/>
                    <a:pt x="9037" y="110359"/>
                    <a:pt x="846" y="106049"/>
                  </a:cubicBezTo>
                  <a:lnTo>
                    <a:pt x="846" y="106049"/>
                  </a:lnTo>
                  <a:cubicBezTo>
                    <a:pt x="858" y="106204"/>
                    <a:pt x="870" y="106359"/>
                    <a:pt x="881" y="106513"/>
                  </a:cubicBezTo>
                  <a:cubicBezTo>
                    <a:pt x="5977" y="109169"/>
                    <a:pt x="11716" y="111669"/>
                    <a:pt x="18086" y="114014"/>
                  </a:cubicBezTo>
                  <a:cubicBezTo>
                    <a:pt x="21884" y="115407"/>
                    <a:pt x="25849" y="116717"/>
                    <a:pt x="29968" y="117955"/>
                  </a:cubicBezTo>
                  <a:cubicBezTo>
                    <a:pt x="31850" y="127611"/>
                    <a:pt x="34350" y="136946"/>
                    <a:pt x="37446" y="145852"/>
                  </a:cubicBezTo>
                  <a:cubicBezTo>
                    <a:pt x="37600" y="145840"/>
                    <a:pt x="37767" y="145840"/>
                    <a:pt x="37934" y="145828"/>
                  </a:cubicBezTo>
                  <a:cubicBezTo>
                    <a:pt x="34862" y="136981"/>
                    <a:pt x="32362" y="127706"/>
                    <a:pt x="30480" y="118098"/>
                  </a:cubicBezTo>
                  <a:lnTo>
                    <a:pt x="30480" y="118098"/>
                  </a:lnTo>
                  <a:cubicBezTo>
                    <a:pt x="43589" y="121992"/>
                    <a:pt x="58198" y="125028"/>
                    <a:pt x="73783" y="127135"/>
                  </a:cubicBezTo>
                  <a:cubicBezTo>
                    <a:pt x="74653" y="133600"/>
                    <a:pt x="75688" y="139910"/>
                    <a:pt x="76879" y="146006"/>
                  </a:cubicBezTo>
                  <a:cubicBezTo>
                    <a:pt x="77010" y="146006"/>
                    <a:pt x="77141" y="146018"/>
                    <a:pt x="77272" y="146018"/>
                  </a:cubicBezTo>
                  <a:cubicBezTo>
                    <a:pt x="76093" y="139970"/>
                    <a:pt x="75046" y="133683"/>
                    <a:pt x="74164" y="127183"/>
                  </a:cubicBezTo>
                  <a:lnTo>
                    <a:pt x="74164" y="127183"/>
                  </a:lnTo>
                  <a:cubicBezTo>
                    <a:pt x="85154" y="128659"/>
                    <a:pt x="96608" y="129659"/>
                    <a:pt x="108371" y="130183"/>
                  </a:cubicBezTo>
                  <a:cubicBezTo>
                    <a:pt x="108657" y="135850"/>
                    <a:pt x="108990" y="141375"/>
                    <a:pt x="109371" y="146733"/>
                  </a:cubicBezTo>
                  <a:cubicBezTo>
                    <a:pt x="109443" y="146745"/>
                    <a:pt x="109514" y="146745"/>
                    <a:pt x="109586" y="146756"/>
                  </a:cubicBezTo>
                  <a:cubicBezTo>
                    <a:pt x="109205" y="141411"/>
                    <a:pt x="108883" y="135886"/>
                    <a:pt x="108585" y="130195"/>
                  </a:cubicBezTo>
                  <a:lnTo>
                    <a:pt x="108585" y="130195"/>
                  </a:lnTo>
                  <a:cubicBezTo>
                    <a:pt x="114681" y="130457"/>
                    <a:pt x="120849" y="130600"/>
                    <a:pt x="127076" y="130600"/>
                  </a:cubicBezTo>
                  <a:cubicBezTo>
                    <a:pt x="133303" y="130600"/>
                    <a:pt x="139470" y="130457"/>
                    <a:pt x="145554" y="130195"/>
                  </a:cubicBezTo>
                  <a:lnTo>
                    <a:pt x="145554" y="130195"/>
                  </a:lnTo>
                  <a:cubicBezTo>
                    <a:pt x="145328" y="134815"/>
                    <a:pt x="145066" y="139327"/>
                    <a:pt x="144769" y="143720"/>
                  </a:cubicBezTo>
                  <a:cubicBezTo>
                    <a:pt x="144828" y="143851"/>
                    <a:pt x="144888" y="143994"/>
                    <a:pt x="144959" y="144161"/>
                  </a:cubicBezTo>
                  <a:cubicBezTo>
                    <a:pt x="145257" y="139613"/>
                    <a:pt x="145531" y="134945"/>
                    <a:pt x="145781" y="130183"/>
                  </a:cubicBezTo>
                  <a:cubicBezTo>
                    <a:pt x="157544" y="129671"/>
                    <a:pt x="168998" y="128659"/>
                    <a:pt x="179975" y="127183"/>
                  </a:cubicBezTo>
                  <a:lnTo>
                    <a:pt x="179975" y="127183"/>
                  </a:lnTo>
                  <a:cubicBezTo>
                    <a:pt x="179106" y="133588"/>
                    <a:pt x="178094" y="139791"/>
                    <a:pt x="176927" y="145756"/>
                  </a:cubicBezTo>
                  <a:lnTo>
                    <a:pt x="177034" y="145756"/>
                  </a:lnTo>
                  <a:cubicBezTo>
                    <a:pt x="177142" y="145697"/>
                    <a:pt x="177249" y="145625"/>
                    <a:pt x="177356" y="145566"/>
                  </a:cubicBezTo>
                  <a:cubicBezTo>
                    <a:pt x="178511" y="139601"/>
                    <a:pt x="179511" y="133445"/>
                    <a:pt x="180368" y="127135"/>
                  </a:cubicBezTo>
                  <a:cubicBezTo>
                    <a:pt x="195953" y="125028"/>
                    <a:pt x="210551" y="121992"/>
                    <a:pt x="223671" y="118098"/>
                  </a:cubicBezTo>
                  <a:lnTo>
                    <a:pt x="223671" y="118098"/>
                  </a:lnTo>
                  <a:cubicBezTo>
                    <a:pt x="221814" y="127599"/>
                    <a:pt x="219337" y="136791"/>
                    <a:pt x="216301" y="145554"/>
                  </a:cubicBezTo>
                  <a:lnTo>
                    <a:pt x="216801" y="145554"/>
                  </a:lnTo>
                  <a:cubicBezTo>
                    <a:pt x="219849" y="136743"/>
                    <a:pt x="222326" y="127504"/>
                    <a:pt x="224183" y="117943"/>
                  </a:cubicBezTo>
                  <a:cubicBezTo>
                    <a:pt x="228291" y="116717"/>
                    <a:pt x="232268" y="115407"/>
                    <a:pt x="236066" y="114002"/>
                  </a:cubicBezTo>
                  <a:cubicBezTo>
                    <a:pt x="249877" y="108930"/>
                    <a:pt x="260747" y="103073"/>
                    <a:pt x="268367" y="96679"/>
                  </a:cubicBezTo>
                  <a:cubicBezTo>
                    <a:pt x="268391" y="96476"/>
                    <a:pt x="268427" y="96286"/>
                    <a:pt x="268451" y="96084"/>
                  </a:cubicBezTo>
                  <a:lnTo>
                    <a:pt x="268451" y="96084"/>
                  </a:lnTo>
                  <a:cubicBezTo>
                    <a:pt x="258592" y="104477"/>
                    <a:pt x="243317" y="111824"/>
                    <a:pt x="224267" y="117527"/>
                  </a:cubicBezTo>
                  <a:cubicBezTo>
                    <a:pt x="226041" y="108287"/>
                    <a:pt x="227267" y="98762"/>
                    <a:pt x="227886" y="89047"/>
                  </a:cubicBezTo>
                  <a:cubicBezTo>
                    <a:pt x="230672" y="88726"/>
                    <a:pt x="233387" y="88404"/>
                    <a:pt x="236018" y="88059"/>
                  </a:cubicBezTo>
                  <a:cubicBezTo>
                    <a:pt x="248770" y="86404"/>
                    <a:pt x="259009" y="84511"/>
                    <a:pt x="266510" y="82451"/>
                  </a:cubicBezTo>
                  <a:cubicBezTo>
                    <a:pt x="266510" y="82379"/>
                    <a:pt x="266510" y="82308"/>
                    <a:pt x="266510" y="82249"/>
                  </a:cubicBezTo>
                  <a:cubicBezTo>
                    <a:pt x="257306" y="84773"/>
                    <a:pt x="244079" y="87023"/>
                    <a:pt x="227898" y="88833"/>
                  </a:cubicBezTo>
                  <a:cubicBezTo>
                    <a:pt x="228208" y="83880"/>
                    <a:pt x="228362" y="78867"/>
                    <a:pt x="228362" y="73831"/>
                  </a:cubicBezTo>
                  <a:cubicBezTo>
                    <a:pt x="228362" y="68794"/>
                    <a:pt x="228208" y="63782"/>
                    <a:pt x="227898" y="58829"/>
                  </a:cubicBezTo>
                  <a:lnTo>
                    <a:pt x="227898" y="58829"/>
                  </a:lnTo>
                  <a:cubicBezTo>
                    <a:pt x="244519" y="60698"/>
                    <a:pt x="258009" y="63008"/>
                    <a:pt x="267248" y="65627"/>
                  </a:cubicBezTo>
                  <a:cubicBezTo>
                    <a:pt x="267248" y="65556"/>
                    <a:pt x="267260" y="65496"/>
                    <a:pt x="267260" y="65425"/>
                  </a:cubicBezTo>
                  <a:cubicBezTo>
                    <a:pt x="259711" y="63282"/>
                    <a:pt x="249210" y="61317"/>
                    <a:pt x="236018" y="59603"/>
                  </a:cubicBezTo>
                  <a:cubicBezTo>
                    <a:pt x="233387" y="59270"/>
                    <a:pt x="230672" y="58936"/>
                    <a:pt x="227886" y="58627"/>
                  </a:cubicBezTo>
                  <a:cubicBezTo>
                    <a:pt x="227267" y="48899"/>
                    <a:pt x="226041" y="39374"/>
                    <a:pt x="224267" y="30135"/>
                  </a:cubicBezTo>
                  <a:lnTo>
                    <a:pt x="224267" y="30135"/>
                  </a:lnTo>
                  <a:cubicBezTo>
                    <a:pt x="243650" y="35945"/>
                    <a:pt x="259116" y="43446"/>
                    <a:pt x="268963" y="52019"/>
                  </a:cubicBezTo>
                  <a:cubicBezTo>
                    <a:pt x="268986" y="51864"/>
                    <a:pt x="269010" y="51709"/>
                    <a:pt x="269046" y="51566"/>
                  </a:cubicBezTo>
                  <a:cubicBezTo>
                    <a:pt x="261390" y="44946"/>
                    <a:pt x="250294" y="38886"/>
                    <a:pt x="236066" y="33659"/>
                  </a:cubicBezTo>
                  <a:cubicBezTo>
                    <a:pt x="232268" y="32266"/>
                    <a:pt x="228291" y="30945"/>
                    <a:pt x="224183" y="29718"/>
                  </a:cubicBezTo>
                  <a:cubicBezTo>
                    <a:pt x="222338" y="20277"/>
                    <a:pt x="219909" y="11133"/>
                    <a:pt x="216908" y="2417"/>
                  </a:cubicBezTo>
                  <a:cubicBezTo>
                    <a:pt x="216766" y="2513"/>
                    <a:pt x="216635" y="2620"/>
                    <a:pt x="216504" y="2715"/>
                  </a:cubicBezTo>
                  <a:cubicBezTo>
                    <a:pt x="219456" y="11299"/>
                    <a:pt x="221850" y="20277"/>
                    <a:pt x="223671" y="29563"/>
                  </a:cubicBezTo>
                  <a:cubicBezTo>
                    <a:pt x="210551" y="25682"/>
                    <a:pt x="195953" y="22646"/>
                    <a:pt x="180368" y="20539"/>
                  </a:cubicBezTo>
                  <a:cubicBezTo>
                    <a:pt x="179416" y="13490"/>
                    <a:pt x="178273" y="6644"/>
                    <a:pt x="176951" y="36"/>
                  </a:cubicBezTo>
                  <a:cubicBezTo>
                    <a:pt x="176820" y="24"/>
                    <a:pt x="176689" y="12"/>
                    <a:pt x="176558" y="0"/>
                  </a:cubicBezTo>
                  <a:close/>
                </a:path>
              </a:pathLst>
            </a:custGeom>
            <a:solidFill>
              <a:srgbClr val="E3C98E">
                <a:alpha val="246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0" name="Google Shape;190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rgbClr val="17171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91" name="Google Shape;191;p20"/>
          <p:cNvGrpSpPr/>
          <p:nvPr/>
        </p:nvGrpSpPr>
        <p:grpSpPr>
          <a:xfrm flipH="1">
            <a:off x="318377" y="3969184"/>
            <a:ext cx="1021303" cy="986369"/>
            <a:chOff x="7983206" y="3969184"/>
            <a:chExt cx="1021303" cy="986369"/>
          </a:xfrm>
        </p:grpSpPr>
        <p:sp>
          <p:nvSpPr>
            <p:cNvPr id="192" name="Google Shape;192;p20"/>
            <p:cNvSpPr/>
            <p:nvPr/>
          </p:nvSpPr>
          <p:spPr>
            <a:xfrm>
              <a:off x="8131209" y="4897652"/>
              <a:ext cx="873300" cy="57900"/>
            </a:xfrm>
            <a:prstGeom prst="ellipse">
              <a:avLst/>
            </a:prstGeom>
            <a:solidFill>
              <a:srgbClr val="033342">
                <a:alpha val="208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93" name="Google Shape;193;p20"/>
            <p:cNvGrpSpPr/>
            <p:nvPr/>
          </p:nvGrpSpPr>
          <p:grpSpPr>
            <a:xfrm>
              <a:off x="7983206" y="3969184"/>
              <a:ext cx="997937" cy="956665"/>
              <a:chOff x="3309025" y="5456175"/>
              <a:chExt cx="727200" cy="697125"/>
            </a:xfrm>
          </p:grpSpPr>
          <p:sp>
            <p:nvSpPr>
              <p:cNvPr id="194" name="Google Shape;194;p20"/>
              <p:cNvSpPr/>
              <p:nvPr/>
            </p:nvSpPr>
            <p:spPr>
              <a:xfrm>
                <a:off x="3309025" y="5456175"/>
                <a:ext cx="500100" cy="697125"/>
              </a:xfrm>
              <a:custGeom>
                <a:rect b="b" l="l" r="r" t="t"/>
                <a:pathLst>
                  <a:path extrusionOk="0" h="27885" w="20004">
                    <a:moveTo>
                      <a:pt x="13014" y="0"/>
                    </a:moveTo>
                    <a:cubicBezTo>
                      <a:pt x="9002" y="917"/>
                      <a:pt x="5513" y="3072"/>
                      <a:pt x="3192" y="6049"/>
                    </a:cubicBezTo>
                    <a:cubicBezTo>
                      <a:pt x="858" y="9061"/>
                      <a:pt x="1" y="12549"/>
                      <a:pt x="763" y="15883"/>
                    </a:cubicBezTo>
                    <a:cubicBezTo>
                      <a:pt x="1525" y="19217"/>
                      <a:pt x="3811" y="21979"/>
                      <a:pt x="7228" y="23670"/>
                    </a:cubicBezTo>
                    <a:cubicBezTo>
                      <a:pt x="9431" y="24765"/>
                      <a:pt x="11931" y="25325"/>
                      <a:pt x="14526" y="25325"/>
                    </a:cubicBezTo>
                    <a:cubicBezTo>
                      <a:pt x="14919" y="25325"/>
                      <a:pt x="15324" y="25313"/>
                      <a:pt x="15729" y="25289"/>
                    </a:cubicBezTo>
                    <a:lnTo>
                      <a:pt x="15729" y="25289"/>
                    </a:lnTo>
                    <a:lnTo>
                      <a:pt x="15455" y="26765"/>
                    </a:lnTo>
                    <a:lnTo>
                      <a:pt x="12943" y="26837"/>
                    </a:lnTo>
                    <a:lnTo>
                      <a:pt x="13443" y="27885"/>
                    </a:lnTo>
                    <a:lnTo>
                      <a:pt x="19575" y="27885"/>
                    </a:lnTo>
                    <a:lnTo>
                      <a:pt x="20003" y="26634"/>
                    </a:lnTo>
                    <a:lnTo>
                      <a:pt x="16693" y="26730"/>
                    </a:lnTo>
                    <a:lnTo>
                      <a:pt x="16241" y="25241"/>
                    </a:lnTo>
                    <a:cubicBezTo>
                      <a:pt x="17051" y="25170"/>
                      <a:pt x="17884" y="25039"/>
                      <a:pt x="18706" y="24848"/>
                    </a:cubicBezTo>
                    <a:lnTo>
                      <a:pt x="18539" y="24122"/>
                    </a:lnTo>
                    <a:cubicBezTo>
                      <a:pt x="17194" y="24429"/>
                      <a:pt x="15845" y="24582"/>
                      <a:pt x="14520" y="24582"/>
                    </a:cubicBezTo>
                    <a:cubicBezTo>
                      <a:pt x="12046" y="24582"/>
                      <a:pt x="9659" y="24050"/>
                      <a:pt x="7549" y="23003"/>
                    </a:cubicBezTo>
                    <a:cubicBezTo>
                      <a:pt x="4347" y="21408"/>
                      <a:pt x="2192" y="18824"/>
                      <a:pt x="1489" y="15716"/>
                    </a:cubicBezTo>
                    <a:cubicBezTo>
                      <a:pt x="775" y="12609"/>
                      <a:pt x="1584" y="9335"/>
                      <a:pt x="3787" y="6513"/>
                    </a:cubicBezTo>
                    <a:cubicBezTo>
                      <a:pt x="5990" y="3667"/>
                      <a:pt x="9335" y="1607"/>
                      <a:pt x="13181" y="726"/>
                    </a:cubicBezTo>
                    <a:lnTo>
                      <a:pt x="1301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" name="Google Shape;195;p20"/>
              <p:cNvSpPr/>
              <p:nvPr/>
            </p:nvSpPr>
            <p:spPr>
              <a:xfrm>
                <a:off x="3422150" y="5476625"/>
                <a:ext cx="602775" cy="563975"/>
              </a:xfrm>
              <a:custGeom>
                <a:rect b="b" l="l" r="r" t="t"/>
                <a:pathLst>
                  <a:path extrusionOk="0" h="22559" w="24111">
                    <a:moveTo>
                      <a:pt x="12296" y="0"/>
                    </a:moveTo>
                    <a:cubicBezTo>
                      <a:pt x="11802" y="0"/>
                      <a:pt x="11303" y="25"/>
                      <a:pt x="10799" y="75"/>
                    </a:cubicBezTo>
                    <a:lnTo>
                      <a:pt x="5965" y="3111"/>
                    </a:lnTo>
                    <a:lnTo>
                      <a:pt x="0" y="8469"/>
                    </a:lnTo>
                    <a:lnTo>
                      <a:pt x="310" y="17077"/>
                    </a:lnTo>
                    <a:lnTo>
                      <a:pt x="988" y="18994"/>
                    </a:lnTo>
                    <a:cubicBezTo>
                      <a:pt x="3249" y="21236"/>
                      <a:pt x="6603" y="22558"/>
                      <a:pt x="10264" y="22558"/>
                    </a:cubicBezTo>
                    <a:cubicBezTo>
                      <a:pt x="11405" y="22558"/>
                      <a:pt x="12575" y="22430"/>
                      <a:pt x="13752" y="22161"/>
                    </a:cubicBezTo>
                    <a:cubicBezTo>
                      <a:pt x="13871" y="22125"/>
                      <a:pt x="13990" y="22102"/>
                      <a:pt x="14109" y="22078"/>
                    </a:cubicBezTo>
                    <a:lnTo>
                      <a:pt x="23277" y="15113"/>
                    </a:lnTo>
                    <a:cubicBezTo>
                      <a:pt x="23634" y="14422"/>
                      <a:pt x="23920" y="13696"/>
                      <a:pt x="24110" y="12958"/>
                    </a:cubicBezTo>
                    <a:lnTo>
                      <a:pt x="22182" y="6397"/>
                    </a:lnTo>
                    <a:lnTo>
                      <a:pt x="18372" y="1349"/>
                    </a:lnTo>
                    <a:cubicBezTo>
                      <a:pt x="16564" y="484"/>
                      <a:pt x="14487" y="0"/>
                      <a:pt x="1229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20"/>
              <p:cNvSpPr/>
              <p:nvPr/>
            </p:nvSpPr>
            <p:spPr>
              <a:xfrm>
                <a:off x="3345650" y="5478200"/>
                <a:ext cx="382200" cy="473300"/>
              </a:xfrm>
              <a:custGeom>
                <a:rect b="b" l="l" r="r" t="t"/>
                <a:pathLst>
                  <a:path extrusionOk="0" h="18932" w="15288">
                    <a:moveTo>
                      <a:pt x="13859" y="0"/>
                    </a:moveTo>
                    <a:cubicBezTo>
                      <a:pt x="13192" y="72"/>
                      <a:pt x="12514" y="179"/>
                      <a:pt x="11835" y="334"/>
                    </a:cubicBezTo>
                    <a:cubicBezTo>
                      <a:pt x="4679" y="1965"/>
                      <a:pt x="0" y="8168"/>
                      <a:pt x="1369" y="14169"/>
                    </a:cubicBezTo>
                    <a:cubicBezTo>
                      <a:pt x="1798" y="16026"/>
                      <a:pt x="2739" y="17633"/>
                      <a:pt x="4048" y="18931"/>
                    </a:cubicBezTo>
                    <a:cubicBezTo>
                      <a:pt x="4072" y="18479"/>
                      <a:pt x="4167" y="18050"/>
                      <a:pt x="4370" y="17764"/>
                    </a:cubicBezTo>
                    <a:cubicBezTo>
                      <a:pt x="4699" y="17335"/>
                      <a:pt x="5132" y="17195"/>
                      <a:pt x="5609" y="17195"/>
                    </a:cubicBezTo>
                    <a:cubicBezTo>
                      <a:pt x="6502" y="17195"/>
                      <a:pt x="7549" y="17685"/>
                      <a:pt x="8356" y="17685"/>
                    </a:cubicBezTo>
                    <a:cubicBezTo>
                      <a:pt x="8397" y="17685"/>
                      <a:pt x="8438" y="17684"/>
                      <a:pt x="8478" y="17681"/>
                    </a:cubicBezTo>
                    <a:cubicBezTo>
                      <a:pt x="10192" y="17550"/>
                      <a:pt x="11168" y="16181"/>
                      <a:pt x="10990" y="14454"/>
                    </a:cubicBezTo>
                    <a:cubicBezTo>
                      <a:pt x="10811" y="13002"/>
                      <a:pt x="8918" y="12871"/>
                      <a:pt x="7811" y="12252"/>
                    </a:cubicBezTo>
                    <a:cubicBezTo>
                      <a:pt x="6668" y="11585"/>
                      <a:pt x="4941" y="10478"/>
                      <a:pt x="4727" y="9073"/>
                    </a:cubicBezTo>
                    <a:cubicBezTo>
                      <a:pt x="4589" y="8284"/>
                      <a:pt x="4869" y="7531"/>
                      <a:pt x="5472" y="7531"/>
                    </a:cubicBezTo>
                    <a:cubicBezTo>
                      <a:pt x="5652" y="7531"/>
                      <a:pt x="5861" y="7598"/>
                      <a:pt x="6096" y="7751"/>
                    </a:cubicBezTo>
                    <a:cubicBezTo>
                      <a:pt x="6437" y="7964"/>
                      <a:pt x="6967" y="8707"/>
                      <a:pt x="7402" y="8707"/>
                    </a:cubicBezTo>
                    <a:cubicBezTo>
                      <a:pt x="7575" y="8707"/>
                      <a:pt x="7733" y="8590"/>
                      <a:pt x="7858" y="8275"/>
                    </a:cubicBezTo>
                    <a:cubicBezTo>
                      <a:pt x="8120" y="7477"/>
                      <a:pt x="7061" y="7168"/>
                      <a:pt x="7239" y="6418"/>
                    </a:cubicBezTo>
                    <a:cubicBezTo>
                      <a:pt x="7372" y="5887"/>
                      <a:pt x="7914" y="5659"/>
                      <a:pt x="8485" y="5659"/>
                    </a:cubicBezTo>
                    <a:cubicBezTo>
                      <a:pt x="9041" y="5659"/>
                      <a:pt x="9624" y="5875"/>
                      <a:pt x="9882" y="6239"/>
                    </a:cubicBezTo>
                    <a:cubicBezTo>
                      <a:pt x="10633" y="7263"/>
                      <a:pt x="9001" y="8680"/>
                      <a:pt x="9621" y="9823"/>
                    </a:cubicBezTo>
                    <a:cubicBezTo>
                      <a:pt x="9916" y="10363"/>
                      <a:pt x="10302" y="10580"/>
                      <a:pt x="10726" y="10580"/>
                    </a:cubicBezTo>
                    <a:cubicBezTo>
                      <a:pt x="12133" y="10580"/>
                      <a:pt x="13961" y="8197"/>
                      <a:pt x="14300" y="7346"/>
                    </a:cubicBezTo>
                    <a:cubicBezTo>
                      <a:pt x="15288" y="4810"/>
                      <a:pt x="14681" y="2381"/>
                      <a:pt x="138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20"/>
              <p:cNvSpPr/>
              <p:nvPr/>
            </p:nvSpPr>
            <p:spPr>
              <a:xfrm>
                <a:off x="3731325" y="5835000"/>
                <a:ext cx="272750" cy="193575"/>
              </a:xfrm>
              <a:custGeom>
                <a:rect b="b" l="l" r="r" t="t"/>
                <a:pathLst>
                  <a:path extrusionOk="0" h="7743" w="10910">
                    <a:moveTo>
                      <a:pt x="9193" y="0"/>
                    </a:moveTo>
                    <a:cubicBezTo>
                      <a:pt x="6894" y="0"/>
                      <a:pt x="6774" y="3327"/>
                      <a:pt x="4647" y="4016"/>
                    </a:cubicBezTo>
                    <a:cubicBezTo>
                      <a:pt x="4489" y="4066"/>
                      <a:pt x="4294" y="4085"/>
                      <a:pt x="4073" y="4085"/>
                    </a:cubicBezTo>
                    <a:cubicBezTo>
                      <a:pt x="3397" y="4085"/>
                      <a:pt x="2488" y="3907"/>
                      <a:pt x="1729" y="3907"/>
                    </a:cubicBezTo>
                    <a:cubicBezTo>
                      <a:pt x="737" y="3907"/>
                      <a:pt x="1" y="4211"/>
                      <a:pt x="373" y="5612"/>
                    </a:cubicBezTo>
                    <a:cubicBezTo>
                      <a:pt x="623" y="6433"/>
                      <a:pt x="1123" y="7148"/>
                      <a:pt x="1742" y="7743"/>
                    </a:cubicBezTo>
                    <a:cubicBezTo>
                      <a:pt x="5945" y="6671"/>
                      <a:pt x="9255" y="4016"/>
                      <a:pt x="10910" y="778"/>
                    </a:cubicBezTo>
                    <a:cubicBezTo>
                      <a:pt x="10541" y="337"/>
                      <a:pt x="10029" y="39"/>
                      <a:pt x="9326" y="4"/>
                    </a:cubicBezTo>
                    <a:cubicBezTo>
                      <a:pt x="9281" y="1"/>
                      <a:pt x="9237" y="0"/>
                      <a:pt x="919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" name="Google Shape;198;p20"/>
              <p:cNvSpPr/>
              <p:nvPr/>
            </p:nvSpPr>
            <p:spPr>
              <a:xfrm>
                <a:off x="3754925" y="5510350"/>
                <a:ext cx="281300" cy="294400"/>
              </a:xfrm>
              <a:custGeom>
                <a:rect b="b" l="l" r="r" t="t"/>
                <a:pathLst>
                  <a:path extrusionOk="0" h="11776" w="11252">
                    <a:moveTo>
                      <a:pt x="5061" y="0"/>
                    </a:moveTo>
                    <a:cubicBezTo>
                      <a:pt x="4954" y="442"/>
                      <a:pt x="4667" y="521"/>
                      <a:pt x="4301" y="521"/>
                    </a:cubicBezTo>
                    <a:cubicBezTo>
                      <a:pt x="4097" y="521"/>
                      <a:pt x="3869" y="497"/>
                      <a:pt x="3633" y="497"/>
                    </a:cubicBezTo>
                    <a:cubicBezTo>
                      <a:pt x="3585" y="497"/>
                      <a:pt x="3537" y="498"/>
                      <a:pt x="3489" y="500"/>
                    </a:cubicBezTo>
                    <a:cubicBezTo>
                      <a:pt x="2167" y="595"/>
                      <a:pt x="0" y="1298"/>
                      <a:pt x="846" y="3108"/>
                    </a:cubicBezTo>
                    <a:cubicBezTo>
                      <a:pt x="1024" y="3513"/>
                      <a:pt x="1661" y="4008"/>
                      <a:pt x="2206" y="4008"/>
                    </a:cubicBezTo>
                    <a:cubicBezTo>
                      <a:pt x="2318" y="4008"/>
                      <a:pt x="2425" y="3988"/>
                      <a:pt x="2524" y="3941"/>
                    </a:cubicBezTo>
                    <a:cubicBezTo>
                      <a:pt x="3179" y="3596"/>
                      <a:pt x="2560" y="2881"/>
                      <a:pt x="3179" y="2572"/>
                    </a:cubicBezTo>
                    <a:cubicBezTo>
                      <a:pt x="3316" y="2505"/>
                      <a:pt x="3522" y="2477"/>
                      <a:pt x="3753" y="2477"/>
                    </a:cubicBezTo>
                    <a:cubicBezTo>
                      <a:pt x="4264" y="2477"/>
                      <a:pt x="4897" y="2618"/>
                      <a:pt x="5168" y="2798"/>
                    </a:cubicBezTo>
                    <a:cubicBezTo>
                      <a:pt x="6049" y="3501"/>
                      <a:pt x="5168" y="3941"/>
                      <a:pt x="4501" y="4298"/>
                    </a:cubicBezTo>
                    <a:cubicBezTo>
                      <a:pt x="3001" y="5144"/>
                      <a:pt x="1501" y="5715"/>
                      <a:pt x="2382" y="7692"/>
                    </a:cubicBezTo>
                    <a:cubicBezTo>
                      <a:pt x="2786" y="8680"/>
                      <a:pt x="4651" y="11775"/>
                      <a:pt x="6114" y="11775"/>
                    </a:cubicBezTo>
                    <a:cubicBezTo>
                      <a:pt x="6290" y="11775"/>
                      <a:pt x="6459" y="11731"/>
                      <a:pt x="6620" y="11632"/>
                    </a:cubicBezTo>
                    <a:cubicBezTo>
                      <a:pt x="7422" y="11124"/>
                      <a:pt x="7268" y="8469"/>
                      <a:pt x="8336" y="8469"/>
                    </a:cubicBezTo>
                    <a:cubicBezTo>
                      <a:pt x="8568" y="8469"/>
                      <a:pt x="8858" y="8595"/>
                      <a:pt x="9228" y="8894"/>
                    </a:cubicBezTo>
                    <a:cubicBezTo>
                      <a:pt x="10025" y="9513"/>
                      <a:pt x="9894" y="10347"/>
                      <a:pt x="10371" y="11144"/>
                    </a:cubicBezTo>
                    <a:cubicBezTo>
                      <a:pt x="10502" y="11347"/>
                      <a:pt x="10645" y="11501"/>
                      <a:pt x="10799" y="11609"/>
                    </a:cubicBezTo>
                    <a:cubicBezTo>
                      <a:pt x="11204" y="10108"/>
                      <a:pt x="11252" y="8525"/>
                      <a:pt x="10895" y="6965"/>
                    </a:cubicBezTo>
                    <a:cubicBezTo>
                      <a:pt x="10180" y="3858"/>
                      <a:pt x="7989" y="1417"/>
                      <a:pt x="50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" name="Google Shape;199;p20"/>
              <p:cNvSpPr/>
              <p:nvPr/>
            </p:nvSpPr>
            <p:spPr>
              <a:xfrm>
                <a:off x="3384925" y="5490400"/>
                <a:ext cx="640600" cy="535500"/>
              </a:xfrm>
              <a:custGeom>
                <a:rect b="b" l="l" r="r" t="t"/>
                <a:pathLst>
                  <a:path extrusionOk="0" h="21420" w="25624">
                    <a:moveTo>
                      <a:pt x="16170" y="1393"/>
                    </a:moveTo>
                    <a:cubicBezTo>
                      <a:pt x="17705" y="1989"/>
                      <a:pt x="19349" y="2846"/>
                      <a:pt x="20658" y="4048"/>
                    </a:cubicBezTo>
                    <a:lnTo>
                      <a:pt x="16717" y="5406"/>
                    </a:lnTo>
                    <a:cubicBezTo>
                      <a:pt x="16551" y="5168"/>
                      <a:pt x="16384" y="4930"/>
                      <a:pt x="16205" y="4703"/>
                    </a:cubicBezTo>
                    <a:cubicBezTo>
                      <a:pt x="15431" y="3691"/>
                      <a:pt x="14574" y="2858"/>
                      <a:pt x="13776" y="2203"/>
                    </a:cubicBezTo>
                    <a:lnTo>
                      <a:pt x="16170" y="1393"/>
                    </a:lnTo>
                    <a:close/>
                    <a:moveTo>
                      <a:pt x="13634" y="2263"/>
                    </a:moveTo>
                    <a:cubicBezTo>
                      <a:pt x="14443" y="2917"/>
                      <a:pt x="15312" y="3751"/>
                      <a:pt x="16110" y="4787"/>
                    </a:cubicBezTo>
                    <a:cubicBezTo>
                      <a:pt x="16265" y="4989"/>
                      <a:pt x="16432" y="5215"/>
                      <a:pt x="16586" y="5442"/>
                    </a:cubicBezTo>
                    <a:lnTo>
                      <a:pt x="12252" y="6942"/>
                    </a:lnTo>
                    <a:lnTo>
                      <a:pt x="10990" y="3156"/>
                    </a:lnTo>
                    <a:lnTo>
                      <a:pt x="13634" y="2263"/>
                    </a:lnTo>
                    <a:close/>
                    <a:moveTo>
                      <a:pt x="10859" y="3191"/>
                    </a:moveTo>
                    <a:lnTo>
                      <a:pt x="12121" y="6989"/>
                    </a:lnTo>
                    <a:lnTo>
                      <a:pt x="7776" y="8478"/>
                    </a:lnTo>
                    <a:cubicBezTo>
                      <a:pt x="7811" y="6846"/>
                      <a:pt x="8073" y="5311"/>
                      <a:pt x="8395" y="4025"/>
                    </a:cubicBezTo>
                    <a:lnTo>
                      <a:pt x="10859" y="3191"/>
                    </a:lnTo>
                    <a:close/>
                    <a:moveTo>
                      <a:pt x="20765" y="4144"/>
                    </a:moveTo>
                    <a:cubicBezTo>
                      <a:pt x="21563" y="4906"/>
                      <a:pt x="22242" y="5811"/>
                      <a:pt x="22670" y="6870"/>
                    </a:cubicBezTo>
                    <a:cubicBezTo>
                      <a:pt x="22742" y="7049"/>
                      <a:pt x="22801" y="7227"/>
                      <a:pt x="22861" y="7418"/>
                    </a:cubicBezTo>
                    <a:lnTo>
                      <a:pt x="18372" y="8835"/>
                    </a:lnTo>
                    <a:cubicBezTo>
                      <a:pt x="18003" y="7668"/>
                      <a:pt x="17479" y="6549"/>
                      <a:pt x="16789" y="5513"/>
                    </a:cubicBezTo>
                    <a:lnTo>
                      <a:pt x="20765" y="4144"/>
                    </a:lnTo>
                    <a:close/>
                    <a:moveTo>
                      <a:pt x="8240" y="4084"/>
                    </a:moveTo>
                    <a:cubicBezTo>
                      <a:pt x="7930" y="5370"/>
                      <a:pt x="7669" y="6894"/>
                      <a:pt x="7645" y="8525"/>
                    </a:cubicBezTo>
                    <a:lnTo>
                      <a:pt x="3358" y="10013"/>
                    </a:lnTo>
                    <a:cubicBezTo>
                      <a:pt x="3763" y="8216"/>
                      <a:pt x="4621" y="6477"/>
                      <a:pt x="5525" y="5001"/>
                    </a:cubicBezTo>
                    <a:lnTo>
                      <a:pt x="8240" y="4084"/>
                    </a:lnTo>
                    <a:close/>
                    <a:moveTo>
                      <a:pt x="16658" y="5561"/>
                    </a:moveTo>
                    <a:cubicBezTo>
                      <a:pt x="17277" y="6489"/>
                      <a:pt x="17836" y="7585"/>
                      <a:pt x="18241" y="8882"/>
                    </a:cubicBezTo>
                    <a:lnTo>
                      <a:pt x="13407" y="10406"/>
                    </a:lnTo>
                    <a:lnTo>
                      <a:pt x="12288" y="7073"/>
                    </a:lnTo>
                    <a:lnTo>
                      <a:pt x="16658" y="5561"/>
                    </a:lnTo>
                    <a:close/>
                    <a:moveTo>
                      <a:pt x="12169" y="7108"/>
                    </a:moveTo>
                    <a:lnTo>
                      <a:pt x="13276" y="10454"/>
                    </a:lnTo>
                    <a:lnTo>
                      <a:pt x="8133" y="12085"/>
                    </a:lnTo>
                    <a:cubicBezTo>
                      <a:pt x="7859" y="10918"/>
                      <a:pt x="7764" y="9752"/>
                      <a:pt x="7776" y="8620"/>
                    </a:cubicBezTo>
                    <a:lnTo>
                      <a:pt x="12169" y="7108"/>
                    </a:lnTo>
                    <a:close/>
                    <a:moveTo>
                      <a:pt x="22897" y="7537"/>
                    </a:moveTo>
                    <a:cubicBezTo>
                      <a:pt x="23170" y="8466"/>
                      <a:pt x="23242" y="9466"/>
                      <a:pt x="23123" y="10525"/>
                    </a:cubicBezTo>
                    <a:lnTo>
                      <a:pt x="18979" y="12121"/>
                    </a:lnTo>
                    <a:cubicBezTo>
                      <a:pt x="18956" y="11692"/>
                      <a:pt x="18908" y="11276"/>
                      <a:pt x="18848" y="10859"/>
                    </a:cubicBezTo>
                    <a:cubicBezTo>
                      <a:pt x="18753" y="10216"/>
                      <a:pt x="18598" y="9585"/>
                      <a:pt x="18420" y="8966"/>
                    </a:cubicBezTo>
                    <a:lnTo>
                      <a:pt x="22897" y="7537"/>
                    </a:lnTo>
                    <a:close/>
                    <a:moveTo>
                      <a:pt x="7645" y="8668"/>
                    </a:moveTo>
                    <a:lnTo>
                      <a:pt x="7645" y="8668"/>
                    </a:lnTo>
                    <a:cubicBezTo>
                      <a:pt x="7633" y="9799"/>
                      <a:pt x="7740" y="10966"/>
                      <a:pt x="8002" y="12121"/>
                    </a:cubicBezTo>
                    <a:lnTo>
                      <a:pt x="3263" y="13621"/>
                    </a:lnTo>
                    <a:cubicBezTo>
                      <a:pt x="3025" y="12490"/>
                      <a:pt x="3085" y="11311"/>
                      <a:pt x="3323" y="10156"/>
                    </a:cubicBezTo>
                    <a:lnTo>
                      <a:pt x="7645" y="8668"/>
                    </a:lnTo>
                    <a:close/>
                    <a:moveTo>
                      <a:pt x="18277" y="9001"/>
                    </a:moveTo>
                    <a:cubicBezTo>
                      <a:pt x="18563" y="9966"/>
                      <a:pt x="18765" y="11014"/>
                      <a:pt x="18837" y="12180"/>
                    </a:cubicBezTo>
                    <a:lnTo>
                      <a:pt x="14538" y="13835"/>
                    </a:lnTo>
                    <a:lnTo>
                      <a:pt x="13443" y="10537"/>
                    </a:lnTo>
                    <a:lnTo>
                      <a:pt x="18277" y="9001"/>
                    </a:lnTo>
                    <a:close/>
                    <a:moveTo>
                      <a:pt x="13324" y="10573"/>
                    </a:moveTo>
                    <a:lnTo>
                      <a:pt x="14419" y="13883"/>
                    </a:lnTo>
                    <a:lnTo>
                      <a:pt x="9633" y="15717"/>
                    </a:lnTo>
                    <a:cubicBezTo>
                      <a:pt x="9228" y="15097"/>
                      <a:pt x="8895" y="14431"/>
                      <a:pt x="8621" y="13728"/>
                    </a:cubicBezTo>
                    <a:cubicBezTo>
                      <a:pt x="8431" y="13228"/>
                      <a:pt x="8276" y="12716"/>
                      <a:pt x="8157" y="12216"/>
                    </a:cubicBezTo>
                    <a:lnTo>
                      <a:pt x="13324" y="10573"/>
                    </a:lnTo>
                    <a:close/>
                    <a:moveTo>
                      <a:pt x="23111" y="10668"/>
                    </a:moveTo>
                    <a:cubicBezTo>
                      <a:pt x="22909" y="12276"/>
                      <a:pt x="22277" y="14026"/>
                      <a:pt x="21206" y="15907"/>
                    </a:cubicBezTo>
                    <a:lnTo>
                      <a:pt x="18622" y="16645"/>
                    </a:lnTo>
                    <a:cubicBezTo>
                      <a:pt x="18944" y="15133"/>
                      <a:pt x="19063" y="13657"/>
                      <a:pt x="18991" y="12264"/>
                    </a:cubicBezTo>
                    <a:lnTo>
                      <a:pt x="23111" y="10668"/>
                    </a:lnTo>
                    <a:close/>
                    <a:moveTo>
                      <a:pt x="8026" y="12252"/>
                    </a:moveTo>
                    <a:cubicBezTo>
                      <a:pt x="8157" y="12764"/>
                      <a:pt x="8311" y="13264"/>
                      <a:pt x="8502" y="13764"/>
                    </a:cubicBezTo>
                    <a:cubicBezTo>
                      <a:pt x="8776" y="14478"/>
                      <a:pt x="9109" y="15145"/>
                      <a:pt x="9502" y="15764"/>
                    </a:cubicBezTo>
                    <a:lnTo>
                      <a:pt x="5442" y="17324"/>
                    </a:lnTo>
                    <a:cubicBezTo>
                      <a:pt x="4501" y="16467"/>
                      <a:pt x="3847" y="15478"/>
                      <a:pt x="3466" y="14359"/>
                    </a:cubicBezTo>
                    <a:cubicBezTo>
                      <a:pt x="3394" y="14157"/>
                      <a:pt x="3347" y="13954"/>
                      <a:pt x="3299" y="13752"/>
                    </a:cubicBezTo>
                    <a:lnTo>
                      <a:pt x="8026" y="12252"/>
                    </a:lnTo>
                    <a:close/>
                    <a:moveTo>
                      <a:pt x="18848" y="12311"/>
                    </a:moveTo>
                    <a:lnTo>
                      <a:pt x="18848" y="12311"/>
                    </a:lnTo>
                    <a:cubicBezTo>
                      <a:pt x="18920" y="13633"/>
                      <a:pt x="18813" y="15097"/>
                      <a:pt x="18479" y="16693"/>
                    </a:cubicBezTo>
                    <a:lnTo>
                      <a:pt x="15753" y="17467"/>
                    </a:lnTo>
                    <a:lnTo>
                      <a:pt x="14586" y="13954"/>
                    </a:lnTo>
                    <a:lnTo>
                      <a:pt x="18848" y="12311"/>
                    </a:lnTo>
                    <a:close/>
                    <a:moveTo>
                      <a:pt x="14467" y="14002"/>
                    </a:moveTo>
                    <a:lnTo>
                      <a:pt x="15634" y="17514"/>
                    </a:lnTo>
                    <a:lnTo>
                      <a:pt x="12110" y="18515"/>
                    </a:lnTo>
                    <a:cubicBezTo>
                      <a:pt x="11145" y="17717"/>
                      <a:pt x="10347" y="16824"/>
                      <a:pt x="9704" y="15836"/>
                    </a:cubicBezTo>
                    <a:lnTo>
                      <a:pt x="14467" y="14002"/>
                    </a:lnTo>
                    <a:close/>
                    <a:moveTo>
                      <a:pt x="9574" y="15883"/>
                    </a:moveTo>
                    <a:cubicBezTo>
                      <a:pt x="10216" y="16871"/>
                      <a:pt x="11002" y="17764"/>
                      <a:pt x="11955" y="18562"/>
                    </a:cubicBezTo>
                    <a:lnTo>
                      <a:pt x="8835" y="19443"/>
                    </a:lnTo>
                    <a:cubicBezTo>
                      <a:pt x="7514" y="18872"/>
                      <a:pt x="6418" y="18205"/>
                      <a:pt x="5561" y="17431"/>
                    </a:cubicBezTo>
                    <a:lnTo>
                      <a:pt x="9574" y="15883"/>
                    </a:lnTo>
                    <a:close/>
                    <a:moveTo>
                      <a:pt x="11419" y="0"/>
                    </a:moveTo>
                    <a:lnTo>
                      <a:pt x="11395" y="131"/>
                    </a:lnTo>
                    <a:cubicBezTo>
                      <a:pt x="11443" y="131"/>
                      <a:pt x="13550" y="405"/>
                      <a:pt x="15979" y="1322"/>
                    </a:cubicBezTo>
                    <a:lnTo>
                      <a:pt x="13657" y="2108"/>
                    </a:lnTo>
                    <a:cubicBezTo>
                      <a:pt x="12050" y="822"/>
                      <a:pt x="10705" y="227"/>
                      <a:pt x="10681" y="227"/>
                    </a:cubicBezTo>
                    <a:lnTo>
                      <a:pt x="10633" y="346"/>
                    </a:lnTo>
                    <a:cubicBezTo>
                      <a:pt x="10645" y="358"/>
                      <a:pt x="11955" y="917"/>
                      <a:pt x="13514" y="2155"/>
                    </a:cubicBezTo>
                    <a:lnTo>
                      <a:pt x="10943" y="3025"/>
                    </a:lnTo>
                    <a:lnTo>
                      <a:pt x="10097" y="489"/>
                    </a:lnTo>
                    <a:lnTo>
                      <a:pt x="9978" y="524"/>
                    </a:lnTo>
                    <a:lnTo>
                      <a:pt x="10824" y="3072"/>
                    </a:lnTo>
                    <a:lnTo>
                      <a:pt x="8431" y="3882"/>
                    </a:lnTo>
                    <a:cubicBezTo>
                      <a:pt x="8942" y="1893"/>
                      <a:pt x="9550" y="560"/>
                      <a:pt x="9574" y="536"/>
                    </a:cubicBezTo>
                    <a:lnTo>
                      <a:pt x="9454" y="477"/>
                    </a:lnTo>
                    <a:cubicBezTo>
                      <a:pt x="9431" y="512"/>
                      <a:pt x="8800" y="1882"/>
                      <a:pt x="8288" y="3929"/>
                    </a:cubicBezTo>
                    <a:lnTo>
                      <a:pt x="5633" y="4822"/>
                    </a:lnTo>
                    <a:cubicBezTo>
                      <a:pt x="7085" y="2501"/>
                      <a:pt x="8645" y="881"/>
                      <a:pt x="8669" y="846"/>
                    </a:cubicBezTo>
                    <a:lnTo>
                      <a:pt x="8573" y="750"/>
                    </a:lnTo>
                    <a:cubicBezTo>
                      <a:pt x="8561" y="762"/>
                      <a:pt x="6918" y="2477"/>
                      <a:pt x="5418" y="4894"/>
                    </a:cubicBezTo>
                    <a:lnTo>
                      <a:pt x="1632" y="6180"/>
                    </a:lnTo>
                    <a:lnTo>
                      <a:pt x="1668" y="6299"/>
                    </a:lnTo>
                    <a:lnTo>
                      <a:pt x="5311" y="5072"/>
                    </a:lnTo>
                    <a:lnTo>
                      <a:pt x="5311" y="5072"/>
                    </a:lnTo>
                    <a:cubicBezTo>
                      <a:pt x="5275" y="5144"/>
                      <a:pt x="5228" y="5203"/>
                      <a:pt x="5192" y="5275"/>
                    </a:cubicBezTo>
                    <a:cubicBezTo>
                      <a:pt x="4406" y="6608"/>
                      <a:pt x="3597" y="8287"/>
                      <a:pt x="3216" y="10061"/>
                    </a:cubicBezTo>
                    <a:lnTo>
                      <a:pt x="1" y="11168"/>
                    </a:lnTo>
                    <a:lnTo>
                      <a:pt x="37" y="11287"/>
                    </a:lnTo>
                    <a:lnTo>
                      <a:pt x="3180" y="10204"/>
                    </a:lnTo>
                    <a:lnTo>
                      <a:pt x="3180" y="10204"/>
                    </a:lnTo>
                    <a:cubicBezTo>
                      <a:pt x="2954" y="11347"/>
                      <a:pt x="2894" y="12526"/>
                      <a:pt x="3144" y="13657"/>
                    </a:cubicBezTo>
                    <a:lnTo>
                      <a:pt x="441" y="14514"/>
                    </a:lnTo>
                    <a:lnTo>
                      <a:pt x="477" y="14645"/>
                    </a:lnTo>
                    <a:lnTo>
                      <a:pt x="3168" y="13788"/>
                    </a:lnTo>
                    <a:cubicBezTo>
                      <a:pt x="3216" y="14002"/>
                      <a:pt x="3275" y="14204"/>
                      <a:pt x="3347" y="14407"/>
                    </a:cubicBezTo>
                    <a:cubicBezTo>
                      <a:pt x="3716" y="15514"/>
                      <a:pt x="4370" y="16502"/>
                      <a:pt x="5311" y="17383"/>
                    </a:cubicBezTo>
                    <a:lnTo>
                      <a:pt x="2823" y="18336"/>
                    </a:lnTo>
                    <a:lnTo>
                      <a:pt x="2870" y="18467"/>
                    </a:lnTo>
                    <a:lnTo>
                      <a:pt x="5418" y="17479"/>
                    </a:lnTo>
                    <a:cubicBezTo>
                      <a:pt x="6275" y="18253"/>
                      <a:pt x="7347" y="18931"/>
                      <a:pt x="8633" y="19503"/>
                    </a:cubicBezTo>
                    <a:lnTo>
                      <a:pt x="5692" y="20348"/>
                    </a:lnTo>
                    <a:lnTo>
                      <a:pt x="5728" y="20479"/>
                    </a:lnTo>
                    <a:lnTo>
                      <a:pt x="8823" y="19586"/>
                    </a:lnTo>
                    <a:cubicBezTo>
                      <a:pt x="10681" y="20396"/>
                      <a:pt x="12955" y="21003"/>
                      <a:pt x="15670" y="21420"/>
                    </a:cubicBezTo>
                    <a:lnTo>
                      <a:pt x="15693" y="21289"/>
                    </a:lnTo>
                    <a:cubicBezTo>
                      <a:pt x="13062" y="20884"/>
                      <a:pt x="10836" y="20300"/>
                      <a:pt x="9026" y="19538"/>
                    </a:cubicBezTo>
                    <a:lnTo>
                      <a:pt x="12074" y="18657"/>
                    </a:lnTo>
                    <a:cubicBezTo>
                      <a:pt x="13205" y="19586"/>
                      <a:pt x="14550" y="20384"/>
                      <a:pt x="16098" y="21027"/>
                    </a:cubicBezTo>
                    <a:lnTo>
                      <a:pt x="16146" y="20908"/>
                    </a:lnTo>
                    <a:cubicBezTo>
                      <a:pt x="14646" y="20277"/>
                      <a:pt x="13336" y="19515"/>
                      <a:pt x="12229" y="18622"/>
                    </a:cubicBezTo>
                    <a:lnTo>
                      <a:pt x="15670" y="17633"/>
                    </a:lnTo>
                    <a:lnTo>
                      <a:pt x="16682" y="20670"/>
                    </a:lnTo>
                    <a:lnTo>
                      <a:pt x="16801" y="20634"/>
                    </a:lnTo>
                    <a:lnTo>
                      <a:pt x="15800" y="17598"/>
                    </a:lnTo>
                    <a:lnTo>
                      <a:pt x="18444" y="16836"/>
                    </a:lnTo>
                    <a:lnTo>
                      <a:pt x="18444" y="16836"/>
                    </a:lnTo>
                    <a:cubicBezTo>
                      <a:pt x="18217" y="17860"/>
                      <a:pt x="17908" y="18943"/>
                      <a:pt x="17479" y="20074"/>
                    </a:cubicBezTo>
                    <a:lnTo>
                      <a:pt x="17598" y="20122"/>
                    </a:lnTo>
                    <a:cubicBezTo>
                      <a:pt x="18027" y="18991"/>
                      <a:pt x="18360" y="17884"/>
                      <a:pt x="18587" y="16800"/>
                    </a:cubicBezTo>
                    <a:lnTo>
                      <a:pt x="21111" y="16074"/>
                    </a:lnTo>
                    <a:lnTo>
                      <a:pt x="21111" y="16074"/>
                    </a:lnTo>
                    <a:cubicBezTo>
                      <a:pt x="20372" y="17348"/>
                      <a:pt x="19444" y="18669"/>
                      <a:pt x="18325" y="20062"/>
                    </a:cubicBezTo>
                    <a:lnTo>
                      <a:pt x="18432" y="20146"/>
                    </a:lnTo>
                    <a:cubicBezTo>
                      <a:pt x="19587" y="18705"/>
                      <a:pt x="20539" y="17336"/>
                      <a:pt x="21289" y="16026"/>
                    </a:cubicBezTo>
                    <a:lnTo>
                      <a:pt x="24528" y="15097"/>
                    </a:lnTo>
                    <a:lnTo>
                      <a:pt x="24492" y="14978"/>
                    </a:lnTo>
                    <a:lnTo>
                      <a:pt x="21385" y="15859"/>
                    </a:lnTo>
                    <a:cubicBezTo>
                      <a:pt x="22444" y="13978"/>
                      <a:pt x="23063" y="12228"/>
                      <a:pt x="23254" y="10621"/>
                    </a:cubicBezTo>
                    <a:lnTo>
                      <a:pt x="25623" y="9704"/>
                    </a:lnTo>
                    <a:lnTo>
                      <a:pt x="25576" y="9585"/>
                    </a:lnTo>
                    <a:lnTo>
                      <a:pt x="23266" y="10478"/>
                    </a:lnTo>
                    <a:cubicBezTo>
                      <a:pt x="23373" y="9418"/>
                      <a:pt x="23290" y="8430"/>
                      <a:pt x="23028" y="7501"/>
                    </a:cubicBezTo>
                    <a:lnTo>
                      <a:pt x="25397" y="6751"/>
                    </a:lnTo>
                    <a:lnTo>
                      <a:pt x="25361" y="6620"/>
                    </a:lnTo>
                    <a:lnTo>
                      <a:pt x="22980" y="7370"/>
                    </a:lnTo>
                    <a:cubicBezTo>
                      <a:pt x="22932" y="7192"/>
                      <a:pt x="22861" y="7001"/>
                      <a:pt x="22789" y="6811"/>
                    </a:cubicBezTo>
                    <a:cubicBezTo>
                      <a:pt x="22361" y="5763"/>
                      <a:pt x="21694" y="4858"/>
                      <a:pt x="20908" y="4096"/>
                    </a:cubicBezTo>
                    <a:lnTo>
                      <a:pt x="22813" y="3441"/>
                    </a:lnTo>
                    <a:lnTo>
                      <a:pt x="22766" y="3310"/>
                    </a:lnTo>
                    <a:lnTo>
                      <a:pt x="20789" y="3989"/>
                    </a:lnTo>
                    <a:cubicBezTo>
                      <a:pt x="19503" y="2798"/>
                      <a:pt x="17884" y="1941"/>
                      <a:pt x="16360" y="1334"/>
                    </a:cubicBezTo>
                    <a:lnTo>
                      <a:pt x="18622" y="572"/>
                    </a:lnTo>
                    <a:lnTo>
                      <a:pt x="18575" y="441"/>
                    </a:lnTo>
                    <a:lnTo>
                      <a:pt x="16170" y="1262"/>
                    </a:lnTo>
                    <a:cubicBezTo>
                      <a:pt x="13669" y="298"/>
                      <a:pt x="11455" y="0"/>
                      <a:pt x="1141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00" name="Google Shape;200;p20"/>
          <p:cNvGrpSpPr/>
          <p:nvPr/>
        </p:nvGrpSpPr>
        <p:grpSpPr>
          <a:xfrm flipH="1">
            <a:off x="8214827" y="4183583"/>
            <a:ext cx="789682" cy="723827"/>
            <a:chOff x="318377" y="4183583"/>
            <a:chExt cx="789682" cy="723827"/>
          </a:xfrm>
        </p:grpSpPr>
        <p:sp>
          <p:nvSpPr>
            <p:cNvPr id="201" name="Google Shape;201;p20"/>
            <p:cNvSpPr/>
            <p:nvPr/>
          </p:nvSpPr>
          <p:spPr>
            <a:xfrm>
              <a:off x="457913" y="4803900"/>
              <a:ext cx="258300" cy="103500"/>
            </a:xfrm>
            <a:prstGeom prst="ellipse">
              <a:avLst/>
            </a:prstGeom>
            <a:solidFill>
              <a:srgbClr val="033342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20"/>
            <p:cNvSpPr/>
            <p:nvPr/>
          </p:nvSpPr>
          <p:spPr>
            <a:xfrm>
              <a:off x="788438" y="4569325"/>
              <a:ext cx="258300" cy="103500"/>
            </a:xfrm>
            <a:prstGeom prst="ellipse">
              <a:avLst/>
            </a:prstGeom>
            <a:solidFill>
              <a:srgbClr val="033342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03" name="Google Shape;203;p20"/>
            <p:cNvGrpSpPr/>
            <p:nvPr/>
          </p:nvGrpSpPr>
          <p:grpSpPr>
            <a:xfrm flipH="1">
              <a:off x="318377" y="4183583"/>
              <a:ext cx="789682" cy="723827"/>
              <a:chOff x="4896425" y="6632275"/>
              <a:chExt cx="319425" cy="279125"/>
            </a:xfrm>
          </p:grpSpPr>
          <p:sp>
            <p:nvSpPr>
              <p:cNvPr id="204" name="Google Shape;204;p20"/>
              <p:cNvSpPr/>
              <p:nvPr/>
            </p:nvSpPr>
            <p:spPr>
              <a:xfrm>
                <a:off x="5083950" y="6632275"/>
                <a:ext cx="46175" cy="31500"/>
              </a:xfrm>
              <a:custGeom>
                <a:rect b="b" l="l" r="r" t="t"/>
                <a:pathLst>
                  <a:path extrusionOk="0" h="1260" w="1847">
                    <a:moveTo>
                      <a:pt x="461" y="0"/>
                    </a:moveTo>
                    <a:cubicBezTo>
                      <a:pt x="367" y="0"/>
                      <a:pt x="310" y="10"/>
                      <a:pt x="310" y="10"/>
                    </a:cubicBezTo>
                    <a:lnTo>
                      <a:pt x="1" y="617"/>
                    </a:lnTo>
                    <a:lnTo>
                      <a:pt x="1191" y="1260"/>
                    </a:lnTo>
                    <a:lnTo>
                      <a:pt x="1846" y="795"/>
                    </a:lnTo>
                    <a:cubicBezTo>
                      <a:pt x="1380" y="88"/>
                      <a:pt x="746" y="0"/>
                      <a:pt x="4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20"/>
              <p:cNvSpPr/>
              <p:nvPr/>
            </p:nvSpPr>
            <p:spPr>
              <a:xfrm>
                <a:off x="5172075" y="6684900"/>
                <a:ext cx="39600" cy="37825"/>
              </a:xfrm>
              <a:custGeom>
                <a:rect b="b" l="l" r="r" t="t"/>
                <a:pathLst>
                  <a:path extrusionOk="0" h="1513" w="1584">
                    <a:moveTo>
                      <a:pt x="548" y="0"/>
                    </a:moveTo>
                    <a:lnTo>
                      <a:pt x="0" y="405"/>
                    </a:lnTo>
                    <a:lnTo>
                      <a:pt x="786" y="1512"/>
                    </a:lnTo>
                    <a:lnTo>
                      <a:pt x="1584" y="1393"/>
                    </a:lnTo>
                    <a:cubicBezTo>
                      <a:pt x="1441" y="274"/>
                      <a:pt x="548" y="0"/>
                      <a:pt x="54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20"/>
              <p:cNvSpPr/>
              <p:nvPr/>
            </p:nvSpPr>
            <p:spPr>
              <a:xfrm>
                <a:off x="4896425" y="6635175"/>
                <a:ext cx="319425" cy="276225"/>
              </a:xfrm>
              <a:custGeom>
                <a:rect b="b" l="l" r="r" t="t"/>
                <a:pathLst>
                  <a:path extrusionOk="0" h="11049" w="12777">
                    <a:moveTo>
                      <a:pt x="6573" y="1"/>
                    </a:moveTo>
                    <a:lnTo>
                      <a:pt x="1" y="4442"/>
                    </a:lnTo>
                    <a:cubicBezTo>
                      <a:pt x="346" y="7088"/>
                      <a:pt x="2248" y="7133"/>
                      <a:pt x="2375" y="7133"/>
                    </a:cubicBezTo>
                    <a:cubicBezTo>
                      <a:pt x="2380" y="7133"/>
                      <a:pt x="2382" y="7133"/>
                      <a:pt x="2382" y="7133"/>
                    </a:cubicBezTo>
                    <a:lnTo>
                      <a:pt x="5490" y="4061"/>
                    </a:lnTo>
                    <a:cubicBezTo>
                      <a:pt x="6311" y="4073"/>
                      <a:pt x="7454" y="4406"/>
                      <a:pt x="8299" y="5930"/>
                    </a:cubicBezTo>
                    <a:lnTo>
                      <a:pt x="5537" y="8728"/>
                    </a:lnTo>
                    <a:cubicBezTo>
                      <a:pt x="6093" y="10805"/>
                      <a:pt x="7534" y="11049"/>
                      <a:pt x="8180" y="11049"/>
                    </a:cubicBezTo>
                    <a:cubicBezTo>
                      <a:pt x="8378" y="11049"/>
                      <a:pt x="8502" y="11026"/>
                      <a:pt x="8502" y="11026"/>
                    </a:cubicBezTo>
                    <a:lnTo>
                      <a:pt x="12776" y="4906"/>
                    </a:lnTo>
                    <a:cubicBezTo>
                      <a:pt x="11836" y="822"/>
                      <a:pt x="6573" y="1"/>
                      <a:pt x="657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20"/>
              <p:cNvSpPr/>
              <p:nvPr/>
            </p:nvSpPr>
            <p:spPr>
              <a:xfrm>
                <a:off x="4902100" y="6738800"/>
                <a:ext cx="69950" cy="68950"/>
              </a:xfrm>
              <a:custGeom>
                <a:rect b="b" l="l" r="r" t="t"/>
                <a:pathLst>
                  <a:path extrusionOk="0" h="2758" w="2798">
                    <a:moveTo>
                      <a:pt x="870" y="0"/>
                    </a:moveTo>
                    <a:cubicBezTo>
                      <a:pt x="704" y="0"/>
                      <a:pt x="552" y="46"/>
                      <a:pt x="429" y="142"/>
                    </a:cubicBezTo>
                    <a:cubicBezTo>
                      <a:pt x="0" y="475"/>
                      <a:pt x="83" y="1309"/>
                      <a:pt x="619" y="1987"/>
                    </a:cubicBezTo>
                    <a:cubicBezTo>
                      <a:pt x="1003" y="2473"/>
                      <a:pt x="1515" y="2758"/>
                      <a:pt x="1932" y="2758"/>
                    </a:cubicBezTo>
                    <a:cubicBezTo>
                      <a:pt x="2097" y="2758"/>
                      <a:pt x="2248" y="2713"/>
                      <a:pt x="2369" y="2618"/>
                    </a:cubicBezTo>
                    <a:cubicBezTo>
                      <a:pt x="2798" y="2273"/>
                      <a:pt x="2703" y="1452"/>
                      <a:pt x="2167" y="773"/>
                    </a:cubicBezTo>
                    <a:cubicBezTo>
                      <a:pt x="1785" y="281"/>
                      <a:pt x="1283" y="0"/>
                      <a:pt x="87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" name="Google Shape;208;p20"/>
              <p:cNvSpPr/>
              <p:nvPr/>
            </p:nvSpPr>
            <p:spPr>
              <a:xfrm>
                <a:off x="5038725" y="6840600"/>
                <a:ext cx="77700" cy="65750"/>
              </a:xfrm>
              <a:custGeom>
                <a:rect b="b" l="l" r="r" t="t"/>
                <a:pathLst>
                  <a:path extrusionOk="0" h="2630" w="3108">
                    <a:moveTo>
                      <a:pt x="967" y="0"/>
                    </a:moveTo>
                    <a:cubicBezTo>
                      <a:pt x="731" y="0"/>
                      <a:pt x="524" y="73"/>
                      <a:pt x="381" y="225"/>
                    </a:cubicBezTo>
                    <a:cubicBezTo>
                      <a:pt x="0" y="630"/>
                      <a:pt x="214" y="1452"/>
                      <a:pt x="869" y="2047"/>
                    </a:cubicBezTo>
                    <a:cubicBezTo>
                      <a:pt x="1271" y="2426"/>
                      <a:pt x="1747" y="2629"/>
                      <a:pt x="2141" y="2629"/>
                    </a:cubicBezTo>
                    <a:cubicBezTo>
                      <a:pt x="2377" y="2629"/>
                      <a:pt x="2584" y="2556"/>
                      <a:pt x="2727" y="2404"/>
                    </a:cubicBezTo>
                    <a:cubicBezTo>
                      <a:pt x="3108" y="1999"/>
                      <a:pt x="2881" y="1178"/>
                      <a:pt x="2238" y="582"/>
                    </a:cubicBezTo>
                    <a:cubicBezTo>
                      <a:pt x="1837" y="203"/>
                      <a:pt x="1361" y="0"/>
                      <a:pt x="96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" name="Google Shape;209;p20"/>
              <p:cNvSpPr/>
              <p:nvPr/>
            </p:nvSpPr>
            <p:spPr>
              <a:xfrm>
                <a:off x="4924700" y="6640250"/>
                <a:ext cx="284000" cy="247075"/>
              </a:xfrm>
              <a:custGeom>
                <a:rect b="b" l="l" r="r" t="t"/>
                <a:pathLst>
                  <a:path extrusionOk="0" h="9883" w="11360">
                    <a:moveTo>
                      <a:pt x="6287" y="3298"/>
                    </a:moveTo>
                    <a:cubicBezTo>
                      <a:pt x="6192" y="3298"/>
                      <a:pt x="6121" y="3453"/>
                      <a:pt x="6121" y="3655"/>
                    </a:cubicBezTo>
                    <a:cubicBezTo>
                      <a:pt x="6121" y="3846"/>
                      <a:pt x="6192" y="4013"/>
                      <a:pt x="6287" y="4013"/>
                    </a:cubicBezTo>
                    <a:cubicBezTo>
                      <a:pt x="6371" y="4013"/>
                      <a:pt x="6454" y="3846"/>
                      <a:pt x="6454" y="3655"/>
                    </a:cubicBezTo>
                    <a:cubicBezTo>
                      <a:pt x="6454" y="3453"/>
                      <a:pt x="6371" y="3298"/>
                      <a:pt x="6287" y="3298"/>
                    </a:cubicBezTo>
                    <a:close/>
                    <a:moveTo>
                      <a:pt x="6264" y="2893"/>
                    </a:moveTo>
                    <a:cubicBezTo>
                      <a:pt x="6454" y="2893"/>
                      <a:pt x="6621" y="3215"/>
                      <a:pt x="6621" y="3584"/>
                    </a:cubicBezTo>
                    <a:cubicBezTo>
                      <a:pt x="6621" y="3965"/>
                      <a:pt x="6454" y="4274"/>
                      <a:pt x="6264" y="4274"/>
                    </a:cubicBezTo>
                    <a:cubicBezTo>
                      <a:pt x="6061" y="4274"/>
                      <a:pt x="5906" y="3965"/>
                      <a:pt x="5906" y="3584"/>
                    </a:cubicBezTo>
                    <a:cubicBezTo>
                      <a:pt x="5906" y="3215"/>
                      <a:pt x="6061" y="2893"/>
                      <a:pt x="6264" y="2893"/>
                    </a:cubicBezTo>
                    <a:close/>
                    <a:moveTo>
                      <a:pt x="6264" y="2798"/>
                    </a:moveTo>
                    <a:cubicBezTo>
                      <a:pt x="6002" y="2798"/>
                      <a:pt x="5799" y="3143"/>
                      <a:pt x="5799" y="3584"/>
                    </a:cubicBezTo>
                    <a:cubicBezTo>
                      <a:pt x="5799" y="4024"/>
                      <a:pt x="6002" y="4382"/>
                      <a:pt x="6264" y="4382"/>
                    </a:cubicBezTo>
                    <a:cubicBezTo>
                      <a:pt x="6514" y="4382"/>
                      <a:pt x="6716" y="4036"/>
                      <a:pt x="6716" y="3584"/>
                    </a:cubicBezTo>
                    <a:cubicBezTo>
                      <a:pt x="6716" y="3143"/>
                      <a:pt x="6514" y="2798"/>
                      <a:pt x="6264" y="2798"/>
                    </a:cubicBezTo>
                    <a:close/>
                    <a:moveTo>
                      <a:pt x="5061" y="0"/>
                    </a:moveTo>
                    <a:lnTo>
                      <a:pt x="5049" y="107"/>
                    </a:lnTo>
                    <a:cubicBezTo>
                      <a:pt x="5109" y="107"/>
                      <a:pt x="10645" y="834"/>
                      <a:pt x="11264" y="5191"/>
                    </a:cubicBezTo>
                    <a:lnTo>
                      <a:pt x="11359" y="5167"/>
                    </a:lnTo>
                    <a:cubicBezTo>
                      <a:pt x="10728" y="750"/>
                      <a:pt x="5121" y="12"/>
                      <a:pt x="5061" y="0"/>
                    </a:cubicBezTo>
                    <a:close/>
                    <a:moveTo>
                      <a:pt x="3015" y="1619"/>
                    </a:moveTo>
                    <a:cubicBezTo>
                      <a:pt x="2984" y="1619"/>
                      <a:pt x="2967" y="1619"/>
                      <a:pt x="2966" y="1619"/>
                    </a:cubicBezTo>
                    <a:lnTo>
                      <a:pt x="2966" y="1715"/>
                    </a:lnTo>
                    <a:cubicBezTo>
                      <a:pt x="2968" y="1715"/>
                      <a:pt x="2981" y="1714"/>
                      <a:pt x="3003" y="1714"/>
                    </a:cubicBezTo>
                    <a:cubicBezTo>
                      <a:pt x="3480" y="1714"/>
                      <a:pt x="8310" y="1823"/>
                      <a:pt x="10038" y="6596"/>
                    </a:cubicBezTo>
                    <a:lnTo>
                      <a:pt x="10133" y="6572"/>
                    </a:lnTo>
                    <a:cubicBezTo>
                      <a:pt x="9181" y="3917"/>
                      <a:pt x="7276" y="2715"/>
                      <a:pt x="5859" y="2167"/>
                    </a:cubicBezTo>
                    <a:cubicBezTo>
                      <a:pt x="4480" y="1647"/>
                      <a:pt x="3271" y="1619"/>
                      <a:pt x="3015" y="1619"/>
                    </a:cubicBezTo>
                    <a:close/>
                    <a:moveTo>
                      <a:pt x="275" y="3395"/>
                    </a:moveTo>
                    <a:cubicBezTo>
                      <a:pt x="117" y="3395"/>
                      <a:pt x="13" y="3413"/>
                      <a:pt x="1" y="3417"/>
                    </a:cubicBezTo>
                    <a:lnTo>
                      <a:pt x="25" y="3512"/>
                    </a:lnTo>
                    <a:cubicBezTo>
                      <a:pt x="25" y="3512"/>
                      <a:pt x="116" y="3497"/>
                      <a:pt x="261" y="3497"/>
                    </a:cubicBezTo>
                    <a:cubicBezTo>
                      <a:pt x="544" y="3497"/>
                      <a:pt x="1032" y="3555"/>
                      <a:pt x="1442" y="3893"/>
                    </a:cubicBezTo>
                    <a:cubicBezTo>
                      <a:pt x="1918" y="4298"/>
                      <a:pt x="2168" y="4989"/>
                      <a:pt x="2168" y="5941"/>
                    </a:cubicBezTo>
                    <a:lnTo>
                      <a:pt x="1215" y="6894"/>
                    </a:lnTo>
                    <a:lnTo>
                      <a:pt x="1287" y="6965"/>
                    </a:lnTo>
                    <a:lnTo>
                      <a:pt x="4394" y="3893"/>
                    </a:lnTo>
                    <a:lnTo>
                      <a:pt x="4323" y="3822"/>
                    </a:lnTo>
                    <a:lnTo>
                      <a:pt x="2275" y="5846"/>
                    </a:lnTo>
                    <a:cubicBezTo>
                      <a:pt x="2251" y="4917"/>
                      <a:pt x="2001" y="4227"/>
                      <a:pt x="1501" y="3822"/>
                    </a:cubicBezTo>
                    <a:cubicBezTo>
                      <a:pt x="1078" y="3462"/>
                      <a:pt x="578" y="3395"/>
                      <a:pt x="275" y="3395"/>
                    </a:cubicBezTo>
                    <a:close/>
                    <a:moveTo>
                      <a:pt x="7728" y="5072"/>
                    </a:moveTo>
                    <a:lnTo>
                      <a:pt x="4371" y="8489"/>
                    </a:lnTo>
                    <a:lnTo>
                      <a:pt x="4442" y="8561"/>
                    </a:lnTo>
                    <a:lnTo>
                      <a:pt x="5442" y="7549"/>
                    </a:lnTo>
                    <a:cubicBezTo>
                      <a:pt x="5680" y="7549"/>
                      <a:pt x="7740" y="7668"/>
                      <a:pt x="7978" y="9882"/>
                    </a:cubicBezTo>
                    <a:lnTo>
                      <a:pt x="8073" y="9870"/>
                    </a:lnTo>
                    <a:cubicBezTo>
                      <a:pt x="7847" y="7787"/>
                      <a:pt x="6014" y="7489"/>
                      <a:pt x="5537" y="7453"/>
                    </a:cubicBezTo>
                    <a:lnTo>
                      <a:pt x="7800" y="5144"/>
                    </a:lnTo>
                    <a:lnTo>
                      <a:pt x="7728" y="507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20"/>
              <p:cNvSpPr/>
              <p:nvPr/>
            </p:nvSpPr>
            <p:spPr>
              <a:xfrm>
                <a:off x="5041700" y="6658100"/>
                <a:ext cx="152700" cy="108375"/>
              </a:xfrm>
              <a:custGeom>
                <a:rect b="b" l="l" r="r" t="t"/>
                <a:pathLst>
                  <a:path extrusionOk="0" h="4335" w="6108">
                    <a:moveTo>
                      <a:pt x="369" y="0"/>
                    </a:moveTo>
                    <a:cubicBezTo>
                      <a:pt x="167" y="0"/>
                      <a:pt x="0" y="84"/>
                      <a:pt x="0" y="179"/>
                    </a:cubicBezTo>
                    <a:cubicBezTo>
                      <a:pt x="0" y="274"/>
                      <a:pt x="167" y="346"/>
                      <a:pt x="369" y="346"/>
                    </a:cubicBezTo>
                    <a:cubicBezTo>
                      <a:pt x="572" y="346"/>
                      <a:pt x="738" y="274"/>
                      <a:pt x="738" y="179"/>
                    </a:cubicBezTo>
                    <a:cubicBezTo>
                      <a:pt x="738" y="84"/>
                      <a:pt x="572" y="0"/>
                      <a:pt x="369" y="0"/>
                    </a:cubicBezTo>
                    <a:close/>
                    <a:moveTo>
                      <a:pt x="2417" y="548"/>
                    </a:moveTo>
                    <a:cubicBezTo>
                      <a:pt x="2215" y="548"/>
                      <a:pt x="2048" y="643"/>
                      <a:pt x="2048" y="751"/>
                    </a:cubicBezTo>
                    <a:cubicBezTo>
                      <a:pt x="2048" y="858"/>
                      <a:pt x="2215" y="953"/>
                      <a:pt x="2417" y="953"/>
                    </a:cubicBezTo>
                    <a:cubicBezTo>
                      <a:pt x="2631" y="953"/>
                      <a:pt x="2798" y="858"/>
                      <a:pt x="2798" y="751"/>
                    </a:cubicBezTo>
                    <a:cubicBezTo>
                      <a:pt x="2798" y="643"/>
                      <a:pt x="2619" y="548"/>
                      <a:pt x="2417" y="548"/>
                    </a:cubicBezTo>
                    <a:close/>
                    <a:moveTo>
                      <a:pt x="4655" y="2132"/>
                    </a:moveTo>
                    <a:cubicBezTo>
                      <a:pt x="4465" y="2132"/>
                      <a:pt x="4310" y="2227"/>
                      <a:pt x="4310" y="2358"/>
                    </a:cubicBezTo>
                    <a:cubicBezTo>
                      <a:pt x="4310" y="2477"/>
                      <a:pt x="4465" y="2572"/>
                      <a:pt x="4655" y="2572"/>
                    </a:cubicBezTo>
                    <a:cubicBezTo>
                      <a:pt x="4666" y="2573"/>
                      <a:pt x="4676" y="2573"/>
                      <a:pt x="4686" y="2573"/>
                    </a:cubicBezTo>
                    <a:cubicBezTo>
                      <a:pt x="4873" y="2573"/>
                      <a:pt x="5013" y="2471"/>
                      <a:pt x="5013" y="2358"/>
                    </a:cubicBezTo>
                    <a:cubicBezTo>
                      <a:pt x="5013" y="2227"/>
                      <a:pt x="4858" y="2132"/>
                      <a:pt x="4655" y="2132"/>
                    </a:cubicBezTo>
                    <a:close/>
                    <a:moveTo>
                      <a:pt x="5763" y="3906"/>
                    </a:moveTo>
                    <a:cubicBezTo>
                      <a:pt x="5572" y="3906"/>
                      <a:pt x="5406" y="4001"/>
                      <a:pt x="5406" y="4120"/>
                    </a:cubicBezTo>
                    <a:cubicBezTo>
                      <a:pt x="5406" y="4227"/>
                      <a:pt x="5572" y="4334"/>
                      <a:pt x="5763" y="4334"/>
                    </a:cubicBezTo>
                    <a:cubicBezTo>
                      <a:pt x="5953" y="4334"/>
                      <a:pt x="6108" y="4227"/>
                      <a:pt x="6108" y="4120"/>
                    </a:cubicBezTo>
                    <a:cubicBezTo>
                      <a:pt x="6108" y="4001"/>
                      <a:pt x="5953" y="3906"/>
                      <a:pt x="5763" y="390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20"/>
              <p:cNvSpPr/>
              <p:nvPr/>
            </p:nvSpPr>
            <p:spPr>
              <a:xfrm>
                <a:off x="4935125" y="6752050"/>
                <a:ext cx="29800" cy="35375"/>
              </a:xfrm>
              <a:custGeom>
                <a:rect b="b" l="l" r="r" t="t"/>
                <a:pathLst>
                  <a:path extrusionOk="0" h="1415" w="1192">
                    <a:moveTo>
                      <a:pt x="189" y="0"/>
                    </a:moveTo>
                    <a:cubicBezTo>
                      <a:pt x="167" y="0"/>
                      <a:pt x="148" y="6"/>
                      <a:pt x="132" y="17"/>
                    </a:cubicBezTo>
                    <a:cubicBezTo>
                      <a:pt x="1" y="100"/>
                      <a:pt x="120" y="481"/>
                      <a:pt x="382" y="862"/>
                    </a:cubicBezTo>
                    <a:cubicBezTo>
                      <a:pt x="598" y="1192"/>
                      <a:pt x="859" y="1414"/>
                      <a:pt x="1010" y="1414"/>
                    </a:cubicBezTo>
                    <a:cubicBezTo>
                      <a:pt x="1034" y="1414"/>
                      <a:pt x="1055" y="1409"/>
                      <a:pt x="1072" y="1398"/>
                    </a:cubicBezTo>
                    <a:cubicBezTo>
                      <a:pt x="1191" y="1315"/>
                      <a:pt x="1084" y="934"/>
                      <a:pt x="822" y="553"/>
                    </a:cubicBezTo>
                    <a:cubicBezTo>
                      <a:pt x="596" y="223"/>
                      <a:pt x="333" y="0"/>
                      <a:pt x="1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20"/>
              <p:cNvSpPr/>
              <p:nvPr/>
            </p:nvSpPr>
            <p:spPr>
              <a:xfrm>
                <a:off x="5079800" y="6853250"/>
                <a:ext cx="29775" cy="35375"/>
              </a:xfrm>
              <a:custGeom>
                <a:rect b="b" l="l" r="r" t="t"/>
                <a:pathLst>
                  <a:path extrusionOk="0" h="1415" w="1191">
                    <a:moveTo>
                      <a:pt x="189" y="0"/>
                    </a:moveTo>
                    <a:cubicBezTo>
                      <a:pt x="167" y="0"/>
                      <a:pt x="147" y="6"/>
                      <a:pt x="131" y="17"/>
                    </a:cubicBezTo>
                    <a:cubicBezTo>
                      <a:pt x="0" y="100"/>
                      <a:pt x="119" y="481"/>
                      <a:pt x="381" y="862"/>
                    </a:cubicBezTo>
                    <a:cubicBezTo>
                      <a:pt x="597" y="1192"/>
                      <a:pt x="858" y="1415"/>
                      <a:pt x="1010" y="1415"/>
                    </a:cubicBezTo>
                    <a:cubicBezTo>
                      <a:pt x="1033" y="1415"/>
                      <a:pt x="1054" y="1409"/>
                      <a:pt x="1072" y="1398"/>
                    </a:cubicBezTo>
                    <a:cubicBezTo>
                      <a:pt x="1191" y="1315"/>
                      <a:pt x="1084" y="934"/>
                      <a:pt x="822" y="553"/>
                    </a:cubicBezTo>
                    <a:cubicBezTo>
                      <a:pt x="595" y="223"/>
                      <a:pt x="333" y="0"/>
                      <a:pt x="1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4" name="Google Shape;214;p21"/>
          <p:cNvGrpSpPr/>
          <p:nvPr/>
        </p:nvGrpSpPr>
        <p:grpSpPr>
          <a:xfrm>
            <a:off x="0" y="0"/>
            <a:ext cx="9144003" cy="5143501"/>
            <a:chOff x="0" y="0"/>
            <a:chExt cx="9144003" cy="5143501"/>
          </a:xfrm>
        </p:grpSpPr>
        <p:pic>
          <p:nvPicPr>
            <p:cNvPr id="215" name="Google Shape;215;p21"/>
            <p:cNvPicPr preferRelativeResize="0"/>
            <p:nvPr/>
          </p:nvPicPr>
          <p:blipFill rotWithShape="1">
            <a:blip r:embed="rId2">
              <a:alphaModFix/>
            </a:blip>
            <a:srcRect b="8068" l="0" r="0" t="8060"/>
            <a:stretch/>
          </p:blipFill>
          <p:spPr>
            <a:xfrm>
              <a:off x="0" y="0"/>
              <a:ext cx="9144003" cy="5143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6" name="Google Shape;216;p21"/>
            <p:cNvSpPr/>
            <p:nvPr/>
          </p:nvSpPr>
          <p:spPr>
            <a:xfrm>
              <a:off x="209980" y="194500"/>
              <a:ext cx="8763466" cy="4752275"/>
            </a:xfrm>
            <a:custGeom>
              <a:rect b="b" l="l" r="r" t="t"/>
              <a:pathLst>
                <a:path extrusionOk="0" h="147209" w="271904">
                  <a:moveTo>
                    <a:pt x="596" y="0"/>
                  </a:moveTo>
                  <a:lnTo>
                    <a:pt x="596" y="0"/>
                  </a:lnTo>
                  <a:cubicBezTo>
                    <a:pt x="2025" y="5965"/>
                    <a:pt x="3072" y="13895"/>
                    <a:pt x="3644" y="22312"/>
                  </a:cubicBezTo>
                  <a:cubicBezTo>
                    <a:pt x="7942" y="23515"/>
                    <a:pt x="13609" y="23932"/>
                    <a:pt x="5085" y="25063"/>
                  </a:cubicBezTo>
                  <a:cubicBezTo>
                    <a:pt x="5096" y="25110"/>
                    <a:pt x="5108" y="25146"/>
                    <a:pt x="5120" y="25194"/>
                  </a:cubicBezTo>
                  <a:cubicBezTo>
                    <a:pt x="5263" y="25301"/>
                    <a:pt x="5394" y="25396"/>
                    <a:pt x="5525" y="25503"/>
                  </a:cubicBezTo>
                  <a:cubicBezTo>
                    <a:pt x="5692" y="25539"/>
                    <a:pt x="5954" y="25479"/>
                    <a:pt x="6037" y="25658"/>
                  </a:cubicBezTo>
                  <a:cubicBezTo>
                    <a:pt x="8561" y="26230"/>
                    <a:pt x="4561" y="26670"/>
                    <a:pt x="3894" y="26789"/>
                  </a:cubicBezTo>
                  <a:cubicBezTo>
                    <a:pt x="4203" y="33719"/>
                    <a:pt x="4192" y="40803"/>
                    <a:pt x="3787" y="47256"/>
                  </a:cubicBezTo>
                  <a:cubicBezTo>
                    <a:pt x="2560" y="47137"/>
                    <a:pt x="1298" y="47006"/>
                    <a:pt x="1" y="46875"/>
                  </a:cubicBezTo>
                  <a:lnTo>
                    <a:pt x="1" y="46875"/>
                  </a:lnTo>
                  <a:cubicBezTo>
                    <a:pt x="1429" y="52840"/>
                    <a:pt x="2477" y="60770"/>
                    <a:pt x="3049" y="69199"/>
                  </a:cubicBezTo>
                  <a:cubicBezTo>
                    <a:pt x="7347" y="70402"/>
                    <a:pt x="13014" y="70818"/>
                    <a:pt x="4489" y="71949"/>
                  </a:cubicBezTo>
                  <a:cubicBezTo>
                    <a:pt x="4501" y="71985"/>
                    <a:pt x="4513" y="72033"/>
                    <a:pt x="4525" y="72069"/>
                  </a:cubicBezTo>
                  <a:cubicBezTo>
                    <a:pt x="4668" y="72176"/>
                    <a:pt x="4787" y="72283"/>
                    <a:pt x="4930" y="72390"/>
                  </a:cubicBezTo>
                  <a:cubicBezTo>
                    <a:pt x="5096" y="72414"/>
                    <a:pt x="5358" y="72366"/>
                    <a:pt x="5442" y="72545"/>
                  </a:cubicBezTo>
                  <a:cubicBezTo>
                    <a:pt x="7966" y="73104"/>
                    <a:pt x="3965" y="73557"/>
                    <a:pt x="3299" y="73664"/>
                  </a:cubicBezTo>
                  <a:cubicBezTo>
                    <a:pt x="3513" y="78510"/>
                    <a:pt x="3572" y="83427"/>
                    <a:pt x="3453" y="88154"/>
                  </a:cubicBezTo>
                  <a:cubicBezTo>
                    <a:pt x="2322" y="88047"/>
                    <a:pt x="1179" y="87928"/>
                    <a:pt x="1" y="87809"/>
                  </a:cubicBezTo>
                  <a:lnTo>
                    <a:pt x="1" y="87809"/>
                  </a:lnTo>
                  <a:cubicBezTo>
                    <a:pt x="989" y="91940"/>
                    <a:pt x="1798" y="97036"/>
                    <a:pt x="2394" y="102584"/>
                  </a:cubicBezTo>
                  <a:cubicBezTo>
                    <a:pt x="2239" y="103727"/>
                    <a:pt x="2072" y="104834"/>
                    <a:pt x="1882" y="105894"/>
                  </a:cubicBezTo>
                  <a:cubicBezTo>
                    <a:pt x="2156" y="105870"/>
                    <a:pt x="2429" y="105846"/>
                    <a:pt x="2715" y="105811"/>
                  </a:cubicBezTo>
                  <a:cubicBezTo>
                    <a:pt x="2834" y="107228"/>
                    <a:pt x="2953" y="108668"/>
                    <a:pt x="3049" y="110121"/>
                  </a:cubicBezTo>
                  <a:cubicBezTo>
                    <a:pt x="7347" y="111323"/>
                    <a:pt x="13014" y="111740"/>
                    <a:pt x="4489" y="112871"/>
                  </a:cubicBezTo>
                  <a:cubicBezTo>
                    <a:pt x="4501" y="112919"/>
                    <a:pt x="4513" y="112954"/>
                    <a:pt x="4525" y="113002"/>
                  </a:cubicBezTo>
                  <a:cubicBezTo>
                    <a:pt x="4668" y="113109"/>
                    <a:pt x="4799" y="113205"/>
                    <a:pt x="4930" y="113312"/>
                  </a:cubicBezTo>
                  <a:cubicBezTo>
                    <a:pt x="5096" y="113347"/>
                    <a:pt x="5358" y="113288"/>
                    <a:pt x="5442" y="113466"/>
                  </a:cubicBezTo>
                  <a:cubicBezTo>
                    <a:pt x="7966" y="114038"/>
                    <a:pt x="3965" y="114478"/>
                    <a:pt x="3299" y="114598"/>
                  </a:cubicBezTo>
                  <a:cubicBezTo>
                    <a:pt x="3822" y="126123"/>
                    <a:pt x="4668" y="127147"/>
                    <a:pt x="3120" y="135886"/>
                  </a:cubicBezTo>
                  <a:cubicBezTo>
                    <a:pt x="4608" y="136338"/>
                    <a:pt x="14133" y="147209"/>
                    <a:pt x="14133" y="147209"/>
                  </a:cubicBezTo>
                  <a:cubicBezTo>
                    <a:pt x="14133" y="147209"/>
                    <a:pt x="16765" y="146220"/>
                    <a:pt x="20479" y="146137"/>
                  </a:cubicBezTo>
                  <a:cubicBezTo>
                    <a:pt x="20503" y="146054"/>
                    <a:pt x="20539" y="145959"/>
                    <a:pt x="20563" y="145875"/>
                  </a:cubicBezTo>
                  <a:lnTo>
                    <a:pt x="20563" y="145875"/>
                  </a:lnTo>
                  <a:cubicBezTo>
                    <a:pt x="20491" y="146340"/>
                    <a:pt x="23242" y="146363"/>
                    <a:pt x="23158" y="146816"/>
                  </a:cubicBezTo>
                  <a:cubicBezTo>
                    <a:pt x="29516" y="146220"/>
                    <a:pt x="36481" y="145875"/>
                    <a:pt x="44589" y="145697"/>
                  </a:cubicBezTo>
                  <a:cubicBezTo>
                    <a:pt x="44613" y="145625"/>
                    <a:pt x="44637" y="145554"/>
                    <a:pt x="44661" y="145494"/>
                  </a:cubicBezTo>
                  <a:cubicBezTo>
                    <a:pt x="45090" y="145494"/>
                    <a:pt x="45530" y="145494"/>
                    <a:pt x="45959" y="145482"/>
                  </a:cubicBezTo>
                  <a:cubicBezTo>
                    <a:pt x="45959" y="145542"/>
                    <a:pt x="45959" y="145601"/>
                    <a:pt x="45959" y="145661"/>
                  </a:cubicBezTo>
                  <a:cubicBezTo>
                    <a:pt x="46173" y="145661"/>
                    <a:pt x="46387" y="145661"/>
                    <a:pt x="46602" y="145649"/>
                  </a:cubicBezTo>
                  <a:cubicBezTo>
                    <a:pt x="46637" y="145601"/>
                    <a:pt x="46661" y="145542"/>
                    <a:pt x="46685" y="145482"/>
                  </a:cubicBezTo>
                  <a:cubicBezTo>
                    <a:pt x="47197" y="145482"/>
                    <a:pt x="47709" y="145482"/>
                    <a:pt x="48221" y="145494"/>
                  </a:cubicBezTo>
                  <a:cubicBezTo>
                    <a:pt x="48221" y="145530"/>
                    <a:pt x="48221" y="145578"/>
                    <a:pt x="48221" y="145625"/>
                  </a:cubicBezTo>
                  <a:cubicBezTo>
                    <a:pt x="50912" y="145578"/>
                    <a:pt x="53900" y="145542"/>
                    <a:pt x="57031" y="145518"/>
                  </a:cubicBezTo>
                  <a:cubicBezTo>
                    <a:pt x="59651" y="145542"/>
                    <a:pt x="62151" y="145566"/>
                    <a:pt x="64461" y="145601"/>
                  </a:cubicBezTo>
                  <a:cubicBezTo>
                    <a:pt x="64461" y="145566"/>
                    <a:pt x="64461" y="145530"/>
                    <a:pt x="64461" y="145494"/>
                  </a:cubicBezTo>
                  <a:cubicBezTo>
                    <a:pt x="65592" y="145488"/>
                    <a:pt x="66726" y="145485"/>
                    <a:pt x="67860" y="145485"/>
                  </a:cubicBezTo>
                  <a:cubicBezTo>
                    <a:pt x="68994" y="145485"/>
                    <a:pt x="70128" y="145488"/>
                    <a:pt x="71259" y="145494"/>
                  </a:cubicBezTo>
                  <a:cubicBezTo>
                    <a:pt x="71402" y="145578"/>
                    <a:pt x="71545" y="145661"/>
                    <a:pt x="71700" y="145744"/>
                  </a:cubicBezTo>
                  <a:cubicBezTo>
                    <a:pt x="78891" y="145947"/>
                    <a:pt x="85190" y="146268"/>
                    <a:pt x="90976" y="146816"/>
                  </a:cubicBezTo>
                  <a:cubicBezTo>
                    <a:pt x="90845" y="146054"/>
                    <a:pt x="90714" y="145256"/>
                    <a:pt x="90595" y="144435"/>
                  </a:cubicBezTo>
                  <a:lnTo>
                    <a:pt x="90595" y="144435"/>
                  </a:lnTo>
                  <a:cubicBezTo>
                    <a:pt x="91429" y="144792"/>
                    <a:pt x="92191" y="145304"/>
                    <a:pt x="92976" y="145744"/>
                  </a:cubicBezTo>
                  <a:cubicBezTo>
                    <a:pt x="96596" y="145851"/>
                    <a:pt x="99989" y="145982"/>
                    <a:pt x="103204" y="146161"/>
                  </a:cubicBezTo>
                  <a:cubicBezTo>
                    <a:pt x="103156" y="146375"/>
                    <a:pt x="103121" y="146601"/>
                    <a:pt x="103085" y="146828"/>
                  </a:cubicBezTo>
                  <a:cubicBezTo>
                    <a:pt x="104573" y="146685"/>
                    <a:pt x="106109" y="146554"/>
                    <a:pt x="107669" y="146447"/>
                  </a:cubicBezTo>
                  <a:cubicBezTo>
                    <a:pt x="109240" y="146554"/>
                    <a:pt x="110764" y="146685"/>
                    <a:pt x="112265" y="146828"/>
                  </a:cubicBezTo>
                  <a:cubicBezTo>
                    <a:pt x="112217" y="146601"/>
                    <a:pt x="112181" y="146375"/>
                    <a:pt x="112146" y="146161"/>
                  </a:cubicBezTo>
                  <a:cubicBezTo>
                    <a:pt x="115979" y="145947"/>
                    <a:pt x="120075" y="145792"/>
                    <a:pt x="124504" y="145697"/>
                  </a:cubicBezTo>
                  <a:cubicBezTo>
                    <a:pt x="125022" y="144156"/>
                    <a:pt x="125413" y="143165"/>
                    <a:pt x="125645" y="143165"/>
                  </a:cubicBezTo>
                  <a:cubicBezTo>
                    <a:pt x="125846" y="143165"/>
                    <a:pt x="125929" y="143902"/>
                    <a:pt x="125873" y="145661"/>
                  </a:cubicBezTo>
                  <a:cubicBezTo>
                    <a:pt x="126100" y="145661"/>
                    <a:pt x="126302" y="145661"/>
                    <a:pt x="126528" y="145649"/>
                  </a:cubicBezTo>
                  <a:cubicBezTo>
                    <a:pt x="127181" y="144357"/>
                    <a:pt x="127670" y="143321"/>
                    <a:pt x="127939" y="143321"/>
                  </a:cubicBezTo>
                  <a:cubicBezTo>
                    <a:pt x="128150" y="143321"/>
                    <a:pt x="128225" y="143963"/>
                    <a:pt x="128136" y="145625"/>
                  </a:cubicBezTo>
                  <a:cubicBezTo>
                    <a:pt x="130541" y="145589"/>
                    <a:pt x="133184" y="145554"/>
                    <a:pt x="135946" y="145530"/>
                  </a:cubicBezTo>
                  <a:cubicBezTo>
                    <a:pt x="138720" y="145554"/>
                    <a:pt x="141352" y="145589"/>
                    <a:pt x="143757" y="145625"/>
                  </a:cubicBezTo>
                  <a:cubicBezTo>
                    <a:pt x="143667" y="143963"/>
                    <a:pt x="143745" y="143321"/>
                    <a:pt x="143959" y="143321"/>
                  </a:cubicBezTo>
                  <a:cubicBezTo>
                    <a:pt x="144230" y="143321"/>
                    <a:pt x="144723" y="144357"/>
                    <a:pt x="145376" y="145649"/>
                  </a:cubicBezTo>
                  <a:cubicBezTo>
                    <a:pt x="145590" y="145661"/>
                    <a:pt x="145804" y="145661"/>
                    <a:pt x="146019" y="145661"/>
                  </a:cubicBezTo>
                  <a:cubicBezTo>
                    <a:pt x="145964" y="143902"/>
                    <a:pt x="146046" y="143165"/>
                    <a:pt x="146247" y="143165"/>
                  </a:cubicBezTo>
                  <a:cubicBezTo>
                    <a:pt x="146479" y="143165"/>
                    <a:pt x="146870" y="144156"/>
                    <a:pt x="147388" y="145697"/>
                  </a:cubicBezTo>
                  <a:cubicBezTo>
                    <a:pt x="151817" y="145792"/>
                    <a:pt x="155913" y="145947"/>
                    <a:pt x="159759" y="146161"/>
                  </a:cubicBezTo>
                  <a:cubicBezTo>
                    <a:pt x="159711" y="146375"/>
                    <a:pt x="159675" y="146601"/>
                    <a:pt x="159640" y="146828"/>
                  </a:cubicBezTo>
                  <a:cubicBezTo>
                    <a:pt x="161128" y="146685"/>
                    <a:pt x="162664" y="146554"/>
                    <a:pt x="164223" y="146447"/>
                  </a:cubicBezTo>
                  <a:cubicBezTo>
                    <a:pt x="165795" y="146554"/>
                    <a:pt x="167319" y="146685"/>
                    <a:pt x="168819" y="146828"/>
                  </a:cubicBezTo>
                  <a:cubicBezTo>
                    <a:pt x="168772" y="146601"/>
                    <a:pt x="168736" y="146375"/>
                    <a:pt x="168700" y="146161"/>
                  </a:cubicBezTo>
                  <a:cubicBezTo>
                    <a:pt x="171915" y="145982"/>
                    <a:pt x="175296" y="145851"/>
                    <a:pt x="178916" y="145744"/>
                  </a:cubicBezTo>
                  <a:cubicBezTo>
                    <a:pt x="179702" y="145304"/>
                    <a:pt x="180464" y="144792"/>
                    <a:pt x="181309" y="144435"/>
                  </a:cubicBezTo>
                  <a:lnTo>
                    <a:pt x="181309" y="144435"/>
                  </a:lnTo>
                  <a:cubicBezTo>
                    <a:pt x="181190" y="145256"/>
                    <a:pt x="181059" y="146054"/>
                    <a:pt x="180916" y="146816"/>
                  </a:cubicBezTo>
                  <a:cubicBezTo>
                    <a:pt x="186714" y="146268"/>
                    <a:pt x="193001" y="145947"/>
                    <a:pt x="200204" y="145744"/>
                  </a:cubicBezTo>
                  <a:cubicBezTo>
                    <a:pt x="200347" y="145661"/>
                    <a:pt x="200490" y="145578"/>
                    <a:pt x="200645" y="145494"/>
                  </a:cubicBezTo>
                  <a:cubicBezTo>
                    <a:pt x="201770" y="145488"/>
                    <a:pt x="202904" y="145485"/>
                    <a:pt x="204039" y="145485"/>
                  </a:cubicBezTo>
                  <a:cubicBezTo>
                    <a:pt x="205175" y="145485"/>
                    <a:pt x="206312" y="145488"/>
                    <a:pt x="207443" y="145494"/>
                  </a:cubicBezTo>
                  <a:cubicBezTo>
                    <a:pt x="207443" y="145530"/>
                    <a:pt x="207443" y="145566"/>
                    <a:pt x="207431" y="145601"/>
                  </a:cubicBezTo>
                  <a:cubicBezTo>
                    <a:pt x="209741" y="145566"/>
                    <a:pt x="212253" y="145542"/>
                    <a:pt x="214873" y="145518"/>
                  </a:cubicBezTo>
                  <a:cubicBezTo>
                    <a:pt x="218004" y="145542"/>
                    <a:pt x="220981" y="145578"/>
                    <a:pt x="223683" y="145625"/>
                  </a:cubicBezTo>
                  <a:cubicBezTo>
                    <a:pt x="223671" y="145578"/>
                    <a:pt x="223671" y="145530"/>
                    <a:pt x="223671" y="145494"/>
                  </a:cubicBezTo>
                  <a:cubicBezTo>
                    <a:pt x="224183" y="145494"/>
                    <a:pt x="224695" y="145482"/>
                    <a:pt x="225207" y="145482"/>
                  </a:cubicBezTo>
                  <a:cubicBezTo>
                    <a:pt x="225243" y="145542"/>
                    <a:pt x="225267" y="145601"/>
                    <a:pt x="225291" y="145649"/>
                  </a:cubicBezTo>
                  <a:cubicBezTo>
                    <a:pt x="225517" y="145661"/>
                    <a:pt x="225731" y="145661"/>
                    <a:pt x="225945" y="145661"/>
                  </a:cubicBezTo>
                  <a:cubicBezTo>
                    <a:pt x="225945" y="145601"/>
                    <a:pt x="225934" y="145542"/>
                    <a:pt x="225934" y="145482"/>
                  </a:cubicBezTo>
                  <a:cubicBezTo>
                    <a:pt x="226374" y="145482"/>
                    <a:pt x="226803" y="145482"/>
                    <a:pt x="227243" y="145494"/>
                  </a:cubicBezTo>
                  <a:cubicBezTo>
                    <a:pt x="227267" y="145554"/>
                    <a:pt x="227291" y="145625"/>
                    <a:pt x="227315" y="145697"/>
                  </a:cubicBezTo>
                  <a:cubicBezTo>
                    <a:pt x="235411" y="145875"/>
                    <a:pt x="242376" y="146220"/>
                    <a:pt x="248734" y="146816"/>
                  </a:cubicBezTo>
                  <a:cubicBezTo>
                    <a:pt x="248651" y="146363"/>
                    <a:pt x="248579" y="145899"/>
                    <a:pt x="248508" y="145423"/>
                  </a:cubicBezTo>
                  <a:lnTo>
                    <a:pt x="248508" y="145423"/>
                  </a:lnTo>
                  <a:cubicBezTo>
                    <a:pt x="248532" y="145506"/>
                    <a:pt x="248567" y="145601"/>
                    <a:pt x="248591" y="145697"/>
                  </a:cubicBezTo>
                  <a:cubicBezTo>
                    <a:pt x="256699" y="145875"/>
                    <a:pt x="263664" y="146220"/>
                    <a:pt x="270022" y="146816"/>
                  </a:cubicBezTo>
                  <a:cubicBezTo>
                    <a:pt x="268463" y="138065"/>
                    <a:pt x="268082" y="126123"/>
                    <a:pt x="268606" y="114598"/>
                  </a:cubicBezTo>
                  <a:cubicBezTo>
                    <a:pt x="267939" y="114478"/>
                    <a:pt x="263926" y="114038"/>
                    <a:pt x="266462" y="113466"/>
                  </a:cubicBezTo>
                  <a:cubicBezTo>
                    <a:pt x="266546" y="113288"/>
                    <a:pt x="266808" y="113347"/>
                    <a:pt x="266974" y="113312"/>
                  </a:cubicBezTo>
                  <a:cubicBezTo>
                    <a:pt x="267105" y="113205"/>
                    <a:pt x="267236" y="113109"/>
                    <a:pt x="267367" y="113002"/>
                  </a:cubicBezTo>
                  <a:cubicBezTo>
                    <a:pt x="267391" y="112954"/>
                    <a:pt x="267403" y="112919"/>
                    <a:pt x="267415" y="112871"/>
                  </a:cubicBezTo>
                  <a:cubicBezTo>
                    <a:pt x="258878" y="111740"/>
                    <a:pt x="264557" y="111323"/>
                    <a:pt x="268856" y="110121"/>
                  </a:cubicBezTo>
                  <a:cubicBezTo>
                    <a:pt x="268951" y="108668"/>
                    <a:pt x="269070" y="107228"/>
                    <a:pt x="269189" y="105811"/>
                  </a:cubicBezTo>
                  <a:cubicBezTo>
                    <a:pt x="269463" y="105846"/>
                    <a:pt x="269749" y="105870"/>
                    <a:pt x="270022" y="105894"/>
                  </a:cubicBezTo>
                  <a:cubicBezTo>
                    <a:pt x="269832" y="104834"/>
                    <a:pt x="269653" y="103727"/>
                    <a:pt x="269510" y="102584"/>
                  </a:cubicBezTo>
                  <a:cubicBezTo>
                    <a:pt x="270094" y="97036"/>
                    <a:pt x="270903" y="91940"/>
                    <a:pt x="271904" y="87809"/>
                  </a:cubicBezTo>
                  <a:lnTo>
                    <a:pt x="271904" y="87809"/>
                  </a:lnTo>
                  <a:cubicBezTo>
                    <a:pt x="270725" y="87928"/>
                    <a:pt x="269570" y="88047"/>
                    <a:pt x="268451" y="88154"/>
                  </a:cubicBezTo>
                  <a:cubicBezTo>
                    <a:pt x="268320" y="83427"/>
                    <a:pt x="268379" y="78510"/>
                    <a:pt x="268606" y="73664"/>
                  </a:cubicBezTo>
                  <a:cubicBezTo>
                    <a:pt x="267939" y="73557"/>
                    <a:pt x="263926" y="73104"/>
                    <a:pt x="266462" y="72545"/>
                  </a:cubicBezTo>
                  <a:cubicBezTo>
                    <a:pt x="266546" y="72366"/>
                    <a:pt x="266808" y="72426"/>
                    <a:pt x="266974" y="72390"/>
                  </a:cubicBezTo>
                  <a:cubicBezTo>
                    <a:pt x="267105" y="72283"/>
                    <a:pt x="267236" y="72176"/>
                    <a:pt x="267367" y="72069"/>
                  </a:cubicBezTo>
                  <a:cubicBezTo>
                    <a:pt x="267391" y="72033"/>
                    <a:pt x="267403" y="71985"/>
                    <a:pt x="267415" y="71949"/>
                  </a:cubicBezTo>
                  <a:cubicBezTo>
                    <a:pt x="258878" y="70818"/>
                    <a:pt x="264557" y="70402"/>
                    <a:pt x="268856" y="69199"/>
                  </a:cubicBezTo>
                  <a:cubicBezTo>
                    <a:pt x="269415" y="60770"/>
                    <a:pt x="270463" y="52840"/>
                    <a:pt x="271904" y="46875"/>
                  </a:cubicBezTo>
                  <a:lnTo>
                    <a:pt x="271904" y="46875"/>
                  </a:lnTo>
                  <a:cubicBezTo>
                    <a:pt x="270606" y="47006"/>
                    <a:pt x="269344" y="47137"/>
                    <a:pt x="268105" y="47256"/>
                  </a:cubicBezTo>
                  <a:cubicBezTo>
                    <a:pt x="267713" y="40803"/>
                    <a:pt x="267689" y="33719"/>
                    <a:pt x="268010" y="26789"/>
                  </a:cubicBezTo>
                  <a:cubicBezTo>
                    <a:pt x="267343" y="26670"/>
                    <a:pt x="263331" y="26230"/>
                    <a:pt x="265867" y="25658"/>
                  </a:cubicBezTo>
                  <a:cubicBezTo>
                    <a:pt x="265950" y="25479"/>
                    <a:pt x="266212" y="25539"/>
                    <a:pt x="266379" y="25503"/>
                  </a:cubicBezTo>
                  <a:cubicBezTo>
                    <a:pt x="266510" y="25396"/>
                    <a:pt x="266641" y="25301"/>
                    <a:pt x="266772" y="25194"/>
                  </a:cubicBezTo>
                  <a:cubicBezTo>
                    <a:pt x="266796" y="25146"/>
                    <a:pt x="266808" y="25110"/>
                    <a:pt x="266820" y="25063"/>
                  </a:cubicBezTo>
                  <a:cubicBezTo>
                    <a:pt x="258283" y="23932"/>
                    <a:pt x="263962" y="23515"/>
                    <a:pt x="268260" y="22312"/>
                  </a:cubicBezTo>
                  <a:cubicBezTo>
                    <a:pt x="268415" y="19919"/>
                    <a:pt x="268856" y="15300"/>
                    <a:pt x="268856" y="15300"/>
                  </a:cubicBezTo>
                  <a:lnTo>
                    <a:pt x="254901" y="1453"/>
                  </a:lnTo>
                  <a:cubicBezTo>
                    <a:pt x="254901" y="1453"/>
                    <a:pt x="251413" y="1679"/>
                    <a:pt x="249615" y="1774"/>
                  </a:cubicBezTo>
                  <a:cubicBezTo>
                    <a:pt x="249746" y="1167"/>
                    <a:pt x="249889" y="572"/>
                    <a:pt x="250020" y="0"/>
                  </a:cubicBezTo>
                  <a:lnTo>
                    <a:pt x="250020" y="0"/>
                  </a:lnTo>
                  <a:cubicBezTo>
                    <a:pt x="240828" y="929"/>
                    <a:pt x="233577" y="1572"/>
                    <a:pt x="225017" y="1929"/>
                  </a:cubicBezTo>
                  <a:cubicBezTo>
                    <a:pt x="224814" y="2179"/>
                    <a:pt x="224600" y="2441"/>
                    <a:pt x="224386" y="2715"/>
                  </a:cubicBezTo>
                  <a:cubicBezTo>
                    <a:pt x="223731" y="2953"/>
                    <a:pt x="223112" y="3274"/>
                    <a:pt x="222647" y="3751"/>
                  </a:cubicBezTo>
                  <a:cubicBezTo>
                    <a:pt x="222755" y="3346"/>
                    <a:pt x="222945" y="2774"/>
                    <a:pt x="223219" y="2000"/>
                  </a:cubicBezTo>
                  <a:cubicBezTo>
                    <a:pt x="223094" y="1992"/>
                    <a:pt x="222968" y="1988"/>
                    <a:pt x="222843" y="1988"/>
                  </a:cubicBezTo>
                  <a:cubicBezTo>
                    <a:pt x="221740" y="1988"/>
                    <a:pt x="220632" y="2285"/>
                    <a:pt x="219537" y="2285"/>
                  </a:cubicBezTo>
                  <a:cubicBezTo>
                    <a:pt x="219371" y="2285"/>
                    <a:pt x="219205" y="2278"/>
                    <a:pt x="219040" y="2262"/>
                  </a:cubicBezTo>
                  <a:cubicBezTo>
                    <a:pt x="218567" y="2506"/>
                    <a:pt x="218202" y="2952"/>
                    <a:pt x="217926" y="2952"/>
                  </a:cubicBezTo>
                  <a:cubicBezTo>
                    <a:pt x="217744" y="2952"/>
                    <a:pt x="217601" y="2757"/>
                    <a:pt x="217492" y="2179"/>
                  </a:cubicBezTo>
                  <a:cubicBezTo>
                    <a:pt x="216420" y="2203"/>
                    <a:pt x="215337" y="2227"/>
                    <a:pt x="214218" y="2239"/>
                  </a:cubicBezTo>
                  <a:cubicBezTo>
                    <a:pt x="210515" y="2179"/>
                    <a:pt x="207169" y="2084"/>
                    <a:pt x="204002" y="1965"/>
                  </a:cubicBezTo>
                  <a:cubicBezTo>
                    <a:pt x="203967" y="2131"/>
                    <a:pt x="203943" y="2298"/>
                    <a:pt x="203919" y="2453"/>
                  </a:cubicBezTo>
                  <a:cubicBezTo>
                    <a:pt x="203550" y="2560"/>
                    <a:pt x="203181" y="2679"/>
                    <a:pt x="202824" y="2822"/>
                  </a:cubicBezTo>
                  <a:cubicBezTo>
                    <a:pt x="202776" y="2548"/>
                    <a:pt x="202728" y="2239"/>
                    <a:pt x="202681" y="1905"/>
                  </a:cubicBezTo>
                  <a:cubicBezTo>
                    <a:pt x="194453" y="1524"/>
                    <a:pt x="187357" y="905"/>
                    <a:pt x="178440" y="0"/>
                  </a:cubicBezTo>
                  <a:lnTo>
                    <a:pt x="178440" y="0"/>
                  </a:lnTo>
                  <a:cubicBezTo>
                    <a:pt x="178582" y="572"/>
                    <a:pt x="178713" y="1167"/>
                    <a:pt x="178844" y="1774"/>
                  </a:cubicBezTo>
                  <a:cubicBezTo>
                    <a:pt x="175773" y="1607"/>
                    <a:pt x="172832" y="1417"/>
                    <a:pt x="169831" y="1179"/>
                  </a:cubicBezTo>
                  <a:cubicBezTo>
                    <a:pt x="169927" y="774"/>
                    <a:pt x="170010" y="381"/>
                    <a:pt x="170105" y="0"/>
                  </a:cubicBezTo>
                  <a:lnTo>
                    <a:pt x="170105" y="0"/>
                  </a:lnTo>
                  <a:cubicBezTo>
                    <a:pt x="167843" y="226"/>
                    <a:pt x="165700" y="441"/>
                    <a:pt x="163628" y="631"/>
                  </a:cubicBezTo>
                  <a:cubicBezTo>
                    <a:pt x="161556" y="441"/>
                    <a:pt x="159413" y="226"/>
                    <a:pt x="157163" y="0"/>
                  </a:cubicBezTo>
                  <a:lnTo>
                    <a:pt x="157163" y="0"/>
                  </a:lnTo>
                  <a:cubicBezTo>
                    <a:pt x="157246" y="381"/>
                    <a:pt x="157342" y="774"/>
                    <a:pt x="157425" y="1179"/>
                  </a:cubicBezTo>
                  <a:cubicBezTo>
                    <a:pt x="153377" y="1500"/>
                    <a:pt x="149400" y="1750"/>
                    <a:pt x="145102" y="1929"/>
                  </a:cubicBezTo>
                  <a:cubicBezTo>
                    <a:pt x="144154" y="3043"/>
                    <a:pt x="143049" y="4616"/>
                    <a:pt x="142712" y="4616"/>
                  </a:cubicBezTo>
                  <a:cubicBezTo>
                    <a:pt x="142491" y="4616"/>
                    <a:pt x="142601" y="3936"/>
                    <a:pt x="143304" y="2000"/>
                  </a:cubicBezTo>
                  <a:cubicBezTo>
                    <a:pt x="143179" y="1992"/>
                    <a:pt x="143053" y="1988"/>
                    <a:pt x="142928" y="1988"/>
                  </a:cubicBezTo>
                  <a:cubicBezTo>
                    <a:pt x="141825" y="1988"/>
                    <a:pt x="140718" y="2285"/>
                    <a:pt x="139622" y="2285"/>
                  </a:cubicBezTo>
                  <a:cubicBezTo>
                    <a:pt x="139456" y="2285"/>
                    <a:pt x="139290" y="2278"/>
                    <a:pt x="139125" y="2262"/>
                  </a:cubicBezTo>
                  <a:cubicBezTo>
                    <a:pt x="138780" y="2441"/>
                    <a:pt x="138494" y="2715"/>
                    <a:pt x="138256" y="2858"/>
                  </a:cubicBezTo>
                  <a:lnTo>
                    <a:pt x="138256" y="2250"/>
                  </a:lnTo>
                  <a:cubicBezTo>
                    <a:pt x="138030" y="2250"/>
                    <a:pt x="137803" y="2239"/>
                    <a:pt x="137589" y="2239"/>
                  </a:cubicBezTo>
                  <a:cubicBezTo>
                    <a:pt x="137577" y="2215"/>
                    <a:pt x="137577" y="2203"/>
                    <a:pt x="137565" y="2179"/>
                  </a:cubicBezTo>
                  <a:cubicBezTo>
                    <a:pt x="137041" y="2191"/>
                    <a:pt x="136494" y="2203"/>
                    <a:pt x="135946" y="2215"/>
                  </a:cubicBezTo>
                  <a:cubicBezTo>
                    <a:pt x="135410" y="2203"/>
                    <a:pt x="134863" y="2191"/>
                    <a:pt x="134327" y="2179"/>
                  </a:cubicBezTo>
                  <a:cubicBezTo>
                    <a:pt x="134327" y="2203"/>
                    <a:pt x="134327" y="2215"/>
                    <a:pt x="134315" y="2239"/>
                  </a:cubicBezTo>
                  <a:cubicBezTo>
                    <a:pt x="134089" y="2239"/>
                    <a:pt x="133874" y="2250"/>
                    <a:pt x="133648" y="2250"/>
                  </a:cubicBezTo>
                  <a:lnTo>
                    <a:pt x="133648" y="2858"/>
                  </a:lnTo>
                  <a:cubicBezTo>
                    <a:pt x="133410" y="2715"/>
                    <a:pt x="133124" y="2441"/>
                    <a:pt x="132779" y="2262"/>
                  </a:cubicBezTo>
                  <a:cubicBezTo>
                    <a:pt x="132604" y="2280"/>
                    <a:pt x="132429" y="2288"/>
                    <a:pt x="132254" y="2288"/>
                  </a:cubicBezTo>
                  <a:cubicBezTo>
                    <a:pt x="131165" y="2288"/>
                    <a:pt x="130064" y="1988"/>
                    <a:pt x="128968" y="1988"/>
                  </a:cubicBezTo>
                  <a:cubicBezTo>
                    <a:pt x="128845" y="1988"/>
                    <a:pt x="128723" y="1992"/>
                    <a:pt x="128600" y="2000"/>
                  </a:cubicBezTo>
                  <a:cubicBezTo>
                    <a:pt x="129303" y="3936"/>
                    <a:pt x="129413" y="4616"/>
                    <a:pt x="129192" y="4616"/>
                  </a:cubicBezTo>
                  <a:cubicBezTo>
                    <a:pt x="128855" y="4616"/>
                    <a:pt x="127750" y="3043"/>
                    <a:pt x="126802" y="1929"/>
                  </a:cubicBezTo>
                  <a:cubicBezTo>
                    <a:pt x="122492" y="1750"/>
                    <a:pt x="118527" y="1500"/>
                    <a:pt x="114467" y="1179"/>
                  </a:cubicBezTo>
                  <a:cubicBezTo>
                    <a:pt x="114562" y="774"/>
                    <a:pt x="114646" y="381"/>
                    <a:pt x="114741" y="0"/>
                  </a:cubicBezTo>
                  <a:lnTo>
                    <a:pt x="114741" y="0"/>
                  </a:lnTo>
                  <a:cubicBezTo>
                    <a:pt x="112491" y="226"/>
                    <a:pt x="110348" y="441"/>
                    <a:pt x="108276" y="631"/>
                  </a:cubicBezTo>
                  <a:cubicBezTo>
                    <a:pt x="106192" y="441"/>
                    <a:pt x="104061" y="226"/>
                    <a:pt x="101799" y="0"/>
                  </a:cubicBezTo>
                  <a:lnTo>
                    <a:pt x="101799" y="0"/>
                  </a:lnTo>
                  <a:cubicBezTo>
                    <a:pt x="101894" y="381"/>
                    <a:pt x="101978" y="774"/>
                    <a:pt x="102073" y="1179"/>
                  </a:cubicBezTo>
                  <a:cubicBezTo>
                    <a:pt x="99072" y="1417"/>
                    <a:pt x="96132" y="1607"/>
                    <a:pt x="93060" y="1774"/>
                  </a:cubicBezTo>
                  <a:cubicBezTo>
                    <a:pt x="93191" y="1167"/>
                    <a:pt x="93322" y="572"/>
                    <a:pt x="93465" y="0"/>
                  </a:cubicBezTo>
                  <a:lnTo>
                    <a:pt x="93465" y="0"/>
                  </a:lnTo>
                  <a:cubicBezTo>
                    <a:pt x="84535" y="905"/>
                    <a:pt x="77439" y="1524"/>
                    <a:pt x="69212" y="1905"/>
                  </a:cubicBezTo>
                  <a:cubicBezTo>
                    <a:pt x="69164" y="2239"/>
                    <a:pt x="69116" y="2548"/>
                    <a:pt x="69081" y="2822"/>
                  </a:cubicBezTo>
                  <a:cubicBezTo>
                    <a:pt x="68723" y="2667"/>
                    <a:pt x="68342" y="2548"/>
                    <a:pt x="67973" y="2453"/>
                  </a:cubicBezTo>
                  <a:cubicBezTo>
                    <a:pt x="67950" y="2298"/>
                    <a:pt x="67926" y="2131"/>
                    <a:pt x="67902" y="1953"/>
                  </a:cubicBezTo>
                  <a:cubicBezTo>
                    <a:pt x="64735" y="2084"/>
                    <a:pt x="61377" y="2179"/>
                    <a:pt x="57686" y="2239"/>
                  </a:cubicBezTo>
                  <a:cubicBezTo>
                    <a:pt x="56567" y="2227"/>
                    <a:pt x="55472" y="2203"/>
                    <a:pt x="54412" y="2179"/>
                  </a:cubicBezTo>
                  <a:cubicBezTo>
                    <a:pt x="54303" y="2757"/>
                    <a:pt x="54160" y="2952"/>
                    <a:pt x="53977" y="2952"/>
                  </a:cubicBezTo>
                  <a:cubicBezTo>
                    <a:pt x="53701" y="2952"/>
                    <a:pt x="53333" y="2506"/>
                    <a:pt x="52852" y="2262"/>
                  </a:cubicBezTo>
                  <a:cubicBezTo>
                    <a:pt x="52687" y="2278"/>
                    <a:pt x="52522" y="2285"/>
                    <a:pt x="52356" y="2285"/>
                  </a:cubicBezTo>
                  <a:cubicBezTo>
                    <a:pt x="51262" y="2285"/>
                    <a:pt x="50161" y="1988"/>
                    <a:pt x="49052" y="1988"/>
                  </a:cubicBezTo>
                  <a:cubicBezTo>
                    <a:pt x="48926" y="1988"/>
                    <a:pt x="48800" y="1992"/>
                    <a:pt x="48673" y="2000"/>
                  </a:cubicBezTo>
                  <a:cubicBezTo>
                    <a:pt x="48959" y="2774"/>
                    <a:pt x="49138" y="3346"/>
                    <a:pt x="49257" y="3751"/>
                  </a:cubicBezTo>
                  <a:cubicBezTo>
                    <a:pt x="48792" y="3274"/>
                    <a:pt x="48173" y="2953"/>
                    <a:pt x="47518" y="2703"/>
                  </a:cubicBezTo>
                  <a:cubicBezTo>
                    <a:pt x="47304" y="2441"/>
                    <a:pt x="47090" y="2179"/>
                    <a:pt x="46875" y="1929"/>
                  </a:cubicBezTo>
                  <a:cubicBezTo>
                    <a:pt x="38315" y="1572"/>
                    <a:pt x="31064" y="929"/>
                    <a:pt x="21872" y="0"/>
                  </a:cubicBezTo>
                  <a:lnTo>
                    <a:pt x="21872" y="0"/>
                  </a:lnTo>
                  <a:cubicBezTo>
                    <a:pt x="22015" y="572"/>
                    <a:pt x="22146" y="1167"/>
                    <a:pt x="22277" y="1774"/>
                  </a:cubicBezTo>
                  <a:cubicBezTo>
                    <a:pt x="15098" y="1393"/>
                    <a:pt x="8573" y="810"/>
                    <a:pt x="5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21"/>
            <p:cNvSpPr/>
            <p:nvPr/>
          </p:nvSpPr>
          <p:spPr>
            <a:xfrm>
              <a:off x="283950" y="193150"/>
              <a:ext cx="8615526" cy="4752359"/>
            </a:xfrm>
            <a:custGeom>
              <a:rect b="b" l="l" r="r" t="t"/>
              <a:pathLst>
                <a:path extrusionOk="0" h="146757" w="269046">
                  <a:moveTo>
                    <a:pt x="21241" y="131"/>
                  </a:moveTo>
                  <a:cubicBezTo>
                    <a:pt x="20884" y="346"/>
                    <a:pt x="20527" y="572"/>
                    <a:pt x="20170" y="798"/>
                  </a:cubicBezTo>
                  <a:cubicBezTo>
                    <a:pt x="20217" y="953"/>
                    <a:pt x="20253" y="1120"/>
                    <a:pt x="20289" y="1286"/>
                  </a:cubicBezTo>
                  <a:cubicBezTo>
                    <a:pt x="20860" y="929"/>
                    <a:pt x="21432" y="560"/>
                    <a:pt x="22015" y="203"/>
                  </a:cubicBezTo>
                  <a:cubicBezTo>
                    <a:pt x="21753" y="179"/>
                    <a:pt x="21503" y="155"/>
                    <a:pt x="21241" y="131"/>
                  </a:cubicBezTo>
                  <a:close/>
                  <a:moveTo>
                    <a:pt x="18777" y="1691"/>
                  </a:moveTo>
                  <a:cubicBezTo>
                    <a:pt x="18515" y="1858"/>
                    <a:pt x="18265" y="2012"/>
                    <a:pt x="18015" y="2179"/>
                  </a:cubicBezTo>
                  <a:cubicBezTo>
                    <a:pt x="11788" y="6263"/>
                    <a:pt x="6156" y="10644"/>
                    <a:pt x="1155" y="15252"/>
                  </a:cubicBezTo>
                  <a:cubicBezTo>
                    <a:pt x="1179" y="15455"/>
                    <a:pt x="1203" y="15657"/>
                    <a:pt x="1215" y="15848"/>
                  </a:cubicBezTo>
                  <a:cubicBezTo>
                    <a:pt x="6263" y="11156"/>
                    <a:pt x="11966" y="6727"/>
                    <a:pt x="18277" y="2584"/>
                  </a:cubicBezTo>
                  <a:cubicBezTo>
                    <a:pt x="18705" y="2298"/>
                    <a:pt x="19146" y="2012"/>
                    <a:pt x="19574" y="1739"/>
                  </a:cubicBezTo>
                  <a:cubicBezTo>
                    <a:pt x="19312" y="1727"/>
                    <a:pt x="19039" y="1703"/>
                    <a:pt x="18777" y="1691"/>
                  </a:cubicBezTo>
                  <a:close/>
                  <a:moveTo>
                    <a:pt x="257199" y="5608"/>
                  </a:moveTo>
                  <a:cubicBezTo>
                    <a:pt x="259819" y="11180"/>
                    <a:pt x="262128" y="16943"/>
                    <a:pt x="264105" y="22884"/>
                  </a:cubicBezTo>
                  <a:cubicBezTo>
                    <a:pt x="264307" y="22836"/>
                    <a:pt x="264522" y="22789"/>
                    <a:pt x="264736" y="22741"/>
                  </a:cubicBezTo>
                  <a:cubicBezTo>
                    <a:pt x="262950" y="17360"/>
                    <a:pt x="260890" y="12085"/>
                    <a:pt x="258557" y="6942"/>
                  </a:cubicBezTo>
                  <a:lnTo>
                    <a:pt x="257199" y="5608"/>
                  </a:lnTo>
                  <a:close/>
                  <a:moveTo>
                    <a:pt x="234685" y="1239"/>
                  </a:moveTo>
                  <a:cubicBezTo>
                    <a:pt x="234423" y="1262"/>
                    <a:pt x="234149" y="1286"/>
                    <a:pt x="233887" y="1298"/>
                  </a:cubicBezTo>
                  <a:cubicBezTo>
                    <a:pt x="234554" y="1727"/>
                    <a:pt x="235220" y="2143"/>
                    <a:pt x="235875" y="2584"/>
                  </a:cubicBezTo>
                  <a:cubicBezTo>
                    <a:pt x="245662" y="9001"/>
                    <a:pt x="253961" y="16145"/>
                    <a:pt x="260676" y="23813"/>
                  </a:cubicBezTo>
                  <a:cubicBezTo>
                    <a:pt x="260783" y="23741"/>
                    <a:pt x="260938" y="23682"/>
                    <a:pt x="261140" y="23610"/>
                  </a:cubicBezTo>
                  <a:cubicBezTo>
                    <a:pt x="254377" y="15871"/>
                    <a:pt x="246007" y="8656"/>
                    <a:pt x="236137" y="2179"/>
                  </a:cubicBezTo>
                  <a:cubicBezTo>
                    <a:pt x="235649" y="1870"/>
                    <a:pt x="235173" y="1548"/>
                    <a:pt x="234685" y="1239"/>
                  </a:cubicBezTo>
                  <a:close/>
                  <a:moveTo>
                    <a:pt x="264807" y="25051"/>
                  </a:moveTo>
                  <a:lnTo>
                    <a:pt x="264867" y="25218"/>
                  </a:lnTo>
                  <a:cubicBezTo>
                    <a:pt x="264879" y="25218"/>
                    <a:pt x="264879" y="25206"/>
                    <a:pt x="264891" y="25194"/>
                  </a:cubicBezTo>
                  <a:cubicBezTo>
                    <a:pt x="264914" y="25158"/>
                    <a:pt x="264926" y="25111"/>
                    <a:pt x="264938" y="25075"/>
                  </a:cubicBezTo>
                  <a:cubicBezTo>
                    <a:pt x="264891" y="25063"/>
                    <a:pt x="264855" y="25063"/>
                    <a:pt x="264807" y="25051"/>
                  </a:cubicBezTo>
                  <a:close/>
                  <a:moveTo>
                    <a:pt x="265319" y="26670"/>
                  </a:moveTo>
                  <a:lnTo>
                    <a:pt x="265319" y="26670"/>
                  </a:lnTo>
                  <a:cubicBezTo>
                    <a:pt x="265557" y="27480"/>
                    <a:pt x="265807" y="28290"/>
                    <a:pt x="266034" y="29099"/>
                  </a:cubicBezTo>
                  <a:cubicBezTo>
                    <a:pt x="266057" y="28444"/>
                    <a:pt x="266081" y="27789"/>
                    <a:pt x="266117" y="27135"/>
                  </a:cubicBezTo>
                  <a:cubicBezTo>
                    <a:pt x="266081" y="27016"/>
                    <a:pt x="266046" y="26896"/>
                    <a:pt x="266010" y="26777"/>
                  </a:cubicBezTo>
                  <a:cubicBezTo>
                    <a:pt x="265843" y="26754"/>
                    <a:pt x="265593" y="26718"/>
                    <a:pt x="265319" y="26670"/>
                  </a:cubicBezTo>
                  <a:close/>
                  <a:moveTo>
                    <a:pt x="261188" y="24408"/>
                  </a:moveTo>
                  <a:lnTo>
                    <a:pt x="261188" y="24408"/>
                  </a:lnTo>
                  <a:cubicBezTo>
                    <a:pt x="262902" y="26396"/>
                    <a:pt x="264498" y="28409"/>
                    <a:pt x="265998" y="30456"/>
                  </a:cubicBezTo>
                  <a:cubicBezTo>
                    <a:pt x="265998" y="30195"/>
                    <a:pt x="266010" y="29944"/>
                    <a:pt x="266022" y="29683"/>
                  </a:cubicBezTo>
                  <a:cubicBezTo>
                    <a:pt x="265153" y="28516"/>
                    <a:pt x="264260" y="27361"/>
                    <a:pt x="263331" y="26218"/>
                  </a:cubicBezTo>
                  <a:cubicBezTo>
                    <a:pt x="263200" y="26158"/>
                    <a:pt x="263140" y="26087"/>
                    <a:pt x="263164" y="26015"/>
                  </a:cubicBezTo>
                  <a:cubicBezTo>
                    <a:pt x="262771" y="25539"/>
                    <a:pt x="262378" y="25075"/>
                    <a:pt x="261986" y="24599"/>
                  </a:cubicBezTo>
                  <a:cubicBezTo>
                    <a:pt x="261664" y="24539"/>
                    <a:pt x="261402" y="24468"/>
                    <a:pt x="261188" y="24408"/>
                  </a:cubicBezTo>
                  <a:close/>
                  <a:moveTo>
                    <a:pt x="127076" y="17431"/>
                  </a:moveTo>
                  <a:cubicBezTo>
                    <a:pt x="133339" y="17431"/>
                    <a:pt x="139506" y="17574"/>
                    <a:pt x="145578" y="17848"/>
                  </a:cubicBezTo>
                  <a:cubicBezTo>
                    <a:pt x="146150" y="29278"/>
                    <a:pt x="146554" y="41363"/>
                    <a:pt x="146769" y="53924"/>
                  </a:cubicBezTo>
                  <a:cubicBezTo>
                    <a:pt x="140292" y="53816"/>
                    <a:pt x="133720" y="53769"/>
                    <a:pt x="127076" y="53769"/>
                  </a:cubicBezTo>
                  <a:cubicBezTo>
                    <a:pt x="120432" y="53769"/>
                    <a:pt x="113860" y="53816"/>
                    <a:pt x="107371" y="53924"/>
                  </a:cubicBezTo>
                  <a:cubicBezTo>
                    <a:pt x="107585" y="41363"/>
                    <a:pt x="107990" y="29278"/>
                    <a:pt x="108562" y="17848"/>
                  </a:cubicBezTo>
                  <a:cubicBezTo>
                    <a:pt x="114634" y="17574"/>
                    <a:pt x="120813" y="17431"/>
                    <a:pt x="127076" y="17431"/>
                  </a:cubicBezTo>
                  <a:close/>
                  <a:moveTo>
                    <a:pt x="108359" y="17848"/>
                  </a:moveTo>
                  <a:cubicBezTo>
                    <a:pt x="107776" y="29385"/>
                    <a:pt x="107371" y="41482"/>
                    <a:pt x="107169" y="53924"/>
                  </a:cubicBezTo>
                  <a:cubicBezTo>
                    <a:pt x="94727" y="54138"/>
                    <a:pt x="82630" y="54531"/>
                    <a:pt x="71093" y="55114"/>
                  </a:cubicBezTo>
                  <a:cubicBezTo>
                    <a:pt x="71617" y="43244"/>
                    <a:pt x="72640" y="31766"/>
                    <a:pt x="74117" y="20872"/>
                  </a:cubicBezTo>
                  <a:cubicBezTo>
                    <a:pt x="85011" y="19407"/>
                    <a:pt x="96477" y="18384"/>
                    <a:pt x="108359" y="17848"/>
                  </a:cubicBezTo>
                  <a:close/>
                  <a:moveTo>
                    <a:pt x="145792" y="17860"/>
                  </a:moveTo>
                  <a:lnTo>
                    <a:pt x="145792" y="17860"/>
                  </a:lnTo>
                  <a:cubicBezTo>
                    <a:pt x="157675" y="18384"/>
                    <a:pt x="169141" y="19407"/>
                    <a:pt x="180035" y="20884"/>
                  </a:cubicBezTo>
                  <a:cubicBezTo>
                    <a:pt x="181499" y="31766"/>
                    <a:pt x="182523" y="43244"/>
                    <a:pt x="183059" y="55114"/>
                  </a:cubicBezTo>
                  <a:cubicBezTo>
                    <a:pt x="171522" y="54531"/>
                    <a:pt x="159425" y="54138"/>
                    <a:pt x="146983" y="53924"/>
                  </a:cubicBezTo>
                  <a:cubicBezTo>
                    <a:pt x="146781" y="41482"/>
                    <a:pt x="146376" y="29385"/>
                    <a:pt x="145792" y="17860"/>
                  </a:cubicBezTo>
                  <a:close/>
                  <a:moveTo>
                    <a:pt x="73724" y="20931"/>
                  </a:moveTo>
                  <a:lnTo>
                    <a:pt x="73724" y="20931"/>
                  </a:lnTo>
                  <a:cubicBezTo>
                    <a:pt x="72259" y="31909"/>
                    <a:pt x="71247" y="43375"/>
                    <a:pt x="70724" y="55138"/>
                  </a:cubicBezTo>
                  <a:cubicBezTo>
                    <a:pt x="54805" y="55948"/>
                    <a:pt x="39958" y="57103"/>
                    <a:pt x="26742" y="58579"/>
                  </a:cubicBezTo>
                  <a:cubicBezTo>
                    <a:pt x="27373" y="48816"/>
                    <a:pt x="28599" y="39255"/>
                    <a:pt x="30397" y="29992"/>
                  </a:cubicBezTo>
                  <a:cubicBezTo>
                    <a:pt x="43292" y="26158"/>
                    <a:pt x="57901" y="23086"/>
                    <a:pt x="73724" y="20931"/>
                  </a:cubicBezTo>
                  <a:close/>
                  <a:moveTo>
                    <a:pt x="180416" y="20931"/>
                  </a:moveTo>
                  <a:lnTo>
                    <a:pt x="180416" y="20931"/>
                  </a:lnTo>
                  <a:cubicBezTo>
                    <a:pt x="196251" y="23086"/>
                    <a:pt x="210860" y="26170"/>
                    <a:pt x="223755" y="29992"/>
                  </a:cubicBezTo>
                  <a:cubicBezTo>
                    <a:pt x="225552" y="39255"/>
                    <a:pt x="226779" y="48816"/>
                    <a:pt x="227410" y="58579"/>
                  </a:cubicBezTo>
                  <a:cubicBezTo>
                    <a:pt x="214194" y="57103"/>
                    <a:pt x="199335" y="55948"/>
                    <a:pt x="183416" y="55138"/>
                  </a:cubicBezTo>
                  <a:cubicBezTo>
                    <a:pt x="182904" y="43375"/>
                    <a:pt x="181892" y="31909"/>
                    <a:pt x="180416" y="20931"/>
                  </a:cubicBezTo>
                  <a:close/>
                  <a:moveTo>
                    <a:pt x="70724" y="55352"/>
                  </a:moveTo>
                  <a:cubicBezTo>
                    <a:pt x="70450" y="61436"/>
                    <a:pt x="70319" y="67616"/>
                    <a:pt x="70319" y="73843"/>
                  </a:cubicBezTo>
                  <a:cubicBezTo>
                    <a:pt x="70319" y="80070"/>
                    <a:pt x="70450" y="86237"/>
                    <a:pt x="70724" y="92321"/>
                  </a:cubicBezTo>
                  <a:cubicBezTo>
                    <a:pt x="54543" y="91500"/>
                    <a:pt x="39696" y="90333"/>
                    <a:pt x="26730" y="88892"/>
                  </a:cubicBezTo>
                  <a:cubicBezTo>
                    <a:pt x="26420" y="83915"/>
                    <a:pt x="26254" y="78891"/>
                    <a:pt x="26254" y="73843"/>
                  </a:cubicBezTo>
                  <a:cubicBezTo>
                    <a:pt x="26254" y="68783"/>
                    <a:pt x="26420" y="63758"/>
                    <a:pt x="26730" y="58781"/>
                  </a:cubicBezTo>
                  <a:cubicBezTo>
                    <a:pt x="39696" y="57341"/>
                    <a:pt x="54543" y="56174"/>
                    <a:pt x="70724" y="55352"/>
                  </a:cubicBezTo>
                  <a:close/>
                  <a:moveTo>
                    <a:pt x="183428" y="55352"/>
                  </a:moveTo>
                  <a:cubicBezTo>
                    <a:pt x="199609" y="56174"/>
                    <a:pt x="214444" y="57341"/>
                    <a:pt x="227410" y="58781"/>
                  </a:cubicBezTo>
                  <a:cubicBezTo>
                    <a:pt x="227731" y="63758"/>
                    <a:pt x="227886" y="68783"/>
                    <a:pt x="227886" y="73843"/>
                  </a:cubicBezTo>
                  <a:cubicBezTo>
                    <a:pt x="227886" y="78903"/>
                    <a:pt x="227731" y="83915"/>
                    <a:pt x="227410" y="88892"/>
                  </a:cubicBezTo>
                  <a:cubicBezTo>
                    <a:pt x="214444" y="90333"/>
                    <a:pt x="199609" y="91500"/>
                    <a:pt x="183428" y="92321"/>
                  </a:cubicBezTo>
                  <a:cubicBezTo>
                    <a:pt x="183690" y="86237"/>
                    <a:pt x="183833" y="80070"/>
                    <a:pt x="183833" y="73843"/>
                  </a:cubicBezTo>
                  <a:cubicBezTo>
                    <a:pt x="183833" y="67616"/>
                    <a:pt x="183690" y="61436"/>
                    <a:pt x="183428" y="55352"/>
                  </a:cubicBezTo>
                  <a:close/>
                  <a:moveTo>
                    <a:pt x="107157" y="54138"/>
                  </a:moveTo>
                  <a:cubicBezTo>
                    <a:pt x="107050" y="60627"/>
                    <a:pt x="107002" y="67199"/>
                    <a:pt x="107002" y="73843"/>
                  </a:cubicBezTo>
                  <a:cubicBezTo>
                    <a:pt x="107002" y="80475"/>
                    <a:pt x="107050" y="87047"/>
                    <a:pt x="107157" y="93536"/>
                  </a:cubicBezTo>
                  <a:cubicBezTo>
                    <a:pt x="94596" y="93321"/>
                    <a:pt x="82511" y="92917"/>
                    <a:pt x="71081" y="92345"/>
                  </a:cubicBezTo>
                  <a:cubicBezTo>
                    <a:pt x="70807" y="86273"/>
                    <a:pt x="70676" y="80105"/>
                    <a:pt x="70676" y="73843"/>
                  </a:cubicBezTo>
                  <a:cubicBezTo>
                    <a:pt x="70676" y="67580"/>
                    <a:pt x="70807" y="61401"/>
                    <a:pt x="71081" y="55329"/>
                  </a:cubicBezTo>
                  <a:cubicBezTo>
                    <a:pt x="82511" y="54757"/>
                    <a:pt x="94596" y="54352"/>
                    <a:pt x="107157" y="54138"/>
                  </a:cubicBezTo>
                  <a:close/>
                  <a:moveTo>
                    <a:pt x="146983" y="54138"/>
                  </a:moveTo>
                  <a:cubicBezTo>
                    <a:pt x="159544" y="54352"/>
                    <a:pt x="171641" y="54757"/>
                    <a:pt x="183071" y="55329"/>
                  </a:cubicBezTo>
                  <a:cubicBezTo>
                    <a:pt x="183333" y="61401"/>
                    <a:pt x="183476" y="67568"/>
                    <a:pt x="183476" y="73831"/>
                  </a:cubicBezTo>
                  <a:cubicBezTo>
                    <a:pt x="183476" y="80094"/>
                    <a:pt x="183333" y="86273"/>
                    <a:pt x="183071" y="92345"/>
                  </a:cubicBezTo>
                  <a:cubicBezTo>
                    <a:pt x="171641" y="92917"/>
                    <a:pt x="159544" y="93321"/>
                    <a:pt x="146983" y="93536"/>
                  </a:cubicBezTo>
                  <a:cubicBezTo>
                    <a:pt x="147090" y="87047"/>
                    <a:pt x="147150" y="80475"/>
                    <a:pt x="147150" y="73843"/>
                  </a:cubicBezTo>
                  <a:cubicBezTo>
                    <a:pt x="147150" y="67199"/>
                    <a:pt x="147090" y="60627"/>
                    <a:pt x="146983" y="54138"/>
                  </a:cubicBezTo>
                  <a:close/>
                  <a:moveTo>
                    <a:pt x="127076" y="53971"/>
                  </a:moveTo>
                  <a:cubicBezTo>
                    <a:pt x="133743" y="53971"/>
                    <a:pt x="140327" y="54031"/>
                    <a:pt x="146781" y="54138"/>
                  </a:cubicBezTo>
                  <a:cubicBezTo>
                    <a:pt x="146876" y="60591"/>
                    <a:pt x="146935" y="67163"/>
                    <a:pt x="146935" y="73843"/>
                  </a:cubicBezTo>
                  <a:cubicBezTo>
                    <a:pt x="146935" y="80510"/>
                    <a:pt x="146888" y="87082"/>
                    <a:pt x="146781" y="93536"/>
                  </a:cubicBezTo>
                  <a:cubicBezTo>
                    <a:pt x="140327" y="93643"/>
                    <a:pt x="133743" y="93702"/>
                    <a:pt x="127076" y="93702"/>
                  </a:cubicBezTo>
                  <a:cubicBezTo>
                    <a:pt x="120396" y="93702"/>
                    <a:pt x="113824" y="93643"/>
                    <a:pt x="107371" y="93536"/>
                  </a:cubicBezTo>
                  <a:cubicBezTo>
                    <a:pt x="107264" y="87082"/>
                    <a:pt x="107204" y="80510"/>
                    <a:pt x="107204" y="73843"/>
                  </a:cubicBezTo>
                  <a:cubicBezTo>
                    <a:pt x="107204" y="67163"/>
                    <a:pt x="107264" y="60591"/>
                    <a:pt x="107371" y="54138"/>
                  </a:cubicBezTo>
                  <a:cubicBezTo>
                    <a:pt x="113824" y="54031"/>
                    <a:pt x="120396" y="53971"/>
                    <a:pt x="127076" y="53971"/>
                  </a:cubicBezTo>
                  <a:close/>
                  <a:moveTo>
                    <a:pt x="48" y="105632"/>
                  </a:moveTo>
                  <a:cubicBezTo>
                    <a:pt x="36" y="105716"/>
                    <a:pt x="12" y="105811"/>
                    <a:pt x="0" y="105894"/>
                  </a:cubicBezTo>
                  <a:cubicBezTo>
                    <a:pt x="155" y="105882"/>
                    <a:pt x="310" y="105870"/>
                    <a:pt x="477" y="105859"/>
                  </a:cubicBezTo>
                  <a:cubicBezTo>
                    <a:pt x="334" y="105775"/>
                    <a:pt x="191" y="105704"/>
                    <a:pt x="48" y="105632"/>
                  </a:cubicBezTo>
                  <a:close/>
                  <a:moveTo>
                    <a:pt x="26742" y="89095"/>
                  </a:moveTo>
                  <a:cubicBezTo>
                    <a:pt x="39958" y="90571"/>
                    <a:pt x="54805" y="91726"/>
                    <a:pt x="70724" y="92536"/>
                  </a:cubicBezTo>
                  <a:cubicBezTo>
                    <a:pt x="71247" y="104299"/>
                    <a:pt x="72259" y="115765"/>
                    <a:pt x="73724" y="126742"/>
                  </a:cubicBezTo>
                  <a:cubicBezTo>
                    <a:pt x="57901" y="124587"/>
                    <a:pt x="43292" y="121515"/>
                    <a:pt x="30397" y="117681"/>
                  </a:cubicBezTo>
                  <a:cubicBezTo>
                    <a:pt x="28599" y="108418"/>
                    <a:pt x="27373" y="98858"/>
                    <a:pt x="26742" y="89095"/>
                  </a:cubicBezTo>
                  <a:close/>
                  <a:moveTo>
                    <a:pt x="227410" y="89095"/>
                  </a:moveTo>
                  <a:cubicBezTo>
                    <a:pt x="226779" y="98858"/>
                    <a:pt x="225552" y="108418"/>
                    <a:pt x="223755" y="117681"/>
                  </a:cubicBezTo>
                  <a:cubicBezTo>
                    <a:pt x="210860" y="121515"/>
                    <a:pt x="196251" y="124587"/>
                    <a:pt x="180416" y="126742"/>
                  </a:cubicBezTo>
                  <a:cubicBezTo>
                    <a:pt x="181892" y="115765"/>
                    <a:pt x="182904" y="104299"/>
                    <a:pt x="183416" y="92536"/>
                  </a:cubicBezTo>
                  <a:cubicBezTo>
                    <a:pt x="199347" y="91726"/>
                    <a:pt x="214194" y="90571"/>
                    <a:pt x="227410" y="89095"/>
                  </a:cubicBezTo>
                  <a:close/>
                  <a:moveTo>
                    <a:pt x="71093" y="92559"/>
                  </a:moveTo>
                  <a:lnTo>
                    <a:pt x="71093" y="92559"/>
                  </a:lnTo>
                  <a:cubicBezTo>
                    <a:pt x="82630" y="93143"/>
                    <a:pt x="94715" y="93536"/>
                    <a:pt x="107169" y="93750"/>
                  </a:cubicBezTo>
                  <a:cubicBezTo>
                    <a:pt x="107371" y="106192"/>
                    <a:pt x="107776" y="118289"/>
                    <a:pt x="108347" y="129826"/>
                  </a:cubicBezTo>
                  <a:cubicBezTo>
                    <a:pt x="96477" y="129290"/>
                    <a:pt x="85011" y="128266"/>
                    <a:pt x="74117" y="126790"/>
                  </a:cubicBezTo>
                  <a:cubicBezTo>
                    <a:pt x="72640" y="115907"/>
                    <a:pt x="71617" y="104442"/>
                    <a:pt x="71093" y="92559"/>
                  </a:cubicBezTo>
                  <a:close/>
                  <a:moveTo>
                    <a:pt x="183059" y="92559"/>
                  </a:moveTo>
                  <a:lnTo>
                    <a:pt x="183059" y="92559"/>
                  </a:lnTo>
                  <a:cubicBezTo>
                    <a:pt x="182523" y="104442"/>
                    <a:pt x="181499" y="115907"/>
                    <a:pt x="180035" y="126802"/>
                  </a:cubicBezTo>
                  <a:cubicBezTo>
                    <a:pt x="169141" y="128266"/>
                    <a:pt x="157675" y="129290"/>
                    <a:pt x="145792" y="129826"/>
                  </a:cubicBezTo>
                  <a:cubicBezTo>
                    <a:pt x="146376" y="118289"/>
                    <a:pt x="146769" y="106192"/>
                    <a:pt x="146983" y="93750"/>
                  </a:cubicBezTo>
                  <a:cubicBezTo>
                    <a:pt x="159425" y="93536"/>
                    <a:pt x="171522" y="93143"/>
                    <a:pt x="183059" y="92559"/>
                  </a:cubicBezTo>
                  <a:close/>
                  <a:moveTo>
                    <a:pt x="107371" y="93750"/>
                  </a:moveTo>
                  <a:cubicBezTo>
                    <a:pt x="113860" y="93857"/>
                    <a:pt x="120432" y="93917"/>
                    <a:pt x="127076" y="93917"/>
                  </a:cubicBezTo>
                  <a:cubicBezTo>
                    <a:pt x="133708" y="93917"/>
                    <a:pt x="140292" y="93857"/>
                    <a:pt x="146769" y="93750"/>
                  </a:cubicBezTo>
                  <a:lnTo>
                    <a:pt x="146769" y="93750"/>
                  </a:lnTo>
                  <a:cubicBezTo>
                    <a:pt x="146566" y="106311"/>
                    <a:pt x="146150" y="118396"/>
                    <a:pt x="145578" y="129826"/>
                  </a:cubicBezTo>
                  <a:cubicBezTo>
                    <a:pt x="139506" y="130100"/>
                    <a:pt x="133339" y="130243"/>
                    <a:pt x="127076" y="130243"/>
                  </a:cubicBezTo>
                  <a:cubicBezTo>
                    <a:pt x="120813" y="130243"/>
                    <a:pt x="114634" y="130100"/>
                    <a:pt x="108574" y="129826"/>
                  </a:cubicBezTo>
                  <a:cubicBezTo>
                    <a:pt x="107990" y="118396"/>
                    <a:pt x="107585" y="106311"/>
                    <a:pt x="107371" y="93750"/>
                  </a:cubicBezTo>
                  <a:close/>
                  <a:moveTo>
                    <a:pt x="266653" y="116300"/>
                  </a:moveTo>
                  <a:lnTo>
                    <a:pt x="266653" y="116300"/>
                  </a:lnTo>
                  <a:cubicBezTo>
                    <a:pt x="259152" y="126861"/>
                    <a:pt x="248817" y="136600"/>
                    <a:pt x="235875" y="145101"/>
                  </a:cubicBezTo>
                  <a:cubicBezTo>
                    <a:pt x="235411" y="145399"/>
                    <a:pt x="234946" y="145697"/>
                    <a:pt x="234482" y="145994"/>
                  </a:cubicBezTo>
                  <a:cubicBezTo>
                    <a:pt x="234756" y="146006"/>
                    <a:pt x="235030" y="146018"/>
                    <a:pt x="235304" y="146030"/>
                  </a:cubicBezTo>
                  <a:cubicBezTo>
                    <a:pt x="235577" y="145852"/>
                    <a:pt x="235851" y="145673"/>
                    <a:pt x="236137" y="145494"/>
                  </a:cubicBezTo>
                  <a:cubicBezTo>
                    <a:pt x="248710" y="137243"/>
                    <a:pt x="258854" y="127814"/>
                    <a:pt x="266319" y="117586"/>
                  </a:cubicBezTo>
                  <a:lnTo>
                    <a:pt x="266319" y="117586"/>
                  </a:lnTo>
                  <a:cubicBezTo>
                    <a:pt x="263533" y="127504"/>
                    <a:pt x="259831" y="137005"/>
                    <a:pt x="255306" y="145971"/>
                  </a:cubicBezTo>
                  <a:cubicBezTo>
                    <a:pt x="255544" y="145983"/>
                    <a:pt x="255794" y="145994"/>
                    <a:pt x="256032" y="146006"/>
                  </a:cubicBezTo>
                  <a:cubicBezTo>
                    <a:pt x="260354" y="137374"/>
                    <a:pt x="263879" y="128338"/>
                    <a:pt x="266569" y="118991"/>
                  </a:cubicBezTo>
                  <a:cubicBezTo>
                    <a:pt x="266593" y="118098"/>
                    <a:pt x="266617" y="117193"/>
                    <a:pt x="266653" y="116300"/>
                  </a:cubicBezTo>
                  <a:close/>
                  <a:moveTo>
                    <a:pt x="1798" y="132362"/>
                  </a:moveTo>
                  <a:cubicBezTo>
                    <a:pt x="1774" y="132540"/>
                    <a:pt x="1739" y="132731"/>
                    <a:pt x="1715" y="132933"/>
                  </a:cubicBezTo>
                  <a:cubicBezTo>
                    <a:pt x="6573" y="137362"/>
                    <a:pt x="12014" y="141553"/>
                    <a:pt x="18015" y="145494"/>
                  </a:cubicBezTo>
                  <a:cubicBezTo>
                    <a:pt x="18229" y="145637"/>
                    <a:pt x="18455" y="145780"/>
                    <a:pt x="18669" y="145923"/>
                  </a:cubicBezTo>
                  <a:cubicBezTo>
                    <a:pt x="18681" y="145899"/>
                    <a:pt x="18681" y="145887"/>
                    <a:pt x="18693" y="145875"/>
                  </a:cubicBezTo>
                  <a:lnTo>
                    <a:pt x="18693" y="145875"/>
                  </a:lnTo>
                  <a:cubicBezTo>
                    <a:pt x="18681" y="145899"/>
                    <a:pt x="18693" y="145911"/>
                    <a:pt x="18693" y="145935"/>
                  </a:cubicBezTo>
                  <a:cubicBezTo>
                    <a:pt x="18800" y="146006"/>
                    <a:pt x="18908" y="146066"/>
                    <a:pt x="19015" y="146137"/>
                  </a:cubicBezTo>
                  <a:cubicBezTo>
                    <a:pt x="19348" y="146256"/>
                    <a:pt x="19872" y="146328"/>
                    <a:pt x="20336" y="146423"/>
                  </a:cubicBezTo>
                  <a:cubicBezTo>
                    <a:pt x="19646" y="145983"/>
                    <a:pt x="18955" y="145542"/>
                    <a:pt x="18277" y="145090"/>
                  </a:cubicBezTo>
                  <a:cubicBezTo>
                    <a:pt x="12204" y="141113"/>
                    <a:pt x="6692" y="136850"/>
                    <a:pt x="1798" y="132362"/>
                  </a:cubicBezTo>
                  <a:close/>
                  <a:moveTo>
                    <a:pt x="176558" y="0"/>
                  </a:moveTo>
                  <a:cubicBezTo>
                    <a:pt x="176701" y="572"/>
                    <a:pt x="176832" y="1167"/>
                    <a:pt x="176963" y="1774"/>
                  </a:cubicBezTo>
                  <a:lnTo>
                    <a:pt x="176903" y="1774"/>
                  </a:lnTo>
                  <a:cubicBezTo>
                    <a:pt x="178070" y="7787"/>
                    <a:pt x="179106" y="14038"/>
                    <a:pt x="179975" y="20491"/>
                  </a:cubicBezTo>
                  <a:cubicBezTo>
                    <a:pt x="168998" y="19015"/>
                    <a:pt x="157544" y="18003"/>
                    <a:pt x="145781" y="17491"/>
                  </a:cubicBezTo>
                  <a:cubicBezTo>
                    <a:pt x="145507" y="12157"/>
                    <a:pt x="145197" y="6942"/>
                    <a:pt x="144852" y="1858"/>
                  </a:cubicBezTo>
                  <a:cubicBezTo>
                    <a:pt x="144780" y="1870"/>
                    <a:pt x="144697" y="1870"/>
                    <a:pt x="144626" y="1870"/>
                  </a:cubicBezTo>
                  <a:cubicBezTo>
                    <a:pt x="144971" y="6918"/>
                    <a:pt x="145292" y="12121"/>
                    <a:pt x="145554" y="17479"/>
                  </a:cubicBezTo>
                  <a:cubicBezTo>
                    <a:pt x="139470" y="17217"/>
                    <a:pt x="133303" y="17074"/>
                    <a:pt x="127076" y="17074"/>
                  </a:cubicBezTo>
                  <a:cubicBezTo>
                    <a:pt x="120849" y="17074"/>
                    <a:pt x="114681" y="17217"/>
                    <a:pt x="108585" y="17479"/>
                  </a:cubicBezTo>
                  <a:cubicBezTo>
                    <a:pt x="108895" y="11573"/>
                    <a:pt x="109240" y="5846"/>
                    <a:pt x="109621" y="322"/>
                  </a:cubicBezTo>
                  <a:lnTo>
                    <a:pt x="109621" y="322"/>
                  </a:lnTo>
                  <a:cubicBezTo>
                    <a:pt x="109550" y="334"/>
                    <a:pt x="109478" y="334"/>
                    <a:pt x="109407" y="346"/>
                  </a:cubicBezTo>
                  <a:cubicBezTo>
                    <a:pt x="109014" y="5894"/>
                    <a:pt x="108669" y="11621"/>
                    <a:pt x="108371" y="17491"/>
                  </a:cubicBezTo>
                  <a:cubicBezTo>
                    <a:pt x="96608" y="18003"/>
                    <a:pt x="85142" y="19015"/>
                    <a:pt x="74164" y="20491"/>
                  </a:cubicBezTo>
                  <a:cubicBezTo>
                    <a:pt x="75069" y="13871"/>
                    <a:pt x="76129" y="7454"/>
                    <a:pt x="77343" y="1298"/>
                  </a:cubicBezTo>
                  <a:lnTo>
                    <a:pt x="77343" y="1298"/>
                  </a:lnTo>
                  <a:cubicBezTo>
                    <a:pt x="77212" y="1310"/>
                    <a:pt x="77081" y="1322"/>
                    <a:pt x="76951" y="1334"/>
                  </a:cubicBezTo>
                  <a:cubicBezTo>
                    <a:pt x="75724" y="7537"/>
                    <a:pt x="74665" y="13954"/>
                    <a:pt x="73783" y="20539"/>
                  </a:cubicBezTo>
                  <a:cubicBezTo>
                    <a:pt x="58198" y="22646"/>
                    <a:pt x="43601" y="25682"/>
                    <a:pt x="30480" y="29575"/>
                  </a:cubicBezTo>
                  <a:cubicBezTo>
                    <a:pt x="32374" y="19872"/>
                    <a:pt x="34910" y="10502"/>
                    <a:pt x="38029" y="1560"/>
                  </a:cubicBezTo>
                  <a:cubicBezTo>
                    <a:pt x="37874" y="1548"/>
                    <a:pt x="37708" y="1548"/>
                    <a:pt x="37541" y="1536"/>
                  </a:cubicBezTo>
                  <a:cubicBezTo>
                    <a:pt x="34409" y="10525"/>
                    <a:pt x="31862" y="19955"/>
                    <a:pt x="29968" y="29718"/>
                  </a:cubicBezTo>
                  <a:cubicBezTo>
                    <a:pt x="25849" y="30957"/>
                    <a:pt x="21884" y="32266"/>
                    <a:pt x="18086" y="33659"/>
                  </a:cubicBezTo>
                  <a:cubicBezTo>
                    <a:pt x="12252" y="35802"/>
                    <a:pt x="6942" y="38088"/>
                    <a:pt x="2191" y="40493"/>
                  </a:cubicBezTo>
                  <a:lnTo>
                    <a:pt x="2179" y="40934"/>
                  </a:lnTo>
                  <a:cubicBezTo>
                    <a:pt x="10097" y="36910"/>
                    <a:pt x="19420" y="33278"/>
                    <a:pt x="29885" y="30147"/>
                  </a:cubicBezTo>
                  <a:lnTo>
                    <a:pt x="29885" y="30147"/>
                  </a:lnTo>
                  <a:cubicBezTo>
                    <a:pt x="28111" y="39386"/>
                    <a:pt x="26885" y="48911"/>
                    <a:pt x="26266" y="58627"/>
                  </a:cubicBezTo>
                  <a:cubicBezTo>
                    <a:pt x="23480" y="58948"/>
                    <a:pt x="20765" y="59270"/>
                    <a:pt x="18134" y="59615"/>
                  </a:cubicBezTo>
                  <a:cubicBezTo>
                    <a:pt x="11621" y="60460"/>
                    <a:pt x="5763" y="61365"/>
                    <a:pt x="584" y="62329"/>
                  </a:cubicBezTo>
                  <a:cubicBezTo>
                    <a:pt x="596" y="62389"/>
                    <a:pt x="596" y="62460"/>
                    <a:pt x="608" y="62520"/>
                  </a:cubicBezTo>
                  <a:cubicBezTo>
                    <a:pt x="7942" y="61163"/>
                    <a:pt x="16574" y="59924"/>
                    <a:pt x="26254" y="58841"/>
                  </a:cubicBezTo>
                  <a:lnTo>
                    <a:pt x="26254" y="58841"/>
                  </a:lnTo>
                  <a:cubicBezTo>
                    <a:pt x="25944" y="63794"/>
                    <a:pt x="25777" y="68794"/>
                    <a:pt x="25777" y="73843"/>
                  </a:cubicBezTo>
                  <a:cubicBezTo>
                    <a:pt x="25777" y="78879"/>
                    <a:pt x="25944" y="83880"/>
                    <a:pt x="26254" y="88833"/>
                  </a:cubicBezTo>
                  <a:cubicBezTo>
                    <a:pt x="17014" y="87797"/>
                    <a:pt x="8740" y="86618"/>
                    <a:pt x="1620" y="85332"/>
                  </a:cubicBezTo>
                  <a:cubicBezTo>
                    <a:pt x="1620" y="85404"/>
                    <a:pt x="1620" y="85475"/>
                    <a:pt x="1620" y="85535"/>
                  </a:cubicBezTo>
                  <a:cubicBezTo>
                    <a:pt x="6537" y="86428"/>
                    <a:pt x="12050" y="87273"/>
                    <a:pt x="18134" y="88059"/>
                  </a:cubicBezTo>
                  <a:cubicBezTo>
                    <a:pt x="20765" y="88404"/>
                    <a:pt x="23480" y="88726"/>
                    <a:pt x="26266" y="89047"/>
                  </a:cubicBezTo>
                  <a:cubicBezTo>
                    <a:pt x="26885" y="98762"/>
                    <a:pt x="28099" y="108287"/>
                    <a:pt x="29885" y="117527"/>
                  </a:cubicBezTo>
                  <a:cubicBezTo>
                    <a:pt x="18824" y="114217"/>
                    <a:pt x="9037" y="110359"/>
                    <a:pt x="846" y="106049"/>
                  </a:cubicBezTo>
                  <a:lnTo>
                    <a:pt x="846" y="106049"/>
                  </a:lnTo>
                  <a:cubicBezTo>
                    <a:pt x="858" y="106204"/>
                    <a:pt x="870" y="106359"/>
                    <a:pt x="881" y="106513"/>
                  </a:cubicBezTo>
                  <a:cubicBezTo>
                    <a:pt x="5977" y="109169"/>
                    <a:pt x="11716" y="111669"/>
                    <a:pt x="18086" y="114014"/>
                  </a:cubicBezTo>
                  <a:cubicBezTo>
                    <a:pt x="21884" y="115407"/>
                    <a:pt x="25849" y="116717"/>
                    <a:pt x="29968" y="117955"/>
                  </a:cubicBezTo>
                  <a:cubicBezTo>
                    <a:pt x="31850" y="127611"/>
                    <a:pt x="34350" y="136946"/>
                    <a:pt x="37446" y="145852"/>
                  </a:cubicBezTo>
                  <a:cubicBezTo>
                    <a:pt x="37600" y="145840"/>
                    <a:pt x="37767" y="145840"/>
                    <a:pt x="37934" y="145828"/>
                  </a:cubicBezTo>
                  <a:cubicBezTo>
                    <a:pt x="34862" y="136981"/>
                    <a:pt x="32362" y="127706"/>
                    <a:pt x="30480" y="118098"/>
                  </a:cubicBezTo>
                  <a:lnTo>
                    <a:pt x="30480" y="118098"/>
                  </a:lnTo>
                  <a:cubicBezTo>
                    <a:pt x="43589" y="121992"/>
                    <a:pt x="58198" y="125028"/>
                    <a:pt x="73783" y="127135"/>
                  </a:cubicBezTo>
                  <a:cubicBezTo>
                    <a:pt x="74653" y="133600"/>
                    <a:pt x="75688" y="139910"/>
                    <a:pt x="76879" y="146006"/>
                  </a:cubicBezTo>
                  <a:cubicBezTo>
                    <a:pt x="77010" y="146006"/>
                    <a:pt x="77141" y="146018"/>
                    <a:pt x="77272" y="146018"/>
                  </a:cubicBezTo>
                  <a:cubicBezTo>
                    <a:pt x="76093" y="139970"/>
                    <a:pt x="75046" y="133683"/>
                    <a:pt x="74164" y="127183"/>
                  </a:cubicBezTo>
                  <a:lnTo>
                    <a:pt x="74164" y="127183"/>
                  </a:lnTo>
                  <a:cubicBezTo>
                    <a:pt x="85154" y="128659"/>
                    <a:pt x="96608" y="129659"/>
                    <a:pt x="108371" y="130183"/>
                  </a:cubicBezTo>
                  <a:cubicBezTo>
                    <a:pt x="108657" y="135850"/>
                    <a:pt x="108990" y="141375"/>
                    <a:pt x="109371" y="146733"/>
                  </a:cubicBezTo>
                  <a:cubicBezTo>
                    <a:pt x="109443" y="146745"/>
                    <a:pt x="109514" y="146745"/>
                    <a:pt x="109586" y="146756"/>
                  </a:cubicBezTo>
                  <a:cubicBezTo>
                    <a:pt x="109205" y="141411"/>
                    <a:pt x="108883" y="135886"/>
                    <a:pt x="108585" y="130195"/>
                  </a:cubicBezTo>
                  <a:lnTo>
                    <a:pt x="108585" y="130195"/>
                  </a:lnTo>
                  <a:cubicBezTo>
                    <a:pt x="114681" y="130457"/>
                    <a:pt x="120849" y="130600"/>
                    <a:pt x="127076" y="130600"/>
                  </a:cubicBezTo>
                  <a:cubicBezTo>
                    <a:pt x="133303" y="130600"/>
                    <a:pt x="139470" y="130457"/>
                    <a:pt x="145554" y="130195"/>
                  </a:cubicBezTo>
                  <a:lnTo>
                    <a:pt x="145554" y="130195"/>
                  </a:lnTo>
                  <a:cubicBezTo>
                    <a:pt x="145328" y="134815"/>
                    <a:pt x="145066" y="139327"/>
                    <a:pt x="144769" y="143720"/>
                  </a:cubicBezTo>
                  <a:cubicBezTo>
                    <a:pt x="144828" y="143851"/>
                    <a:pt x="144888" y="143994"/>
                    <a:pt x="144959" y="144161"/>
                  </a:cubicBezTo>
                  <a:cubicBezTo>
                    <a:pt x="145257" y="139613"/>
                    <a:pt x="145531" y="134945"/>
                    <a:pt x="145781" y="130183"/>
                  </a:cubicBezTo>
                  <a:cubicBezTo>
                    <a:pt x="157544" y="129671"/>
                    <a:pt x="168998" y="128659"/>
                    <a:pt x="179975" y="127183"/>
                  </a:cubicBezTo>
                  <a:lnTo>
                    <a:pt x="179975" y="127183"/>
                  </a:lnTo>
                  <a:cubicBezTo>
                    <a:pt x="179106" y="133588"/>
                    <a:pt x="178094" y="139791"/>
                    <a:pt x="176927" y="145756"/>
                  </a:cubicBezTo>
                  <a:lnTo>
                    <a:pt x="177034" y="145756"/>
                  </a:lnTo>
                  <a:cubicBezTo>
                    <a:pt x="177142" y="145697"/>
                    <a:pt x="177249" y="145625"/>
                    <a:pt x="177356" y="145566"/>
                  </a:cubicBezTo>
                  <a:cubicBezTo>
                    <a:pt x="178511" y="139601"/>
                    <a:pt x="179511" y="133445"/>
                    <a:pt x="180368" y="127135"/>
                  </a:cubicBezTo>
                  <a:cubicBezTo>
                    <a:pt x="195953" y="125028"/>
                    <a:pt x="210551" y="121992"/>
                    <a:pt x="223671" y="118098"/>
                  </a:cubicBezTo>
                  <a:lnTo>
                    <a:pt x="223671" y="118098"/>
                  </a:lnTo>
                  <a:cubicBezTo>
                    <a:pt x="221814" y="127599"/>
                    <a:pt x="219337" y="136791"/>
                    <a:pt x="216301" y="145554"/>
                  </a:cubicBezTo>
                  <a:lnTo>
                    <a:pt x="216801" y="145554"/>
                  </a:lnTo>
                  <a:cubicBezTo>
                    <a:pt x="219849" y="136743"/>
                    <a:pt x="222326" y="127504"/>
                    <a:pt x="224183" y="117943"/>
                  </a:cubicBezTo>
                  <a:cubicBezTo>
                    <a:pt x="228291" y="116717"/>
                    <a:pt x="232268" y="115407"/>
                    <a:pt x="236066" y="114002"/>
                  </a:cubicBezTo>
                  <a:cubicBezTo>
                    <a:pt x="249877" y="108930"/>
                    <a:pt x="260747" y="103073"/>
                    <a:pt x="268367" y="96679"/>
                  </a:cubicBezTo>
                  <a:cubicBezTo>
                    <a:pt x="268391" y="96476"/>
                    <a:pt x="268427" y="96286"/>
                    <a:pt x="268451" y="96084"/>
                  </a:cubicBezTo>
                  <a:lnTo>
                    <a:pt x="268451" y="96084"/>
                  </a:lnTo>
                  <a:cubicBezTo>
                    <a:pt x="258592" y="104477"/>
                    <a:pt x="243317" y="111824"/>
                    <a:pt x="224267" y="117527"/>
                  </a:cubicBezTo>
                  <a:cubicBezTo>
                    <a:pt x="226041" y="108287"/>
                    <a:pt x="227267" y="98762"/>
                    <a:pt x="227886" y="89047"/>
                  </a:cubicBezTo>
                  <a:cubicBezTo>
                    <a:pt x="230672" y="88726"/>
                    <a:pt x="233387" y="88404"/>
                    <a:pt x="236018" y="88059"/>
                  </a:cubicBezTo>
                  <a:cubicBezTo>
                    <a:pt x="248770" y="86404"/>
                    <a:pt x="259009" y="84511"/>
                    <a:pt x="266510" y="82451"/>
                  </a:cubicBezTo>
                  <a:cubicBezTo>
                    <a:pt x="266510" y="82379"/>
                    <a:pt x="266510" y="82308"/>
                    <a:pt x="266510" y="82249"/>
                  </a:cubicBezTo>
                  <a:cubicBezTo>
                    <a:pt x="257306" y="84773"/>
                    <a:pt x="244079" y="87023"/>
                    <a:pt x="227898" y="88833"/>
                  </a:cubicBezTo>
                  <a:cubicBezTo>
                    <a:pt x="228208" y="83880"/>
                    <a:pt x="228362" y="78867"/>
                    <a:pt x="228362" y="73831"/>
                  </a:cubicBezTo>
                  <a:cubicBezTo>
                    <a:pt x="228362" y="68794"/>
                    <a:pt x="228208" y="63782"/>
                    <a:pt x="227898" y="58829"/>
                  </a:cubicBezTo>
                  <a:lnTo>
                    <a:pt x="227898" y="58829"/>
                  </a:lnTo>
                  <a:cubicBezTo>
                    <a:pt x="244519" y="60698"/>
                    <a:pt x="258009" y="63008"/>
                    <a:pt x="267248" y="65627"/>
                  </a:cubicBezTo>
                  <a:cubicBezTo>
                    <a:pt x="267248" y="65556"/>
                    <a:pt x="267260" y="65496"/>
                    <a:pt x="267260" y="65425"/>
                  </a:cubicBezTo>
                  <a:cubicBezTo>
                    <a:pt x="259711" y="63282"/>
                    <a:pt x="249210" y="61317"/>
                    <a:pt x="236018" y="59603"/>
                  </a:cubicBezTo>
                  <a:cubicBezTo>
                    <a:pt x="233387" y="59270"/>
                    <a:pt x="230672" y="58936"/>
                    <a:pt x="227886" y="58627"/>
                  </a:cubicBezTo>
                  <a:cubicBezTo>
                    <a:pt x="227267" y="48899"/>
                    <a:pt x="226041" y="39374"/>
                    <a:pt x="224267" y="30135"/>
                  </a:cubicBezTo>
                  <a:lnTo>
                    <a:pt x="224267" y="30135"/>
                  </a:lnTo>
                  <a:cubicBezTo>
                    <a:pt x="243650" y="35945"/>
                    <a:pt x="259116" y="43446"/>
                    <a:pt x="268963" y="52019"/>
                  </a:cubicBezTo>
                  <a:cubicBezTo>
                    <a:pt x="268986" y="51864"/>
                    <a:pt x="269010" y="51709"/>
                    <a:pt x="269046" y="51566"/>
                  </a:cubicBezTo>
                  <a:cubicBezTo>
                    <a:pt x="261390" y="44946"/>
                    <a:pt x="250294" y="38886"/>
                    <a:pt x="236066" y="33659"/>
                  </a:cubicBezTo>
                  <a:cubicBezTo>
                    <a:pt x="232268" y="32266"/>
                    <a:pt x="228291" y="30945"/>
                    <a:pt x="224183" y="29718"/>
                  </a:cubicBezTo>
                  <a:cubicBezTo>
                    <a:pt x="222338" y="20277"/>
                    <a:pt x="219909" y="11133"/>
                    <a:pt x="216908" y="2417"/>
                  </a:cubicBezTo>
                  <a:cubicBezTo>
                    <a:pt x="216766" y="2513"/>
                    <a:pt x="216635" y="2620"/>
                    <a:pt x="216504" y="2715"/>
                  </a:cubicBezTo>
                  <a:cubicBezTo>
                    <a:pt x="219456" y="11299"/>
                    <a:pt x="221850" y="20277"/>
                    <a:pt x="223671" y="29563"/>
                  </a:cubicBezTo>
                  <a:cubicBezTo>
                    <a:pt x="210551" y="25682"/>
                    <a:pt x="195953" y="22646"/>
                    <a:pt x="180368" y="20539"/>
                  </a:cubicBezTo>
                  <a:cubicBezTo>
                    <a:pt x="179416" y="13490"/>
                    <a:pt x="178273" y="6644"/>
                    <a:pt x="176951" y="36"/>
                  </a:cubicBezTo>
                  <a:cubicBezTo>
                    <a:pt x="176820" y="24"/>
                    <a:pt x="176689" y="12"/>
                    <a:pt x="176558" y="0"/>
                  </a:cubicBezTo>
                  <a:close/>
                </a:path>
              </a:pathLst>
            </a:custGeom>
            <a:solidFill>
              <a:srgbClr val="E3C98E">
                <a:alpha val="246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8" name="Google Shape;218;p21"/>
          <p:cNvSpPr txBox="1"/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19" name="Google Shape;219;p21"/>
          <p:cNvSpPr txBox="1"/>
          <p:nvPr>
            <p:ph idx="1" type="subTitle"/>
          </p:nvPr>
        </p:nvSpPr>
        <p:spPr>
          <a:xfrm>
            <a:off x="1043850" y="1652900"/>
            <a:ext cx="3832800" cy="22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1" name="Google Shape;221;p22"/>
          <p:cNvGrpSpPr/>
          <p:nvPr/>
        </p:nvGrpSpPr>
        <p:grpSpPr>
          <a:xfrm>
            <a:off x="0" y="0"/>
            <a:ext cx="9144003" cy="5143501"/>
            <a:chOff x="0" y="0"/>
            <a:chExt cx="9144003" cy="5143501"/>
          </a:xfrm>
        </p:grpSpPr>
        <p:pic>
          <p:nvPicPr>
            <p:cNvPr id="222" name="Google Shape;222;p22"/>
            <p:cNvPicPr preferRelativeResize="0"/>
            <p:nvPr/>
          </p:nvPicPr>
          <p:blipFill rotWithShape="1">
            <a:blip r:embed="rId2">
              <a:alphaModFix/>
            </a:blip>
            <a:srcRect b="8068" l="0" r="0" t="8060"/>
            <a:stretch/>
          </p:blipFill>
          <p:spPr>
            <a:xfrm>
              <a:off x="0" y="0"/>
              <a:ext cx="9144003" cy="5143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3" name="Google Shape;223;p22"/>
            <p:cNvSpPr/>
            <p:nvPr/>
          </p:nvSpPr>
          <p:spPr>
            <a:xfrm>
              <a:off x="209980" y="194500"/>
              <a:ext cx="8763466" cy="4752275"/>
            </a:xfrm>
            <a:custGeom>
              <a:rect b="b" l="l" r="r" t="t"/>
              <a:pathLst>
                <a:path extrusionOk="0" h="147209" w="271904">
                  <a:moveTo>
                    <a:pt x="596" y="0"/>
                  </a:moveTo>
                  <a:lnTo>
                    <a:pt x="596" y="0"/>
                  </a:lnTo>
                  <a:cubicBezTo>
                    <a:pt x="2025" y="5965"/>
                    <a:pt x="3072" y="13895"/>
                    <a:pt x="3644" y="22312"/>
                  </a:cubicBezTo>
                  <a:cubicBezTo>
                    <a:pt x="7942" y="23515"/>
                    <a:pt x="13609" y="23932"/>
                    <a:pt x="5085" y="25063"/>
                  </a:cubicBezTo>
                  <a:cubicBezTo>
                    <a:pt x="5096" y="25110"/>
                    <a:pt x="5108" y="25146"/>
                    <a:pt x="5120" y="25194"/>
                  </a:cubicBezTo>
                  <a:cubicBezTo>
                    <a:pt x="5263" y="25301"/>
                    <a:pt x="5394" y="25396"/>
                    <a:pt x="5525" y="25503"/>
                  </a:cubicBezTo>
                  <a:cubicBezTo>
                    <a:pt x="5692" y="25539"/>
                    <a:pt x="5954" y="25479"/>
                    <a:pt x="6037" y="25658"/>
                  </a:cubicBezTo>
                  <a:cubicBezTo>
                    <a:pt x="8561" y="26230"/>
                    <a:pt x="4561" y="26670"/>
                    <a:pt x="3894" y="26789"/>
                  </a:cubicBezTo>
                  <a:cubicBezTo>
                    <a:pt x="4203" y="33719"/>
                    <a:pt x="4192" y="40803"/>
                    <a:pt x="3787" y="47256"/>
                  </a:cubicBezTo>
                  <a:cubicBezTo>
                    <a:pt x="2560" y="47137"/>
                    <a:pt x="1298" y="47006"/>
                    <a:pt x="1" y="46875"/>
                  </a:cubicBezTo>
                  <a:lnTo>
                    <a:pt x="1" y="46875"/>
                  </a:lnTo>
                  <a:cubicBezTo>
                    <a:pt x="1429" y="52840"/>
                    <a:pt x="2477" y="60770"/>
                    <a:pt x="3049" y="69199"/>
                  </a:cubicBezTo>
                  <a:cubicBezTo>
                    <a:pt x="7347" y="70402"/>
                    <a:pt x="13014" y="70818"/>
                    <a:pt x="4489" y="71949"/>
                  </a:cubicBezTo>
                  <a:cubicBezTo>
                    <a:pt x="4501" y="71985"/>
                    <a:pt x="4513" y="72033"/>
                    <a:pt x="4525" y="72069"/>
                  </a:cubicBezTo>
                  <a:cubicBezTo>
                    <a:pt x="4668" y="72176"/>
                    <a:pt x="4787" y="72283"/>
                    <a:pt x="4930" y="72390"/>
                  </a:cubicBezTo>
                  <a:cubicBezTo>
                    <a:pt x="5096" y="72414"/>
                    <a:pt x="5358" y="72366"/>
                    <a:pt x="5442" y="72545"/>
                  </a:cubicBezTo>
                  <a:cubicBezTo>
                    <a:pt x="7966" y="73104"/>
                    <a:pt x="3965" y="73557"/>
                    <a:pt x="3299" y="73664"/>
                  </a:cubicBezTo>
                  <a:cubicBezTo>
                    <a:pt x="3513" y="78510"/>
                    <a:pt x="3572" y="83427"/>
                    <a:pt x="3453" y="88154"/>
                  </a:cubicBezTo>
                  <a:cubicBezTo>
                    <a:pt x="2322" y="88047"/>
                    <a:pt x="1179" y="87928"/>
                    <a:pt x="1" y="87809"/>
                  </a:cubicBezTo>
                  <a:lnTo>
                    <a:pt x="1" y="87809"/>
                  </a:lnTo>
                  <a:cubicBezTo>
                    <a:pt x="989" y="91940"/>
                    <a:pt x="1798" y="97036"/>
                    <a:pt x="2394" y="102584"/>
                  </a:cubicBezTo>
                  <a:cubicBezTo>
                    <a:pt x="2239" y="103727"/>
                    <a:pt x="2072" y="104834"/>
                    <a:pt x="1882" y="105894"/>
                  </a:cubicBezTo>
                  <a:cubicBezTo>
                    <a:pt x="2156" y="105870"/>
                    <a:pt x="2429" y="105846"/>
                    <a:pt x="2715" y="105811"/>
                  </a:cubicBezTo>
                  <a:cubicBezTo>
                    <a:pt x="2834" y="107228"/>
                    <a:pt x="2953" y="108668"/>
                    <a:pt x="3049" y="110121"/>
                  </a:cubicBezTo>
                  <a:cubicBezTo>
                    <a:pt x="7347" y="111323"/>
                    <a:pt x="13014" y="111740"/>
                    <a:pt x="4489" y="112871"/>
                  </a:cubicBezTo>
                  <a:cubicBezTo>
                    <a:pt x="4501" y="112919"/>
                    <a:pt x="4513" y="112954"/>
                    <a:pt x="4525" y="113002"/>
                  </a:cubicBezTo>
                  <a:cubicBezTo>
                    <a:pt x="4668" y="113109"/>
                    <a:pt x="4799" y="113205"/>
                    <a:pt x="4930" y="113312"/>
                  </a:cubicBezTo>
                  <a:cubicBezTo>
                    <a:pt x="5096" y="113347"/>
                    <a:pt x="5358" y="113288"/>
                    <a:pt x="5442" y="113466"/>
                  </a:cubicBezTo>
                  <a:cubicBezTo>
                    <a:pt x="7966" y="114038"/>
                    <a:pt x="3965" y="114478"/>
                    <a:pt x="3299" y="114598"/>
                  </a:cubicBezTo>
                  <a:cubicBezTo>
                    <a:pt x="3822" y="126123"/>
                    <a:pt x="4668" y="127147"/>
                    <a:pt x="3120" y="135886"/>
                  </a:cubicBezTo>
                  <a:cubicBezTo>
                    <a:pt x="4608" y="136338"/>
                    <a:pt x="14133" y="147209"/>
                    <a:pt x="14133" y="147209"/>
                  </a:cubicBezTo>
                  <a:cubicBezTo>
                    <a:pt x="14133" y="147209"/>
                    <a:pt x="16765" y="146220"/>
                    <a:pt x="20479" y="146137"/>
                  </a:cubicBezTo>
                  <a:cubicBezTo>
                    <a:pt x="20503" y="146054"/>
                    <a:pt x="20539" y="145959"/>
                    <a:pt x="20563" y="145875"/>
                  </a:cubicBezTo>
                  <a:lnTo>
                    <a:pt x="20563" y="145875"/>
                  </a:lnTo>
                  <a:cubicBezTo>
                    <a:pt x="20491" y="146340"/>
                    <a:pt x="23242" y="146363"/>
                    <a:pt x="23158" y="146816"/>
                  </a:cubicBezTo>
                  <a:cubicBezTo>
                    <a:pt x="29516" y="146220"/>
                    <a:pt x="36481" y="145875"/>
                    <a:pt x="44589" y="145697"/>
                  </a:cubicBezTo>
                  <a:cubicBezTo>
                    <a:pt x="44613" y="145625"/>
                    <a:pt x="44637" y="145554"/>
                    <a:pt x="44661" y="145494"/>
                  </a:cubicBezTo>
                  <a:cubicBezTo>
                    <a:pt x="45090" y="145494"/>
                    <a:pt x="45530" y="145494"/>
                    <a:pt x="45959" y="145482"/>
                  </a:cubicBezTo>
                  <a:cubicBezTo>
                    <a:pt x="45959" y="145542"/>
                    <a:pt x="45959" y="145601"/>
                    <a:pt x="45959" y="145661"/>
                  </a:cubicBezTo>
                  <a:cubicBezTo>
                    <a:pt x="46173" y="145661"/>
                    <a:pt x="46387" y="145661"/>
                    <a:pt x="46602" y="145649"/>
                  </a:cubicBezTo>
                  <a:cubicBezTo>
                    <a:pt x="46637" y="145601"/>
                    <a:pt x="46661" y="145542"/>
                    <a:pt x="46685" y="145482"/>
                  </a:cubicBezTo>
                  <a:cubicBezTo>
                    <a:pt x="47197" y="145482"/>
                    <a:pt x="47709" y="145482"/>
                    <a:pt x="48221" y="145494"/>
                  </a:cubicBezTo>
                  <a:cubicBezTo>
                    <a:pt x="48221" y="145530"/>
                    <a:pt x="48221" y="145578"/>
                    <a:pt x="48221" y="145625"/>
                  </a:cubicBezTo>
                  <a:cubicBezTo>
                    <a:pt x="50912" y="145578"/>
                    <a:pt x="53900" y="145542"/>
                    <a:pt x="57031" y="145518"/>
                  </a:cubicBezTo>
                  <a:cubicBezTo>
                    <a:pt x="59651" y="145542"/>
                    <a:pt x="62151" y="145566"/>
                    <a:pt x="64461" y="145601"/>
                  </a:cubicBezTo>
                  <a:cubicBezTo>
                    <a:pt x="64461" y="145566"/>
                    <a:pt x="64461" y="145530"/>
                    <a:pt x="64461" y="145494"/>
                  </a:cubicBezTo>
                  <a:cubicBezTo>
                    <a:pt x="65592" y="145488"/>
                    <a:pt x="66726" y="145485"/>
                    <a:pt x="67860" y="145485"/>
                  </a:cubicBezTo>
                  <a:cubicBezTo>
                    <a:pt x="68994" y="145485"/>
                    <a:pt x="70128" y="145488"/>
                    <a:pt x="71259" y="145494"/>
                  </a:cubicBezTo>
                  <a:cubicBezTo>
                    <a:pt x="71402" y="145578"/>
                    <a:pt x="71545" y="145661"/>
                    <a:pt x="71700" y="145744"/>
                  </a:cubicBezTo>
                  <a:cubicBezTo>
                    <a:pt x="78891" y="145947"/>
                    <a:pt x="85190" y="146268"/>
                    <a:pt x="90976" y="146816"/>
                  </a:cubicBezTo>
                  <a:cubicBezTo>
                    <a:pt x="90845" y="146054"/>
                    <a:pt x="90714" y="145256"/>
                    <a:pt x="90595" y="144435"/>
                  </a:cubicBezTo>
                  <a:lnTo>
                    <a:pt x="90595" y="144435"/>
                  </a:lnTo>
                  <a:cubicBezTo>
                    <a:pt x="91429" y="144792"/>
                    <a:pt x="92191" y="145304"/>
                    <a:pt x="92976" y="145744"/>
                  </a:cubicBezTo>
                  <a:cubicBezTo>
                    <a:pt x="96596" y="145851"/>
                    <a:pt x="99989" y="145982"/>
                    <a:pt x="103204" y="146161"/>
                  </a:cubicBezTo>
                  <a:cubicBezTo>
                    <a:pt x="103156" y="146375"/>
                    <a:pt x="103121" y="146601"/>
                    <a:pt x="103085" y="146828"/>
                  </a:cubicBezTo>
                  <a:cubicBezTo>
                    <a:pt x="104573" y="146685"/>
                    <a:pt x="106109" y="146554"/>
                    <a:pt x="107669" y="146447"/>
                  </a:cubicBezTo>
                  <a:cubicBezTo>
                    <a:pt x="109240" y="146554"/>
                    <a:pt x="110764" y="146685"/>
                    <a:pt x="112265" y="146828"/>
                  </a:cubicBezTo>
                  <a:cubicBezTo>
                    <a:pt x="112217" y="146601"/>
                    <a:pt x="112181" y="146375"/>
                    <a:pt x="112146" y="146161"/>
                  </a:cubicBezTo>
                  <a:cubicBezTo>
                    <a:pt x="115979" y="145947"/>
                    <a:pt x="120075" y="145792"/>
                    <a:pt x="124504" y="145697"/>
                  </a:cubicBezTo>
                  <a:cubicBezTo>
                    <a:pt x="125022" y="144156"/>
                    <a:pt x="125413" y="143165"/>
                    <a:pt x="125645" y="143165"/>
                  </a:cubicBezTo>
                  <a:cubicBezTo>
                    <a:pt x="125846" y="143165"/>
                    <a:pt x="125929" y="143902"/>
                    <a:pt x="125873" y="145661"/>
                  </a:cubicBezTo>
                  <a:cubicBezTo>
                    <a:pt x="126100" y="145661"/>
                    <a:pt x="126302" y="145661"/>
                    <a:pt x="126528" y="145649"/>
                  </a:cubicBezTo>
                  <a:cubicBezTo>
                    <a:pt x="127181" y="144357"/>
                    <a:pt x="127670" y="143321"/>
                    <a:pt x="127939" y="143321"/>
                  </a:cubicBezTo>
                  <a:cubicBezTo>
                    <a:pt x="128150" y="143321"/>
                    <a:pt x="128225" y="143963"/>
                    <a:pt x="128136" y="145625"/>
                  </a:cubicBezTo>
                  <a:cubicBezTo>
                    <a:pt x="130541" y="145589"/>
                    <a:pt x="133184" y="145554"/>
                    <a:pt x="135946" y="145530"/>
                  </a:cubicBezTo>
                  <a:cubicBezTo>
                    <a:pt x="138720" y="145554"/>
                    <a:pt x="141352" y="145589"/>
                    <a:pt x="143757" y="145625"/>
                  </a:cubicBezTo>
                  <a:cubicBezTo>
                    <a:pt x="143667" y="143963"/>
                    <a:pt x="143745" y="143321"/>
                    <a:pt x="143959" y="143321"/>
                  </a:cubicBezTo>
                  <a:cubicBezTo>
                    <a:pt x="144230" y="143321"/>
                    <a:pt x="144723" y="144357"/>
                    <a:pt x="145376" y="145649"/>
                  </a:cubicBezTo>
                  <a:cubicBezTo>
                    <a:pt x="145590" y="145661"/>
                    <a:pt x="145804" y="145661"/>
                    <a:pt x="146019" y="145661"/>
                  </a:cubicBezTo>
                  <a:cubicBezTo>
                    <a:pt x="145964" y="143902"/>
                    <a:pt x="146046" y="143165"/>
                    <a:pt x="146247" y="143165"/>
                  </a:cubicBezTo>
                  <a:cubicBezTo>
                    <a:pt x="146479" y="143165"/>
                    <a:pt x="146870" y="144156"/>
                    <a:pt x="147388" y="145697"/>
                  </a:cubicBezTo>
                  <a:cubicBezTo>
                    <a:pt x="151817" y="145792"/>
                    <a:pt x="155913" y="145947"/>
                    <a:pt x="159759" y="146161"/>
                  </a:cubicBezTo>
                  <a:cubicBezTo>
                    <a:pt x="159711" y="146375"/>
                    <a:pt x="159675" y="146601"/>
                    <a:pt x="159640" y="146828"/>
                  </a:cubicBezTo>
                  <a:cubicBezTo>
                    <a:pt x="161128" y="146685"/>
                    <a:pt x="162664" y="146554"/>
                    <a:pt x="164223" y="146447"/>
                  </a:cubicBezTo>
                  <a:cubicBezTo>
                    <a:pt x="165795" y="146554"/>
                    <a:pt x="167319" y="146685"/>
                    <a:pt x="168819" y="146828"/>
                  </a:cubicBezTo>
                  <a:cubicBezTo>
                    <a:pt x="168772" y="146601"/>
                    <a:pt x="168736" y="146375"/>
                    <a:pt x="168700" y="146161"/>
                  </a:cubicBezTo>
                  <a:cubicBezTo>
                    <a:pt x="171915" y="145982"/>
                    <a:pt x="175296" y="145851"/>
                    <a:pt x="178916" y="145744"/>
                  </a:cubicBezTo>
                  <a:cubicBezTo>
                    <a:pt x="179702" y="145304"/>
                    <a:pt x="180464" y="144792"/>
                    <a:pt x="181309" y="144435"/>
                  </a:cubicBezTo>
                  <a:lnTo>
                    <a:pt x="181309" y="144435"/>
                  </a:lnTo>
                  <a:cubicBezTo>
                    <a:pt x="181190" y="145256"/>
                    <a:pt x="181059" y="146054"/>
                    <a:pt x="180916" y="146816"/>
                  </a:cubicBezTo>
                  <a:cubicBezTo>
                    <a:pt x="186714" y="146268"/>
                    <a:pt x="193001" y="145947"/>
                    <a:pt x="200204" y="145744"/>
                  </a:cubicBezTo>
                  <a:cubicBezTo>
                    <a:pt x="200347" y="145661"/>
                    <a:pt x="200490" y="145578"/>
                    <a:pt x="200645" y="145494"/>
                  </a:cubicBezTo>
                  <a:cubicBezTo>
                    <a:pt x="201770" y="145488"/>
                    <a:pt x="202904" y="145485"/>
                    <a:pt x="204039" y="145485"/>
                  </a:cubicBezTo>
                  <a:cubicBezTo>
                    <a:pt x="205175" y="145485"/>
                    <a:pt x="206312" y="145488"/>
                    <a:pt x="207443" y="145494"/>
                  </a:cubicBezTo>
                  <a:cubicBezTo>
                    <a:pt x="207443" y="145530"/>
                    <a:pt x="207443" y="145566"/>
                    <a:pt x="207431" y="145601"/>
                  </a:cubicBezTo>
                  <a:cubicBezTo>
                    <a:pt x="209741" y="145566"/>
                    <a:pt x="212253" y="145542"/>
                    <a:pt x="214873" y="145518"/>
                  </a:cubicBezTo>
                  <a:cubicBezTo>
                    <a:pt x="218004" y="145542"/>
                    <a:pt x="220981" y="145578"/>
                    <a:pt x="223683" y="145625"/>
                  </a:cubicBezTo>
                  <a:cubicBezTo>
                    <a:pt x="223671" y="145578"/>
                    <a:pt x="223671" y="145530"/>
                    <a:pt x="223671" y="145494"/>
                  </a:cubicBezTo>
                  <a:cubicBezTo>
                    <a:pt x="224183" y="145494"/>
                    <a:pt x="224695" y="145482"/>
                    <a:pt x="225207" y="145482"/>
                  </a:cubicBezTo>
                  <a:cubicBezTo>
                    <a:pt x="225243" y="145542"/>
                    <a:pt x="225267" y="145601"/>
                    <a:pt x="225291" y="145649"/>
                  </a:cubicBezTo>
                  <a:cubicBezTo>
                    <a:pt x="225517" y="145661"/>
                    <a:pt x="225731" y="145661"/>
                    <a:pt x="225945" y="145661"/>
                  </a:cubicBezTo>
                  <a:cubicBezTo>
                    <a:pt x="225945" y="145601"/>
                    <a:pt x="225934" y="145542"/>
                    <a:pt x="225934" y="145482"/>
                  </a:cubicBezTo>
                  <a:cubicBezTo>
                    <a:pt x="226374" y="145482"/>
                    <a:pt x="226803" y="145482"/>
                    <a:pt x="227243" y="145494"/>
                  </a:cubicBezTo>
                  <a:cubicBezTo>
                    <a:pt x="227267" y="145554"/>
                    <a:pt x="227291" y="145625"/>
                    <a:pt x="227315" y="145697"/>
                  </a:cubicBezTo>
                  <a:cubicBezTo>
                    <a:pt x="235411" y="145875"/>
                    <a:pt x="242376" y="146220"/>
                    <a:pt x="248734" y="146816"/>
                  </a:cubicBezTo>
                  <a:cubicBezTo>
                    <a:pt x="248651" y="146363"/>
                    <a:pt x="248579" y="145899"/>
                    <a:pt x="248508" y="145423"/>
                  </a:cubicBezTo>
                  <a:lnTo>
                    <a:pt x="248508" y="145423"/>
                  </a:lnTo>
                  <a:cubicBezTo>
                    <a:pt x="248532" y="145506"/>
                    <a:pt x="248567" y="145601"/>
                    <a:pt x="248591" y="145697"/>
                  </a:cubicBezTo>
                  <a:cubicBezTo>
                    <a:pt x="256699" y="145875"/>
                    <a:pt x="263664" y="146220"/>
                    <a:pt x="270022" y="146816"/>
                  </a:cubicBezTo>
                  <a:cubicBezTo>
                    <a:pt x="268463" y="138065"/>
                    <a:pt x="268082" y="126123"/>
                    <a:pt x="268606" y="114598"/>
                  </a:cubicBezTo>
                  <a:cubicBezTo>
                    <a:pt x="267939" y="114478"/>
                    <a:pt x="263926" y="114038"/>
                    <a:pt x="266462" y="113466"/>
                  </a:cubicBezTo>
                  <a:cubicBezTo>
                    <a:pt x="266546" y="113288"/>
                    <a:pt x="266808" y="113347"/>
                    <a:pt x="266974" y="113312"/>
                  </a:cubicBezTo>
                  <a:cubicBezTo>
                    <a:pt x="267105" y="113205"/>
                    <a:pt x="267236" y="113109"/>
                    <a:pt x="267367" y="113002"/>
                  </a:cubicBezTo>
                  <a:cubicBezTo>
                    <a:pt x="267391" y="112954"/>
                    <a:pt x="267403" y="112919"/>
                    <a:pt x="267415" y="112871"/>
                  </a:cubicBezTo>
                  <a:cubicBezTo>
                    <a:pt x="258878" y="111740"/>
                    <a:pt x="264557" y="111323"/>
                    <a:pt x="268856" y="110121"/>
                  </a:cubicBezTo>
                  <a:cubicBezTo>
                    <a:pt x="268951" y="108668"/>
                    <a:pt x="269070" y="107228"/>
                    <a:pt x="269189" y="105811"/>
                  </a:cubicBezTo>
                  <a:cubicBezTo>
                    <a:pt x="269463" y="105846"/>
                    <a:pt x="269749" y="105870"/>
                    <a:pt x="270022" y="105894"/>
                  </a:cubicBezTo>
                  <a:cubicBezTo>
                    <a:pt x="269832" y="104834"/>
                    <a:pt x="269653" y="103727"/>
                    <a:pt x="269510" y="102584"/>
                  </a:cubicBezTo>
                  <a:cubicBezTo>
                    <a:pt x="270094" y="97036"/>
                    <a:pt x="270903" y="91940"/>
                    <a:pt x="271904" y="87809"/>
                  </a:cubicBezTo>
                  <a:lnTo>
                    <a:pt x="271904" y="87809"/>
                  </a:lnTo>
                  <a:cubicBezTo>
                    <a:pt x="270725" y="87928"/>
                    <a:pt x="269570" y="88047"/>
                    <a:pt x="268451" y="88154"/>
                  </a:cubicBezTo>
                  <a:cubicBezTo>
                    <a:pt x="268320" y="83427"/>
                    <a:pt x="268379" y="78510"/>
                    <a:pt x="268606" y="73664"/>
                  </a:cubicBezTo>
                  <a:cubicBezTo>
                    <a:pt x="267939" y="73557"/>
                    <a:pt x="263926" y="73104"/>
                    <a:pt x="266462" y="72545"/>
                  </a:cubicBezTo>
                  <a:cubicBezTo>
                    <a:pt x="266546" y="72366"/>
                    <a:pt x="266808" y="72426"/>
                    <a:pt x="266974" y="72390"/>
                  </a:cubicBezTo>
                  <a:cubicBezTo>
                    <a:pt x="267105" y="72283"/>
                    <a:pt x="267236" y="72176"/>
                    <a:pt x="267367" y="72069"/>
                  </a:cubicBezTo>
                  <a:cubicBezTo>
                    <a:pt x="267391" y="72033"/>
                    <a:pt x="267403" y="71985"/>
                    <a:pt x="267415" y="71949"/>
                  </a:cubicBezTo>
                  <a:cubicBezTo>
                    <a:pt x="258878" y="70818"/>
                    <a:pt x="264557" y="70402"/>
                    <a:pt x="268856" y="69199"/>
                  </a:cubicBezTo>
                  <a:cubicBezTo>
                    <a:pt x="269415" y="60770"/>
                    <a:pt x="270463" y="52840"/>
                    <a:pt x="271904" y="46875"/>
                  </a:cubicBezTo>
                  <a:lnTo>
                    <a:pt x="271904" y="46875"/>
                  </a:lnTo>
                  <a:cubicBezTo>
                    <a:pt x="270606" y="47006"/>
                    <a:pt x="269344" y="47137"/>
                    <a:pt x="268105" y="47256"/>
                  </a:cubicBezTo>
                  <a:cubicBezTo>
                    <a:pt x="267713" y="40803"/>
                    <a:pt x="267689" y="33719"/>
                    <a:pt x="268010" y="26789"/>
                  </a:cubicBezTo>
                  <a:cubicBezTo>
                    <a:pt x="267343" y="26670"/>
                    <a:pt x="263331" y="26230"/>
                    <a:pt x="265867" y="25658"/>
                  </a:cubicBezTo>
                  <a:cubicBezTo>
                    <a:pt x="265950" y="25479"/>
                    <a:pt x="266212" y="25539"/>
                    <a:pt x="266379" y="25503"/>
                  </a:cubicBezTo>
                  <a:cubicBezTo>
                    <a:pt x="266510" y="25396"/>
                    <a:pt x="266641" y="25301"/>
                    <a:pt x="266772" y="25194"/>
                  </a:cubicBezTo>
                  <a:cubicBezTo>
                    <a:pt x="266796" y="25146"/>
                    <a:pt x="266808" y="25110"/>
                    <a:pt x="266820" y="25063"/>
                  </a:cubicBezTo>
                  <a:cubicBezTo>
                    <a:pt x="258283" y="23932"/>
                    <a:pt x="263962" y="23515"/>
                    <a:pt x="268260" y="22312"/>
                  </a:cubicBezTo>
                  <a:cubicBezTo>
                    <a:pt x="268415" y="19919"/>
                    <a:pt x="268856" y="15300"/>
                    <a:pt x="268856" y="15300"/>
                  </a:cubicBezTo>
                  <a:lnTo>
                    <a:pt x="254901" y="1453"/>
                  </a:lnTo>
                  <a:cubicBezTo>
                    <a:pt x="254901" y="1453"/>
                    <a:pt x="251413" y="1679"/>
                    <a:pt x="249615" y="1774"/>
                  </a:cubicBezTo>
                  <a:cubicBezTo>
                    <a:pt x="249746" y="1167"/>
                    <a:pt x="249889" y="572"/>
                    <a:pt x="250020" y="0"/>
                  </a:cubicBezTo>
                  <a:lnTo>
                    <a:pt x="250020" y="0"/>
                  </a:lnTo>
                  <a:cubicBezTo>
                    <a:pt x="240828" y="929"/>
                    <a:pt x="233577" y="1572"/>
                    <a:pt x="225017" y="1929"/>
                  </a:cubicBezTo>
                  <a:cubicBezTo>
                    <a:pt x="224814" y="2179"/>
                    <a:pt x="224600" y="2441"/>
                    <a:pt x="224386" y="2715"/>
                  </a:cubicBezTo>
                  <a:cubicBezTo>
                    <a:pt x="223731" y="2953"/>
                    <a:pt x="223112" y="3274"/>
                    <a:pt x="222647" y="3751"/>
                  </a:cubicBezTo>
                  <a:cubicBezTo>
                    <a:pt x="222755" y="3346"/>
                    <a:pt x="222945" y="2774"/>
                    <a:pt x="223219" y="2000"/>
                  </a:cubicBezTo>
                  <a:cubicBezTo>
                    <a:pt x="223094" y="1992"/>
                    <a:pt x="222968" y="1988"/>
                    <a:pt x="222843" y="1988"/>
                  </a:cubicBezTo>
                  <a:cubicBezTo>
                    <a:pt x="221740" y="1988"/>
                    <a:pt x="220632" y="2285"/>
                    <a:pt x="219537" y="2285"/>
                  </a:cubicBezTo>
                  <a:cubicBezTo>
                    <a:pt x="219371" y="2285"/>
                    <a:pt x="219205" y="2278"/>
                    <a:pt x="219040" y="2262"/>
                  </a:cubicBezTo>
                  <a:cubicBezTo>
                    <a:pt x="218567" y="2506"/>
                    <a:pt x="218202" y="2952"/>
                    <a:pt x="217926" y="2952"/>
                  </a:cubicBezTo>
                  <a:cubicBezTo>
                    <a:pt x="217744" y="2952"/>
                    <a:pt x="217601" y="2757"/>
                    <a:pt x="217492" y="2179"/>
                  </a:cubicBezTo>
                  <a:cubicBezTo>
                    <a:pt x="216420" y="2203"/>
                    <a:pt x="215337" y="2227"/>
                    <a:pt x="214218" y="2239"/>
                  </a:cubicBezTo>
                  <a:cubicBezTo>
                    <a:pt x="210515" y="2179"/>
                    <a:pt x="207169" y="2084"/>
                    <a:pt x="204002" y="1965"/>
                  </a:cubicBezTo>
                  <a:cubicBezTo>
                    <a:pt x="203967" y="2131"/>
                    <a:pt x="203943" y="2298"/>
                    <a:pt x="203919" y="2453"/>
                  </a:cubicBezTo>
                  <a:cubicBezTo>
                    <a:pt x="203550" y="2560"/>
                    <a:pt x="203181" y="2679"/>
                    <a:pt x="202824" y="2822"/>
                  </a:cubicBezTo>
                  <a:cubicBezTo>
                    <a:pt x="202776" y="2548"/>
                    <a:pt x="202728" y="2239"/>
                    <a:pt x="202681" y="1905"/>
                  </a:cubicBezTo>
                  <a:cubicBezTo>
                    <a:pt x="194453" y="1524"/>
                    <a:pt x="187357" y="905"/>
                    <a:pt x="178440" y="0"/>
                  </a:cubicBezTo>
                  <a:lnTo>
                    <a:pt x="178440" y="0"/>
                  </a:lnTo>
                  <a:cubicBezTo>
                    <a:pt x="178582" y="572"/>
                    <a:pt x="178713" y="1167"/>
                    <a:pt x="178844" y="1774"/>
                  </a:cubicBezTo>
                  <a:cubicBezTo>
                    <a:pt x="175773" y="1607"/>
                    <a:pt x="172832" y="1417"/>
                    <a:pt x="169831" y="1179"/>
                  </a:cubicBezTo>
                  <a:cubicBezTo>
                    <a:pt x="169927" y="774"/>
                    <a:pt x="170010" y="381"/>
                    <a:pt x="170105" y="0"/>
                  </a:cubicBezTo>
                  <a:lnTo>
                    <a:pt x="170105" y="0"/>
                  </a:lnTo>
                  <a:cubicBezTo>
                    <a:pt x="167843" y="226"/>
                    <a:pt x="165700" y="441"/>
                    <a:pt x="163628" y="631"/>
                  </a:cubicBezTo>
                  <a:cubicBezTo>
                    <a:pt x="161556" y="441"/>
                    <a:pt x="159413" y="226"/>
                    <a:pt x="157163" y="0"/>
                  </a:cubicBezTo>
                  <a:lnTo>
                    <a:pt x="157163" y="0"/>
                  </a:lnTo>
                  <a:cubicBezTo>
                    <a:pt x="157246" y="381"/>
                    <a:pt x="157342" y="774"/>
                    <a:pt x="157425" y="1179"/>
                  </a:cubicBezTo>
                  <a:cubicBezTo>
                    <a:pt x="153377" y="1500"/>
                    <a:pt x="149400" y="1750"/>
                    <a:pt x="145102" y="1929"/>
                  </a:cubicBezTo>
                  <a:cubicBezTo>
                    <a:pt x="144154" y="3043"/>
                    <a:pt x="143049" y="4616"/>
                    <a:pt x="142712" y="4616"/>
                  </a:cubicBezTo>
                  <a:cubicBezTo>
                    <a:pt x="142491" y="4616"/>
                    <a:pt x="142601" y="3936"/>
                    <a:pt x="143304" y="2000"/>
                  </a:cubicBezTo>
                  <a:cubicBezTo>
                    <a:pt x="143179" y="1992"/>
                    <a:pt x="143053" y="1988"/>
                    <a:pt x="142928" y="1988"/>
                  </a:cubicBezTo>
                  <a:cubicBezTo>
                    <a:pt x="141825" y="1988"/>
                    <a:pt x="140718" y="2285"/>
                    <a:pt x="139622" y="2285"/>
                  </a:cubicBezTo>
                  <a:cubicBezTo>
                    <a:pt x="139456" y="2285"/>
                    <a:pt x="139290" y="2278"/>
                    <a:pt x="139125" y="2262"/>
                  </a:cubicBezTo>
                  <a:cubicBezTo>
                    <a:pt x="138780" y="2441"/>
                    <a:pt x="138494" y="2715"/>
                    <a:pt x="138256" y="2858"/>
                  </a:cubicBezTo>
                  <a:lnTo>
                    <a:pt x="138256" y="2250"/>
                  </a:lnTo>
                  <a:cubicBezTo>
                    <a:pt x="138030" y="2250"/>
                    <a:pt x="137803" y="2239"/>
                    <a:pt x="137589" y="2239"/>
                  </a:cubicBezTo>
                  <a:cubicBezTo>
                    <a:pt x="137577" y="2215"/>
                    <a:pt x="137577" y="2203"/>
                    <a:pt x="137565" y="2179"/>
                  </a:cubicBezTo>
                  <a:cubicBezTo>
                    <a:pt x="137041" y="2191"/>
                    <a:pt x="136494" y="2203"/>
                    <a:pt x="135946" y="2215"/>
                  </a:cubicBezTo>
                  <a:cubicBezTo>
                    <a:pt x="135410" y="2203"/>
                    <a:pt x="134863" y="2191"/>
                    <a:pt x="134327" y="2179"/>
                  </a:cubicBezTo>
                  <a:cubicBezTo>
                    <a:pt x="134327" y="2203"/>
                    <a:pt x="134327" y="2215"/>
                    <a:pt x="134315" y="2239"/>
                  </a:cubicBezTo>
                  <a:cubicBezTo>
                    <a:pt x="134089" y="2239"/>
                    <a:pt x="133874" y="2250"/>
                    <a:pt x="133648" y="2250"/>
                  </a:cubicBezTo>
                  <a:lnTo>
                    <a:pt x="133648" y="2858"/>
                  </a:lnTo>
                  <a:cubicBezTo>
                    <a:pt x="133410" y="2715"/>
                    <a:pt x="133124" y="2441"/>
                    <a:pt x="132779" y="2262"/>
                  </a:cubicBezTo>
                  <a:cubicBezTo>
                    <a:pt x="132604" y="2280"/>
                    <a:pt x="132429" y="2288"/>
                    <a:pt x="132254" y="2288"/>
                  </a:cubicBezTo>
                  <a:cubicBezTo>
                    <a:pt x="131165" y="2288"/>
                    <a:pt x="130064" y="1988"/>
                    <a:pt x="128968" y="1988"/>
                  </a:cubicBezTo>
                  <a:cubicBezTo>
                    <a:pt x="128845" y="1988"/>
                    <a:pt x="128723" y="1992"/>
                    <a:pt x="128600" y="2000"/>
                  </a:cubicBezTo>
                  <a:cubicBezTo>
                    <a:pt x="129303" y="3936"/>
                    <a:pt x="129413" y="4616"/>
                    <a:pt x="129192" y="4616"/>
                  </a:cubicBezTo>
                  <a:cubicBezTo>
                    <a:pt x="128855" y="4616"/>
                    <a:pt x="127750" y="3043"/>
                    <a:pt x="126802" y="1929"/>
                  </a:cubicBezTo>
                  <a:cubicBezTo>
                    <a:pt x="122492" y="1750"/>
                    <a:pt x="118527" y="1500"/>
                    <a:pt x="114467" y="1179"/>
                  </a:cubicBezTo>
                  <a:cubicBezTo>
                    <a:pt x="114562" y="774"/>
                    <a:pt x="114646" y="381"/>
                    <a:pt x="114741" y="0"/>
                  </a:cubicBezTo>
                  <a:lnTo>
                    <a:pt x="114741" y="0"/>
                  </a:lnTo>
                  <a:cubicBezTo>
                    <a:pt x="112491" y="226"/>
                    <a:pt x="110348" y="441"/>
                    <a:pt x="108276" y="631"/>
                  </a:cubicBezTo>
                  <a:cubicBezTo>
                    <a:pt x="106192" y="441"/>
                    <a:pt x="104061" y="226"/>
                    <a:pt x="101799" y="0"/>
                  </a:cubicBezTo>
                  <a:lnTo>
                    <a:pt x="101799" y="0"/>
                  </a:lnTo>
                  <a:cubicBezTo>
                    <a:pt x="101894" y="381"/>
                    <a:pt x="101978" y="774"/>
                    <a:pt x="102073" y="1179"/>
                  </a:cubicBezTo>
                  <a:cubicBezTo>
                    <a:pt x="99072" y="1417"/>
                    <a:pt x="96132" y="1607"/>
                    <a:pt x="93060" y="1774"/>
                  </a:cubicBezTo>
                  <a:cubicBezTo>
                    <a:pt x="93191" y="1167"/>
                    <a:pt x="93322" y="572"/>
                    <a:pt x="93465" y="0"/>
                  </a:cubicBezTo>
                  <a:lnTo>
                    <a:pt x="93465" y="0"/>
                  </a:lnTo>
                  <a:cubicBezTo>
                    <a:pt x="84535" y="905"/>
                    <a:pt x="77439" y="1524"/>
                    <a:pt x="69212" y="1905"/>
                  </a:cubicBezTo>
                  <a:cubicBezTo>
                    <a:pt x="69164" y="2239"/>
                    <a:pt x="69116" y="2548"/>
                    <a:pt x="69081" y="2822"/>
                  </a:cubicBezTo>
                  <a:cubicBezTo>
                    <a:pt x="68723" y="2667"/>
                    <a:pt x="68342" y="2548"/>
                    <a:pt x="67973" y="2453"/>
                  </a:cubicBezTo>
                  <a:cubicBezTo>
                    <a:pt x="67950" y="2298"/>
                    <a:pt x="67926" y="2131"/>
                    <a:pt x="67902" y="1953"/>
                  </a:cubicBezTo>
                  <a:cubicBezTo>
                    <a:pt x="64735" y="2084"/>
                    <a:pt x="61377" y="2179"/>
                    <a:pt x="57686" y="2239"/>
                  </a:cubicBezTo>
                  <a:cubicBezTo>
                    <a:pt x="56567" y="2227"/>
                    <a:pt x="55472" y="2203"/>
                    <a:pt x="54412" y="2179"/>
                  </a:cubicBezTo>
                  <a:cubicBezTo>
                    <a:pt x="54303" y="2757"/>
                    <a:pt x="54160" y="2952"/>
                    <a:pt x="53977" y="2952"/>
                  </a:cubicBezTo>
                  <a:cubicBezTo>
                    <a:pt x="53701" y="2952"/>
                    <a:pt x="53333" y="2506"/>
                    <a:pt x="52852" y="2262"/>
                  </a:cubicBezTo>
                  <a:cubicBezTo>
                    <a:pt x="52687" y="2278"/>
                    <a:pt x="52522" y="2285"/>
                    <a:pt x="52356" y="2285"/>
                  </a:cubicBezTo>
                  <a:cubicBezTo>
                    <a:pt x="51262" y="2285"/>
                    <a:pt x="50161" y="1988"/>
                    <a:pt x="49052" y="1988"/>
                  </a:cubicBezTo>
                  <a:cubicBezTo>
                    <a:pt x="48926" y="1988"/>
                    <a:pt x="48800" y="1992"/>
                    <a:pt x="48673" y="2000"/>
                  </a:cubicBezTo>
                  <a:cubicBezTo>
                    <a:pt x="48959" y="2774"/>
                    <a:pt x="49138" y="3346"/>
                    <a:pt x="49257" y="3751"/>
                  </a:cubicBezTo>
                  <a:cubicBezTo>
                    <a:pt x="48792" y="3274"/>
                    <a:pt x="48173" y="2953"/>
                    <a:pt x="47518" y="2703"/>
                  </a:cubicBezTo>
                  <a:cubicBezTo>
                    <a:pt x="47304" y="2441"/>
                    <a:pt x="47090" y="2179"/>
                    <a:pt x="46875" y="1929"/>
                  </a:cubicBezTo>
                  <a:cubicBezTo>
                    <a:pt x="38315" y="1572"/>
                    <a:pt x="31064" y="929"/>
                    <a:pt x="21872" y="0"/>
                  </a:cubicBezTo>
                  <a:lnTo>
                    <a:pt x="21872" y="0"/>
                  </a:lnTo>
                  <a:cubicBezTo>
                    <a:pt x="22015" y="572"/>
                    <a:pt x="22146" y="1167"/>
                    <a:pt x="22277" y="1774"/>
                  </a:cubicBezTo>
                  <a:cubicBezTo>
                    <a:pt x="15098" y="1393"/>
                    <a:pt x="8573" y="810"/>
                    <a:pt x="5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22"/>
            <p:cNvSpPr/>
            <p:nvPr/>
          </p:nvSpPr>
          <p:spPr>
            <a:xfrm>
              <a:off x="283950" y="193150"/>
              <a:ext cx="8615526" cy="4752359"/>
            </a:xfrm>
            <a:custGeom>
              <a:rect b="b" l="l" r="r" t="t"/>
              <a:pathLst>
                <a:path extrusionOk="0" h="146757" w="269046">
                  <a:moveTo>
                    <a:pt x="21241" y="131"/>
                  </a:moveTo>
                  <a:cubicBezTo>
                    <a:pt x="20884" y="346"/>
                    <a:pt x="20527" y="572"/>
                    <a:pt x="20170" y="798"/>
                  </a:cubicBezTo>
                  <a:cubicBezTo>
                    <a:pt x="20217" y="953"/>
                    <a:pt x="20253" y="1120"/>
                    <a:pt x="20289" y="1286"/>
                  </a:cubicBezTo>
                  <a:cubicBezTo>
                    <a:pt x="20860" y="929"/>
                    <a:pt x="21432" y="560"/>
                    <a:pt x="22015" y="203"/>
                  </a:cubicBezTo>
                  <a:cubicBezTo>
                    <a:pt x="21753" y="179"/>
                    <a:pt x="21503" y="155"/>
                    <a:pt x="21241" y="131"/>
                  </a:cubicBezTo>
                  <a:close/>
                  <a:moveTo>
                    <a:pt x="18777" y="1691"/>
                  </a:moveTo>
                  <a:cubicBezTo>
                    <a:pt x="18515" y="1858"/>
                    <a:pt x="18265" y="2012"/>
                    <a:pt x="18015" y="2179"/>
                  </a:cubicBezTo>
                  <a:cubicBezTo>
                    <a:pt x="11788" y="6263"/>
                    <a:pt x="6156" y="10644"/>
                    <a:pt x="1155" y="15252"/>
                  </a:cubicBezTo>
                  <a:cubicBezTo>
                    <a:pt x="1179" y="15455"/>
                    <a:pt x="1203" y="15657"/>
                    <a:pt x="1215" y="15848"/>
                  </a:cubicBezTo>
                  <a:cubicBezTo>
                    <a:pt x="6263" y="11156"/>
                    <a:pt x="11966" y="6727"/>
                    <a:pt x="18277" y="2584"/>
                  </a:cubicBezTo>
                  <a:cubicBezTo>
                    <a:pt x="18705" y="2298"/>
                    <a:pt x="19146" y="2012"/>
                    <a:pt x="19574" y="1739"/>
                  </a:cubicBezTo>
                  <a:cubicBezTo>
                    <a:pt x="19312" y="1727"/>
                    <a:pt x="19039" y="1703"/>
                    <a:pt x="18777" y="1691"/>
                  </a:cubicBezTo>
                  <a:close/>
                  <a:moveTo>
                    <a:pt x="257199" y="5608"/>
                  </a:moveTo>
                  <a:cubicBezTo>
                    <a:pt x="259819" y="11180"/>
                    <a:pt x="262128" y="16943"/>
                    <a:pt x="264105" y="22884"/>
                  </a:cubicBezTo>
                  <a:cubicBezTo>
                    <a:pt x="264307" y="22836"/>
                    <a:pt x="264522" y="22789"/>
                    <a:pt x="264736" y="22741"/>
                  </a:cubicBezTo>
                  <a:cubicBezTo>
                    <a:pt x="262950" y="17360"/>
                    <a:pt x="260890" y="12085"/>
                    <a:pt x="258557" y="6942"/>
                  </a:cubicBezTo>
                  <a:lnTo>
                    <a:pt x="257199" y="5608"/>
                  </a:lnTo>
                  <a:close/>
                  <a:moveTo>
                    <a:pt x="234685" y="1239"/>
                  </a:moveTo>
                  <a:cubicBezTo>
                    <a:pt x="234423" y="1262"/>
                    <a:pt x="234149" y="1286"/>
                    <a:pt x="233887" y="1298"/>
                  </a:cubicBezTo>
                  <a:cubicBezTo>
                    <a:pt x="234554" y="1727"/>
                    <a:pt x="235220" y="2143"/>
                    <a:pt x="235875" y="2584"/>
                  </a:cubicBezTo>
                  <a:cubicBezTo>
                    <a:pt x="245662" y="9001"/>
                    <a:pt x="253961" y="16145"/>
                    <a:pt x="260676" y="23813"/>
                  </a:cubicBezTo>
                  <a:cubicBezTo>
                    <a:pt x="260783" y="23741"/>
                    <a:pt x="260938" y="23682"/>
                    <a:pt x="261140" y="23610"/>
                  </a:cubicBezTo>
                  <a:cubicBezTo>
                    <a:pt x="254377" y="15871"/>
                    <a:pt x="246007" y="8656"/>
                    <a:pt x="236137" y="2179"/>
                  </a:cubicBezTo>
                  <a:cubicBezTo>
                    <a:pt x="235649" y="1870"/>
                    <a:pt x="235173" y="1548"/>
                    <a:pt x="234685" y="1239"/>
                  </a:cubicBezTo>
                  <a:close/>
                  <a:moveTo>
                    <a:pt x="264807" y="25051"/>
                  </a:moveTo>
                  <a:lnTo>
                    <a:pt x="264867" y="25218"/>
                  </a:lnTo>
                  <a:cubicBezTo>
                    <a:pt x="264879" y="25218"/>
                    <a:pt x="264879" y="25206"/>
                    <a:pt x="264891" y="25194"/>
                  </a:cubicBezTo>
                  <a:cubicBezTo>
                    <a:pt x="264914" y="25158"/>
                    <a:pt x="264926" y="25111"/>
                    <a:pt x="264938" y="25075"/>
                  </a:cubicBezTo>
                  <a:cubicBezTo>
                    <a:pt x="264891" y="25063"/>
                    <a:pt x="264855" y="25063"/>
                    <a:pt x="264807" y="25051"/>
                  </a:cubicBezTo>
                  <a:close/>
                  <a:moveTo>
                    <a:pt x="265319" y="26670"/>
                  </a:moveTo>
                  <a:lnTo>
                    <a:pt x="265319" y="26670"/>
                  </a:lnTo>
                  <a:cubicBezTo>
                    <a:pt x="265557" y="27480"/>
                    <a:pt x="265807" y="28290"/>
                    <a:pt x="266034" y="29099"/>
                  </a:cubicBezTo>
                  <a:cubicBezTo>
                    <a:pt x="266057" y="28444"/>
                    <a:pt x="266081" y="27789"/>
                    <a:pt x="266117" y="27135"/>
                  </a:cubicBezTo>
                  <a:cubicBezTo>
                    <a:pt x="266081" y="27016"/>
                    <a:pt x="266046" y="26896"/>
                    <a:pt x="266010" y="26777"/>
                  </a:cubicBezTo>
                  <a:cubicBezTo>
                    <a:pt x="265843" y="26754"/>
                    <a:pt x="265593" y="26718"/>
                    <a:pt x="265319" y="26670"/>
                  </a:cubicBezTo>
                  <a:close/>
                  <a:moveTo>
                    <a:pt x="261188" y="24408"/>
                  </a:moveTo>
                  <a:lnTo>
                    <a:pt x="261188" y="24408"/>
                  </a:lnTo>
                  <a:cubicBezTo>
                    <a:pt x="262902" y="26396"/>
                    <a:pt x="264498" y="28409"/>
                    <a:pt x="265998" y="30456"/>
                  </a:cubicBezTo>
                  <a:cubicBezTo>
                    <a:pt x="265998" y="30195"/>
                    <a:pt x="266010" y="29944"/>
                    <a:pt x="266022" y="29683"/>
                  </a:cubicBezTo>
                  <a:cubicBezTo>
                    <a:pt x="265153" y="28516"/>
                    <a:pt x="264260" y="27361"/>
                    <a:pt x="263331" y="26218"/>
                  </a:cubicBezTo>
                  <a:cubicBezTo>
                    <a:pt x="263200" y="26158"/>
                    <a:pt x="263140" y="26087"/>
                    <a:pt x="263164" y="26015"/>
                  </a:cubicBezTo>
                  <a:cubicBezTo>
                    <a:pt x="262771" y="25539"/>
                    <a:pt x="262378" y="25075"/>
                    <a:pt x="261986" y="24599"/>
                  </a:cubicBezTo>
                  <a:cubicBezTo>
                    <a:pt x="261664" y="24539"/>
                    <a:pt x="261402" y="24468"/>
                    <a:pt x="261188" y="24408"/>
                  </a:cubicBezTo>
                  <a:close/>
                  <a:moveTo>
                    <a:pt x="127076" y="17431"/>
                  </a:moveTo>
                  <a:cubicBezTo>
                    <a:pt x="133339" y="17431"/>
                    <a:pt x="139506" y="17574"/>
                    <a:pt x="145578" y="17848"/>
                  </a:cubicBezTo>
                  <a:cubicBezTo>
                    <a:pt x="146150" y="29278"/>
                    <a:pt x="146554" y="41363"/>
                    <a:pt x="146769" y="53924"/>
                  </a:cubicBezTo>
                  <a:cubicBezTo>
                    <a:pt x="140292" y="53816"/>
                    <a:pt x="133720" y="53769"/>
                    <a:pt x="127076" y="53769"/>
                  </a:cubicBezTo>
                  <a:cubicBezTo>
                    <a:pt x="120432" y="53769"/>
                    <a:pt x="113860" y="53816"/>
                    <a:pt x="107371" y="53924"/>
                  </a:cubicBezTo>
                  <a:cubicBezTo>
                    <a:pt x="107585" y="41363"/>
                    <a:pt x="107990" y="29278"/>
                    <a:pt x="108562" y="17848"/>
                  </a:cubicBezTo>
                  <a:cubicBezTo>
                    <a:pt x="114634" y="17574"/>
                    <a:pt x="120813" y="17431"/>
                    <a:pt x="127076" y="17431"/>
                  </a:cubicBezTo>
                  <a:close/>
                  <a:moveTo>
                    <a:pt x="108359" y="17848"/>
                  </a:moveTo>
                  <a:cubicBezTo>
                    <a:pt x="107776" y="29385"/>
                    <a:pt x="107371" y="41482"/>
                    <a:pt x="107169" y="53924"/>
                  </a:cubicBezTo>
                  <a:cubicBezTo>
                    <a:pt x="94727" y="54138"/>
                    <a:pt x="82630" y="54531"/>
                    <a:pt x="71093" y="55114"/>
                  </a:cubicBezTo>
                  <a:cubicBezTo>
                    <a:pt x="71617" y="43244"/>
                    <a:pt x="72640" y="31766"/>
                    <a:pt x="74117" y="20872"/>
                  </a:cubicBezTo>
                  <a:cubicBezTo>
                    <a:pt x="85011" y="19407"/>
                    <a:pt x="96477" y="18384"/>
                    <a:pt x="108359" y="17848"/>
                  </a:cubicBezTo>
                  <a:close/>
                  <a:moveTo>
                    <a:pt x="145792" y="17860"/>
                  </a:moveTo>
                  <a:lnTo>
                    <a:pt x="145792" y="17860"/>
                  </a:lnTo>
                  <a:cubicBezTo>
                    <a:pt x="157675" y="18384"/>
                    <a:pt x="169141" y="19407"/>
                    <a:pt x="180035" y="20884"/>
                  </a:cubicBezTo>
                  <a:cubicBezTo>
                    <a:pt x="181499" y="31766"/>
                    <a:pt x="182523" y="43244"/>
                    <a:pt x="183059" y="55114"/>
                  </a:cubicBezTo>
                  <a:cubicBezTo>
                    <a:pt x="171522" y="54531"/>
                    <a:pt x="159425" y="54138"/>
                    <a:pt x="146983" y="53924"/>
                  </a:cubicBezTo>
                  <a:cubicBezTo>
                    <a:pt x="146781" y="41482"/>
                    <a:pt x="146376" y="29385"/>
                    <a:pt x="145792" y="17860"/>
                  </a:cubicBezTo>
                  <a:close/>
                  <a:moveTo>
                    <a:pt x="73724" y="20931"/>
                  </a:moveTo>
                  <a:lnTo>
                    <a:pt x="73724" y="20931"/>
                  </a:lnTo>
                  <a:cubicBezTo>
                    <a:pt x="72259" y="31909"/>
                    <a:pt x="71247" y="43375"/>
                    <a:pt x="70724" y="55138"/>
                  </a:cubicBezTo>
                  <a:cubicBezTo>
                    <a:pt x="54805" y="55948"/>
                    <a:pt x="39958" y="57103"/>
                    <a:pt x="26742" y="58579"/>
                  </a:cubicBezTo>
                  <a:cubicBezTo>
                    <a:pt x="27373" y="48816"/>
                    <a:pt x="28599" y="39255"/>
                    <a:pt x="30397" y="29992"/>
                  </a:cubicBezTo>
                  <a:cubicBezTo>
                    <a:pt x="43292" y="26158"/>
                    <a:pt x="57901" y="23086"/>
                    <a:pt x="73724" y="20931"/>
                  </a:cubicBezTo>
                  <a:close/>
                  <a:moveTo>
                    <a:pt x="180416" y="20931"/>
                  </a:moveTo>
                  <a:lnTo>
                    <a:pt x="180416" y="20931"/>
                  </a:lnTo>
                  <a:cubicBezTo>
                    <a:pt x="196251" y="23086"/>
                    <a:pt x="210860" y="26170"/>
                    <a:pt x="223755" y="29992"/>
                  </a:cubicBezTo>
                  <a:cubicBezTo>
                    <a:pt x="225552" y="39255"/>
                    <a:pt x="226779" y="48816"/>
                    <a:pt x="227410" y="58579"/>
                  </a:cubicBezTo>
                  <a:cubicBezTo>
                    <a:pt x="214194" y="57103"/>
                    <a:pt x="199335" y="55948"/>
                    <a:pt x="183416" y="55138"/>
                  </a:cubicBezTo>
                  <a:cubicBezTo>
                    <a:pt x="182904" y="43375"/>
                    <a:pt x="181892" y="31909"/>
                    <a:pt x="180416" y="20931"/>
                  </a:cubicBezTo>
                  <a:close/>
                  <a:moveTo>
                    <a:pt x="70724" y="55352"/>
                  </a:moveTo>
                  <a:cubicBezTo>
                    <a:pt x="70450" y="61436"/>
                    <a:pt x="70319" y="67616"/>
                    <a:pt x="70319" y="73843"/>
                  </a:cubicBezTo>
                  <a:cubicBezTo>
                    <a:pt x="70319" y="80070"/>
                    <a:pt x="70450" y="86237"/>
                    <a:pt x="70724" y="92321"/>
                  </a:cubicBezTo>
                  <a:cubicBezTo>
                    <a:pt x="54543" y="91500"/>
                    <a:pt x="39696" y="90333"/>
                    <a:pt x="26730" y="88892"/>
                  </a:cubicBezTo>
                  <a:cubicBezTo>
                    <a:pt x="26420" y="83915"/>
                    <a:pt x="26254" y="78891"/>
                    <a:pt x="26254" y="73843"/>
                  </a:cubicBezTo>
                  <a:cubicBezTo>
                    <a:pt x="26254" y="68783"/>
                    <a:pt x="26420" y="63758"/>
                    <a:pt x="26730" y="58781"/>
                  </a:cubicBezTo>
                  <a:cubicBezTo>
                    <a:pt x="39696" y="57341"/>
                    <a:pt x="54543" y="56174"/>
                    <a:pt x="70724" y="55352"/>
                  </a:cubicBezTo>
                  <a:close/>
                  <a:moveTo>
                    <a:pt x="183428" y="55352"/>
                  </a:moveTo>
                  <a:cubicBezTo>
                    <a:pt x="199609" y="56174"/>
                    <a:pt x="214444" y="57341"/>
                    <a:pt x="227410" y="58781"/>
                  </a:cubicBezTo>
                  <a:cubicBezTo>
                    <a:pt x="227731" y="63758"/>
                    <a:pt x="227886" y="68783"/>
                    <a:pt x="227886" y="73843"/>
                  </a:cubicBezTo>
                  <a:cubicBezTo>
                    <a:pt x="227886" y="78903"/>
                    <a:pt x="227731" y="83915"/>
                    <a:pt x="227410" y="88892"/>
                  </a:cubicBezTo>
                  <a:cubicBezTo>
                    <a:pt x="214444" y="90333"/>
                    <a:pt x="199609" y="91500"/>
                    <a:pt x="183428" y="92321"/>
                  </a:cubicBezTo>
                  <a:cubicBezTo>
                    <a:pt x="183690" y="86237"/>
                    <a:pt x="183833" y="80070"/>
                    <a:pt x="183833" y="73843"/>
                  </a:cubicBezTo>
                  <a:cubicBezTo>
                    <a:pt x="183833" y="67616"/>
                    <a:pt x="183690" y="61436"/>
                    <a:pt x="183428" y="55352"/>
                  </a:cubicBezTo>
                  <a:close/>
                  <a:moveTo>
                    <a:pt x="107157" y="54138"/>
                  </a:moveTo>
                  <a:cubicBezTo>
                    <a:pt x="107050" y="60627"/>
                    <a:pt x="107002" y="67199"/>
                    <a:pt x="107002" y="73843"/>
                  </a:cubicBezTo>
                  <a:cubicBezTo>
                    <a:pt x="107002" y="80475"/>
                    <a:pt x="107050" y="87047"/>
                    <a:pt x="107157" y="93536"/>
                  </a:cubicBezTo>
                  <a:cubicBezTo>
                    <a:pt x="94596" y="93321"/>
                    <a:pt x="82511" y="92917"/>
                    <a:pt x="71081" y="92345"/>
                  </a:cubicBezTo>
                  <a:cubicBezTo>
                    <a:pt x="70807" y="86273"/>
                    <a:pt x="70676" y="80105"/>
                    <a:pt x="70676" y="73843"/>
                  </a:cubicBezTo>
                  <a:cubicBezTo>
                    <a:pt x="70676" y="67580"/>
                    <a:pt x="70807" y="61401"/>
                    <a:pt x="71081" y="55329"/>
                  </a:cubicBezTo>
                  <a:cubicBezTo>
                    <a:pt x="82511" y="54757"/>
                    <a:pt x="94596" y="54352"/>
                    <a:pt x="107157" y="54138"/>
                  </a:cubicBezTo>
                  <a:close/>
                  <a:moveTo>
                    <a:pt x="146983" y="54138"/>
                  </a:moveTo>
                  <a:cubicBezTo>
                    <a:pt x="159544" y="54352"/>
                    <a:pt x="171641" y="54757"/>
                    <a:pt x="183071" y="55329"/>
                  </a:cubicBezTo>
                  <a:cubicBezTo>
                    <a:pt x="183333" y="61401"/>
                    <a:pt x="183476" y="67568"/>
                    <a:pt x="183476" y="73831"/>
                  </a:cubicBezTo>
                  <a:cubicBezTo>
                    <a:pt x="183476" y="80094"/>
                    <a:pt x="183333" y="86273"/>
                    <a:pt x="183071" y="92345"/>
                  </a:cubicBezTo>
                  <a:cubicBezTo>
                    <a:pt x="171641" y="92917"/>
                    <a:pt x="159544" y="93321"/>
                    <a:pt x="146983" y="93536"/>
                  </a:cubicBezTo>
                  <a:cubicBezTo>
                    <a:pt x="147090" y="87047"/>
                    <a:pt x="147150" y="80475"/>
                    <a:pt x="147150" y="73843"/>
                  </a:cubicBezTo>
                  <a:cubicBezTo>
                    <a:pt x="147150" y="67199"/>
                    <a:pt x="147090" y="60627"/>
                    <a:pt x="146983" y="54138"/>
                  </a:cubicBezTo>
                  <a:close/>
                  <a:moveTo>
                    <a:pt x="127076" y="53971"/>
                  </a:moveTo>
                  <a:cubicBezTo>
                    <a:pt x="133743" y="53971"/>
                    <a:pt x="140327" y="54031"/>
                    <a:pt x="146781" y="54138"/>
                  </a:cubicBezTo>
                  <a:cubicBezTo>
                    <a:pt x="146876" y="60591"/>
                    <a:pt x="146935" y="67163"/>
                    <a:pt x="146935" y="73843"/>
                  </a:cubicBezTo>
                  <a:cubicBezTo>
                    <a:pt x="146935" y="80510"/>
                    <a:pt x="146888" y="87082"/>
                    <a:pt x="146781" y="93536"/>
                  </a:cubicBezTo>
                  <a:cubicBezTo>
                    <a:pt x="140327" y="93643"/>
                    <a:pt x="133743" y="93702"/>
                    <a:pt x="127076" y="93702"/>
                  </a:cubicBezTo>
                  <a:cubicBezTo>
                    <a:pt x="120396" y="93702"/>
                    <a:pt x="113824" y="93643"/>
                    <a:pt x="107371" y="93536"/>
                  </a:cubicBezTo>
                  <a:cubicBezTo>
                    <a:pt x="107264" y="87082"/>
                    <a:pt x="107204" y="80510"/>
                    <a:pt x="107204" y="73843"/>
                  </a:cubicBezTo>
                  <a:cubicBezTo>
                    <a:pt x="107204" y="67163"/>
                    <a:pt x="107264" y="60591"/>
                    <a:pt x="107371" y="54138"/>
                  </a:cubicBezTo>
                  <a:cubicBezTo>
                    <a:pt x="113824" y="54031"/>
                    <a:pt x="120396" y="53971"/>
                    <a:pt x="127076" y="53971"/>
                  </a:cubicBezTo>
                  <a:close/>
                  <a:moveTo>
                    <a:pt x="48" y="105632"/>
                  </a:moveTo>
                  <a:cubicBezTo>
                    <a:pt x="36" y="105716"/>
                    <a:pt x="12" y="105811"/>
                    <a:pt x="0" y="105894"/>
                  </a:cubicBezTo>
                  <a:cubicBezTo>
                    <a:pt x="155" y="105882"/>
                    <a:pt x="310" y="105870"/>
                    <a:pt x="477" y="105859"/>
                  </a:cubicBezTo>
                  <a:cubicBezTo>
                    <a:pt x="334" y="105775"/>
                    <a:pt x="191" y="105704"/>
                    <a:pt x="48" y="105632"/>
                  </a:cubicBezTo>
                  <a:close/>
                  <a:moveTo>
                    <a:pt x="26742" y="89095"/>
                  </a:moveTo>
                  <a:cubicBezTo>
                    <a:pt x="39958" y="90571"/>
                    <a:pt x="54805" y="91726"/>
                    <a:pt x="70724" y="92536"/>
                  </a:cubicBezTo>
                  <a:cubicBezTo>
                    <a:pt x="71247" y="104299"/>
                    <a:pt x="72259" y="115765"/>
                    <a:pt x="73724" y="126742"/>
                  </a:cubicBezTo>
                  <a:cubicBezTo>
                    <a:pt x="57901" y="124587"/>
                    <a:pt x="43292" y="121515"/>
                    <a:pt x="30397" y="117681"/>
                  </a:cubicBezTo>
                  <a:cubicBezTo>
                    <a:pt x="28599" y="108418"/>
                    <a:pt x="27373" y="98858"/>
                    <a:pt x="26742" y="89095"/>
                  </a:cubicBezTo>
                  <a:close/>
                  <a:moveTo>
                    <a:pt x="227410" y="89095"/>
                  </a:moveTo>
                  <a:cubicBezTo>
                    <a:pt x="226779" y="98858"/>
                    <a:pt x="225552" y="108418"/>
                    <a:pt x="223755" y="117681"/>
                  </a:cubicBezTo>
                  <a:cubicBezTo>
                    <a:pt x="210860" y="121515"/>
                    <a:pt x="196251" y="124587"/>
                    <a:pt x="180416" y="126742"/>
                  </a:cubicBezTo>
                  <a:cubicBezTo>
                    <a:pt x="181892" y="115765"/>
                    <a:pt x="182904" y="104299"/>
                    <a:pt x="183416" y="92536"/>
                  </a:cubicBezTo>
                  <a:cubicBezTo>
                    <a:pt x="199347" y="91726"/>
                    <a:pt x="214194" y="90571"/>
                    <a:pt x="227410" y="89095"/>
                  </a:cubicBezTo>
                  <a:close/>
                  <a:moveTo>
                    <a:pt x="71093" y="92559"/>
                  </a:moveTo>
                  <a:lnTo>
                    <a:pt x="71093" y="92559"/>
                  </a:lnTo>
                  <a:cubicBezTo>
                    <a:pt x="82630" y="93143"/>
                    <a:pt x="94715" y="93536"/>
                    <a:pt x="107169" y="93750"/>
                  </a:cubicBezTo>
                  <a:cubicBezTo>
                    <a:pt x="107371" y="106192"/>
                    <a:pt x="107776" y="118289"/>
                    <a:pt x="108347" y="129826"/>
                  </a:cubicBezTo>
                  <a:cubicBezTo>
                    <a:pt x="96477" y="129290"/>
                    <a:pt x="85011" y="128266"/>
                    <a:pt x="74117" y="126790"/>
                  </a:cubicBezTo>
                  <a:cubicBezTo>
                    <a:pt x="72640" y="115907"/>
                    <a:pt x="71617" y="104442"/>
                    <a:pt x="71093" y="92559"/>
                  </a:cubicBezTo>
                  <a:close/>
                  <a:moveTo>
                    <a:pt x="183059" y="92559"/>
                  </a:moveTo>
                  <a:lnTo>
                    <a:pt x="183059" y="92559"/>
                  </a:lnTo>
                  <a:cubicBezTo>
                    <a:pt x="182523" y="104442"/>
                    <a:pt x="181499" y="115907"/>
                    <a:pt x="180035" y="126802"/>
                  </a:cubicBezTo>
                  <a:cubicBezTo>
                    <a:pt x="169141" y="128266"/>
                    <a:pt x="157675" y="129290"/>
                    <a:pt x="145792" y="129826"/>
                  </a:cubicBezTo>
                  <a:cubicBezTo>
                    <a:pt x="146376" y="118289"/>
                    <a:pt x="146769" y="106192"/>
                    <a:pt x="146983" y="93750"/>
                  </a:cubicBezTo>
                  <a:cubicBezTo>
                    <a:pt x="159425" y="93536"/>
                    <a:pt x="171522" y="93143"/>
                    <a:pt x="183059" y="92559"/>
                  </a:cubicBezTo>
                  <a:close/>
                  <a:moveTo>
                    <a:pt x="107371" y="93750"/>
                  </a:moveTo>
                  <a:cubicBezTo>
                    <a:pt x="113860" y="93857"/>
                    <a:pt x="120432" y="93917"/>
                    <a:pt x="127076" y="93917"/>
                  </a:cubicBezTo>
                  <a:cubicBezTo>
                    <a:pt x="133708" y="93917"/>
                    <a:pt x="140292" y="93857"/>
                    <a:pt x="146769" y="93750"/>
                  </a:cubicBezTo>
                  <a:lnTo>
                    <a:pt x="146769" y="93750"/>
                  </a:lnTo>
                  <a:cubicBezTo>
                    <a:pt x="146566" y="106311"/>
                    <a:pt x="146150" y="118396"/>
                    <a:pt x="145578" y="129826"/>
                  </a:cubicBezTo>
                  <a:cubicBezTo>
                    <a:pt x="139506" y="130100"/>
                    <a:pt x="133339" y="130243"/>
                    <a:pt x="127076" y="130243"/>
                  </a:cubicBezTo>
                  <a:cubicBezTo>
                    <a:pt x="120813" y="130243"/>
                    <a:pt x="114634" y="130100"/>
                    <a:pt x="108574" y="129826"/>
                  </a:cubicBezTo>
                  <a:cubicBezTo>
                    <a:pt x="107990" y="118396"/>
                    <a:pt x="107585" y="106311"/>
                    <a:pt x="107371" y="93750"/>
                  </a:cubicBezTo>
                  <a:close/>
                  <a:moveTo>
                    <a:pt x="266653" y="116300"/>
                  </a:moveTo>
                  <a:lnTo>
                    <a:pt x="266653" y="116300"/>
                  </a:lnTo>
                  <a:cubicBezTo>
                    <a:pt x="259152" y="126861"/>
                    <a:pt x="248817" y="136600"/>
                    <a:pt x="235875" y="145101"/>
                  </a:cubicBezTo>
                  <a:cubicBezTo>
                    <a:pt x="235411" y="145399"/>
                    <a:pt x="234946" y="145697"/>
                    <a:pt x="234482" y="145994"/>
                  </a:cubicBezTo>
                  <a:cubicBezTo>
                    <a:pt x="234756" y="146006"/>
                    <a:pt x="235030" y="146018"/>
                    <a:pt x="235304" y="146030"/>
                  </a:cubicBezTo>
                  <a:cubicBezTo>
                    <a:pt x="235577" y="145852"/>
                    <a:pt x="235851" y="145673"/>
                    <a:pt x="236137" y="145494"/>
                  </a:cubicBezTo>
                  <a:cubicBezTo>
                    <a:pt x="248710" y="137243"/>
                    <a:pt x="258854" y="127814"/>
                    <a:pt x="266319" y="117586"/>
                  </a:cubicBezTo>
                  <a:lnTo>
                    <a:pt x="266319" y="117586"/>
                  </a:lnTo>
                  <a:cubicBezTo>
                    <a:pt x="263533" y="127504"/>
                    <a:pt x="259831" y="137005"/>
                    <a:pt x="255306" y="145971"/>
                  </a:cubicBezTo>
                  <a:cubicBezTo>
                    <a:pt x="255544" y="145983"/>
                    <a:pt x="255794" y="145994"/>
                    <a:pt x="256032" y="146006"/>
                  </a:cubicBezTo>
                  <a:cubicBezTo>
                    <a:pt x="260354" y="137374"/>
                    <a:pt x="263879" y="128338"/>
                    <a:pt x="266569" y="118991"/>
                  </a:cubicBezTo>
                  <a:cubicBezTo>
                    <a:pt x="266593" y="118098"/>
                    <a:pt x="266617" y="117193"/>
                    <a:pt x="266653" y="116300"/>
                  </a:cubicBezTo>
                  <a:close/>
                  <a:moveTo>
                    <a:pt x="1798" y="132362"/>
                  </a:moveTo>
                  <a:cubicBezTo>
                    <a:pt x="1774" y="132540"/>
                    <a:pt x="1739" y="132731"/>
                    <a:pt x="1715" y="132933"/>
                  </a:cubicBezTo>
                  <a:cubicBezTo>
                    <a:pt x="6573" y="137362"/>
                    <a:pt x="12014" y="141553"/>
                    <a:pt x="18015" y="145494"/>
                  </a:cubicBezTo>
                  <a:cubicBezTo>
                    <a:pt x="18229" y="145637"/>
                    <a:pt x="18455" y="145780"/>
                    <a:pt x="18669" y="145923"/>
                  </a:cubicBezTo>
                  <a:cubicBezTo>
                    <a:pt x="18681" y="145899"/>
                    <a:pt x="18681" y="145887"/>
                    <a:pt x="18693" y="145875"/>
                  </a:cubicBezTo>
                  <a:lnTo>
                    <a:pt x="18693" y="145875"/>
                  </a:lnTo>
                  <a:cubicBezTo>
                    <a:pt x="18681" y="145899"/>
                    <a:pt x="18693" y="145911"/>
                    <a:pt x="18693" y="145935"/>
                  </a:cubicBezTo>
                  <a:cubicBezTo>
                    <a:pt x="18800" y="146006"/>
                    <a:pt x="18908" y="146066"/>
                    <a:pt x="19015" y="146137"/>
                  </a:cubicBezTo>
                  <a:cubicBezTo>
                    <a:pt x="19348" y="146256"/>
                    <a:pt x="19872" y="146328"/>
                    <a:pt x="20336" y="146423"/>
                  </a:cubicBezTo>
                  <a:cubicBezTo>
                    <a:pt x="19646" y="145983"/>
                    <a:pt x="18955" y="145542"/>
                    <a:pt x="18277" y="145090"/>
                  </a:cubicBezTo>
                  <a:cubicBezTo>
                    <a:pt x="12204" y="141113"/>
                    <a:pt x="6692" y="136850"/>
                    <a:pt x="1798" y="132362"/>
                  </a:cubicBezTo>
                  <a:close/>
                  <a:moveTo>
                    <a:pt x="176558" y="0"/>
                  </a:moveTo>
                  <a:cubicBezTo>
                    <a:pt x="176701" y="572"/>
                    <a:pt x="176832" y="1167"/>
                    <a:pt x="176963" y="1774"/>
                  </a:cubicBezTo>
                  <a:lnTo>
                    <a:pt x="176903" y="1774"/>
                  </a:lnTo>
                  <a:cubicBezTo>
                    <a:pt x="178070" y="7787"/>
                    <a:pt x="179106" y="14038"/>
                    <a:pt x="179975" y="20491"/>
                  </a:cubicBezTo>
                  <a:cubicBezTo>
                    <a:pt x="168998" y="19015"/>
                    <a:pt x="157544" y="18003"/>
                    <a:pt x="145781" y="17491"/>
                  </a:cubicBezTo>
                  <a:cubicBezTo>
                    <a:pt x="145507" y="12157"/>
                    <a:pt x="145197" y="6942"/>
                    <a:pt x="144852" y="1858"/>
                  </a:cubicBezTo>
                  <a:cubicBezTo>
                    <a:pt x="144780" y="1870"/>
                    <a:pt x="144697" y="1870"/>
                    <a:pt x="144626" y="1870"/>
                  </a:cubicBezTo>
                  <a:cubicBezTo>
                    <a:pt x="144971" y="6918"/>
                    <a:pt x="145292" y="12121"/>
                    <a:pt x="145554" y="17479"/>
                  </a:cubicBezTo>
                  <a:cubicBezTo>
                    <a:pt x="139470" y="17217"/>
                    <a:pt x="133303" y="17074"/>
                    <a:pt x="127076" y="17074"/>
                  </a:cubicBezTo>
                  <a:cubicBezTo>
                    <a:pt x="120849" y="17074"/>
                    <a:pt x="114681" y="17217"/>
                    <a:pt x="108585" y="17479"/>
                  </a:cubicBezTo>
                  <a:cubicBezTo>
                    <a:pt x="108895" y="11573"/>
                    <a:pt x="109240" y="5846"/>
                    <a:pt x="109621" y="322"/>
                  </a:cubicBezTo>
                  <a:lnTo>
                    <a:pt x="109621" y="322"/>
                  </a:lnTo>
                  <a:cubicBezTo>
                    <a:pt x="109550" y="334"/>
                    <a:pt x="109478" y="334"/>
                    <a:pt x="109407" y="346"/>
                  </a:cubicBezTo>
                  <a:cubicBezTo>
                    <a:pt x="109014" y="5894"/>
                    <a:pt x="108669" y="11621"/>
                    <a:pt x="108371" y="17491"/>
                  </a:cubicBezTo>
                  <a:cubicBezTo>
                    <a:pt x="96608" y="18003"/>
                    <a:pt x="85142" y="19015"/>
                    <a:pt x="74164" y="20491"/>
                  </a:cubicBezTo>
                  <a:cubicBezTo>
                    <a:pt x="75069" y="13871"/>
                    <a:pt x="76129" y="7454"/>
                    <a:pt x="77343" y="1298"/>
                  </a:cubicBezTo>
                  <a:lnTo>
                    <a:pt x="77343" y="1298"/>
                  </a:lnTo>
                  <a:cubicBezTo>
                    <a:pt x="77212" y="1310"/>
                    <a:pt x="77081" y="1322"/>
                    <a:pt x="76951" y="1334"/>
                  </a:cubicBezTo>
                  <a:cubicBezTo>
                    <a:pt x="75724" y="7537"/>
                    <a:pt x="74665" y="13954"/>
                    <a:pt x="73783" y="20539"/>
                  </a:cubicBezTo>
                  <a:cubicBezTo>
                    <a:pt x="58198" y="22646"/>
                    <a:pt x="43601" y="25682"/>
                    <a:pt x="30480" y="29575"/>
                  </a:cubicBezTo>
                  <a:cubicBezTo>
                    <a:pt x="32374" y="19872"/>
                    <a:pt x="34910" y="10502"/>
                    <a:pt x="38029" y="1560"/>
                  </a:cubicBezTo>
                  <a:cubicBezTo>
                    <a:pt x="37874" y="1548"/>
                    <a:pt x="37708" y="1548"/>
                    <a:pt x="37541" y="1536"/>
                  </a:cubicBezTo>
                  <a:cubicBezTo>
                    <a:pt x="34409" y="10525"/>
                    <a:pt x="31862" y="19955"/>
                    <a:pt x="29968" y="29718"/>
                  </a:cubicBezTo>
                  <a:cubicBezTo>
                    <a:pt x="25849" y="30957"/>
                    <a:pt x="21884" y="32266"/>
                    <a:pt x="18086" y="33659"/>
                  </a:cubicBezTo>
                  <a:cubicBezTo>
                    <a:pt x="12252" y="35802"/>
                    <a:pt x="6942" y="38088"/>
                    <a:pt x="2191" y="40493"/>
                  </a:cubicBezTo>
                  <a:lnTo>
                    <a:pt x="2179" y="40934"/>
                  </a:lnTo>
                  <a:cubicBezTo>
                    <a:pt x="10097" y="36910"/>
                    <a:pt x="19420" y="33278"/>
                    <a:pt x="29885" y="30147"/>
                  </a:cubicBezTo>
                  <a:lnTo>
                    <a:pt x="29885" y="30147"/>
                  </a:lnTo>
                  <a:cubicBezTo>
                    <a:pt x="28111" y="39386"/>
                    <a:pt x="26885" y="48911"/>
                    <a:pt x="26266" y="58627"/>
                  </a:cubicBezTo>
                  <a:cubicBezTo>
                    <a:pt x="23480" y="58948"/>
                    <a:pt x="20765" y="59270"/>
                    <a:pt x="18134" y="59615"/>
                  </a:cubicBezTo>
                  <a:cubicBezTo>
                    <a:pt x="11621" y="60460"/>
                    <a:pt x="5763" y="61365"/>
                    <a:pt x="584" y="62329"/>
                  </a:cubicBezTo>
                  <a:cubicBezTo>
                    <a:pt x="596" y="62389"/>
                    <a:pt x="596" y="62460"/>
                    <a:pt x="608" y="62520"/>
                  </a:cubicBezTo>
                  <a:cubicBezTo>
                    <a:pt x="7942" y="61163"/>
                    <a:pt x="16574" y="59924"/>
                    <a:pt x="26254" y="58841"/>
                  </a:cubicBezTo>
                  <a:lnTo>
                    <a:pt x="26254" y="58841"/>
                  </a:lnTo>
                  <a:cubicBezTo>
                    <a:pt x="25944" y="63794"/>
                    <a:pt x="25777" y="68794"/>
                    <a:pt x="25777" y="73843"/>
                  </a:cubicBezTo>
                  <a:cubicBezTo>
                    <a:pt x="25777" y="78879"/>
                    <a:pt x="25944" y="83880"/>
                    <a:pt x="26254" y="88833"/>
                  </a:cubicBezTo>
                  <a:cubicBezTo>
                    <a:pt x="17014" y="87797"/>
                    <a:pt x="8740" y="86618"/>
                    <a:pt x="1620" y="85332"/>
                  </a:cubicBezTo>
                  <a:cubicBezTo>
                    <a:pt x="1620" y="85404"/>
                    <a:pt x="1620" y="85475"/>
                    <a:pt x="1620" y="85535"/>
                  </a:cubicBezTo>
                  <a:cubicBezTo>
                    <a:pt x="6537" y="86428"/>
                    <a:pt x="12050" y="87273"/>
                    <a:pt x="18134" y="88059"/>
                  </a:cubicBezTo>
                  <a:cubicBezTo>
                    <a:pt x="20765" y="88404"/>
                    <a:pt x="23480" y="88726"/>
                    <a:pt x="26266" y="89047"/>
                  </a:cubicBezTo>
                  <a:cubicBezTo>
                    <a:pt x="26885" y="98762"/>
                    <a:pt x="28099" y="108287"/>
                    <a:pt x="29885" y="117527"/>
                  </a:cubicBezTo>
                  <a:cubicBezTo>
                    <a:pt x="18824" y="114217"/>
                    <a:pt x="9037" y="110359"/>
                    <a:pt x="846" y="106049"/>
                  </a:cubicBezTo>
                  <a:lnTo>
                    <a:pt x="846" y="106049"/>
                  </a:lnTo>
                  <a:cubicBezTo>
                    <a:pt x="858" y="106204"/>
                    <a:pt x="870" y="106359"/>
                    <a:pt x="881" y="106513"/>
                  </a:cubicBezTo>
                  <a:cubicBezTo>
                    <a:pt x="5977" y="109169"/>
                    <a:pt x="11716" y="111669"/>
                    <a:pt x="18086" y="114014"/>
                  </a:cubicBezTo>
                  <a:cubicBezTo>
                    <a:pt x="21884" y="115407"/>
                    <a:pt x="25849" y="116717"/>
                    <a:pt x="29968" y="117955"/>
                  </a:cubicBezTo>
                  <a:cubicBezTo>
                    <a:pt x="31850" y="127611"/>
                    <a:pt x="34350" y="136946"/>
                    <a:pt x="37446" y="145852"/>
                  </a:cubicBezTo>
                  <a:cubicBezTo>
                    <a:pt x="37600" y="145840"/>
                    <a:pt x="37767" y="145840"/>
                    <a:pt x="37934" y="145828"/>
                  </a:cubicBezTo>
                  <a:cubicBezTo>
                    <a:pt x="34862" y="136981"/>
                    <a:pt x="32362" y="127706"/>
                    <a:pt x="30480" y="118098"/>
                  </a:cubicBezTo>
                  <a:lnTo>
                    <a:pt x="30480" y="118098"/>
                  </a:lnTo>
                  <a:cubicBezTo>
                    <a:pt x="43589" y="121992"/>
                    <a:pt x="58198" y="125028"/>
                    <a:pt x="73783" y="127135"/>
                  </a:cubicBezTo>
                  <a:cubicBezTo>
                    <a:pt x="74653" y="133600"/>
                    <a:pt x="75688" y="139910"/>
                    <a:pt x="76879" y="146006"/>
                  </a:cubicBezTo>
                  <a:cubicBezTo>
                    <a:pt x="77010" y="146006"/>
                    <a:pt x="77141" y="146018"/>
                    <a:pt x="77272" y="146018"/>
                  </a:cubicBezTo>
                  <a:cubicBezTo>
                    <a:pt x="76093" y="139970"/>
                    <a:pt x="75046" y="133683"/>
                    <a:pt x="74164" y="127183"/>
                  </a:cubicBezTo>
                  <a:lnTo>
                    <a:pt x="74164" y="127183"/>
                  </a:lnTo>
                  <a:cubicBezTo>
                    <a:pt x="85154" y="128659"/>
                    <a:pt x="96608" y="129659"/>
                    <a:pt x="108371" y="130183"/>
                  </a:cubicBezTo>
                  <a:cubicBezTo>
                    <a:pt x="108657" y="135850"/>
                    <a:pt x="108990" y="141375"/>
                    <a:pt x="109371" y="146733"/>
                  </a:cubicBezTo>
                  <a:cubicBezTo>
                    <a:pt x="109443" y="146745"/>
                    <a:pt x="109514" y="146745"/>
                    <a:pt x="109586" y="146756"/>
                  </a:cubicBezTo>
                  <a:cubicBezTo>
                    <a:pt x="109205" y="141411"/>
                    <a:pt x="108883" y="135886"/>
                    <a:pt x="108585" y="130195"/>
                  </a:cubicBezTo>
                  <a:lnTo>
                    <a:pt x="108585" y="130195"/>
                  </a:lnTo>
                  <a:cubicBezTo>
                    <a:pt x="114681" y="130457"/>
                    <a:pt x="120849" y="130600"/>
                    <a:pt x="127076" y="130600"/>
                  </a:cubicBezTo>
                  <a:cubicBezTo>
                    <a:pt x="133303" y="130600"/>
                    <a:pt x="139470" y="130457"/>
                    <a:pt x="145554" y="130195"/>
                  </a:cubicBezTo>
                  <a:lnTo>
                    <a:pt x="145554" y="130195"/>
                  </a:lnTo>
                  <a:cubicBezTo>
                    <a:pt x="145328" y="134815"/>
                    <a:pt x="145066" y="139327"/>
                    <a:pt x="144769" y="143720"/>
                  </a:cubicBezTo>
                  <a:cubicBezTo>
                    <a:pt x="144828" y="143851"/>
                    <a:pt x="144888" y="143994"/>
                    <a:pt x="144959" y="144161"/>
                  </a:cubicBezTo>
                  <a:cubicBezTo>
                    <a:pt x="145257" y="139613"/>
                    <a:pt x="145531" y="134945"/>
                    <a:pt x="145781" y="130183"/>
                  </a:cubicBezTo>
                  <a:cubicBezTo>
                    <a:pt x="157544" y="129671"/>
                    <a:pt x="168998" y="128659"/>
                    <a:pt x="179975" y="127183"/>
                  </a:cubicBezTo>
                  <a:lnTo>
                    <a:pt x="179975" y="127183"/>
                  </a:lnTo>
                  <a:cubicBezTo>
                    <a:pt x="179106" y="133588"/>
                    <a:pt x="178094" y="139791"/>
                    <a:pt x="176927" y="145756"/>
                  </a:cubicBezTo>
                  <a:lnTo>
                    <a:pt x="177034" y="145756"/>
                  </a:lnTo>
                  <a:cubicBezTo>
                    <a:pt x="177142" y="145697"/>
                    <a:pt x="177249" y="145625"/>
                    <a:pt x="177356" y="145566"/>
                  </a:cubicBezTo>
                  <a:cubicBezTo>
                    <a:pt x="178511" y="139601"/>
                    <a:pt x="179511" y="133445"/>
                    <a:pt x="180368" y="127135"/>
                  </a:cubicBezTo>
                  <a:cubicBezTo>
                    <a:pt x="195953" y="125028"/>
                    <a:pt x="210551" y="121992"/>
                    <a:pt x="223671" y="118098"/>
                  </a:cubicBezTo>
                  <a:lnTo>
                    <a:pt x="223671" y="118098"/>
                  </a:lnTo>
                  <a:cubicBezTo>
                    <a:pt x="221814" y="127599"/>
                    <a:pt x="219337" y="136791"/>
                    <a:pt x="216301" y="145554"/>
                  </a:cubicBezTo>
                  <a:lnTo>
                    <a:pt x="216801" y="145554"/>
                  </a:lnTo>
                  <a:cubicBezTo>
                    <a:pt x="219849" y="136743"/>
                    <a:pt x="222326" y="127504"/>
                    <a:pt x="224183" y="117943"/>
                  </a:cubicBezTo>
                  <a:cubicBezTo>
                    <a:pt x="228291" y="116717"/>
                    <a:pt x="232268" y="115407"/>
                    <a:pt x="236066" y="114002"/>
                  </a:cubicBezTo>
                  <a:cubicBezTo>
                    <a:pt x="249877" y="108930"/>
                    <a:pt x="260747" y="103073"/>
                    <a:pt x="268367" y="96679"/>
                  </a:cubicBezTo>
                  <a:cubicBezTo>
                    <a:pt x="268391" y="96476"/>
                    <a:pt x="268427" y="96286"/>
                    <a:pt x="268451" y="96084"/>
                  </a:cubicBezTo>
                  <a:lnTo>
                    <a:pt x="268451" y="96084"/>
                  </a:lnTo>
                  <a:cubicBezTo>
                    <a:pt x="258592" y="104477"/>
                    <a:pt x="243317" y="111824"/>
                    <a:pt x="224267" y="117527"/>
                  </a:cubicBezTo>
                  <a:cubicBezTo>
                    <a:pt x="226041" y="108287"/>
                    <a:pt x="227267" y="98762"/>
                    <a:pt x="227886" y="89047"/>
                  </a:cubicBezTo>
                  <a:cubicBezTo>
                    <a:pt x="230672" y="88726"/>
                    <a:pt x="233387" y="88404"/>
                    <a:pt x="236018" y="88059"/>
                  </a:cubicBezTo>
                  <a:cubicBezTo>
                    <a:pt x="248770" y="86404"/>
                    <a:pt x="259009" y="84511"/>
                    <a:pt x="266510" y="82451"/>
                  </a:cubicBezTo>
                  <a:cubicBezTo>
                    <a:pt x="266510" y="82379"/>
                    <a:pt x="266510" y="82308"/>
                    <a:pt x="266510" y="82249"/>
                  </a:cubicBezTo>
                  <a:cubicBezTo>
                    <a:pt x="257306" y="84773"/>
                    <a:pt x="244079" y="87023"/>
                    <a:pt x="227898" y="88833"/>
                  </a:cubicBezTo>
                  <a:cubicBezTo>
                    <a:pt x="228208" y="83880"/>
                    <a:pt x="228362" y="78867"/>
                    <a:pt x="228362" y="73831"/>
                  </a:cubicBezTo>
                  <a:cubicBezTo>
                    <a:pt x="228362" y="68794"/>
                    <a:pt x="228208" y="63782"/>
                    <a:pt x="227898" y="58829"/>
                  </a:cubicBezTo>
                  <a:lnTo>
                    <a:pt x="227898" y="58829"/>
                  </a:lnTo>
                  <a:cubicBezTo>
                    <a:pt x="244519" y="60698"/>
                    <a:pt x="258009" y="63008"/>
                    <a:pt x="267248" y="65627"/>
                  </a:cubicBezTo>
                  <a:cubicBezTo>
                    <a:pt x="267248" y="65556"/>
                    <a:pt x="267260" y="65496"/>
                    <a:pt x="267260" y="65425"/>
                  </a:cubicBezTo>
                  <a:cubicBezTo>
                    <a:pt x="259711" y="63282"/>
                    <a:pt x="249210" y="61317"/>
                    <a:pt x="236018" y="59603"/>
                  </a:cubicBezTo>
                  <a:cubicBezTo>
                    <a:pt x="233387" y="59270"/>
                    <a:pt x="230672" y="58936"/>
                    <a:pt x="227886" y="58627"/>
                  </a:cubicBezTo>
                  <a:cubicBezTo>
                    <a:pt x="227267" y="48899"/>
                    <a:pt x="226041" y="39374"/>
                    <a:pt x="224267" y="30135"/>
                  </a:cubicBezTo>
                  <a:lnTo>
                    <a:pt x="224267" y="30135"/>
                  </a:lnTo>
                  <a:cubicBezTo>
                    <a:pt x="243650" y="35945"/>
                    <a:pt x="259116" y="43446"/>
                    <a:pt x="268963" y="52019"/>
                  </a:cubicBezTo>
                  <a:cubicBezTo>
                    <a:pt x="268986" y="51864"/>
                    <a:pt x="269010" y="51709"/>
                    <a:pt x="269046" y="51566"/>
                  </a:cubicBezTo>
                  <a:cubicBezTo>
                    <a:pt x="261390" y="44946"/>
                    <a:pt x="250294" y="38886"/>
                    <a:pt x="236066" y="33659"/>
                  </a:cubicBezTo>
                  <a:cubicBezTo>
                    <a:pt x="232268" y="32266"/>
                    <a:pt x="228291" y="30945"/>
                    <a:pt x="224183" y="29718"/>
                  </a:cubicBezTo>
                  <a:cubicBezTo>
                    <a:pt x="222338" y="20277"/>
                    <a:pt x="219909" y="11133"/>
                    <a:pt x="216908" y="2417"/>
                  </a:cubicBezTo>
                  <a:cubicBezTo>
                    <a:pt x="216766" y="2513"/>
                    <a:pt x="216635" y="2620"/>
                    <a:pt x="216504" y="2715"/>
                  </a:cubicBezTo>
                  <a:cubicBezTo>
                    <a:pt x="219456" y="11299"/>
                    <a:pt x="221850" y="20277"/>
                    <a:pt x="223671" y="29563"/>
                  </a:cubicBezTo>
                  <a:cubicBezTo>
                    <a:pt x="210551" y="25682"/>
                    <a:pt x="195953" y="22646"/>
                    <a:pt x="180368" y="20539"/>
                  </a:cubicBezTo>
                  <a:cubicBezTo>
                    <a:pt x="179416" y="13490"/>
                    <a:pt x="178273" y="6644"/>
                    <a:pt x="176951" y="36"/>
                  </a:cubicBezTo>
                  <a:cubicBezTo>
                    <a:pt x="176820" y="24"/>
                    <a:pt x="176689" y="12"/>
                    <a:pt x="176558" y="0"/>
                  </a:cubicBezTo>
                  <a:close/>
                </a:path>
              </a:pathLst>
            </a:custGeom>
            <a:solidFill>
              <a:srgbClr val="E3C98E">
                <a:alpha val="246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5" name="Google Shape;225;p22"/>
          <p:cNvSpPr txBox="1"/>
          <p:nvPr>
            <p:ph type="title"/>
          </p:nvPr>
        </p:nvSpPr>
        <p:spPr>
          <a:xfrm>
            <a:off x="1768550" y="1307100"/>
            <a:ext cx="56070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82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7" name="Google Shape;227;p23"/>
          <p:cNvGrpSpPr/>
          <p:nvPr/>
        </p:nvGrpSpPr>
        <p:grpSpPr>
          <a:xfrm>
            <a:off x="0" y="0"/>
            <a:ext cx="9144003" cy="5143501"/>
            <a:chOff x="0" y="0"/>
            <a:chExt cx="9144003" cy="5143501"/>
          </a:xfrm>
        </p:grpSpPr>
        <p:pic>
          <p:nvPicPr>
            <p:cNvPr id="228" name="Google Shape;228;p23"/>
            <p:cNvPicPr preferRelativeResize="0"/>
            <p:nvPr/>
          </p:nvPicPr>
          <p:blipFill rotWithShape="1">
            <a:blip r:embed="rId2">
              <a:alphaModFix/>
            </a:blip>
            <a:srcRect b="8068" l="0" r="0" t="8060"/>
            <a:stretch/>
          </p:blipFill>
          <p:spPr>
            <a:xfrm>
              <a:off x="0" y="0"/>
              <a:ext cx="9144003" cy="5143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9" name="Google Shape;229;p23"/>
            <p:cNvSpPr/>
            <p:nvPr/>
          </p:nvSpPr>
          <p:spPr>
            <a:xfrm>
              <a:off x="209980" y="194500"/>
              <a:ext cx="8763466" cy="4752275"/>
            </a:xfrm>
            <a:custGeom>
              <a:rect b="b" l="l" r="r" t="t"/>
              <a:pathLst>
                <a:path extrusionOk="0" h="147209" w="271904">
                  <a:moveTo>
                    <a:pt x="596" y="0"/>
                  </a:moveTo>
                  <a:lnTo>
                    <a:pt x="596" y="0"/>
                  </a:lnTo>
                  <a:cubicBezTo>
                    <a:pt x="2025" y="5965"/>
                    <a:pt x="3072" y="13895"/>
                    <a:pt x="3644" y="22312"/>
                  </a:cubicBezTo>
                  <a:cubicBezTo>
                    <a:pt x="7942" y="23515"/>
                    <a:pt x="13609" y="23932"/>
                    <a:pt x="5085" y="25063"/>
                  </a:cubicBezTo>
                  <a:cubicBezTo>
                    <a:pt x="5096" y="25110"/>
                    <a:pt x="5108" y="25146"/>
                    <a:pt x="5120" y="25194"/>
                  </a:cubicBezTo>
                  <a:cubicBezTo>
                    <a:pt x="5263" y="25301"/>
                    <a:pt x="5394" y="25396"/>
                    <a:pt x="5525" y="25503"/>
                  </a:cubicBezTo>
                  <a:cubicBezTo>
                    <a:pt x="5692" y="25539"/>
                    <a:pt x="5954" y="25479"/>
                    <a:pt x="6037" y="25658"/>
                  </a:cubicBezTo>
                  <a:cubicBezTo>
                    <a:pt x="8561" y="26230"/>
                    <a:pt x="4561" y="26670"/>
                    <a:pt x="3894" y="26789"/>
                  </a:cubicBezTo>
                  <a:cubicBezTo>
                    <a:pt x="4203" y="33719"/>
                    <a:pt x="4192" y="40803"/>
                    <a:pt x="3787" y="47256"/>
                  </a:cubicBezTo>
                  <a:cubicBezTo>
                    <a:pt x="2560" y="47137"/>
                    <a:pt x="1298" y="47006"/>
                    <a:pt x="1" y="46875"/>
                  </a:cubicBezTo>
                  <a:lnTo>
                    <a:pt x="1" y="46875"/>
                  </a:lnTo>
                  <a:cubicBezTo>
                    <a:pt x="1429" y="52840"/>
                    <a:pt x="2477" y="60770"/>
                    <a:pt x="3049" y="69199"/>
                  </a:cubicBezTo>
                  <a:cubicBezTo>
                    <a:pt x="7347" y="70402"/>
                    <a:pt x="13014" y="70818"/>
                    <a:pt x="4489" y="71949"/>
                  </a:cubicBezTo>
                  <a:cubicBezTo>
                    <a:pt x="4501" y="71985"/>
                    <a:pt x="4513" y="72033"/>
                    <a:pt x="4525" y="72069"/>
                  </a:cubicBezTo>
                  <a:cubicBezTo>
                    <a:pt x="4668" y="72176"/>
                    <a:pt x="4787" y="72283"/>
                    <a:pt x="4930" y="72390"/>
                  </a:cubicBezTo>
                  <a:cubicBezTo>
                    <a:pt x="5096" y="72414"/>
                    <a:pt x="5358" y="72366"/>
                    <a:pt x="5442" y="72545"/>
                  </a:cubicBezTo>
                  <a:cubicBezTo>
                    <a:pt x="7966" y="73104"/>
                    <a:pt x="3965" y="73557"/>
                    <a:pt x="3299" y="73664"/>
                  </a:cubicBezTo>
                  <a:cubicBezTo>
                    <a:pt x="3513" y="78510"/>
                    <a:pt x="3572" y="83427"/>
                    <a:pt x="3453" y="88154"/>
                  </a:cubicBezTo>
                  <a:cubicBezTo>
                    <a:pt x="2322" y="88047"/>
                    <a:pt x="1179" y="87928"/>
                    <a:pt x="1" y="87809"/>
                  </a:cubicBezTo>
                  <a:lnTo>
                    <a:pt x="1" y="87809"/>
                  </a:lnTo>
                  <a:cubicBezTo>
                    <a:pt x="989" y="91940"/>
                    <a:pt x="1798" y="97036"/>
                    <a:pt x="2394" y="102584"/>
                  </a:cubicBezTo>
                  <a:cubicBezTo>
                    <a:pt x="2239" y="103727"/>
                    <a:pt x="2072" y="104834"/>
                    <a:pt x="1882" y="105894"/>
                  </a:cubicBezTo>
                  <a:cubicBezTo>
                    <a:pt x="2156" y="105870"/>
                    <a:pt x="2429" y="105846"/>
                    <a:pt x="2715" y="105811"/>
                  </a:cubicBezTo>
                  <a:cubicBezTo>
                    <a:pt x="2834" y="107228"/>
                    <a:pt x="2953" y="108668"/>
                    <a:pt x="3049" y="110121"/>
                  </a:cubicBezTo>
                  <a:cubicBezTo>
                    <a:pt x="7347" y="111323"/>
                    <a:pt x="13014" y="111740"/>
                    <a:pt x="4489" y="112871"/>
                  </a:cubicBezTo>
                  <a:cubicBezTo>
                    <a:pt x="4501" y="112919"/>
                    <a:pt x="4513" y="112954"/>
                    <a:pt x="4525" y="113002"/>
                  </a:cubicBezTo>
                  <a:cubicBezTo>
                    <a:pt x="4668" y="113109"/>
                    <a:pt x="4799" y="113205"/>
                    <a:pt x="4930" y="113312"/>
                  </a:cubicBezTo>
                  <a:cubicBezTo>
                    <a:pt x="5096" y="113347"/>
                    <a:pt x="5358" y="113288"/>
                    <a:pt x="5442" y="113466"/>
                  </a:cubicBezTo>
                  <a:cubicBezTo>
                    <a:pt x="7966" y="114038"/>
                    <a:pt x="3965" y="114478"/>
                    <a:pt x="3299" y="114598"/>
                  </a:cubicBezTo>
                  <a:cubicBezTo>
                    <a:pt x="3822" y="126123"/>
                    <a:pt x="4668" y="127147"/>
                    <a:pt x="3120" y="135886"/>
                  </a:cubicBezTo>
                  <a:cubicBezTo>
                    <a:pt x="4608" y="136338"/>
                    <a:pt x="14133" y="147209"/>
                    <a:pt x="14133" y="147209"/>
                  </a:cubicBezTo>
                  <a:cubicBezTo>
                    <a:pt x="14133" y="147209"/>
                    <a:pt x="16765" y="146220"/>
                    <a:pt x="20479" y="146137"/>
                  </a:cubicBezTo>
                  <a:cubicBezTo>
                    <a:pt x="20503" y="146054"/>
                    <a:pt x="20539" y="145959"/>
                    <a:pt x="20563" y="145875"/>
                  </a:cubicBezTo>
                  <a:lnTo>
                    <a:pt x="20563" y="145875"/>
                  </a:lnTo>
                  <a:cubicBezTo>
                    <a:pt x="20491" y="146340"/>
                    <a:pt x="23242" y="146363"/>
                    <a:pt x="23158" y="146816"/>
                  </a:cubicBezTo>
                  <a:cubicBezTo>
                    <a:pt x="29516" y="146220"/>
                    <a:pt x="36481" y="145875"/>
                    <a:pt x="44589" y="145697"/>
                  </a:cubicBezTo>
                  <a:cubicBezTo>
                    <a:pt x="44613" y="145625"/>
                    <a:pt x="44637" y="145554"/>
                    <a:pt x="44661" y="145494"/>
                  </a:cubicBezTo>
                  <a:cubicBezTo>
                    <a:pt x="45090" y="145494"/>
                    <a:pt x="45530" y="145494"/>
                    <a:pt x="45959" y="145482"/>
                  </a:cubicBezTo>
                  <a:cubicBezTo>
                    <a:pt x="45959" y="145542"/>
                    <a:pt x="45959" y="145601"/>
                    <a:pt x="45959" y="145661"/>
                  </a:cubicBezTo>
                  <a:cubicBezTo>
                    <a:pt x="46173" y="145661"/>
                    <a:pt x="46387" y="145661"/>
                    <a:pt x="46602" y="145649"/>
                  </a:cubicBezTo>
                  <a:cubicBezTo>
                    <a:pt x="46637" y="145601"/>
                    <a:pt x="46661" y="145542"/>
                    <a:pt x="46685" y="145482"/>
                  </a:cubicBezTo>
                  <a:cubicBezTo>
                    <a:pt x="47197" y="145482"/>
                    <a:pt x="47709" y="145482"/>
                    <a:pt x="48221" y="145494"/>
                  </a:cubicBezTo>
                  <a:cubicBezTo>
                    <a:pt x="48221" y="145530"/>
                    <a:pt x="48221" y="145578"/>
                    <a:pt x="48221" y="145625"/>
                  </a:cubicBezTo>
                  <a:cubicBezTo>
                    <a:pt x="50912" y="145578"/>
                    <a:pt x="53900" y="145542"/>
                    <a:pt x="57031" y="145518"/>
                  </a:cubicBezTo>
                  <a:cubicBezTo>
                    <a:pt x="59651" y="145542"/>
                    <a:pt x="62151" y="145566"/>
                    <a:pt x="64461" y="145601"/>
                  </a:cubicBezTo>
                  <a:cubicBezTo>
                    <a:pt x="64461" y="145566"/>
                    <a:pt x="64461" y="145530"/>
                    <a:pt x="64461" y="145494"/>
                  </a:cubicBezTo>
                  <a:cubicBezTo>
                    <a:pt x="65592" y="145488"/>
                    <a:pt x="66726" y="145485"/>
                    <a:pt x="67860" y="145485"/>
                  </a:cubicBezTo>
                  <a:cubicBezTo>
                    <a:pt x="68994" y="145485"/>
                    <a:pt x="70128" y="145488"/>
                    <a:pt x="71259" y="145494"/>
                  </a:cubicBezTo>
                  <a:cubicBezTo>
                    <a:pt x="71402" y="145578"/>
                    <a:pt x="71545" y="145661"/>
                    <a:pt x="71700" y="145744"/>
                  </a:cubicBezTo>
                  <a:cubicBezTo>
                    <a:pt x="78891" y="145947"/>
                    <a:pt x="85190" y="146268"/>
                    <a:pt x="90976" y="146816"/>
                  </a:cubicBezTo>
                  <a:cubicBezTo>
                    <a:pt x="90845" y="146054"/>
                    <a:pt x="90714" y="145256"/>
                    <a:pt x="90595" y="144435"/>
                  </a:cubicBezTo>
                  <a:lnTo>
                    <a:pt x="90595" y="144435"/>
                  </a:lnTo>
                  <a:cubicBezTo>
                    <a:pt x="91429" y="144792"/>
                    <a:pt x="92191" y="145304"/>
                    <a:pt x="92976" y="145744"/>
                  </a:cubicBezTo>
                  <a:cubicBezTo>
                    <a:pt x="96596" y="145851"/>
                    <a:pt x="99989" y="145982"/>
                    <a:pt x="103204" y="146161"/>
                  </a:cubicBezTo>
                  <a:cubicBezTo>
                    <a:pt x="103156" y="146375"/>
                    <a:pt x="103121" y="146601"/>
                    <a:pt x="103085" y="146828"/>
                  </a:cubicBezTo>
                  <a:cubicBezTo>
                    <a:pt x="104573" y="146685"/>
                    <a:pt x="106109" y="146554"/>
                    <a:pt x="107669" y="146447"/>
                  </a:cubicBezTo>
                  <a:cubicBezTo>
                    <a:pt x="109240" y="146554"/>
                    <a:pt x="110764" y="146685"/>
                    <a:pt x="112265" y="146828"/>
                  </a:cubicBezTo>
                  <a:cubicBezTo>
                    <a:pt x="112217" y="146601"/>
                    <a:pt x="112181" y="146375"/>
                    <a:pt x="112146" y="146161"/>
                  </a:cubicBezTo>
                  <a:cubicBezTo>
                    <a:pt x="115979" y="145947"/>
                    <a:pt x="120075" y="145792"/>
                    <a:pt x="124504" y="145697"/>
                  </a:cubicBezTo>
                  <a:cubicBezTo>
                    <a:pt x="125022" y="144156"/>
                    <a:pt x="125413" y="143165"/>
                    <a:pt x="125645" y="143165"/>
                  </a:cubicBezTo>
                  <a:cubicBezTo>
                    <a:pt x="125846" y="143165"/>
                    <a:pt x="125929" y="143902"/>
                    <a:pt x="125873" y="145661"/>
                  </a:cubicBezTo>
                  <a:cubicBezTo>
                    <a:pt x="126100" y="145661"/>
                    <a:pt x="126302" y="145661"/>
                    <a:pt x="126528" y="145649"/>
                  </a:cubicBezTo>
                  <a:cubicBezTo>
                    <a:pt x="127181" y="144357"/>
                    <a:pt x="127670" y="143321"/>
                    <a:pt x="127939" y="143321"/>
                  </a:cubicBezTo>
                  <a:cubicBezTo>
                    <a:pt x="128150" y="143321"/>
                    <a:pt x="128225" y="143963"/>
                    <a:pt x="128136" y="145625"/>
                  </a:cubicBezTo>
                  <a:cubicBezTo>
                    <a:pt x="130541" y="145589"/>
                    <a:pt x="133184" y="145554"/>
                    <a:pt x="135946" y="145530"/>
                  </a:cubicBezTo>
                  <a:cubicBezTo>
                    <a:pt x="138720" y="145554"/>
                    <a:pt x="141352" y="145589"/>
                    <a:pt x="143757" y="145625"/>
                  </a:cubicBezTo>
                  <a:cubicBezTo>
                    <a:pt x="143667" y="143963"/>
                    <a:pt x="143745" y="143321"/>
                    <a:pt x="143959" y="143321"/>
                  </a:cubicBezTo>
                  <a:cubicBezTo>
                    <a:pt x="144230" y="143321"/>
                    <a:pt x="144723" y="144357"/>
                    <a:pt x="145376" y="145649"/>
                  </a:cubicBezTo>
                  <a:cubicBezTo>
                    <a:pt x="145590" y="145661"/>
                    <a:pt x="145804" y="145661"/>
                    <a:pt x="146019" y="145661"/>
                  </a:cubicBezTo>
                  <a:cubicBezTo>
                    <a:pt x="145964" y="143902"/>
                    <a:pt x="146046" y="143165"/>
                    <a:pt x="146247" y="143165"/>
                  </a:cubicBezTo>
                  <a:cubicBezTo>
                    <a:pt x="146479" y="143165"/>
                    <a:pt x="146870" y="144156"/>
                    <a:pt x="147388" y="145697"/>
                  </a:cubicBezTo>
                  <a:cubicBezTo>
                    <a:pt x="151817" y="145792"/>
                    <a:pt x="155913" y="145947"/>
                    <a:pt x="159759" y="146161"/>
                  </a:cubicBezTo>
                  <a:cubicBezTo>
                    <a:pt x="159711" y="146375"/>
                    <a:pt x="159675" y="146601"/>
                    <a:pt x="159640" y="146828"/>
                  </a:cubicBezTo>
                  <a:cubicBezTo>
                    <a:pt x="161128" y="146685"/>
                    <a:pt x="162664" y="146554"/>
                    <a:pt x="164223" y="146447"/>
                  </a:cubicBezTo>
                  <a:cubicBezTo>
                    <a:pt x="165795" y="146554"/>
                    <a:pt x="167319" y="146685"/>
                    <a:pt x="168819" y="146828"/>
                  </a:cubicBezTo>
                  <a:cubicBezTo>
                    <a:pt x="168772" y="146601"/>
                    <a:pt x="168736" y="146375"/>
                    <a:pt x="168700" y="146161"/>
                  </a:cubicBezTo>
                  <a:cubicBezTo>
                    <a:pt x="171915" y="145982"/>
                    <a:pt x="175296" y="145851"/>
                    <a:pt x="178916" y="145744"/>
                  </a:cubicBezTo>
                  <a:cubicBezTo>
                    <a:pt x="179702" y="145304"/>
                    <a:pt x="180464" y="144792"/>
                    <a:pt x="181309" y="144435"/>
                  </a:cubicBezTo>
                  <a:lnTo>
                    <a:pt x="181309" y="144435"/>
                  </a:lnTo>
                  <a:cubicBezTo>
                    <a:pt x="181190" y="145256"/>
                    <a:pt x="181059" y="146054"/>
                    <a:pt x="180916" y="146816"/>
                  </a:cubicBezTo>
                  <a:cubicBezTo>
                    <a:pt x="186714" y="146268"/>
                    <a:pt x="193001" y="145947"/>
                    <a:pt x="200204" y="145744"/>
                  </a:cubicBezTo>
                  <a:cubicBezTo>
                    <a:pt x="200347" y="145661"/>
                    <a:pt x="200490" y="145578"/>
                    <a:pt x="200645" y="145494"/>
                  </a:cubicBezTo>
                  <a:cubicBezTo>
                    <a:pt x="201770" y="145488"/>
                    <a:pt x="202904" y="145485"/>
                    <a:pt x="204039" y="145485"/>
                  </a:cubicBezTo>
                  <a:cubicBezTo>
                    <a:pt x="205175" y="145485"/>
                    <a:pt x="206312" y="145488"/>
                    <a:pt x="207443" y="145494"/>
                  </a:cubicBezTo>
                  <a:cubicBezTo>
                    <a:pt x="207443" y="145530"/>
                    <a:pt x="207443" y="145566"/>
                    <a:pt x="207431" y="145601"/>
                  </a:cubicBezTo>
                  <a:cubicBezTo>
                    <a:pt x="209741" y="145566"/>
                    <a:pt x="212253" y="145542"/>
                    <a:pt x="214873" y="145518"/>
                  </a:cubicBezTo>
                  <a:cubicBezTo>
                    <a:pt x="218004" y="145542"/>
                    <a:pt x="220981" y="145578"/>
                    <a:pt x="223683" y="145625"/>
                  </a:cubicBezTo>
                  <a:cubicBezTo>
                    <a:pt x="223671" y="145578"/>
                    <a:pt x="223671" y="145530"/>
                    <a:pt x="223671" y="145494"/>
                  </a:cubicBezTo>
                  <a:cubicBezTo>
                    <a:pt x="224183" y="145494"/>
                    <a:pt x="224695" y="145482"/>
                    <a:pt x="225207" y="145482"/>
                  </a:cubicBezTo>
                  <a:cubicBezTo>
                    <a:pt x="225243" y="145542"/>
                    <a:pt x="225267" y="145601"/>
                    <a:pt x="225291" y="145649"/>
                  </a:cubicBezTo>
                  <a:cubicBezTo>
                    <a:pt x="225517" y="145661"/>
                    <a:pt x="225731" y="145661"/>
                    <a:pt x="225945" y="145661"/>
                  </a:cubicBezTo>
                  <a:cubicBezTo>
                    <a:pt x="225945" y="145601"/>
                    <a:pt x="225934" y="145542"/>
                    <a:pt x="225934" y="145482"/>
                  </a:cubicBezTo>
                  <a:cubicBezTo>
                    <a:pt x="226374" y="145482"/>
                    <a:pt x="226803" y="145482"/>
                    <a:pt x="227243" y="145494"/>
                  </a:cubicBezTo>
                  <a:cubicBezTo>
                    <a:pt x="227267" y="145554"/>
                    <a:pt x="227291" y="145625"/>
                    <a:pt x="227315" y="145697"/>
                  </a:cubicBezTo>
                  <a:cubicBezTo>
                    <a:pt x="235411" y="145875"/>
                    <a:pt x="242376" y="146220"/>
                    <a:pt x="248734" y="146816"/>
                  </a:cubicBezTo>
                  <a:cubicBezTo>
                    <a:pt x="248651" y="146363"/>
                    <a:pt x="248579" y="145899"/>
                    <a:pt x="248508" y="145423"/>
                  </a:cubicBezTo>
                  <a:lnTo>
                    <a:pt x="248508" y="145423"/>
                  </a:lnTo>
                  <a:cubicBezTo>
                    <a:pt x="248532" y="145506"/>
                    <a:pt x="248567" y="145601"/>
                    <a:pt x="248591" y="145697"/>
                  </a:cubicBezTo>
                  <a:cubicBezTo>
                    <a:pt x="256699" y="145875"/>
                    <a:pt x="263664" y="146220"/>
                    <a:pt x="270022" y="146816"/>
                  </a:cubicBezTo>
                  <a:cubicBezTo>
                    <a:pt x="268463" y="138065"/>
                    <a:pt x="268082" y="126123"/>
                    <a:pt x="268606" y="114598"/>
                  </a:cubicBezTo>
                  <a:cubicBezTo>
                    <a:pt x="267939" y="114478"/>
                    <a:pt x="263926" y="114038"/>
                    <a:pt x="266462" y="113466"/>
                  </a:cubicBezTo>
                  <a:cubicBezTo>
                    <a:pt x="266546" y="113288"/>
                    <a:pt x="266808" y="113347"/>
                    <a:pt x="266974" y="113312"/>
                  </a:cubicBezTo>
                  <a:cubicBezTo>
                    <a:pt x="267105" y="113205"/>
                    <a:pt x="267236" y="113109"/>
                    <a:pt x="267367" y="113002"/>
                  </a:cubicBezTo>
                  <a:cubicBezTo>
                    <a:pt x="267391" y="112954"/>
                    <a:pt x="267403" y="112919"/>
                    <a:pt x="267415" y="112871"/>
                  </a:cubicBezTo>
                  <a:cubicBezTo>
                    <a:pt x="258878" y="111740"/>
                    <a:pt x="264557" y="111323"/>
                    <a:pt x="268856" y="110121"/>
                  </a:cubicBezTo>
                  <a:cubicBezTo>
                    <a:pt x="268951" y="108668"/>
                    <a:pt x="269070" y="107228"/>
                    <a:pt x="269189" y="105811"/>
                  </a:cubicBezTo>
                  <a:cubicBezTo>
                    <a:pt x="269463" y="105846"/>
                    <a:pt x="269749" y="105870"/>
                    <a:pt x="270022" y="105894"/>
                  </a:cubicBezTo>
                  <a:cubicBezTo>
                    <a:pt x="269832" y="104834"/>
                    <a:pt x="269653" y="103727"/>
                    <a:pt x="269510" y="102584"/>
                  </a:cubicBezTo>
                  <a:cubicBezTo>
                    <a:pt x="270094" y="97036"/>
                    <a:pt x="270903" y="91940"/>
                    <a:pt x="271904" y="87809"/>
                  </a:cubicBezTo>
                  <a:lnTo>
                    <a:pt x="271904" y="87809"/>
                  </a:lnTo>
                  <a:cubicBezTo>
                    <a:pt x="270725" y="87928"/>
                    <a:pt x="269570" y="88047"/>
                    <a:pt x="268451" y="88154"/>
                  </a:cubicBezTo>
                  <a:cubicBezTo>
                    <a:pt x="268320" y="83427"/>
                    <a:pt x="268379" y="78510"/>
                    <a:pt x="268606" y="73664"/>
                  </a:cubicBezTo>
                  <a:cubicBezTo>
                    <a:pt x="267939" y="73557"/>
                    <a:pt x="263926" y="73104"/>
                    <a:pt x="266462" y="72545"/>
                  </a:cubicBezTo>
                  <a:cubicBezTo>
                    <a:pt x="266546" y="72366"/>
                    <a:pt x="266808" y="72426"/>
                    <a:pt x="266974" y="72390"/>
                  </a:cubicBezTo>
                  <a:cubicBezTo>
                    <a:pt x="267105" y="72283"/>
                    <a:pt x="267236" y="72176"/>
                    <a:pt x="267367" y="72069"/>
                  </a:cubicBezTo>
                  <a:cubicBezTo>
                    <a:pt x="267391" y="72033"/>
                    <a:pt x="267403" y="71985"/>
                    <a:pt x="267415" y="71949"/>
                  </a:cubicBezTo>
                  <a:cubicBezTo>
                    <a:pt x="258878" y="70818"/>
                    <a:pt x="264557" y="70402"/>
                    <a:pt x="268856" y="69199"/>
                  </a:cubicBezTo>
                  <a:cubicBezTo>
                    <a:pt x="269415" y="60770"/>
                    <a:pt x="270463" y="52840"/>
                    <a:pt x="271904" y="46875"/>
                  </a:cubicBezTo>
                  <a:lnTo>
                    <a:pt x="271904" y="46875"/>
                  </a:lnTo>
                  <a:cubicBezTo>
                    <a:pt x="270606" y="47006"/>
                    <a:pt x="269344" y="47137"/>
                    <a:pt x="268105" y="47256"/>
                  </a:cubicBezTo>
                  <a:cubicBezTo>
                    <a:pt x="267713" y="40803"/>
                    <a:pt x="267689" y="33719"/>
                    <a:pt x="268010" y="26789"/>
                  </a:cubicBezTo>
                  <a:cubicBezTo>
                    <a:pt x="267343" y="26670"/>
                    <a:pt x="263331" y="26230"/>
                    <a:pt x="265867" y="25658"/>
                  </a:cubicBezTo>
                  <a:cubicBezTo>
                    <a:pt x="265950" y="25479"/>
                    <a:pt x="266212" y="25539"/>
                    <a:pt x="266379" y="25503"/>
                  </a:cubicBezTo>
                  <a:cubicBezTo>
                    <a:pt x="266510" y="25396"/>
                    <a:pt x="266641" y="25301"/>
                    <a:pt x="266772" y="25194"/>
                  </a:cubicBezTo>
                  <a:cubicBezTo>
                    <a:pt x="266796" y="25146"/>
                    <a:pt x="266808" y="25110"/>
                    <a:pt x="266820" y="25063"/>
                  </a:cubicBezTo>
                  <a:cubicBezTo>
                    <a:pt x="258283" y="23932"/>
                    <a:pt x="263962" y="23515"/>
                    <a:pt x="268260" y="22312"/>
                  </a:cubicBezTo>
                  <a:cubicBezTo>
                    <a:pt x="268415" y="19919"/>
                    <a:pt x="268856" y="15300"/>
                    <a:pt x="268856" y="15300"/>
                  </a:cubicBezTo>
                  <a:lnTo>
                    <a:pt x="254901" y="1453"/>
                  </a:lnTo>
                  <a:cubicBezTo>
                    <a:pt x="254901" y="1453"/>
                    <a:pt x="251413" y="1679"/>
                    <a:pt x="249615" y="1774"/>
                  </a:cubicBezTo>
                  <a:cubicBezTo>
                    <a:pt x="249746" y="1167"/>
                    <a:pt x="249889" y="572"/>
                    <a:pt x="250020" y="0"/>
                  </a:cubicBezTo>
                  <a:lnTo>
                    <a:pt x="250020" y="0"/>
                  </a:lnTo>
                  <a:cubicBezTo>
                    <a:pt x="240828" y="929"/>
                    <a:pt x="233577" y="1572"/>
                    <a:pt x="225017" y="1929"/>
                  </a:cubicBezTo>
                  <a:cubicBezTo>
                    <a:pt x="224814" y="2179"/>
                    <a:pt x="224600" y="2441"/>
                    <a:pt x="224386" y="2715"/>
                  </a:cubicBezTo>
                  <a:cubicBezTo>
                    <a:pt x="223731" y="2953"/>
                    <a:pt x="223112" y="3274"/>
                    <a:pt x="222647" y="3751"/>
                  </a:cubicBezTo>
                  <a:cubicBezTo>
                    <a:pt x="222755" y="3346"/>
                    <a:pt x="222945" y="2774"/>
                    <a:pt x="223219" y="2000"/>
                  </a:cubicBezTo>
                  <a:cubicBezTo>
                    <a:pt x="223094" y="1992"/>
                    <a:pt x="222968" y="1988"/>
                    <a:pt x="222843" y="1988"/>
                  </a:cubicBezTo>
                  <a:cubicBezTo>
                    <a:pt x="221740" y="1988"/>
                    <a:pt x="220632" y="2285"/>
                    <a:pt x="219537" y="2285"/>
                  </a:cubicBezTo>
                  <a:cubicBezTo>
                    <a:pt x="219371" y="2285"/>
                    <a:pt x="219205" y="2278"/>
                    <a:pt x="219040" y="2262"/>
                  </a:cubicBezTo>
                  <a:cubicBezTo>
                    <a:pt x="218567" y="2506"/>
                    <a:pt x="218202" y="2952"/>
                    <a:pt x="217926" y="2952"/>
                  </a:cubicBezTo>
                  <a:cubicBezTo>
                    <a:pt x="217744" y="2952"/>
                    <a:pt x="217601" y="2757"/>
                    <a:pt x="217492" y="2179"/>
                  </a:cubicBezTo>
                  <a:cubicBezTo>
                    <a:pt x="216420" y="2203"/>
                    <a:pt x="215337" y="2227"/>
                    <a:pt x="214218" y="2239"/>
                  </a:cubicBezTo>
                  <a:cubicBezTo>
                    <a:pt x="210515" y="2179"/>
                    <a:pt x="207169" y="2084"/>
                    <a:pt x="204002" y="1965"/>
                  </a:cubicBezTo>
                  <a:cubicBezTo>
                    <a:pt x="203967" y="2131"/>
                    <a:pt x="203943" y="2298"/>
                    <a:pt x="203919" y="2453"/>
                  </a:cubicBezTo>
                  <a:cubicBezTo>
                    <a:pt x="203550" y="2560"/>
                    <a:pt x="203181" y="2679"/>
                    <a:pt x="202824" y="2822"/>
                  </a:cubicBezTo>
                  <a:cubicBezTo>
                    <a:pt x="202776" y="2548"/>
                    <a:pt x="202728" y="2239"/>
                    <a:pt x="202681" y="1905"/>
                  </a:cubicBezTo>
                  <a:cubicBezTo>
                    <a:pt x="194453" y="1524"/>
                    <a:pt x="187357" y="905"/>
                    <a:pt x="178440" y="0"/>
                  </a:cubicBezTo>
                  <a:lnTo>
                    <a:pt x="178440" y="0"/>
                  </a:lnTo>
                  <a:cubicBezTo>
                    <a:pt x="178582" y="572"/>
                    <a:pt x="178713" y="1167"/>
                    <a:pt x="178844" y="1774"/>
                  </a:cubicBezTo>
                  <a:cubicBezTo>
                    <a:pt x="175773" y="1607"/>
                    <a:pt x="172832" y="1417"/>
                    <a:pt x="169831" y="1179"/>
                  </a:cubicBezTo>
                  <a:cubicBezTo>
                    <a:pt x="169927" y="774"/>
                    <a:pt x="170010" y="381"/>
                    <a:pt x="170105" y="0"/>
                  </a:cubicBezTo>
                  <a:lnTo>
                    <a:pt x="170105" y="0"/>
                  </a:lnTo>
                  <a:cubicBezTo>
                    <a:pt x="167843" y="226"/>
                    <a:pt x="165700" y="441"/>
                    <a:pt x="163628" y="631"/>
                  </a:cubicBezTo>
                  <a:cubicBezTo>
                    <a:pt x="161556" y="441"/>
                    <a:pt x="159413" y="226"/>
                    <a:pt x="157163" y="0"/>
                  </a:cubicBezTo>
                  <a:lnTo>
                    <a:pt x="157163" y="0"/>
                  </a:lnTo>
                  <a:cubicBezTo>
                    <a:pt x="157246" y="381"/>
                    <a:pt x="157342" y="774"/>
                    <a:pt x="157425" y="1179"/>
                  </a:cubicBezTo>
                  <a:cubicBezTo>
                    <a:pt x="153377" y="1500"/>
                    <a:pt x="149400" y="1750"/>
                    <a:pt x="145102" y="1929"/>
                  </a:cubicBezTo>
                  <a:cubicBezTo>
                    <a:pt x="144154" y="3043"/>
                    <a:pt x="143049" y="4616"/>
                    <a:pt x="142712" y="4616"/>
                  </a:cubicBezTo>
                  <a:cubicBezTo>
                    <a:pt x="142491" y="4616"/>
                    <a:pt x="142601" y="3936"/>
                    <a:pt x="143304" y="2000"/>
                  </a:cubicBezTo>
                  <a:cubicBezTo>
                    <a:pt x="143179" y="1992"/>
                    <a:pt x="143053" y="1988"/>
                    <a:pt x="142928" y="1988"/>
                  </a:cubicBezTo>
                  <a:cubicBezTo>
                    <a:pt x="141825" y="1988"/>
                    <a:pt x="140718" y="2285"/>
                    <a:pt x="139622" y="2285"/>
                  </a:cubicBezTo>
                  <a:cubicBezTo>
                    <a:pt x="139456" y="2285"/>
                    <a:pt x="139290" y="2278"/>
                    <a:pt x="139125" y="2262"/>
                  </a:cubicBezTo>
                  <a:cubicBezTo>
                    <a:pt x="138780" y="2441"/>
                    <a:pt x="138494" y="2715"/>
                    <a:pt x="138256" y="2858"/>
                  </a:cubicBezTo>
                  <a:lnTo>
                    <a:pt x="138256" y="2250"/>
                  </a:lnTo>
                  <a:cubicBezTo>
                    <a:pt x="138030" y="2250"/>
                    <a:pt x="137803" y="2239"/>
                    <a:pt x="137589" y="2239"/>
                  </a:cubicBezTo>
                  <a:cubicBezTo>
                    <a:pt x="137577" y="2215"/>
                    <a:pt x="137577" y="2203"/>
                    <a:pt x="137565" y="2179"/>
                  </a:cubicBezTo>
                  <a:cubicBezTo>
                    <a:pt x="137041" y="2191"/>
                    <a:pt x="136494" y="2203"/>
                    <a:pt x="135946" y="2215"/>
                  </a:cubicBezTo>
                  <a:cubicBezTo>
                    <a:pt x="135410" y="2203"/>
                    <a:pt x="134863" y="2191"/>
                    <a:pt x="134327" y="2179"/>
                  </a:cubicBezTo>
                  <a:cubicBezTo>
                    <a:pt x="134327" y="2203"/>
                    <a:pt x="134327" y="2215"/>
                    <a:pt x="134315" y="2239"/>
                  </a:cubicBezTo>
                  <a:cubicBezTo>
                    <a:pt x="134089" y="2239"/>
                    <a:pt x="133874" y="2250"/>
                    <a:pt x="133648" y="2250"/>
                  </a:cubicBezTo>
                  <a:lnTo>
                    <a:pt x="133648" y="2858"/>
                  </a:lnTo>
                  <a:cubicBezTo>
                    <a:pt x="133410" y="2715"/>
                    <a:pt x="133124" y="2441"/>
                    <a:pt x="132779" y="2262"/>
                  </a:cubicBezTo>
                  <a:cubicBezTo>
                    <a:pt x="132604" y="2280"/>
                    <a:pt x="132429" y="2288"/>
                    <a:pt x="132254" y="2288"/>
                  </a:cubicBezTo>
                  <a:cubicBezTo>
                    <a:pt x="131165" y="2288"/>
                    <a:pt x="130064" y="1988"/>
                    <a:pt x="128968" y="1988"/>
                  </a:cubicBezTo>
                  <a:cubicBezTo>
                    <a:pt x="128845" y="1988"/>
                    <a:pt x="128723" y="1992"/>
                    <a:pt x="128600" y="2000"/>
                  </a:cubicBezTo>
                  <a:cubicBezTo>
                    <a:pt x="129303" y="3936"/>
                    <a:pt x="129413" y="4616"/>
                    <a:pt x="129192" y="4616"/>
                  </a:cubicBezTo>
                  <a:cubicBezTo>
                    <a:pt x="128855" y="4616"/>
                    <a:pt x="127750" y="3043"/>
                    <a:pt x="126802" y="1929"/>
                  </a:cubicBezTo>
                  <a:cubicBezTo>
                    <a:pt x="122492" y="1750"/>
                    <a:pt x="118527" y="1500"/>
                    <a:pt x="114467" y="1179"/>
                  </a:cubicBezTo>
                  <a:cubicBezTo>
                    <a:pt x="114562" y="774"/>
                    <a:pt x="114646" y="381"/>
                    <a:pt x="114741" y="0"/>
                  </a:cubicBezTo>
                  <a:lnTo>
                    <a:pt x="114741" y="0"/>
                  </a:lnTo>
                  <a:cubicBezTo>
                    <a:pt x="112491" y="226"/>
                    <a:pt x="110348" y="441"/>
                    <a:pt x="108276" y="631"/>
                  </a:cubicBezTo>
                  <a:cubicBezTo>
                    <a:pt x="106192" y="441"/>
                    <a:pt x="104061" y="226"/>
                    <a:pt x="101799" y="0"/>
                  </a:cubicBezTo>
                  <a:lnTo>
                    <a:pt x="101799" y="0"/>
                  </a:lnTo>
                  <a:cubicBezTo>
                    <a:pt x="101894" y="381"/>
                    <a:pt x="101978" y="774"/>
                    <a:pt x="102073" y="1179"/>
                  </a:cubicBezTo>
                  <a:cubicBezTo>
                    <a:pt x="99072" y="1417"/>
                    <a:pt x="96132" y="1607"/>
                    <a:pt x="93060" y="1774"/>
                  </a:cubicBezTo>
                  <a:cubicBezTo>
                    <a:pt x="93191" y="1167"/>
                    <a:pt x="93322" y="572"/>
                    <a:pt x="93465" y="0"/>
                  </a:cubicBezTo>
                  <a:lnTo>
                    <a:pt x="93465" y="0"/>
                  </a:lnTo>
                  <a:cubicBezTo>
                    <a:pt x="84535" y="905"/>
                    <a:pt x="77439" y="1524"/>
                    <a:pt x="69212" y="1905"/>
                  </a:cubicBezTo>
                  <a:cubicBezTo>
                    <a:pt x="69164" y="2239"/>
                    <a:pt x="69116" y="2548"/>
                    <a:pt x="69081" y="2822"/>
                  </a:cubicBezTo>
                  <a:cubicBezTo>
                    <a:pt x="68723" y="2667"/>
                    <a:pt x="68342" y="2548"/>
                    <a:pt x="67973" y="2453"/>
                  </a:cubicBezTo>
                  <a:cubicBezTo>
                    <a:pt x="67950" y="2298"/>
                    <a:pt x="67926" y="2131"/>
                    <a:pt x="67902" y="1953"/>
                  </a:cubicBezTo>
                  <a:cubicBezTo>
                    <a:pt x="64735" y="2084"/>
                    <a:pt x="61377" y="2179"/>
                    <a:pt x="57686" y="2239"/>
                  </a:cubicBezTo>
                  <a:cubicBezTo>
                    <a:pt x="56567" y="2227"/>
                    <a:pt x="55472" y="2203"/>
                    <a:pt x="54412" y="2179"/>
                  </a:cubicBezTo>
                  <a:cubicBezTo>
                    <a:pt x="54303" y="2757"/>
                    <a:pt x="54160" y="2952"/>
                    <a:pt x="53977" y="2952"/>
                  </a:cubicBezTo>
                  <a:cubicBezTo>
                    <a:pt x="53701" y="2952"/>
                    <a:pt x="53333" y="2506"/>
                    <a:pt x="52852" y="2262"/>
                  </a:cubicBezTo>
                  <a:cubicBezTo>
                    <a:pt x="52687" y="2278"/>
                    <a:pt x="52522" y="2285"/>
                    <a:pt x="52356" y="2285"/>
                  </a:cubicBezTo>
                  <a:cubicBezTo>
                    <a:pt x="51262" y="2285"/>
                    <a:pt x="50161" y="1988"/>
                    <a:pt x="49052" y="1988"/>
                  </a:cubicBezTo>
                  <a:cubicBezTo>
                    <a:pt x="48926" y="1988"/>
                    <a:pt x="48800" y="1992"/>
                    <a:pt x="48673" y="2000"/>
                  </a:cubicBezTo>
                  <a:cubicBezTo>
                    <a:pt x="48959" y="2774"/>
                    <a:pt x="49138" y="3346"/>
                    <a:pt x="49257" y="3751"/>
                  </a:cubicBezTo>
                  <a:cubicBezTo>
                    <a:pt x="48792" y="3274"/>
                    <a:pt x="48173" y="2953"/>
                    <a:pt x="47518" y="2703"/>
                  </a:cubicBezTo>
                  <a:cubicBezTo>
                    <a:pt x="47304" y="2441"/>
                    <a:pt x="47090" y="2179"/>
                    <a:pt x="46875" y="1929"/>
                  </a:cubicBezTo>
                  <a:cubicBezTo>
                    <a:pt x="38315" y="1572"/>
                    <a:pt x="31064" y="929"/>
                    <a:pt x="21872" y="0"/>
                  </a:cubicBezTo>
                  <a:lnTo>
                    <a:pt x="21872" y="0"/>
                  </a:lnTo>
                  <a:cubicBezTo>
                    <a:pt x="22015" y="572"/>
                    <a:pt x="22146" y="1167"/>
                    <a:pt x="22277" y="1774"/>
                  </a:cubicBezTo>
                  <a:cubicBezTo>
                    <a:pt x="15098" y="1393"/>
                    <a:pt x="8573" y="810"/>
                    <a:pt x="5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23"/>
            <p:cNvSpPr/>
            <p:nvPr/>
          </p:nvSpPr>
          <p:spPr>
            <a:xfrm>
              <a:off x="283950" y="193150"/>
              <a:ext cx="8615526" cy="4752359"/>
            </a:xfrm>
            <a:custGeom>
              <a:rect b="b" l="l" r="r" t="t"/>
              <a:pathLst>
                <a:path extrusionOk="0" h="146757" w="269046">
                  <a:moveTo>
                    <a:pt x="21241" y="131"/>
                  </a:moveTo>
                  <a:cubicBezTo>
                    <a:pt x="20884" y="346"/>
                    <a:pt x="20527" y="572"/>
                    <a:pt x="20170" y="798"/>
                  </a:cubicBezTo>
                  <a:cubicBezTo>
                    <a:pt x="20217" y="953"/>
                    <a:pt x="20253" y="1120"/>
                    <a:pt x="20289" y="1286"/>
                  </a:cubicBezTo>
                  <a:cubicBezTo>
                    <a:pt x="20860" y="929"/>
                    <a:pt x="21432" y="560"/>
                    <a:pt x="22015" y="203"/>
                  </a:cubicBezTo>
                  <a:cubicBezTo>
                    <a:pt x="21753" y="179"/>
                    <a:pt x="21503" y="155"/>
                    <a:pt x="21241" y="131"/>
                  </a:cubicBezTo>
                  <a:close/>
                  <a:moveTo>
                    <a:pt x="18777" y="1691"/>
                  </a:moveTo>
                  <a:cubicBezTo>
                    <a:pt x="18515" y="1858"/>
                    <a:pt x="18265" y="2012"/>
                    <a:pt x="18015" y="2179"/>
                  </a:cubicBezTo>
                  <a:cubicBezTo>
                    <a:pt x="11788" y="6263"/>
                    <a:pt x="6156" y="10644"/>
                    <a:pt x="1155" y="15252"/>
                  </a:cubicBezTo>
                  <a:cubicBezTo>
                    <a:pt x="1179" y="15455"/>
                    <a:pt x="1203" y="15657"/>
                    <a:pt x="1215" y="15848"/>
                  </a:cubicBezTo>
                  <a:cubicBezTo>
                    <a:pt x="6263" y="11156"/>
                    <a:pt x="11966" y="6727"/>
                    <a:pt x="18277" y="2584"/>
                  </a:cubicBezTo>
                  <a:cubicBezTo>
                    <a:pt x="18705" y="2298"/>
                    <a:pt x="19146" y="2012"/>
                    <a:pt x="19574" y="1739"/>
                  </a:cubicBezTo>
                  <a:cubicBezTo>
                    <a:pt x="19312" y="1727"/>
                    <a:pt x="19039" y="1703"/>
                    <a:pt x="18777" y="1691"/>
                  </a:cubicBezTo>
                  <a:close/>
                  <a:moveTo>
                    <a:pt x="257199" y="5608"/>
                  </a:moveTo>
                  <a:cubicBezTo>
                    <a:pt x="259819" y="11180"/>
                    <a:pt x="262128" y="16943"/>
                    <a:pt x="264105" y="22884"/>
                  </a:cubicBezTo>
                  <a:cubicBezTo>
                    <a:pt x="264307" y="22836"/>
                    <a:pt x="264522" y="22789"/>
                    <a:pt x="264736" y="22741"/>
                  </a:cubicBezTo>
                  <a:cubicBezTo>
                    <a:pt x="262950" y="17360"/>
                    <a:pt x="260890" y="12085"/>
                    <a:pt x="258557" y="6942"/>
                  </a:cubicBezTo>
                  <a:lnTo>
                    <a:pt x="257199" y="5608"/>
                  </a:lnTo>
                  <a:close/>
                  <a:moveTo>
                    <a:pt x="234685" y="1239"/>
                  </a:moveTo>
                  <a:cubicBezTo>
                    <a:pt x="234423" y="1262"/>
                    <a:pt x="234149" y="1286"/>
                    <a:pt x="233887" y="1298"/>
                  </a:cubicBezTo>
                  <a:cubicBezTo>
                    <a:pt x="234554" y="1727"/>
                    <a:pt x="235220" y="2143"/>
                    <a:pt x="235875" y="2584"/>
                  </a:cubicBezTo>
                  <a:cubicBezTo>
                    <a:pt x="245662" y="9001"/>
                    <a:pt x="253961" y="16145"/>
                    <a:pt x="260676" y="23813"/>
                  </a:cubicBezTo>
                  <a:cubicBezTo>
                    <a:pt x="260783" y="23741"/>
                    <a:pt x="260938" y="23682"/>
                    <a:pt x="261140" y="23610"/>
                  </a:cubicBezTo>
                  <a:cubicBezTo>
                    <a:pt x="254377" y="15871"/>
                    <a:pt x="246007" y="8656"/>
                    <a:pt x="236137" y="2179"/>
                  </a:cubicBezTo>
                  <a:cubicBezTo>
                    <a:pt x="235649" y="1870"/>
                    <a:pt x="235173" y="1548"/>
                    <a:pt x="234685" y="1239"/>
                  </a:cubicBezTo>
                  <a:close/>
                  <a:moveTo>
                    <a:pt x="264807" y="25051"/>
                  </a:moveTo>
                  <a:lnTo>
                    <a:pt x="264867" y="25218"/>
                  </a:lnTo>
                  <a:cubicBezTo>
                    <a:pt x="264879" y="25218"/>
                    <a:pt x="264879" y="25206"/>
                    <a:pt x="264891" y="25194"/>
                  </a:cubicBezTo>
                  <a:cubicBezTo>
                    <a:pt x="264914" y="25158"/>
                    <a:pt x="264926" y="25111"/>
                    <a:pt x="264938" y="25075"/>
                  </a:cubicBezTo>
                  <a:cubicBezTo>
                    <a:pt x="264891" y="25063"/>
                    <a:pt x="264855" y="25063"/>
                    <a:pt x="264807" y="25051"/>
                  </a:cubicBezTo>
                  <a:close/>
                  <a:moveTo>
                    <a:pt x="265319" y="26670"/>
                  </a:moveTo>
                  <a:lnTo>
                    <a:pt x="265319" y="26670"/>
                  </a:lnTo>
                  <a:cubicBezTo>
                    <a:pt x="265557" y="27480"/>
                    <a:pt x="265807" y="28290"/>
                    <a:pt x="266034" y="29099"/>
                  </a:cubicBezTo>
                  <a:cubicBezTo>
                    <a:pt x="266057" y="28444"/>
                    <a:pt x="266081" y="27789"/>
                    <a:pt x="266117" y="27135"/>
                  </a:cubicBezTo>
                  <a:cubicBezTo>
                    <a:pt x="266081" y="27016"/>
                    <a:pt x="266046" y="26896"/>
                    <a:pt x="266010" y="26777"/>
                  </a:cubicBezTo>
                  <a:cubicBezTo>
                    <a:pt x="265843" y="26754"/>
                    <a:pt x="265593" y="26718"/>
                    <a:pt x="265319" y="26670"/>
                  </a:cubicBezTo>
                  <a:close/>
                  <a:moveTo>
                    <a:pt x="261188" y="24408"/>
                  </a:moveTo>
                  <a:lnTo>
                    <a:pt x="261188" y="24408"/>
                  </a:lnTo>
                  <a:cubicBezTo>
                    <a:pt x="262902" y="26396"/>
                    <a:pt x="264498" y="28409"/>
                    <a:pt x="265998" y="30456"/>
                  </a:cubicBezTo>
                  <a:cubicBezTo>
                    <a:pt x="265998" y="30195"/>
                    <a:pt x="266010" y="29944"/>
                    <a:pt x="266022" y="29683"/>
                  </a:cubicBezTo>
                  <a:cubicBezTo>
                    <a:pt x="265153" y="28516"/>
                    <a:pt x="264260" y="27361"/>
                    <a:pt x="263331" y="26218"/>
                  </a:cubicBezTo>
                  <a:cubicBezTo>
                    <a:pt x="263200" y="26158"/>
                    <a:pt x="263140" y="26087"/>
                    <a:pt x="263164" y="26015"/>
                  </a:cubicBezTo>
                  <a:cubicBezTo>
                    <a:pt x="262771" y="25539"/>
                    <a:pt x="262378" y="25075"/>
                    <a:pt x="261986" y="24599"/>
                  </a:cubicBezTo>
                  <a:cubicBezTo>
                    <a:pt x="261664" y="24539"/>
                    <a:pt x="261402" y="24468"/>
                    <a:pt x="261188" y="24408"/>
                  </a:cubicBezTo>
                  <a:close/>
                  <a:moveTo>
                    <a:pt x="127076" y="17431"/>
                  </a:moveTo>
                  <a:cubicBezTo>
                    <a:pt x="133339" y="17431"/>
                    <a:pt x="139506" y="17574"/>
                    <a:pt x="145578" y="17848"/>
                  </a:cubicBezTo>
                  <a:cubicBezTo>
                    <a:pt x="146150" y="29278"/>
                    <a:pt x="146554" y="41363"/>
                    <a:pt x="146769" y="53924"/>
                  </a:cubicBezTo>
                  <a:cubicBezTo>
                    <a:pt x="140292" y="53816"/>
                    <a:pt x="133720" y="53769"/>
                    <a:pt x="127076" y="53769"/>
                  </a:cubicBezTo>
                  <a:cubicBezTo>
                    <a:pt x="120432" y="53769"/>
                    <a:pt x="113860" y="53816"/>
                    <a:pt x="107371" y="53924"/>
                  </a:cubicBezTo>
                  <a:cubicBezTo>
                    <a:pt x="107585" y="41363"/>
                    <a:pt x="107990" y="29278"/>
                    <a:pt x="108562" y="17848"/>
                  </a:cubicBezTo>
                  <a:cubicBezTo>
                    <a:pt x="114634" y="17574"/>
                    <a:pt x="120813" y="17431"/>
                    <a:pt x="127076" y="17431"/>
                  </a:cubicBezTo>
                  <a:close/>
                  <a:moveTo>
                    <a:pt x="108359" y="17848"/>
                  </a:moveTo>
                  <a:cubicBezTo>
                    <a:pt x="107776" y="29385"/>
                    <a:pt x="107371" y="41482"/>
                    <a:pt x="107169" y="53924"/>
                  </a:cubicBezTo>
                  <a:cubicBezTo>
                    <a:pt x="94727" y="54138"/>
                    <a:pt x="82630" y="54531"/>
                    <a:pt x="71093" y="55114"/>
                  </a:cubicBezTo>
                  <a:cubicBezTo>
                    <a:pt x="71617" y="43244"/>
                    <a:pt x="72640" y="31766"/>
                    <a:pt x="74117" y="20872"/>
                  </a:cubicBezTo>
                  <a:cubicBezTo>
                    <a:pt x="85011" y="19407"/>
                    <a:pt x="96477" y="18384"/>
                    <a:pt x="108359" y="17848"/>
                  </a:cubicBezTo>
                  <a:close/>
                  <a:moveTo>
                    <a:pt x="145792" y="17860"/>
                  </a:moveTo>
                  <a:lnTo>
                    <a:pt x="145792" y="17860"/>
                  </a:lnTo>
                  <a:cubicBezTo>
                    <a:pt x="157675" y="18384"/>
                    <a:pt x="169141" y="19407"/>
                    <a:pt x="180035" y="20884"/>
                  </a:cubicBezTo>
                  <a:cubicBezTo>
                    <a:pt x="181499" y="31766"/>
                    <a:pt x="182523" y="43244"/>
                    <a:pt x="183059" y="55114"/>
                  </a:cubicBezTo>
                  <a:cubicBezTo>
                    <a:pt x="171522" y="54531"/>
                    <a:pt x="159425" y="54138"/>
                    <a:pt x="146983" y="53924"/>
                  </a:cubicBezTo>
                  <a:cubicBezTo>
                    <a:pt x="146781" y="41482"/>
                    <a:pt x="146376" y="29385"/>
                    <a:pt x="145792" y="17860"/>
                  </a:cubicBezTo>
                  <a:close/>
                  <a:moveTo>
                    <a:pt x="73724" y="20931"/>
                  </a:moveTo>
                  <a:lnTo>
                    <a:pt x="73724" y="20931"/>
                  </a:lnTo>
                  <a:cubicBezTo>
                    <a:pt x="72259" y="31909"/>
                    <a:pt x="71247" y="43375"/>
                    <a:pt x="70724" y="55138"/>
                  </a:cubicBezTo>
                  <a:cubicBezTo>
                    <a:pt x="54805" y="55948"/>
                    <a:pt x="39958" y="57103"/>
                    <a:pt x="26742" y="58579"/>
                  </a:cubicBezTo>
                  <a:cubicBezTo>
                    <a:pt x="27373" y="48816"/>
                    <a:pt x="28599" y="39255"/>
                    <a:pt x="30397" y="29992"/>
                  </a:cubicBezTo>
                  <a:cubicBezTo>
                    <a:pt x="43292" y="26158"/>
                    <a:pt x="57901" y="23086"/>
                    <a:pt x="73724" y="20931"/>
                  </a:cubicBezTo>
                  <a:close/>
                  <a:moveTo>
                    <a:pt x="180416" y="20931"/>
                  </a:moveTo>
                  <a:lnTo>
                    <a:pt x="180416" y="20931"/>
                  </a:lnTo>
                  <a:cubicBezTo>
                    <a:pt x="196251" y="23086"/>
                    <a:pt x="210860" y="26170"/>
                    <a:pt x="223755" y="29992"/>
                  </a:cubicBezTo>
                  <a:cubicBezTo>
                    <a:pt x="225552" y="39255"/>
                    <a:pt x="226779" y="48816"/>
                    <a:pt x="227410" y="58579"/>
                  </a:cubicBezTo>
                  <a:cubicBezTo>
                    <a:pt x="214194" y="57103"/>
                    <a:pt x="199335" y="55948"/>
                    <a:pt x="183416" y="55138"/>
                  </a:cubicBezTo>
                  <a:cubicBezTo>
                    <a:pt x="182904" y="43375"/>
                    <a:pt x="181892" y="31909"/>
                    <a:pt x="180416" y="20931"/>
                  </a:cubicBezTo>
                  <a:close/>
                  <a:moveTo>
                    <a:pt x="70724" y="55352"/>
                  </a:moveTo>
                  <a:cubicBezTo>
                    <a:pt x="70450" y="61436"/>
                    <a:pt x="70319" y="67616"/>
                    <a:pt x="70319" y="73843"/>
                  </a:cubicBezTo>
                  <a:cubicBezTo>
                    <a:pt x="70319" y="80070"/>
                    <a:pt x="70450" y="86237"/>
                    <a:pt x="70724" y="92321"/>
                  </a:cubicBezTo>
                  <a:cubicBezTo>
                    <a:pt x="54543" y="91500"/>
                    <a:pt x="39696" y="90333"/>
                    <a:pt x="26730" y="88892"/>
                  </a:cubicBezTo>
                  <a:cubicBezTo>
                    <a:pt x="26420" y="83915"/>
                    <a:pt x="26254" y="78891"/>
                    <a:pt x="26254" y="73843"/>
                  </a:cubicBezTo>
                  <a:cubicBezTo>
                    <a:pt x="26254" y="68783"/>
                    <a:pt x="26420" y="63758"/>
                    <a:pt x="26730" y="58781"/>
                  </a:cubicBezTo>
                  <a:cubicBezTo>
                    <a:pt x="39696" y="57341"/>
                    <a:pt x="54543" y="56174"/>
                    <a:pt x="70724" y="55352"/>
                  </a:cubicBezTo>
                  <a:close/>
                  <a:moveTo>
                    <a:pt x="183428" y="55352"/>
                  </a:moveTo>
                  <a:cubicBezTo>
                    <a:pt x="199609" y="56174"/>
                    <a:pt x="214444" y="57341"/>
                    <a:pt x="227410" y="58781"/>
                  </a:cubicBezTo>
                  <a:cubicBezTo>
                    <a:pt x="227731" y="63758"/>
                    <a:pt x="227886" y="68783"/>
                    <a:pt x="227886" y="73843"/>
                  </a:cubicBezTo>
                  <a:cubicBezTo>
                    <a:pt x="227886" y="78903"/>
                    <a:pt x="227731" y="83915"/>
                    <a:pt x="227410" y="88892"/>
                  </a:cubicBezTo>
                  <a:cubicBezTo>
                    <a:pt x="214444" y="90333"/>
                    <a:pt x="199609" y="91500"/>
                    <a:pt x="183428" y="92321"/>
                  </a:cubicBezTo>
                  <a:cubicBezTo>
                    <a:pt x="183690" y="86237"/>
                    <a:pt x="183833" y="80070"/>
                    <a:pt x="183833" y="73843"/>
                  </a:cubicBezTo>
                  <a:cubicBezTo>
                    <a:pt x="183833" y="67616"/>
                    <a:pt x="183690" y="61436"/>
                    <a:pt x="183428" y="55352"/>
                  </a:cubicBezTo>
                  <a:close/>
                  <a:moveTo>
                    <a:pt x="107157" y="54138"/>
                  </a:moveTo>
                  <a:cubicBezTo>
                    <a:pt x="107050" y="60627"/>
                    <a:pt x="107002" y="67199"/>
                    <a:pt x="107002" y="73843"/>
                  </a:cubicBezTo>
                  <a:cubicBezTo>
                    <a:pt x="107002" y="80475"/>
                    <a:pt x="107050" y="87047"/>
                    <a:pt x="107157" y="93536"/>
                  </a:cubicBezTo>
                  <a:cubicBezTo>
                    <a:pt x="94596" y="93321"/>
                    <a:pt x="82511" y="92917"/>
                    <a:pt x="71081" y="92345"/>
                  </a:cubicBezTo>
                  <a:cubicBezTo>
                    <a:pt x="70807" y="86273"/>
                    <a:pt x="70676" y="80105"/>
                    <a:pt x="70676" y="73843"/>
                  </a:cubicBezTo>
                  <a:cubicBezTo>
                    <a:pt x="70676" y="67580"/>
                    <a:pt x="70807" y="61401"/>
                    <a:pt x="71081" y="55329"/>
                  </a:cubicBezTo>
                  <a:cubicBezTo>
                    <a:pt x="82511" y="54757"/>
                    <a:pt x="94596" y="54352"/>
                    <a:pt x="107157" y="54138"/>
                  </a:cubicBezTo>
                  <a:close/>
                  <a:moveTo>
                    <a:pt x="146983" y="54138"/>
                  </a:moveTo>
                  <a:cubicBezTo>
                    <a:pt x="159544" y="54352"/>
                    <a:pt x="171641" y="54757"/>
                    <a:pt x="183071" y="55329"/>
                  </a:cubicBezTo>
                  <a:cubicBezTo>
                    <a:pt x="183333" y="61401"/>
                    <a:pt x="183476" y="67568"/>
                    <a:pt x="183476" y="73831"/>
                  </a:cubicBezTo>
                  <a:cubicBezTo>
                    <a:pt x="183476" y="80094"/>
                    <a:pt x="183333" y="86273"/>
                    <a:pt x="183071" y="92345"/>
                  </a:cubicBezTo>
                  <a:cubicBezTo>
                    <a:pt x="171641" y="92917"/>
                    <a:pt x="159544" y="93321"/>
                    <a:pt x="146983" y="93536"/>
                  </a:cubicBezTo>
                  <a:cubicBezTo>
                    <a:pt x="147090" y="87047"/>
                    <a:pt x="147150" y="80475"/>
                    <a:pt x="147150" y="73843"/>
                  </a:cubicBezTo>
                  <a:cubicBezTo>
                    <a:pt x="147150" y="67199"/>
                    <a:pt x="147090" y="60627"/>
                    <a:pt x="146983" y="54138"/>
                  </a:cubicBezTo>
                  <a:close/>
                  <a:moveTo>
                    <a:pt x="127076" y="53971"/>
                  </a:moveTo>
                  <a:cubicBezTo>
                    <a:pt x="133743" y="53971"/>
                    <a:pt x="140327" y="54031"/>
                    <a:pt x="146781" y="54138"/>
                  </a:cubicBezTo>
                  <a:cubicBezTo>
                    <a:pt x="146876" y="60591"/>
                    <a:pt x="146935" y="67163"/>
                    <a:pt x="146935" y="73843"/>
                  </a:cubicBezTo>
                  <a:cubicBezTo>
                    <a:pt x="146935" y="80510"/>
                    <a:pt x="146888" y="87082"/>
                    <a:pt x="146781" y="93536"/>
                  </a:cubicBezTo>
                  <a:cubicBezTo>
                    <a:pt x="140327" y="93643"/>
                    <a:pt x="133743" y="93702"/>
                    <a:pt x="127076" y="93702"/>
                  </a:cubicBezTo>
                  <a:cubicBezTo>
                    <a:pt x="120396" y="93702"/>
                    <a:pt x="113824" y="93643"/>
                    <a:pt x="107371" y="93536"/>
                  </a:cubicBezTo>
                  <a:cubicBezTo>
                    <a:pt x="107264" y="87082"/>
                    <a:pt x="107204" y="80510"/>
                    <a:pt x="107204" y="73843"/>
                  </a:cubicBezTo>
                  <a:cubicBezTo>
                    <a:pt x="107204" y="67163"/>
                    <a:pt x="107264" y="60591"/>
                    <a:pt x="107371" y="54138"/>
                  </a:cubicBezTo>
                  <a:cubicBezTo>
                    <a:pt x="113824" y="54031"/>
                    <a:pt x="120396" y="53971"/>
                    <a:pt x="127076" y="53971"/>
                  </a:cubicBezTo>
                  <a:close/>
                  <a:moveTo>
                    <a:pt x="48" y="105632"/>
                  </a:moveTo>
                  <a:cubicBezTo>
                    <a:pt x="36" y="105716"/>
                    <a:pt x="12" y="105811"/>
                    <a:pt x="0" y="105894"/>
                  </a:cubicBezTo>
                  <a:cubicBezTo>
                    <a:pt x="155" y="105882"/>
                    <a:pt x="310" y="105870"/>
                    <a:pt x="477" y="105859"/>
                  </a:cubicBezTo>
                  <a:cubicBezTo>
                    <a:pt x="334" y="105775"/>
                    <a:pt x="191" y="105704"/>
                    <a:pt x="48" y="105632"/>
                  </a:cubicBezTo>
                  <a:close/>
                  <a:moveTo>
                    <a:pt x="26742" y="89095"/>
                  </a:moveTo>
                  <a:cubicBezTo>
                    <a:pt x="39958" y="90571"/>
                    <a:pt x="54805" y="91726"/>
                    <a:pt x="70724" y="92536"/>
                  </a:cubicBezTo>
                  <a:cubicBezTo>
                    <a:pt x="71247" y="104299"/>
                    <a:pt x="72259" y="115765"/>
                    <a:pt x="73724" y="126742"/>
                  </a:cubicBezTo>
                  <a:cubicBezTo>
                    <a:pt x="57901" y="124587"/>
                    <a:pt x="43292" y="121515"/>
                    <a:pt x="30397" y="117681"/>
                  </a:cubicBezTo>
                  <a:cubicBezTo>
                    <a:pt x="28599" y="108418"/>
                    <a:pt x="27373" y="98858"/>
                    <a:pt x="26742" y="89095"/>
                  </a:cubicBezTo>
                  <a:close/>
                  <a:moveTo>
                    <a:pt x="227410" y="89095"/>
                  </a:moveTo>
                  <a:cubicBezTo>
                    <a:pt x="226779" y="98858"/>
                    <a:pt x="225552" y="108418"/>
                    <a:pt x="223755" y="117681"/>
                  </a:cubicBezTo>
                  <a:cubicBezTo>
                    <a:pt x="210860" y="121515"/>
                    <a:pt x="196251" y="124587"/>
                    <a:pt x="180416" y="126742"/>
                  </a:cubicBezTo>
                  <a:cubicBezTo>
                    <a:pt x="181892" y="115765"/>
                    <a:pt x="182904" y="104299"/>
                    <a:pt x="183416" y="92536"/>
                  </a:cubicBezTo>
                  <a:cubicBezTo>
                    <a:pt x="199347" y="91726"/>
                    <a:pt x="214194" y="90571"/>
                    <a:pt x="227410" y="89095"/>
                  </a:cubicBezTo>
                  <a:close/>
                  <a:moveTo>
                    <a:pt x="71093" y="92559"/>
                  </a:moveTo>
                  <a:lnTo>
                    <a:pt x="71093" y="92559"/>
                  </a:lnTo>
                  <a:cubicBezTo>
                    <a:pt x="82630" y="93143"/>
                    <a:pt x="94715" y="93536"/>
                    <a:pt x="107169" y="93750"/>
                  </a:cubicBezTo>
                  <a:cubicBezTo>
                    <a:pt x="107371" y="106192"/>
                    <a:pt x="107776" y="118289"/>
                    <a:pt x="108347" y="129826"/>
                  </a:cubicBezTo>
                  <a:cubicBezTo>
                    <a:pt x="96477" y="129290"/>
                    <a:pt x="85011" y="128266"/>
                    <a:pt x="74117" y="126790"/>
                  </a:cubicBezTo>
                  <a:cubicBezTo>
                    <a:pt x="72640" y="115907"/>
                    <a:pt x="71617" y="104442"/>
                    <a:pt x="71093" y="92559"/>
                  </a:cubicBezTo>
                  <a:close/>
                  <a:moveTo>
                    <a:pt x="183059" y="92559"/>
                  </a:moveTo>
                  <a:lnTo>
                    <a:pt x="183059" y="92559"/>
                  </a:lnTo>
                  <a:cubicBezTo>
                    <a:pt x="182523" y="104442"/>
                    <a:pt x="181499" y="115907"/>
                    <a:pt x="180035" y="126802"/>
                  </a:cubicBezTo>
                  <a:cubicBezTo>
                    <a:pt x="169141" y="128266"/>
                    <a:pt x="157675" y="129290"/>
                    <a:pt x="145792" y="129826"/>
                  </a:cubicBezTo>
                  <a:cubicBezTo>
                    <a:pt x="146376" y="118289"/>
                    <a:pt x="146769" y="106192"/>
                    <a:pt x="146983" y="93750"/>
                  </a:cubicBezTo>
                  <a:cubicBezTo>
                    <a:pt x="159425" y="93536"/>
                    <a:pt x="171522" y="93143"/>
                    <a:pt x="183059" y="92559"/>
                  </a:cubicBezTo>
                  <a:close/>
                  <a:moveTo>
                    <a:pt x="107371" y="93750"/>
                  </a:moveTo>
                  <a:cubicBezTo>
                    <a:pt x="113860" y="93857"/>
                    <a:pt x="120432" y="93917"/>
                    <a:pt x="127076" y="93917"/>
                  </a:cubicBezTo>
                  <a:cubicBezTo>
                    <a:pt x="133708" y="93917"/>
                    <a:pt x="140292" y="93857"/>
                    <a:pt x="146769" y="93750"/>
                  </a:cubicBezTo>
                  <a:lnTo>
                    <a:pt x="146769" y="93750"/>
                  </a:lnTo>
                  <a:cubicBezTo>
                    <a:pt x="146566" y="106311"/>
                    <a:pt x="146150" y="118396"/>
                    <a:pt x="145578" y="129826"/>
                  </a:cubicBezTo>
                  <a:cubicBezTo>
                    <a:pt x="139506" y="130100"/>
                    <a:pt x="133339" y="130243"/>
                    <a:pt x="127076" y="130243"/>
                  </a:cubicBezTo>
                  <a:cubicBezTo>
                    <a:pt x="120813" y="130243"/>
                    <a:pt x="114634" y="130100"/>
                    <a:pt x="108574" y="129826"/>
                  </a:cubicBezTo>
                  <a:cubicBezTo>
                    <a:pt x="107990" y="118396"/>
                    <a:pt x="107585" y="106311"/>
                    <a:pt x="107371" y="93750"/>
                  </a:cubicBezTo>
                  <a:close/>
                  <a:moveTo>
                    <a:pt x="266653" y="116300"/>
                  </a:moveTo>
                  <a:lnTo>
                    <a:pt x="266653" y="116300"/>
                  </a:lnTo>
                  <a:cubicBezTo>
                    <a:pt x="259152" y="126861"/>
                    <a:pt x="248817" y="136600"/>
                    <a:pt x="235875" y="145101"/>
                  </a:cubicBezTo>
                  <a:cubicBezTo>
                    <a:pt x="235411" y="145399"/>
                    <a:pt x="234946" y="145697"/>
                    <a:pt x="234482" y="145994"/>
                  </a:cubicBezTo>
                  <a:cubicBezTo>
                    <a:pt x="234756" y="146006"/>
                    <a:pt x="235030" y="146018"/>
                    <a:pt x="235304" y="146030"/>
                  </a:cubicBezTo>
                  <a:cubicBezTo>
                    <a:pt x="235577" y="145852"/>
                    <a:pt x="235851" y="145673"/>
                    <a:pt x="236137" y="145494"/>
                  </a:cubicBezTo>
                  <a:cubicBezTo>
                    <a:pt x="248710" y="137243"/>
                    <a:pt x="258854" y="127814"/>
                    <a:pt x="266319" y="117586"/>
                  </a:cubicBezTo>
                  <a:lnTo>
                    <a:pt x="266319" y="117586"/>
                  </a:lnTo>
                  <a:cubicBezTo>
                    <a:pt x="263533" y="127504"/>
                    <a:pt x="259831" y="137005"/>
                    <a:pt x="255306" y="145971"/>
                  </a:cubicBezTo>
                  <a:cubicBezTo>
                    <a:pt x="255544" y="145983"/>
                    <a:pt x="255794" y="145994"/>
                    <a:pt x="256032" y="146006"/>
                  </a:cubicBezTo>
                  <a:cubicBezTo>
                    <a:pt x="260354" y="137374"/>
                    <a:pt x="263879" y="128338"/>
                    <a:pt x="266569" y="118991"/>
                  </a:cubicBezTo>
                  <a:cubicBezTo>
                    <a:pt x="266593" y="118098"/>
                    <a:pt x="266617" y="117193"/>
                    <a:pt x="266653" y="116300"/>
                  </a:cubicBezTo>
                  <a:close/>
                  <a:moveTo>
                    <a:pt x="1798" y="132362"/>
                  </a:moveTo>
                  <a:cubicBezTo>
                    <a:pt x="1774" y="132540"/>
                    <a:pt x="1739" y="132731"/>
                    <a:pt x="1715" y="132933"/>
                  </a:cubicBezTo>
                  <a:cubicBezTo>
                    <a:pt x="6573" y="137362"/>
                    <a:pt x="12014" y="141553"/>
                    <a:pt x="18015" y="145494"/>
                  </a:cubicBezTo>
                  <a:cubicBezTo>
                    <a:pt x="18229" y="145637"/>
                    <a:pt x="18455" y="145780"/>
                    <a:pt x="18669" y="145923"/>
                  </a:cubicBezTo>
                  <a:cubicBezTo>
                    <a:pt x="18681" y="145899"/>
                    <a:pt x="18681" y="145887"/>
                    <a:pt x="18693" y="145875"/>
                  </a:cubicBezTo>
                  <a:lnTo>
                    <a:pt x="18693" y="145875"/>
                  </a:lnTo>
                  <a:cubicBezTo>
                    <a:pt x="18681" y="145899"/>
                    <a:pt x="18693" y="145911"/>
                    <a:pt x="18693" y="145935"/>
                  </a:cubicBezTo>
                  <a:cubicBezTo>
                    <a:pt x="18800" y="146006"/>
                    <a:pt x="18908" y="146066"/>
                    <a:pt x="19015" y="146137"/>
                  </a:cubicBezTo>
                  <a:cubicBezTo>
                    <a:pt x="19348" y="146256"/>
                    <a:pt x="19872" y="146328"/>
                    <a:pt x="20336" y="146423"/>
                  </a:cubicBezTo>
                  <a:cubicBezTo>
                    <a:pt x="19646" y="145983"/>
                    <a:pt x="18955" y="145542"/>
                    <a:pt x="18277" y="145090"/>
                  </a:cubicBezTo>
                  <a:cubicBezTo>
                    <a:pt x="12204" y="141113"/>
                    <a:pt x="6692" y="136850"/>
                    <a:pt x="1798" y="132362"/>
                  </a:cubicBezTo>
                  <a:close/>
                  <a:moveTo>
                    <a:pt x="176558" y="0"/>
                  </a:moveTo>
                  <a:cubicBezTo>
                    <a:pt x="176701" y="572"/>
                    <a:pt x="176832" y="1167"/>
                    <a:pt x="176963" y="1774"/>
                  </a:cubicBezTo>
                  <a:lnTo>
                    <a:pt x="176903" y="1774"/>
                  </a:lnTo>
                  <a:cubicBezTo>
                    <a:pt x="178070" y="7787"/>
                    <a:pt x="179106" y="14038"/>
                    <a:pt x="179975" y="20491"/>
                  </a:cubicBezTo>
                  <a:cubicBezTo>
                    <a:pt x="168998" y="19015"/>
                    <a:pt x="157544" y="18003"/>
                    <a:pt x="145781" y="17491"/>
                  </a:cubicBezTo>
                  <a:cubicBezTo>
                    <a:pt x="145507" y="12157"/>
                    <a:pt x="145197" y="6942"/>
                    <a:pt x="144852" y="1858"/>
                  </a:cubicBezTo>
                  <a:cubicBezTo>
                    <a:pt x="144780" y="1870"/>
                    <a:pt x="144697" y="1870"/>
                    <a:pt x="144626" y="1870"/>
                  </a:cubicBezTo>
                  <a:cubicBezTo>
                    <a:pt x="144971" y="6918"/>
                    <a:pt x="145292" y="12121"/>
                    <a:pt x="145554" y="17479"/>
                  </a:cubicBezTo>
                  <a:cubicBezTo>
                    <a:pt x="139470" y="17217"/>
                    <a:pt x="133303" y="17074"/>
                    <a:pt x="127076" y="17074"/>
                  </a:cubicBezTo>
                  <a:cubicBezTo>
                    <a:pt x="120849" y="17074"/>
                    <a:pt x="114681" y="17217"/>
                    <a:pt x="108585" y="17479"/>
                  </a:cubicBezTo>
                  <a:cubicBezTo>
                    <a:pt x="108895" y="11573"/>
                    <a:pt x="109240" y="5846"/>
                    <a:pt x="109621" y="322"/>
                  </a:cubicBezTo>
                  <a:lnTo>
                    <a:pt x="109621" y="322"/>
                  </a:lnTo>
                  <a:cubicBezTo>
                    <a:pt x="109550" y="334"/>
                    <a:pt x="109478" y="334"/>
                    <a:pt x="109407" y="346"/>
                  </a:cubicBezTo>
                  <a:cubicBezTo>
                    <a:pt x="109014" y="5894"/>
                    <a:pt x="108669" y="11621"/>
                    <a:pt x="108371" y="17491"/>
                  </a:cubicBezTo>
                  <a:cubicBezTo>
                    <a:pt x="96608" y="18003"/>
                    <a:pt x="85142" y="19015"/>
                    <a:pt x="74164" y="20491"/>
                  </a:cubicBezTo>
                  <a:cubicBezTo>
                    <a:pt x="75069" y="13871"/>
                    <a:pt x="76129" y="7454"/>
                    <a:pt x="77343" y="1298"/>
                  </a:cubicBezTo>
                  <a:lnTo>
                    <a:pt x="77343" y="1298"/>
                  </a:lnTo>
                  <a:cubicBezTo>
                    <a:pt x="77212" y="1310"/>
                    <a:pt x="77081" y="1322"/>
                    <a:pt x="76951" y="1334"/>
                  </a:cubicBezTo>
                  <a:cubicBezTo>
                    <a:pt x="75724" y="7537"/>
                    <a:pt x="74665" y="13954"/>
                    <a:pt x="73783" y="20539"/>
                  </a:cubicBezTo>
                  <a:cubicBezTo>
                    <a:pt x="58198" y="22646"/>
                    <a:pt x="43601" y="25682"/>
                    <a:pt x="30480" y="29575"/>
                  </a:cubicBezTo>
                  <a:cubicBezTo>
                    <a:pt x="32374" y="19872"/>
                    <a:pt x="34910" y="10502"/>
                    <a:pt x="38029" y="1560"/>
                  </a:cubicBezTo>
                  <a:cubicBezTo>
                    <a:pt x="37874" y="1548"/>
                    <a:pt x="37708" y="1548"/>
                    <a:pt x="37541" y="1536"/>
                  </a:cubicBezTo>
                  <a:cubicBezTo>
                    <a:pt x="34409" y="10525"/>
                    <a:pt x="31862" y="19955"/>
                    <a:pt x="29968" y="29718"/>
                  </a:cubicBezTo>
                  <a:cubicBezTo>
                    <a:pt x="25849" y="30957"/>
                    <a:pt x="21884" y="32266"/>
                    <a:pt x="18086" y="33659"/>
                  </a:cubicBezTo>
                  <a:cubicBezTo>
                    <a:pt x="12252" y="35802"/>
                    <a:pt x="6942" y="38088"/>
                    <a:pt x="2191" y="40493"/>
                  </a:cubicBezTo>
                  <a:lnTo>
                    <a:pt x="2179" y="40934"/>
                  </a:lnTo>
                  <a:cubicBezTo>
                    <a:pt x="10097" y="36910"/>
                    <a:pt x="19420" y="33278"/>
                    <a:pt x="29885" y="30147"/>
                  </a:cubicBezTo>
                  <a:lnTo>
                    <a:pt x="29885" y="30147"/>
                  </a:lnTo>
                  <a:cubicBezTo>
                    <a:pt x="28111" y="39386"/>
                    <a:pt x="26885" y="48911"/>
                    <a:pt x="26266" y="58627"/>
                  </a:cubicBezTo>
                  <a:cubicBezTo>
                    <a:pt x="23480" y="58948"/>
                    <a:pt x="20765" y="59270"/>
                    <a:pt x="18134" y="59615"/>
                  </a:cubicBezTo>
                  <a:cubicBezTo>
                    <a:pt x="11621" y="60460"/>
                    <a:pt x="5763" y="61365"/>
                    <a:pt x="584" y="62329"/>
                  </a:cubicBezTo>
                  <a:cubicBezTo>
                    <a:pt x="596" y="62389"/>
                    <a:pt x="596" y="62460"/>
                    <a:pt x="608" y="62520"/>
                  </a:cubicBezTo>
                  <a:cubicBezTo>
                    <a:pt x="7942" y="61163"/>
                    <a:pt x="16574" y="59924"/>
                    <a:pt x="26254" y="58841"/>
                  </a:cubicBezTo>
                  <a:lnTo>
                    <a:pt x="26254" y="58841"/>
                  </a:lnTo>
                  <a:cubicBezTo>
                    <a:pt x="25944" y="63794"/>
                    <a:pt x="25777" y="68794"/>
                    <a:pt x="25777" y="73843"/>
                  </a:cubicBezTo>
                  <a:cubicBezTo>
                    <a:pt x="25777" y="78879"/>
                    <a:pt x="25944" y="83880"/>
                    <a:pt x="26254" y="88833"/>
                  </a:cubicBezTo>
                  <a:cubicBezTo>
                    <a:pt x="17014" y="87797"/>
                    <a:pt x="8740" y="86618"/>
                    <a:pt x="1620" y="85332"/>
                  </a:cubicBezTo>
                  <a:cubicBezTo>
                    <a:pt x="1620" y="85404"/>
                    <a:pt x="1620" y="85475"/>
                    <a:pt x="1620" y="85535"/>
                  </a:cubicBezTo>
                  <a:cubicBezTo>
                    <a:pt x="6537" y="86428"/>
                    <a:pt x="12050" y="87273"/>
                    <a:pt x="18134" y="88059"/>
                  </a:cubicBezTo>
                  <a:cubicBezTo>
                    <a:pt x="20765" y="88404"/>
                    <a:pt x="23480" y="88726"/>
                    <a:pt x="26266" y="89047"/>
                  </a:cubicBezTo>
                  <a:cubicBezTo>
                    <a:pt x="26885" y="98762"/>
                    <a:pt x="28099" y="108287"/>
                    <a:pt x="29885" y="117527"/>
                  </a:cubicBezTo>
                  <a:cubicBezTo>
                    <a:pt x="18824" y="114217"/>
                    <a:pt x="9037" y="110359"/>
                    <a:pt x="846" y="106049"/>
                  </a:cubicBezTo>
                  <a:lnTo>
                    <a:pt x="846" y="106049"/>
                  </a:lnTo>
                  <a:cubicBezTo>
                    <a:pt x="858" y="106204"/>
                    <a:pt x="870" y="106359"/>
                    <a:pt x="881" y="106513"/>
                  </a:cubicBezTo>
                  <a:cubicBezTo>
                    <a:pt x="5977" y="109169"/>
                    <a:pt x="11716" y="111669"/>
                    <a:pt x="18086" y="114014"/>
                  </a:cubicBezTo>
                  <a:cubicBezTo>
                    <a:pt x="21884" y="115407"/>
                    <a:pt x="25849" y="116717"/>
                    <a:pt x="29968" y="117955"/>
                  </a:cubicBezTo>
                  <a:cubicBezTo>
                    <a:pt x="31850" y="127611"/>
                    <a:pt x="34350" y="136946"/>
                    <a:pt x="37446" y="145852"/>
                  </a:cubicBezTo>
                  <a:cubicBezTo>
                    <a:pt x="37600" y="145840"/>
                    <a:pt x="37767" y="145840"/>
                    <a:pt x="37934" y="145828"/>
                  </a:cubicBezTo>
                  <a:cubicBezTo>
                    <a:pt x="34862" y="136981"/>
                    <a:pt x="32362" y="127706"/>
                    <a:pt x="30480" y="118098"/>
                  </a:cubicBezTo>
                  <a:lnTo>
                    <a:pt x="30480" y="118098"/>
                  </a:lnTo>
                  <a:cubicBezTo>
                    <a:pt x="43589" y="121992"/>
                    <a:pt x="58198" y="125028"/>
                    <a:pt x="73783" y="127135"/>
                  </a:cubicBezTo>
                  <a:cubicBezTo>
                    <a:pt x="74653" y="133600"/>
                    <a:pt x="75688" y="139910"/>
                    <a:pt x="76879" y="146006"/>
                  </a:cubicBezTo>
                  <a:cubicBezTo>
                    <a:pt x="77010" y="146006"/>
                    <a:pt x="77141" y="146018"/>
                    <a:pt x="77272" y="146018"/>
                  </a:cubicBezTo>
                  <a:cubicBezTo>
                    <a:pt x="76093" y="139970"/>
                    <a:pt x="75046" y="133683"/>
                    <a:pt x="74164" y="127183"/>
                  </a:cubicBezTo>
                  <a:lnTo>
                    <a:pt x="74164" y="127183"/>
                  </a:lnTo>
                  <a:cubicBezTo>
                    <a:pt x="85154" y="128659"/>
                    <a:pt x="96608" y="129659"/>
                    <a:pt x="108371" y="130183"/>
                  </a:cubicBezTo>
                  <a:cubicBezTo>
                    <a:pt x="108657" y="135850"/>
                    <a:pt x="108990" y="141375"/>
                    <a:pt x="109371" y="146733"/>
                  </a:cubicBezTo>
                  <a:cubicBezTo>
                    <a:pt x="109443" y="146745"/>
                    <a:pt x="109514" y="146745"/>
                    <a:pt x="109586" y="146756"/>
                  </a:cubicBezTo>
                  <a:cubicBezTo>
                    <a:pt x="109205" y="141411"/>
                    <a:pt x="108883" y="135886"/>
                    <a:pt x="108585" y="130195"/>
                  </a:cubicBezTo>
                  <a:lnTo>
                    <a:pt x="108585" y="130195"/>
                  </a:lnTo>
                  <a:cubicBezTo>
                    <a:pt x="114681" y="130457"/>
                    <a:pt x="120849" y="130600"/>
                    <a:pt x="127076" y="130600"/>
                  </a:cubicBezTo>
                  <a:cubicBezTo>
                    <a:pt x="133303" y="130600"/>
                    <a:pt x="139470" y="130457"/>
                    <a:pt x="145554" y="130195"/>
                  </a:cubicBezTo>
                  <a:lnTo>
                    <a:pt x="145554" y="130195"/>
                  </a:lnTo>
                  <a:cubicBezTo>
                    <a:pt x="145328" y="134815"/>
                    <a:pt x="145066" y="139327"/>
                    <a:pt x="144769" y="143720"/>
                  </a:cubicBezTo>
                  <a:cubicBezTo>
                    <a:pt x="144828" y="143851"/>
                    <a:pt x="144888" y="143994"/>
                    <a:pt x="144959" y="144161"/>
                  </a:cubicBezTo>
                  <a:cubicBezTo>
                    <a:pt x="145257" y="139613"/>
                    <a:pt x="145531" y="134945"/>
                    <a:pt x="145781" y="130183"/>
                  </a:cubicBezTo>
                  <a:cubicBezTo>
                    <a:pt x="157544" y="129671"/>
                    <a:pt x="168998" y="128659"/>
                    <a:pt x="179975" y="127183"/>
                  </a:cubicBezTo>
                  <a:lnTo>
                    <a:pt x="179975" y="127183"/>
                  </a:lnTo>
                  <a:cubicBezTo>
                    <a:pt x="179106" y="133588"/>
                    <a:pt x="178094" y="139791"/>
                    <a:pt x="176927" y="145756"/>
                  </a:cubicBezTo>
                  <a:lnTo>
                    <a:pt x="177034" y="145756"/>
                  </a:lnTo>
                  <a:cubicBezTo>
                    <a:pt x="177142" y="145697"/>
                    <a:pt x="177249" y="145625"/>
                    <a:pt x="177356" y="145566"/>
                  </a:cubicBezTo>
                  <a:cubicBezTo>
                    <a:pt x="178511" y="139601"/>
                    <a:pt x="179511" y="133445"/>
                    <a:pt x="180368" y="127135"/>
                  </a:cubicBezTo>
                  <a:cubicBezTo>
                    <a:pt x="195953" y="125028"/>
                    <a:pt x="210551" y="121992"/>
                    <a:pt x="223671" y="118098"/>
                  </a:cubicBezTo>
                  <a:lnTo>
                    <a:pt x="223671" y="118098"/>
                  </a:lnTo>
                  <a:cubicBezTo>
                    <a:pt x="221814" y="127599"/>
                    <a:pt x="219337" y="136791"/>
                    <a:pt x="216301" y="145554"/>
                  </a:cubicBezTo>
                  <a:lnTo>
                    <a:pt x="216801" y="145554"/>
                  </a:lnTo>
                  <a:cubicBezTo>
                    <a:pt x="219849" y="136743"/>
                    <a:pt x="222326" y="127504"/>
                    <a:pt x="224183" y="117943"/>
                  </a:cubicBezTo>
                  <a:cubicBezTo>
                    <a:pt x="228291" y="116717"/>
                    <a:pt x="232268" y="115407"/>
                    <a:pt x="236066" y="114002"/>
                  </a:cubicBezTo>
                  <a:cubicBezTo>
                    <a:pt x="249877" y="108930"/>
                    <a:pt x="260747" y="103073"/>
                    <a:pt x="268367" y="96679"/>
                  </a:cubicBezTo>
                  <a:cubicBezTo>
                    <a:pt x="268391" y="96476"/>
                    <a:pt x="268427" y="96286"/>
                    <a:pt x="268451" y="96084"/>
                  </a:cubicBezTo>
                  <a:lnTo>
                    <a:pt x="268451" y="96084"/>
                  </a:lnTo>
                  <a:cubicBezTo>
                    <a:pt x="258592" y="104477"/>
                    <a:pt x="243317" y="111824"/>
                    <a:pt x="224267" y="117527"/>
                  </a:cubicBezTo>
                  <a:cubicBezTo>
                    <a:pt x="226041" y="108287"/>
                    <a:pt x="227267" y="98762"/>
                    <a:pt x="227886" y="89047"/>
                  </a:cubicBezTo>
                  <a:cubicBezTo>
                    <a:pt x="230672" y="88726"/>
                    <a:pt x="233387" y="88404"/>
                    <a:pt x="236018" y="88059"/>
                  </a:cubicBezTo>
                  <a:cubicBezTo>
                    <a:pt x="248770" y="86404"/>
                    <a:pt x="259009" y="84511"/>
                    <a:pt x="266510" y="82451"/>
                  </a:cubicBezTo>
                  <a:cubicBezTo>
                    <a:pt x="266510" y="82379"/>
                    <a:pt x="266510" y="82308"/>
                    <a:pt x="266510" y="82249"/>
                  </a:cubicBezTo>
                  <a:cubicBezTo>
                    <a:pt x="257306" y="84773"/>
                    <a:pt x="244079" y="87023"/>
                    <a:pt x="227898" y="88833"/>
                  </a:cubicBezTo>
                  <a:cubicBezTo>
                    <a:pt x="228208" y="83880"/>
                    <a:pt x="228362" y="78867"/>
                    <a:pt x="228362" y="73831"/>
                  </a:cubicBezTo>
                  <a:cubicBezTo>
                    <a:pt x="228362" y="68794"/>
                    <a:pt x="228208" y="63782"/>
                    <a:pt x="227898" y="58829"/>
                  </a:cubicBezTo>
                  <a:lnTo>
                    <a:pt x="227898" y="58829"/>
                  </a:lnTo>
                  <a:cubicBezTo>
                    <a:pt x="244519" y="60698"/>
                    <a:pt x="258009" y="63008"/>
                    <a:pt x="267248" y="65627"/>
                  </a:cubicBezTo>
                  <a:cubicBezTo>
                    <a:pt x="267248" y="65556"/>
                    <a:pt x="267260" y="65496"/>
                    <a:pt x="267260" y="65425"/>
                  </a:cubicBezTo>
                  <a:cubicBezTo>
                    <a:pt x="259711" y="63282"/>
                    <a:pt x="249210" y="61317"/>
                    <a:pt x="236018" y="59603"/>
                  </a:cubicBezTo>
                  <a:cubicBezTo>
                    <a:pt x="233387" y="59270"/>
                    <a:pt x="230672" y="58936"/>
                    <a:pt x="227886" y="58627"/>
                  </a:cubicBezTo>
                  <a:cubicBezTo>
                    <a:pt x="227267" y="48899"/>
                    <a:pt x="226041" y="39374"/>
                    <a:pt x="224267" y="30135"/>
                  </a:cubicBezTo>
                  <a:lnTo>
                    <a:pt x="224267" y="30135"/>
                  </a:lnTo>
                  <a:cubicBezTo>
                    <a:pt x="243650" y="35945"/>
                    <a:pt x="259116" y="43446"/>
                    <a:pt x="268963" y="52019"/>
                  </a:cubicBezTo>
                  <a:cubicBezTo>
                    <a:pt x="268986" y="51864"/>
                    <a:pt x="269010" y="51709"/>
                    <a:pt x="269046" y="51566"/>
                  </a:cubicBezTo>
                  <a:cubicBezTo>
                    <a:pt x="261390" y="44946"/>
                    <a:pt x="250294" y="38886"/>
                    <a:pt x="236066" y="33659"/>
                  </a:cubicBezTo>
                  <a:cubicBezTo>
                    <a:pt x="232268" y="32266"/>
                    <a:pt x="228291" y="30945"/>
                    <a:pt x="224183" y="29718"/>
                  </a:cubicBezTo>
                  <a:cubicBezTo>
                    <a:pt x="222338" y="20277"/>
                    <a:pt x="219909" y="11133"/>
                    <a:pt x="216908" y="2417"/>
                  </a:cubicBezTo>
                  <a:cubicBezTo>
                    <a:pt x="216766" y="2513"/>
                    <a:pt x="216635" y="2620"/>
                    <a:pt x="216504" y="2715"/>
                  </a:cubicBezTo>
                  <a:cubicBezTo>
                    <a:pt x="219456" y="11299"/>
                    <a:pt x="221850" y="20277"/>
                    <a:pt x="223671" y="29563"/>
                  </a:cubicBezTo>
                  <a:cubicBezTo>
                    <a:pt x="210551" y="25682"/>
                    <a:pt x="195953" y="22646"/>
                    <a:pt x="180368" y="20539"/>
                  </a:cubicBezTo>
                  <a:cubicBezTo>
                    <a:pt x="179416" y="13490"/>
                    <a:pt x="178273" y="6644"/>
                    <a:pt x="176951" y="36"/>
                  </a:cubicBezTo>
                  <a:cubicBezTo>
                    <a:pt x="176820" y="24"/>
                    <a:pt x="176689" y="12"/>
                    <a:pt x="176558" y="0"/>
                  </a:cubicBezTo>
                  <a:close/>
                </a:path>
              </a:pathLst>
            </a:custGeom>
            <a:solidFill>
              <a:srgbClr val="E3C98E">
                <a:alpha val="246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1" name="Google Shape;231;p23"/>
          <p:cNvSpPr txBox="1"/>
          <p:nvPr>
            <p:ph type="title"/>
          </p:nvPr>
        </p:nvSpPr>
        <p:spPr>
          <a:xfrm>
            <a:off x="2135550" y="1118242"/>
            <a:ext cx="4872900" cy="189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b="1"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32" name="Google Shape;232;p23"/>
          <p:cNvSpPr txBox="1"/>
          <p:nvPr>
            <p:ph idx="1" type="subTitle"/>
          </p:nvPr>
        </p:nvSpPr>
        <p:spPr>
          <a:xfrm>
            <a:off x="2135550" y="3011238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4"/>
          <p:cNvSpPr/>
          <p:nvPr>
            <p:ph idx="2" type="pic"/>
          </p:nvPr>
        </p:nvSpPr>
        <p:spPr>
          <a:xfrm>
            <a:off x="-25" y="-13725"/>
            <a:ext cx="9144000" cy="5156700"/>
          </a:xfrm>
          <a:prstGeom prst="rect">
            <a:avLst/>
          </a:prstGeom>
          <a:noFill/>
          <a:ln>
            <a:noFill/>
          </a:ln>
        </p:spPr>
      </p:sp>
      <p:sp>
        <p:nvSpPr>
          <p:cNvPr id="235" name="Google Shape;235;p24"/>
          <p:cNvSpPr txBox="1"/>
          <p:nvPr>
            <p:ph type="title"/>
          </p:nvPr>
        </p:nvSpPr>
        <p:spPr>
          <a:xfrm>
            <a:off x="790575" y="4014450"/>
            <a:ext cx="7105800" cy="5727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7" name="Google Shape;237;p25"/>
          <p:cNvGrpSpPr/>
          <p:nvPr/>
        </p:nvGrpSpPr>
        <p:grpSpPr>
          <a:xfrm>
            <a:off x="0" y="0"/>
            <a:ext cx="9144003" cy="5143501"/>
            <a:chOff x="0" y="0"/>
            <a:chExt cx="9144003" cy="5143501"/>
          </a:xfrm>
        </p:grpSpPr>
        <p:pic>
          <p:nvPicPr>
            <p:cNvPr id="238" name="Google Shape;238;p25"/>
            <p:cNvPicPr preferRelativeResize="0"/>
            <p:nvPr/>
          </p:nvPicPr>
          <p:blipFill rotWithShape="1">
            <a:blip r:embed="rId2">
              <a:alphaModFix/>
            </a:blip>
            <a:srcRect b="8068" l="0" r="0" t="8060"/>
            <a:stretch/>
          </p:blipFill>
          <p:spPr>
            <a:xfrm>
              <a:off x="0" y="0"/>
              <a:ext cx="9144003" cy="5143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9" name="Google Shape;239;p25"/>
            <p:cNvSpPr/>
            <p:nvPr/>
          </p:nvSpPr>
          <p:spPr>
            <a:xfrm>
              <a:off x="209980" y="194500"/>
              <a:ext cx="8763466" cy="4752275"/>
            </a:xfrm>
            <a:custGeom>
              <a:rect b="b" l="l" r="r" t="t"/>
              <a:pathLst>
                <a:path extrusionOk="0" h="147209" w="271904">
                  <a:moveTo>
                    <a:pt x="596" y="0"/>
                  </a:moveTo>
                  <a:lnTo>
                    <a:pt x="596" y="0"/>
                  </a:lnTo>
                  <a:cubicBezTo>
                    <a:pt x="2025" y="5965"/>
                    <a:pt x="3072" y="13895"/>
                    <a:pt x="3644" y="22312"/>
                  </a:cubicBezTo>
                  <a:cubicBezTo>
                    <a:pt x="7942" y="23515"/>
                    <a:pt x="13609" y="23932"/>
                    <a:pt x="5085" y="25063"/>
                  </a:cubicBezTo>
                  <a:cubicBezTo>
                    <a:pt x="5096" y="25110"/>
                    <a:pt x="5108" y="25146"/>
                    <a:pt x="5120" y="25194"/>
                  </a:cubicBezTo>
                  <a:cubicBezTo>
                    <a:pt x="5263" y="25301"/>
                    <a:pt x="5394" y="25396"/>
                    <a:pt x="5525" y="25503"/>
                  </a:cubicBezTo>
                  <a:cubicBezTo>
                    <a:pt x="5692" y="25539"/>
                    <a:pt x="5954" y="25479"/>
                    <a:pt x="6037" y="25658"/>
                  </a:cubicBezTo>
                  <a:cubicBezTo>
                    <a:pt x="8561" y="26230"/>
                    <a:pt x="4561" y="26670"/>
                    <a:pt x="3894" y="26789"/>
                  </a:cubicBezTo>
                  <a:cubicBezTo>
                    <a:pt x="4203" y="33719"/>
                    <a:pt x="4192" y="40803"/>
                    <a:pt x="3787" y="47256"/>
                  </a:cubicBezTo>
                  <a:cubicBezTo>
                    <a:pt x="2560" y="47137"/>
                    <a:pt x="1298" y="47006"/>
                    <a:pt x="1" y="46875"/>
                  </a:cubicBezTo>
                  <a:lnTo>
                    <a:pt x="1" y="46875"/>
                  </a:lnTo>
                  <a:cubicBezTo>
                    <a:pt x="1429" y="52840"/>
                    <a:pt x="2477" y="60770"/>
                    <a:pt x="3049" y="69199"/>
                  </a:cubicBezTo>
                  <a:cubicBezTo>
                    <a:pt x="7347" y="70402"/>
                    <a:pt x="13014" y="70818"/>
                    <a:pt x="4489" y="71949"/>
                  </a:cubicBezTo>
                  <a:cubicBezTo>
                    <a:pt x="4501" y="71985"/>
                    <a:pt x="4513" y="72033"/>
                    <a:pt x="4525" y="72069"/>
                  </a:cubicBezTo>
                  <a:cubicBezTo>
                    <a:pt x="4668" y="72176"/>
                    <a:pt x="4787" y="72283"/>
                    <a:pt x="4930" y="72390"/>
                  </a:cubicBezTo>
                  <a:cubicBezTo>
                    <a:pt x="5096" y="72414"/>
                    <a:pt x="5358" y="72366"/>
                    <a:pt x="5442" y="72545"/>
                  </a:cubicBezTo>
                  <a:cubicBezTo>
                    <a:pt x="7966" y="73104"/>
                    <a:pt x="3965" y="73557"/>
                    <a:pt x="3299" y="73664"/>
                  </a:cubicBezTo>
                  <a:cubicBezTo>
                    <a:pt x="3513" y="78510"/>
                    <a:pt x="3572" y="83427"/>
                    <a:pt x="3453" y="88154"/>
                  </a:cubicBezTo>
                  <a:cubicBezTo>
                    <a:pt x="2322" y="88047"/>
                    <a:pt x="1179" y="87928"/>
                    <a:pt x="1" y="87809"/>
                  </a:cubicBezTo>
                  <a:lnTo>
                    <a:pt x="1" y="87809"/>
                  </a:lnTo>
                  <a:cubicBezTo>
                    <a:pt x="989" y="91940"/>
                    <a:pt x="1798" y="97036"/>
                    <a:pt x="2394" y="102584"/>
                  </a:cubicBezTo>
                  <a:cubicBezTo>
                    <a:pt x="2239" y="103727"/>
                    <a:pt x="2072" y="104834"/>
                    <a:pt x="1882" y="105894"/>
                  </a:cubicBezTo>
                  <a:cubicBezTo>
                    <a:pt x="2156" y="105870"/>
                    <a:pt x="2429" y="105846"/>
                    <a:pt x="2715" y="105811"/>
                  </a:cubicBezTo>
                  <a:cubicBezTo>
                    <a:pt x="2834" y="107228"/>
                    <a:pt x="2953" y="108668"/>
                    <a:pt x="3049" y="110121"/>
                  </a:cubicBezTo>
                  <a:cubicBezTo>
                    <a:pt x="7347" y="111323"/>
                    <a:pt x="13014" y="111740"/>
                    <a:pt x="4489" y="112871"/>
                  </a:cubicBezTo>
                  <a:cubicBezTo>
                    <a:pt x="4501" y="112919"/>
                    <a:pt x="4513" y="112954"/>
                    <a:pt x="4525" y="113002"/>
                  </a:cubicBezTo>
                  <a:cubicBezTo>
                    <a:pt x="4668" y="113109"/>
                    <a:pt x="4799" y="113205"/>
                    <a:pt x="4930" y="113312"/>
                  </a:cubicBezTo>
                  <a:cubicBezTo>
                    <a:pt x="5096" y="113347"/>
                    <a:pt x="5358" y="113288"/>
                    <a:pt x="5442" y="113466"/>
                  </a:cubicBezTo>
                  <a:cubicBezTo>
                    <a:pt x="7966" y="114038"/>
                    <a:pt x="3965" y="114478"/>
                    <a:pt x="3299" y="114598"/>
                  </a:cubicBezTo>
                  <a:cubicBezTo>
                    <a:pt x="3822" y="126123"/>
                    <a:pt x="4668" y="127147"/>
                    <a:pt x="3120" y="135886"/>
                  </a:cubicBezTo>
                  <a:cubicBezTo>
                    <a:pt x="4608" y="136338"/>
                    <a:pt x="14133" y="147209"/>
                    <a:pt x="14133" y="147209"/>
                  </a:cubicBezTo>
                  <a:cubicBezTo>
                    <a:pt x="14133" y="147209"/>
                    <a:pt x="16765" y="146220"/>
                    <a:pt x="20479" y="146137"/>
                  </a:cubicBezTo>
                  <a:cubicBezTo>
                    <a:pt x="20503" y="146054"/>
                    <a:pt x="20539" y="145959"/>
                    <a:pt x="20563" y="145875"/>
                  </a:cubicBezTo>
                  <a:lnTo>
                    <a:pt x="20563" y="145875"/>
                  </a:lnTo>
                  <a:cubicBezTo>
                    <a:pt x="20491" y="146340"/>
                    <a:pt x="23242" y="146363"/>
                    <a:pt x="23158" y="146816"/>
                  </a:cubicBezTo>
                  <a:cubicBezTo>
                    <a:pt x="29516" y="146220"/>
                    <a:pt x="36481" y="145875"/>
                    <a:pt x="44589" y="145697"/>
                  </a:cubicBezTo>
                  <a:cubicBezTo>
                    <a:pt x="44613" y="145625"/>
                    <a:pt x="44637" y="145554"/>
                    <a:pt x="44661" y="145494"/>
                  </a:cubicBezTo>
                  <a:cubicBezTo>
                    <a:pt x="45090" y="145494"/>
                    <a:pt x="45530" y="145494"/>
                    <a:pt x="45959" y="145482"/>
                  </a:cubicBezTo>
                  <a:cubicBezTo>
                    <a:pt x="45959" y="145542"/>
                    <a:pt x="45959" y="145601"/>
                    <a:pt x="45959" y="145661"/>
                  </a:cubicBezTo>
                  <a:cubicBezTo>
                    <a:pt x="46173" y="145661"/>
                    <a:pt x="46387" y="145661"/>
                    <a:pt x="46602" y="145649"/>
                  </a:cubicBezTo>
                  <a:cubicBezTo>
                    <a:pt x="46637" y="145601"/>
                    <a:pt x="46661" y="145542"/>
                    <a:pt x="46685" y="145482"/>
                  </a:cubicBezTo>
                  <a:cubicBezTo>
                    <a:pt x="47197" y="145482"/>
                    <a:pt x="47709" y="145482"/>
                    <a:pt x="48221" y="145494"/>
                  </a:cubicBezTo>
                  <a:cubicBezTo>
                    <a:pt x="48221" y="145530"/>
                    <a:pt x="48221" y="145578"/>
                    <a:pt x="48221" y="145625"/>
                  </a:cubicBezTo>
                  <a:cubicBezTo>
                    <a:pt x="50912" y="145578"/>
                    <a:pt x="53900" y="145542"/>
                    <a:pt x="57031" y="145518"/>
                  </a:cubicBezTo>
                  <a:cubicBezTo>
                    <a:pt x="59651" y="145542"/>
                    <a:pt x="62151" y="145566"/>
                    <a:pt x="64461" y="145601"/>
                  </a:cubicBezTo>
                  <a:cubicBezTo>
                    <a:pt x="64461" y="145566"/>
                    <a:pt x="64461" y="145530"/>
                    <a:pt x="64461" y="145494"/>
                  </a:cubicBezTo>
                  <a:cubicBezTo>
                    <a:pt x="65592" y="145488"/>
                    <a:pt x="66726" y="145485"/>
                    <a:pt x="67860" y="145485"/>
                  </a:cubicBezTo>
                  <a:cubicBezTo>
                    <a:pt x="68994" y="145485"/>
                    <a:pt x="70128" y="145488"/>
                    <a:pt x="71259" y="145494"/>
                  </a:cubicBezTo>
                  <a:cubicBezTo>
                    <a:pt x="71402" y="145578"/>
                    <a:pt x="71545" y="145661"/>
                    <a:pt x="71700" y="145744"/>
                  </a:cubicBezTo>
                  <a:cubicBezTo>
                    <a:pt x="78891" y="145947"/>
                    <a:pt x="85190" y="146268"/>
                    <a:pt x="90976" y="146816"/>
                  </a:cubicBezTo>
                  <a:cubicBezTo>
                    <a:pt x="90845" y="146054"/>
                    <a:pt x="90714" y="145256"/>
                    <a:pt x="90595" y="144435"/>
                  </a:cubicBezTo>
                  <a:lnTo>
                    <a:pt x="90595" y="144435"/>
                  </a:lnTo>
                  <a:cubicBezTo>
                    <a:pt x="91429" y="144792"/>
                    <a:pt x="92191" y="145304"/>
                    <a:pt x="92976" y="145744"/>
                  </a:cubicBezTo>
                  <a:cubicBezTo>
                    <a:pt x="96596" y="145851"/>
                    <a:pt x="99989" y="145982"/>
                    <a:pt x="103204" y="146161"/>
                  </a:cubicBezTo>
                  <a:cubicBezTo>
                    <a:pt x="103156" y="146375"/>
                    <a:pt x="103121" y="146601"/>
                    <a:pt x="103085" y="146828"/>
                  </a:cubicBezTo>
                  <a:cubicBezTo>
                    <a:pt x="104573" y="146685"/>
                    <a:pt x="106109" y="146554"/>
                    <a:pt x="107669" y="146447"/>
                  </a:cubicBezTo>
                  <a:cubicBezTo>
                    <a:pt x="109240" y="146554"/>
                    <a:pt x="110764" y="146685"/>
                    <a:pt x="112265" y="146828"/>
                  </a:cubicBezTo>
                  <a:cubicBezTo>
                    <a:pt x="112217" y="146601"/>
                    <a:pt x="112181" y="146375"/>
                    <a:pt x="112146" y="146161"/>
                  </a:cubicBezTo>
                  <a:cubicBezTo>
                    <a:pt x="115979" y="145947"/>
                    <a:pt x="120075" y="145792"/>
                    <a:pt x="124504" y="145697"/>
                  </a:cubicBezTo>
                  <a:cubicBezTo>
                    <a:pt x="125022" y="144156"/>
                    <a:pt x="125413" y="143165"/>
                    <a:pt x="125645" y="143165"/>
                  </a:cubicBezTo>
                  <a:cubicBezTo>
                    <a:pt x="125846" y="143165"/>
                    <a:pt x="125929" y="143902"/>
                    <a:pt x="125873" y="145661"/>
                  </a:cubicBezTo>
                  <a:cubicBezTo>
                    <a:pt x="126100" y="145661"/>
                    <a:pt x="126302" y="145661"/>
                    <a:pt x="126528" y="145649"/>
                  </a:cubicBezTo>
                  <a:cubicBezTo>
                    <a:pt x="127181" y="144357"/>
                    <a:pt x="127670" y="143321"/>
                    <a:pt x="127939" y="143321"/>
                  </a:cubicBezTo>
                  <a:cubicBezTo>
                    <a:pt x="128150" y="143321"/>
                    <a:pt x="128225" y="143963"/>
                    <a:pt x="128136" y="145625"/>
                  </a:cubicBezTo>
                  <a:cubicBezTo>
                    <a:pt x="130541" y="145589"/>
                    <a:pt x="133184" y="145554"/>
                    <a:pt x="135946" y="145530"/>
                  </a:cubicBezTo>
                  <a:cubicBezTo>
                    <a:pt x="138720" y="145554"/>
                    <a:pt x="141352" y="145589"/>
                    <a:pt x="143757" y="145625"/>
                  </a:cubicBezTo>
                  <a:cubicBezTo>
                    <a:pt x="143667" y="143963"/>
                    <a:pt x="143745" y="143321"/>
                    <a:pt x="143959" y="143321"/>
                  </a:cubicBezTo>
                  <a:cubicBezTo>
                    <a:pt x="144230" y="143321"/>
                    <a:pt x="144723" y="144357"/>
                    <a:pt x="145376" y="145649"/>
                  </a:cubicBezTo>
                  <a:cubicBezTo>
                    <a:pt x="145590" y="145661"/>
                    <a:pt x="145804" y="145661"/>
                    <a:pt x="146019" y="145661"/>
                  </a:cubicBezTo>
                  <a:cubicBezTo>
                    <a:pt x="145964" y="143902"/>
                    <a:pt x="146046" y="143165"/>
                    <a:pt x="146247" y="143165"/>
                  </a:cubicBezTo>
                  <a:cubicBezTo>
                    <a:pt x="146479" y="143165"/>
                    <a:pt x="146870" y="144156"/>
                    <a:pt x="147388" y="145697"/>
                  </a:cubicBezTo>
                  <a:cubicBezTo>
                    <a:pt x="151817" y="145792"/>
                    <a:pt x="155913" y="145947"/>
                    <a:pt x="159759" y="146161"/>
                  </a:cubicBezTo>
                  <a:cubicBezTo>
                    <a:pt x="159711" y="146375"/>
                    <a:pt x="159675" y="146601"/>
                    <a:pt x="159640" y="146828"/>
                  </a:cubicBezTo>
                  <a:cubicBezTo>
                    <a:pt x="161128" y="146685"/>
                    <a:pt x="162664" y="146554"/>
                    <a:pt x="164223" y="146447"/>
                  </a:cubicBezTo>
                  <a:cubicBezTo>
                    <a:pt x="165795" y="146554"/>
                    <a:pt x="167319" y="146685"/>
                    <a:pt x="168819" y="146828"/>
                  </a:cubicBezTo>
                  <a:cubicBezTo>
                    <a:pt x="168772" y="146601"/>
                    <a:pt x="168736" y="146375"/>
                    <a:pt x="168700" y="146161"/>
                  </a:cubicBezTo>
                  <a:cubicBezTo>
                    <a:pt x="171915" y="145982"/>
                    <a:pt x="175296" y="145851"/>
                    <a:pt x="178916" y="145744"/>
                  </a:cubicBezTo>
                  <a:cubicBezTo>
                    <a:pt x="179702" y="145304"/>
                    <a:pt x="180464" y="144792"/>
                    <a:pt x="181309" y="144435"/>
                  </a:cubicBezTo>
                  <a:lnTo>
                    <a:pt x="181309" y="144435"/>
                  </a:lnTo>
                  <a:cubicBezTo>
                    <a:pt x="181190" y="145256"/>
                    <a:pt x="181059" y="146054"/>
                    <a:pt x="180916" y="146816"/>
                  </a:cubicBezTo>
                  <a:cubicBezTo>
                    <a:pt x="186714" y="146268"/>
                    <a:pt x="193001" y="145947"/>
                    <a:pt x="200204" y="145744"/>
                  </a:cubicBezTo>
                  <a:cubicBezTo>
                    <a:pt x="200347" y="145661"/>
                    <a:pt x="200490" y="145578"/>
                    <a:pt x="200645" y="145494"/>
                  </a:cubicBezTo>
                  <a:cubicBezTo>
                    <a:pt x="201770" y="145488"/>
                    <a:pt x="202904" y="145485"/>
                    <a:pt x="204039" y="145485"/>
                  </a:cubicBezTo>
                  <a:cubicBezTo>
                    <a:pt x="205175" y="145485"/>
                    <a:pt x="206312" y="145488"/>
                    <a:pt x="207443" y="145494"/>
                  </a:cubicBezTo>
                  <a:cubicBezTo>
                    <a:pt x="207443" y="145530"/>
                    <a:pt x="207443" y="145566"/>
                    <a:pt x="207431" y="145601"/>
                  </a:cubicBezTo>
                  <a:cubicBezTo>
                    <a:pt x="209741" y="145566"/>
                    <a:pt x="212253" y="145542"/>
                    <a:pt x="214873" y="145518"/>
                  </a:cubicBezTo>
                  <a:cubicBezTo>
                    <a:pt x="218004" y="145542"/>
                    <a:pt x="220981" y="145578"/>
                    <a:pt x="223683" y="145625"/>
                  </a:cubicBezTo>
                  <a:cubicBezTo>
                    <a:pt x="223671" y="145578"/>
                    <a:pt x="223671" y="145530"/>
                    <a:pt x="223671" y="145494"/>
                  </a:cubicBezTo>
                  <a:cubicBezTo>
                    <a:pt x="224183" y="145494"/>
                    <a:pt x="224695" y="145482"/>
                    <a:pt x="225207" y="145482"/>
                  </a:cubicBezTo>
                  <a:cubicBezTo>
                    <a:pt x="225243" y="145542"/>
                    <a:pt x="225267" y="145601"/>
                    <a:pt x="225291" y="145649"/>
                  </a:cubicBezTo>
                  <a:cubicBezTo>
                    <a:pt x="225517" y="145661"/>
                    <a:pt x="225731" y="145661"/>
                    <a:pt x="225945" y="145661"/>
                  </a:cubicBezTo>
                  <a:cubicBezTo>
                    <a:pt x="225945" y="145601"/>
                    <a:pt x="225934" y="145542"/>
                    <a:pt x="225934" y="145482"/>
                  </a:cubicBezTo>
                  <a:cubicBezTo>
                    <a:pt x="226374" y="145482"/>
                    <a:pt x="226803" y="145482"/>
                    <a:pt x="227243" y="145494"/>
                  </a:cubicBezTo>
                  <a:cubicBezTo>
                    <a:pt x="227267" y="145554"/>
                    <a:pt x="227291" y="145625"/>
                    <a:pt x="227315" y="145697"/>
                  </a:cubicBezTo>
                  <a:cubicBezTo>
                    <a:pt x="235411" y="145875"/>
                    <a:pt x="242376" y="146220"/>
                    <a:pt x="248734" y="146816"/>
                  </a:cubicBezTo>
                  <a:cubicBezTo>
                    <a:pt x="248651" y="146363"/>
                    <a:pt x="248579" y="145899"/>
                    <a:pt x="248508" y="145423"/>
                  </a:cubicBezTo>
                  <a:lnTo>
                    <a:pt x="248508" y="145423"/>
                  </a:lnTo>
                  <a:cubicBezTo>
                    <a:pt x="248532" y="145506"/>
                    <a:pt x="248567" y="145601"/>
                    <a:pt x="248591" y="145697"/>
                  </a:cubicBezTo>
                  <a:cubicBezTo>
                    <a:pt x="256699" y="145875"/>
                    <a:pt x="263664" y="146220"/>
                    <a:pt x="270022" y="146816"/>
                  </a:cubicBezTo>
                  <a:cubicBezTo>
                    <a:pt x="268463" y="138065"/>
                    <a:pt x="268082" y="126123"/>
                    <a:pt x="268606" y="114598"/>
                  </a:cubicBezTo>
                  <a:cubicBezTo>
                    <a:pt x="267939" y="114478"/>
                    <a:pt x="263926" y="114038"/>
                    <a:pt x="266462" y="113466"/>
                  </a:cubicBezTo>
                  <a:cubicBezTo>
                    <a:pt x="266546" y="113288"/>
                    <a:pt x="266808" y="113347"/>
                    <a:pt x="266974" y="113312"/>
                  </a:cubicBezTo>
                  <a:cubicBezTo>
                    <a:pt x="267105" y="113205"/>
                    <a:pt x="267236" y="113109"/>
                    <a:pt x="267367" y="113002"/>
                  </a:cubicBezTo>
                  <a:cubicBezTo>
                    <a:pt x="267391" y="112954"/>
                    <a:pt x="267403" y="112919"/>
                    <a:pt x="267415" y="112871"/>
                  </a:cubicBezTo>
                  <a:cubicBezTo>
                    <a:pt x="258878" y="111740"/>
                    <a:pt x="264557" y="111323"/>
                    <a:pt x="268856" y="110121"/>
                  </a:cubicBezTo>
                  <a:cubicBezTo>
                    <a:pt x="268951" y="108668"/>
                    <a:pt x="269070" y="107228"/>
                    <a:pt x="269189" y="105811"/>
                  </a:cubicBezTo>
                  <a:cubicBezTo>
                    <a:pt x="269463" y="105846"/>
                    <a:pt x="269749" y="105870"/>
                    <a:pt x="270022" y="105894"/>
                  </a:cubicBezTo>
                  <a:cubicBezTo>
                    <a:pt x="269832" y="104834"/>
                    <a:pt x="269653" y="103727"/>
                    <a:pt x="269510" y="102584"/>
                  </a:cubicBezTo>
                  <a:cubicBezTo>
                    <a:pt x="270094" y="97036"/>
                    <a:pt x="270903" y="91940"/>
                    <a:pt x="271904" y="87809"/>
                  </a:cubicBezTo>
                  <a:lnTo>
                    <a:pt x="271904" y="87809"/>
                  </a:lnTo>
                  <a:cubicBezTo>
                    <a:pt x="270725" y="87928"/>
                    <a:pt x="269570" y="88047"/>
                    <a:pt x="268451" y="88154"/>
                  </a:cubicBezTo>
                  <a:cubicBezTo>
                    <a:pt x="268320" y="83427"/>
                    <a:pt x="268379" y="78510"/>
                    <a:pt x="268606" y="73664"/>
                  </a:cubicBezTo>
                  <a:cubicBezTo>
                    <a:pt x="267939" y="73557"/>
                    <a:pt x="263926" y="73104"/>
                    <a:pt x="266462" y="72545"/>
                  </a:cubicBezTo>
                  <a:cubicBezTo>
                    <a:pt x="266546" y="72366"/>
                    <a:pt x="266808" y="72426"/>
                    <a:pt x="266974" y="72390"/>
                  </a:cubicBezTo>
                  <a:cubicBezTo>
                    <a:pt x="267105" y="72283"/>
                    <a:pt x="267236" y="72176"/>
                    <a:pt x="267367" y="72069"/>
                  </a:cubicBezTo>
                  <a:cubicBezTo>
                    <a:pt x="267391" y="72033"/>
                    <a:pt x="267403" y="71985"/>
                    <a:pt x="267415" y="71949"/>
                  </a:cubicBezTo>
                  <a:cubicBezTo>
                    <a:pt x="258878" y="70818"/>
                    <a:pt x="264557" y="70402"/>
                    <a:pt x="268856" y="69199"/>
                  </a:cubicBezTo>
                  <a:cubicBezTo>
                    <a:pt x="269415" y="60770"/>
                    <a:pt x="270463" y="52840"/>
                    <a:pt x="271904" y="46875"/>
                  </a:cubicBezTo>
                  <a:lnTo>
                    <a:pt x="271904" y="46875"/>
                  </a:lnTo>
                  <a:cubicBezTo>
                    <a:pt x="270606" y="47006"/>
                    <a:pt x="269344" y="47137"/>
                    <a:pt x="268105" y="47256"/>
                  </a:cubicBezTo>
                  <a:cubicBezTo>
                    <a:pt x="267713" y="40803"/>
                    <a:pt x="267689" y="33719"/>
                    <a:pt x="268010" y="26789"/>
                  </a:cubicBezTo>
                  <a:cubicBezTo>
                    <a:pt x="267343" y="26670"/>
                    <a:pt x="263331" y="26230"/>
                    <a:pt x="265867" y="25658"/>
                  </a:cubicBezTo>
                  <a:cubicBezTo>
                    <a:pt x="265950" y="25479"/>
                    <a:pt x="266212" y="25539"/>
                    <a:pt x="266379" y="25503"/>
                  </a:cubicBezTo>
                  <a:cubicBezTo>
                    <a:pt x="266510" y="25396"/>
                    <a:pt x="266641" y="25301"/>
                    <a:pt x="266772" y="25194"/>
                  </a:cubicBezTo>
                  <a:cubicBezTo>
                    <a:pt x="266796" y="25146"/>
                    <a:pt x="266808" y="25110"/>
                    <a:pt x="266820" y="25063"/>
                  </a:cubicBezTo>
                  <a:cubicBezTo>
                    <a:pt x="258283" y="23932"/>
                    <a:pt x="263962" y="23515"/>
                    <a:pt x="268260" y="22312"/>
                  </a:cubicBezTo>
                  <a:cubicBezTo>
                    <a:pt x="268415" y="19919"/>
                    <a:pt x="268856" y="15300"/>
                    <a:pt x="268856" y="15300"/>
                  </a:cubicBezTo>
                  <a:lnTo>
                    <a:pt x="254901" y="1453"/>
                  </a:lnTo>
                  <a:cubicBezTo>
                    <a:pt x="254901" y="1453"/>
                    <a:pt x="251413" y="1679"/>
                    <a:pt x="249615" y="1774"/>
                  </a:cubicBezTo>
                  <a:cubicBezTo>
                    <a:pt x="249746" y="1167"/>
                    <a:pt x="249889" y="572"/>
                    <a:pt x="250020" y="0"/>
                  </a:cubicBezTo>
                  <a:lnTo>
                    <a:pt x="250020" y="0"/>
                  </a:lnTo>
                  <a:cubicBezTo>
                    <a:pt x="240828" y="929"/>
                    <a:pt x="233577" y="1572"/>
                    <a:pt x="225017" y="1929"/>
                  </a:cubicBezTo>
                  <a:cubicBezTo>
                    <a:pt x="224814" y="2179"/>
                    <a:pt x="224600" y="2441"/>
                    <a:pt x="224386" y="2715"/>
                  </a:cubicBezTo>
                  <a:cubicBezTo>
                    <a:pt x="223731" y="2953"/>
                    <a:pt x="223112" y="3274"/>
                    <a:pt x="222647" y="3751"/>
                  </a:cubicBezTo>
                  <a:cubicBezTo>
                    <a:pt x="222755" y="3346"/>
                    <a:pt x="222945" y="2774"/>
                    <a:pt x="223219" y="2000"/>
                  </a:cubicBezTo>
                  <a:cubicBezTo>
                    <a:pt x="223094" y="1992"/>
                    <a:pt x="222968" y="1988"/>
                    <a:pt x="222843" y="1988"/>
                  </a:cubicBezTo>
                  <a:cubicBezTo>
                    <a:pt x="221740" y="1988"/>
                    <a:pt x="220632" y="2285"/>
                    <a:pt x="219537" y="2285"/>
                  </a:cubicBezTo>
                  <a:cubicBezTo>
                    <a:pt x="219371" y="2285"/>
                    <a:pt x="219205" y="2278"/>
                    <a:pt x="219040" y="2262"/>
                  </a:cubicBezTo>
                  <a:cubicBezTo>
                    <a:pt x="218567" y="2506"/>
                    <a:pt x="218202" y="2952"/>
                    <a:pt x="217926" y="2952"/>
                  </a:cubicBezTo>
                  <a:cubicBezTo>
                    <a:pt x="217744" y="2952"/>
                    <a:pt x="217601" y="2757"/>
                    <a:pt x="217492" y="2179"/>
                  </a:cubicBezTo>
                  <a:cubicBezTo>
                    <a:pt x="216420" y="2203"/>
                    <a:pt x="215337" y="2227"/>
                    <a:pt x="214218" y="2239"/>
                  </a:cubicBezTo>
                  <a:cubicBezTo>
                    <a:pt x="210515" y="2179"/>
                    <a:pt x="207169" y="2084"/>
                    <a:pt x="204002" y="1965"/>
                  </a:cubicBezTo>
                  <a:cubicBezTo>
                    <a:pt x="203967" y="2131"/>
                    <a:pt x="203943" y="2298"/>
                    <a:pt x="203919" y="2453"/>
                  </a:cubicBezTo>
                  <a:cubicBezTo>
                    <a:pt x="203550" y="2560"/>
                    <a:pt x="203181" y="2679"/>
                    <a:pt x="202824" y="2822"/>
                  </a:cubicBezTo>
                  <a:cubicBezTo>
                    <a:pt x="202776" y="2548"/>
                    <a:pt x="202728" y="2239"/>
                    <a:pt x="202681" y="1905"/>
                  </a:cubicBezTo>
                  <a:cubicBezTo>
                    <a:pt x="194453" y="1524"/>
                    <a:pt x="187357" y="905"/>
                    <a:pt x="178440" y="0"/>
                  </a:cubicBezTo>
                  <a:lnTo>
                    <a:pt x="178440" y="0"/>
                  </a:lnTo>
                  <a:cubicBezTo>
                    <a:pt x="178582" y="572"/>
                    <a:pt x="178713" y="1167"/>
                    <a:pt x="178844" y="1774"/>
                  </a:cubicBezTo>
                  <a:cubicBezTo>
                    <a:pt x="175773" y="1607"/>
                    <a:pt x="172832" y="1417"/>
                    <a:pt x="169831" y="1179"/>
                  </a:cubicBezTo>
                  <a:cubicBezTo>
                    <a:pt x="169927" y="774"/>
                    <a:pt x="170010" y="381"/>
                    <a:pt x="170105" y="0"/>
                  </a:cubicBezTo>
                  <a:lnTo>
                    <a:pt x="170105" y="0"/>
                  </a:lnTo>
                  <a:cubicBezTo>
                    <a:pt x="167843" y="226"/>
                    <a:pt x="165700" y="441"/>
                    <a:pt x="163628" y="631"/>
                  </a:cubicBezTo>
                  <a:cubicBezTo>
                    <a:pt x="161556" y="441"/>
                    <a:pt x="159413" y="226"/>
                    <a:pt x="157163" y="0"/>
                  </a:cubicBezTo>
                  <a:lnTo>
                    <a:pt x="157163" y="0"/>
                  </a:lnTo>
                  <a:cubicBezTo>
                    <a:pt x="157246" y="381"/>
                    <a:pt x="157342" y="774"/>
                    <a:pt x="157425" y="1179"/>
                  </a:cubicBezTo>
                  <a:cubicBezTo>
                    <a:pt x="153377" y="1500"/>
                    <a:pt x="149400" y="1750"/>
                    <a:pt x="145102" y="1929"/>
                  </a:cubicBezTo>
                  <a:cubicBezTo>
                    <a:pt x="144154" y="3043"/>
                    <a:pt x="143049" y="4616"/>
                    <a:pt x="142712" y="4616"/>
                  </a:cubicBezTo>
                  <a:cubicBezTo>
                    <a:pt x="142491" y="4616"/>
                    <a:pt x="142601" y="3936"/>
                    <a:pt x="143304" y="2000"/>
                  </a:cubicBezTo>
                  <a:cubicBezTo>
                    <a:pt x="143179" y="1992"/>
                    <a:pt x="143053" y="1988"/>
                    <a:pt x="142928" y="1988"/>
                  </a:cubicBezTo>
                  <a:cubicBezTo>
                    <a:pt x="141825" y="1988"/>
                    <a:pt x="140718" y="2285"/>
                    <a:pt x="139622" y="2285"/>
                  </a:cubicBezTo>
                  <a:cubicBezTo>
                    <a:pt x="139456" y="2285"/>
                    <a:pt x="139290" y="2278"/>
                    <a:pt x="139125" y="2262"/>
                  </a:cubicBezTo>
                  <a:cubicBezTo>
                    <a:pt x="138780" y="2441"/>
                    <a:pt x="138494" y="2715"/>
                    <a:pt x="138256" y="2858"/>
                  </a:cubicBezTo>
                  <a:lnTo>
                    <a:pt x="138256" y="2250"/>
                  </a:lnTo>
                  <a:cubicBezTo>
                    <a:pt x="138030" y="2250"/>
                    <a:pt x="137803" y="2239"/>
                    <a:pt x="137589" y="2239"/>
                  </a:cubicBezTo>
                  <a:cubicBezTo>
                    <a:pt x="137577" y="2215"/>
                    <a:pt x="137577" y="2203"/>
                    <a:pt x="137565" y="2179"/>
                  </a:cubicBezTo>
                  <a:cubicBezTo>
                    <a:pt x="137041" y="2191"/>
                    <a:pt x="136494" y="2203"/>
                    <a:pt x="135946" y="2215"/>
                  </a:cubicBezTo>
                  <a:cubicBezTo>
                    <a:pt x="135410" y="2203"/>
                    <a:pt x="134863" y="2191"/>
                    <a:pt x="134327" y="2179"/>
                  </a:cubicBezTo>
                  <a:cubicBezTo>
                    <a:pt x="134327" y="2203"/>
                    <a:pt x="134327" y="2215"/>
                    <a:pt x="134315" y="2239"/>
                  </a:cubicBezTo>
                  <a:cubicBezTo>
                    <a:pt x="134089" y="2239"/>
                    <a:pt x="133874" y="2250"/>
                    <a:pt x="133648" y="2250"/>
                  </a:cubicBezTo>
                  <a:lnTo>
                    <a:pt x="133648" y="2858"/>
                  </a:lnTo>
                  <a:cubicBezTo>
                    <a:pt x="133410" y="2715"/>
                    <a:pt x="133124" y="2441"/>
                    <a:pt x="132779" y="2262"/>
                  </a:cubicBezTo>
                  <a:cubicBezTo>
                    <a:pt x="132604" y="2280"/>
                    <a:pt x="132429" y="2288"/>
                    <a:pt x="132254" y="2288"/>
                  </a:cubicBezTo>
                  <a:cubicBezTo>
                    <a:pt x="131165" y="2288"/>
                    <a:pt x="130064" y="1988"/>
                    <a:pt x="128968" y="1988"/>
                  </a:cubicBezTo>
                  <a:cubicBezTo>
                    <a:pt x="128845" y="1988"/>
                    <a:pt x="128723" y="1992"/>
                    <a:pt x="128600" y="2000"/>
                  </a:cubicBezTo>
                  <a:cubicBezTo>
                    <a:pt x="129303" y="3936"/>
                    <a:pt x="129413" y="4616"/>
                    <a:pt x="129192" y="4616"/>
                  </a:cubicBezTo>
                  <a:cubicBezTo>
                    <a:pt x="128855" y="4616"/>
                    <a:pt x="127750" y="3043"/>
                    <a:pt x="126802" y="1929"/>
                  </a:cubicBezTo>
                  <a:cubicBezTo>
                    <a:pt x="122492" y="1750"/>
                    <a:pt x="118527" y="1500"/>
                    <a:pt x="114467" y="1179"/>
                  </a:cubicBezTo>
                  <a:cubicBezTo>
                    <a:pt x="114562" y="774"/>
                    <a:pt x="114646" y="381"/>
                    <a:pt x="114741" y="0"/>
                  </a:cubicBezTo>
                  <a:lnTo>
                    <a:pt x="114741" y="0"/>
                  </a:lnTo>
                  <a:cubicBezTo>
                    <a:pt x="112491" y="226"/>
                    <a:pt x="110348" y="441"/>
                    <a:pt x="108276" y="631"/>
                  </a:cubicBezTo>
                  <a:cubicBezTo>
                    <a:pt x="106192" y="441"/>
                    <a:pt x="104061" y="226"/>
                    <a:pt x="101799" y="0"/>
                  </a:cubicBezTo>
                  <a:lnTo>
                    <a:pt x="101799" y="0"/>
                  </a:lnTo>
                  <a:cubicBezTo>
                    <a:pt x="101894" y="381"/>
                    <a:pt x="101978" y="774"/>
                    <a:pt x="102073" y="1179"/>
                  </a:cubicBezTo>
                  <a:cubicBezTo>
                    <a:pt x="99072" y="1417"/>
                    <a:pt x="96132" y="1607"/>
                    <a:pt x="93060" y="1774"/>
                  </a:cubicBezTo>
                  <a:cubicBezTo>
                    <a:pt x="93191" y="1167"/>
                    <a:pt x="93322" y="572"/>
                    <a:pt x="93465" y="0"/>
                  </a:cubicBezTo>
                  <a:lnTo>
                    <a:pt x="93465" y="0"/>
                  </a:lnTo>
                  <a:cubicBezTo>
                    <a:pt x="84535" y="905"/>
                    <a:pt x="77439" y="1524"/>
                    <a:pt x="69212" y="1905"/>
                  </a:cubicBezTo>
                  <a:cubicBezTo>
                    <a:pt x="69164" y="2239"/>
                    <a:pt x="69116" y="2548"/>
                    <a:pt x="69081" y="2822"/>
                  </a:cubicBezTo>
                  <a:cubicBezTo>
                    <a:pt x="68723" y="2667"/>
                    <a:pt x="68342" y="2548"/>
                    <a:pt x="67973" y="2453"/>
                  </a:cubicBezTo>
                  <a:cubicBezTo>
                    <a:pt x="67950" y="2298"/>
                    <a:pt x="67926" y="2131"/>
                    <a:pt x="67902" y="1953"/>
                  </a:cubicBezTo>
                  <a:cubicBezTo>
                    <a:pt x="64735" y="2084"/>
                    <a:pt x="61377" y="2179"/>
                    <a:pt x="57686" y="2239"/>
                  </a:cubicBezTo>
                  <a:cubicBezTo>
                    <a:pt x="56567" y="2227"/>
                    <a:pt x="55472" y="2203"/>
                    <a:pt x="54412" y="2179"/>
                  </a:cubicBezTo>
                  <a:cubicBezTo>
                    <a:pt x="54303" y="2757"/>
                    <a:pt x="54160" y="2952"/>
                    <a:pt x="53977" y="2952"/>
                  </a:cubicBezTo>
                  <a:cubicBezTo>
                    <a:pt x="53701" y="2952"/>
                    <a:pt x="53333" y="2506"/>
                    <a:pt x="52852" y="2262"/>
                  </a:cubicBezTo>
                  <a:cubicBezTo>
                    <a:pt x="52687" y="2278"/>
                    <a:pt x="52522" y="2285"/>
                    <a:pt x="52356" y="2285"/>
                  </a:cubicBezTo>
                  <a:cubicBezTo>
                    <a:pt x="51262" y="2285"/>
                    <a:pt x="50161" y="1988"/>
                    <a:pt x="49052" y="1988"/>
                  </a:cubicBezTo>
                  <a:cubicBezTo>
                    <a:pt x="48926" y="1988"/>
                    <a:pt x="48800" y="1992"/>
                    <a:pt x="48673" y="2000"/>
                  </a:cubicBezTo>
                  <a:cubicBezTo>
                    <a:pt x="48959" y="2774"/>
                    <a:pt x="49138" y="3346"/>
                    <a:pt x="49257" y="3751"/>
                  </a:cubicBezTo>
                  <a:cubicBezTo>
                    <a:pt x="48792" y="3274"/>
                    <a:pt x="48173" y="2953"/>
                    <a:pt x="47518" y="2703"/>
                  </a:cubicBezTo>
                  <a:cubicBezTo>
                    <a:pt x="47304" y="2441"/>
                    <a:pt x="47090" y="2179"/>
                    <a:pt x="46875" y="1929"/>
                  </a:cubicBezTo>
                  <a:cubicBezTo>
                    <a:pt x="38315" y="1572"/>
                    <a:pt x="31064" y="929"/>
                    <a:pt x="21872" y="0"/>
                  </a:cubicBezTo>
                  <a:lnTo>
                    <a:pt x="21872" y="0"/>
                  </a:lnTo>
                  <a:cubicBezTo>
                    <a:pt x="22015" y="572"/>
                    <a:pt x="22146" y="1167"/>
                    <a:pt x="22277" y="1774"/>
                  </a:cubicBezTo>
                  <a:cubicBezTo>
                    <a:pt x="15098" y="1393"/>
                    <a:pt x="8573" y="810"/>
                    <a:pt x="5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25"/>
            <p:cNvSpPr/>
            <p:nvPr/>
          </p:nvSpPr>
          <p:spPr>
            <a:xfrm>
              <a:off x="283950" y="193150"/>
              <a:ext cx="8615526" cy="4752359"/>
            </a:xfrm>
            <a:custGeom>
              <a:rect b="b" l="l" r="r" t="t"/>
              <a:pathLst>
                <a:path extrusionOk="0" h="146757" w="269046">
                  <a:moveTo>
                    <a:pt x="21241" y="131"/>
                  </a:moveTo>
                  <a:cubicBezTo>
                    <a:pt x="20884" y="346"/>
                    <a:pt x="20527" y="572"/>
                    <a:pt x="20170" y="798"/>
                  </a:cubicBezTo>
                  <a:cubicBezTo>
                    <a:pt x="20217" y="953"/>
                    <a:pt x="20253" y="1120"/>
                    <a:pt x="20289" y="1286"/>
                  </a:cubicBezTo>
                  <a:cubicBezTo>
                    <a:pt x="20860" y="929"/>
                    <a:pt x="21432" y="560"/>
                    <a:pt x="22015" y="203"/>
                  </a:cubicBezTo>
                  <a:cubicBezTo>
                    <a:pt x="21753" y="179"/>
                    <a:pt x="21503" y="155"/>
                    <a:pt x="21241" y="131"/>
                  </a:cubicBezTo>
                  <a:close/>
                  <a:moveTo>
                    <a:pt x="18777" y="1691"/>
                  </a:moveTo>
                  <a:cubicBezTo>
                    <a:pt x="18515" y="1858"/>
                    <a:pt x="18265" y="2012"/>
                    <a:pt x="18015" y="2179"/>
                  </a:cubicBezTo>
                  <a:cubicBezTo>
                    <a:pt x="11788" y="6263"/>
                    <a:pt x="6156" y="10644"/>
                    <a:pt x="1155" y="15252"/>
                  </a:cubicBezTo>
                  <a:cubicBezTo>
                    <a:pt x="1179" y="15455"/>
                    <a:pt x="1203" y="15657"/>
                    <a:pt x="1215" y="15848"/>
                  </a:cubicBezTo>
                  <a:cubicBezTo>
                    <a:pt x="6263" y="11156"/>
                    <a:pt x="11966" y="6727"/>
                    <a:pt x="18277" y="2584"/>
                  </a:cubicBezTo>
                  <a:cubicBezTo>
                    <a:pt x="18705" y="2298"/>
                    <a:pt x="19146" y="2012"/>
                    <a:pt x="19574" y="1739"/>
                  </a:cubicBezTo>
                  <a:cubicBezTo>
                    <a:pt x="19312" y="1727"/>
                    <a:pt x="19039" y="1703"/>
                    <a:pt x="18777" y="1691"/>
                  </a:cubicBezTo>
                  <a:close/>
                  <a:moveTo>
                    <a:pt x="257199" y="5608"/>
                  </a:moveTo>
                  <a:cubicBezTo>
                    <a:pt x="259819" y="11180"/>
                    <a:pt x="262128" y="16943"/>
                    <a:pt x="264105" y="22884"/>
                  </a:cubicBezTo>
                  <a:cubicBezTo>
                    <a:pt x="264307" y="22836"/>
                    <a:pt x="264522" y="22789"/>
                    <a:pt x="264736" y="22741"/>
                  </a:cubicBezTo>
                  <a:cubicBezTo>
                    <a:pt x="262950" y="17360"/>
                    <a:pt x="260890" y="12085"/>
                    <a:pt x="258557" y="6942"/>
                  </a:cubicBezTo>
                  <a:lnTo>
                    <a:pt x="257199" y="5608"/>
                  </a:lnTo>
                  <a:close/>
                  <a:moveTo>
                    <a:pt x="234685" y="1239"/>
                  </a:moveTo>
                  <a:cubicBezTo>
                    <a:pt x="234423" y="1262"/>
                    <a:pt x="234149" y="1286"/>
                    <a:pt x="233887" y="1298"/>
                  </a:cubicBezTo>
                  <a:cubicBezTo>
                    <a:pt x="234554" y="1727"/>
                    <a:pt x="235220" y="2143"/>
                    <a:pt x="235875" y="2584"/>
                  </a:cubicBezTo>
                  <a:cubicBezTo>
                    <a:pt x="245662" y="9001"/>
                    <a:pt x="253961" y="16145"/>
                    <a:pt x="260676" y="23813"/>
                  </a:cubicBezTo>
                  <a:cubicBezTo>
                    <a:pt x="260783" y="23741"/>
                    <a:pt x="260938" y="23682"/>
                    <a:pt x="261140" y="23610"/>
                  </a:cubicBezTo>
                  <a:cubicBezTo>
                    <a:pt x="254377" y="15871"/>
                    <a:pt x="246007" y="8656"/>
                    <a:pt x="236137" y="2179"/>
                  </a:cubicBezTo>
                  <a:cubicBezTo>
                    <a:pt x="235649" y="1870"/>
                    <a:pt x="235173" y="1548"/>
                    <a:pt x="234685" y="1239"/>
                  </a:cubicBezTo>
                  <a:close/>
                  <a:moveTo>
                    <a:pt x="264807" y="25051"/>
                  </a:moveTo>
                  <a:lnTo>
                    <a:pt x="264867" y="25218"/>
                  </a:lnTo>
                  <a:cubicBezTo>
                    <a:pt x="264879" y="25218"/>
                    <a:pt x="264879" y="25206"/>
                    <a:pt x="264891" y="25194"/>
                  </a:cubicBezTo>
                  <a:cubicBezTo>
                    <a:pt x="264914" y="25158"/>
                    <a:pt x="264926" y="25111"/>
                    <a:pt x="264938" y="25075"/>
                  </a:cubicBezTo>
                  <a:cubicBezTo>
                    <a:pt x="264891" y="25063"/>
                    <a:pt x="264855" y="25063"/>
                    <a:pt x="264807" y="25051"/>
                  </a:cubicBezTo>
                  <a:close/>
                  <a:moveTo>
                    <a:pt x="265319" y="26670"/>
                  </a:moveTo>
                  <a:lnTo>
                    <a:pt x="265319" y="26670"/>
                  </a:lnTo>
                  <a:cubicBezTo>
                    <a:pt x="265557" y="27480"/>
                    <a:pt x="265807" y="28290"/>
                    <a:pt x="266034" y="29099"/>
                  </a:cubicBezTo>
                  <a:cubicBezTo>
                    <a:pt x="266057" y="28444"/>
                    <a:pt x="266081" y="27789"/>
                    <a:pt x="266117" y="27135"/>
                  </a:cubicBezTo>
                  <a:cubicBezTo>
                    <a:pt x="266081" y="27016"/>
                    <a:pt x="266046" y="26896"/>
                    <a:pt x="266010" y="26777"/>
                  </a:cubicBezTo>
                  <a:cubicBezTo>
                    <a:pt x="265843" y="26754"/>
                    <a:pt x="265593" y="26718"/>
                    <a:pt x="265319" y="26670"/>
                  </a:cubicBezTo>
                  <a:close/>
                  <a:moveTo>
                    <a:pt x="261188" y="24408"/>
                  </a:moveTo>
                  <a:lnTo>
                    <a:pt x="261188" y="24408"/>
                  </a:lnTo>
                  <a:cubicBezTo>
                    <a:pt x="262902" y="26396"/>
                    <a:pt x="264498" y="28409"/>
                    <a:pt x="265998" y="30456"/>
                  </a:cubicBezTo>
                  <a:cubicBezTo>
                    <a:pt x="265998" y="30195"/>
                    <a:pt x="266010" y="29944"/>
                    <a:pt x="266022" y="29683"/>
                  </a:cubicBezTo>
                  <a:cubicBezTo>
                    <a:pt x="265153" y="28516"/>
                    <a:pt x="264260" y="27361"/>
                    <a:pt x="263331" y="26218"/>
                  </a:cubicBezTo>
                  <a:cubicBezTo>
                    <a:pt x="263200" y="26158"/>
                    <a:pt x="263140" y="26087"/>
                    <a:pt x="263164" y="26015"/>
                  </a:cubicBezTo>
                  <a:cubicBezTo>
                    <a:pt x="262771" y="25539"/>
                    <a:pt x="262378" y="25075"/>
                    <a:pt x="261986" y="24599"/>
                  </a:cubicBezTo>
                  <a:cubicBezTo>
                    <a:pt x="261664" y="24539"/>
                    <a:pt x="261402" y="24468"/>
                    <a:pt x="261188" y="24408"/>
                  </a:cubicBezTo>
                  <a:close/>
                  <a:moveTo>
                    <a:pt x="127076" y="17431"/>
                  </a:moveTo>
                  <a:cubicBezTo>
                    <a:pt x="133339" y="17431"/>
                    <a:pt x="139506" y="17574"/>
                    <a:pt x="145578" y="17848"/>
                  </a:cubicBezTo>
                  <a:cubicBezTo>
                    <a:pt x="146150" y="29278"/>
                    <a:pt x="146554" y="41363"/>
                    <a:pt x="146769" y="53924"/>
                  </a:cubicBezTo>
                  <a:cubicBezTo>
                    <a:pt x="140292" y="53816"/>
                    <a:pt x="133720" y="53769"/>
                    <a:pt x="127076" y="53769"/>
                  </a:cubicBezTo>
                  <a:cubicBezTo>
                    <a:pt x="120432" y="53769"/>
                    <a:pt x="113860" y="53816"/>
                    <a:pt x="107371" y="53924"/>
                  </a:cubicBezTo>
                  <a:cubicBezTo>
                    <a:pt x="107585" y="41363"/>
                    <a:pt x="107990" y="29278"/>
                    <a:pt x="108562" y="17848"/>
                  </a:cubicBezTo>
                  <a:cubicBezTo>
                    <a:pt x="114634" y="17574"/>
                    <a:pt x="120813" y="17431"/>
                    <a:pt x="127076" y="17431"/>
                  </a:cubicBezTo>
                  <a:close/>
                  <a:moveTo>
                    <a:pt x="108359" y="17848"/>
                  </a:moveTo>
                  <a:cubicBezTo>
                    <a:pt x="107776" y="29385"/>
                    <a:pt x="107371" y="41482"/>
                    <a:pt x="107169" y="53924"/>
                  </a:cubicBezTo>
                  <a:cubicBezTo>
                    <a:pt x="94727" y="54138"/>
                    <a:pt x="82630" y="54531"/>
                    <a:pt x="71093" y="55114"/>
                  </a:cubicBezTo>
                  <a:cubicBezTo>
                    <a:pt x="71617" y="43244"/>
                    <a:pt x="72640" y="31766"/>
                    <a:pt x="74117" y="20872"/>
                  </a:cubicBezTo>
                  <a:cubicBezTo>
                    <a:pt x="85011" y="19407"/>
                    <a:pt x="96477" y="18384"/>
                    <a:pt x="108359" y="17848"/>
                  </a:cubicBezTo>
                  <a:close/>
                  <a:moveTo>
                    <a:pt x="145792" y="17860"/>
                  </a:moveTo>
                  <a:lnTo>
                    <a:pt x="145792" y="17860"/>
                  </a:lnTo>
                  <a:cubicBezTo>
                    <a:pt x="157675" y="18384"/>
                    <a:pt x="169141" y="19407"/>
                    <a:pt x="180035" y="20884"/>
                  </a:cubicBezTo>
                  <a:cubicBezTo>
                    <a:pt x="181499" y="31766"/>
                    <a:pt x="182523" y="43244"/>
                    <a:pt x="183059" y="55114"/>
                  </a:cubicBezTo>
                  <a:cubicBezTo>
                    <a:pt x="171522" y="54531"/>
                    <a:pt x="159425" y="54138"/>
                    <a:pt x="146983" y="53924"/>
                  </a:cubicBezTo>
                  <a:cubicBezTo>
                    <a:pt x="146781" y="41482"/>
                    <a:pt x="146376" y="29385"/>
                    <a:pt x="145792" y="17860"/>
                  </a:cubicBezTo>
                  <a:close/>
                  <a:moveTo>
                    <a:pt x="73724" y="20931"/>
                  </a:moveTo>
                  <a:lnTo>
                    <a:pt x="73724" y="20931"/>
                  </a:lnTo>
                  <a:cubicBezTo>
                    <a:pt x="72259" y="31909"/>
                    <a:pt x="71247" y="43375"/>
                    <a:pt x="70724" y="55138"/>
                  </a:cubicBezTo>
                  <a:cubicBezTo>
                    <a:pt x="54805" y="55948"/>
                    <a:pt x="39958" y="57103"/>
                    <a:pt x="26742" y="58579"/>
                  </a:cubicBezTo>
                  <a:cubicBezTo>
                    <a:pt x="27373" y="48816"/>
                    <a:pt x="28599" y="39255"/>
                    <a:pt x="30397" y="29992"/>
                  </a:cubicBezTo>
                  <a:cubicBezTo>
                    <a:pt x="43292" y="26158"/>
                    <a:pt x="57901" y="23086"/>
                    <a:pt x="73724" y="20931"/>
                  </a:cubicBezTo>
                  <a:close/>
                  <a:moveTo>
                    <a:pt x="180416" y="20931"/>
                  </a:moveTo>
                  <a:lnTo>
                    <a:pt x="180416" y="20931"/>
                  </a:lnTo>
                  <a:cubicBezTo>
                    <a:pt x="196251" y="23086"/>
                    <a:pt x="210860" y="26170"/>
                    <a:pt x="223755" y="29992"/>
                  </a:cubicBezTo>
                  <a:cubicBezTo>
                    <a:pt x="225552" y="39255"/>
                    <a:pt x="226779" y="48816"/>
                    <a:pt x="227410" y="58579"/>
                  </a:cubicBezTo>
                  <a:cubicBezTo>
                    <a:pt x="214194" y="57103"/>
                    <a:pt x="199335" y="55948"/>
                    <a:pt x="183416" y="55138"/>
                  </a:cubicBezTo>
                  <a:cubicBezTo>
                    <a:pt x="182904" y="43375"/>
                    <a:pt x="181892" y="31909"/>
                    <a:pt x="180416" y="20931"/>
                  </a:cubicBezTo>
                  <a:close/>
                  <a:moveTo>
                    <a:pt x="70724" y="55352"/>
                  </a:moveTo>
                  <a:cubicBezTo>
                    <a:pt x="70450" y="61436"/>
                    <a:pt x="70319" y="67616"/>
                    <a:pt x="70319" y="73843"/>
                  </a:cubicBezTo>
                  <a:cubicBezTo>
                    <a:pt x="70319" y="80070"/>
                    <a:pt x="70450" y="86237"/>
                    <a:pt x="70724" y="92321"/>
                  </a:cubicBezTo>
                  <a:cubicBezTo>
                    <a:pt x="54543" y="91500"/>
                    <a:pt x="39696" y="90333"/>
                    <a:pt x="26730" y="88892"/>
                  </a:cubicBezTo>
                  <a:cubicBezTo>
                    <a:pt x="26420" y="83915"/>
                    <a:pt x="26254" y="78891"/>
                    <a:pt x="26254" y="73843"/>
                  </a:cubicBezTo>
                  <a:cubicBezTo>
                    <a:pt x="26254" y="68783"/>
                    <a:pt x="26420" y="63758"/>
                    <a:pt x="26730" y="58781"/>
                  </a:cubicBezTo>
                  <a:cubicBezTo>
                    <a:pt x="39696" y="57341"/>
                    <a:pt x="54543" y="56174"/>
                    <a:pt x="70724" y="55352"/>
                  </a:cubicBezTo>
                  <a:close/>
                  <a:moveTo>
                    <a:pt x="183428" y="55352"/>
                  </a:moveTo>
                  <a:cubicBezTo>
                    <a:pt x="199609" y="56174"/>
                    <a:pt x="214444" y="57341"/>
                    <a:pt x="227410" y="58781"/>
                  </a:cubicBezTo>
                  <a:cubicBezTo>
                    <a:pt x="227731" y="63758"/>
                    <a:pt x="227886" y="68783"/>
                    <a:pt x="227886" y="73843"/>
                  </a:cubicBezTo>
                  <a:cubicBezTo>
                    <a:pt x="227886" y="78903"/>
                    <a:pt x="227731" y="83915"/>
                    <a:pt x="227410" y="88892"/>
                  </a:cubicBezTo>
                  <a:cubicBezTo>
                    <a:pt x="214444" y="90333"/>
                    <a:pt x="199609" y="91500"/>
                    <a:pt x="183428" y="92321"/>
                  </a:cubicBezTo>
                  <a:cubicBezTo>
                    <a:pt x="183690" y="86237"/>
                    <a:pt x="183833" y="80070"/>
                    <a:pt x="183833" y="73843"/>
                  </a:cubicBezTo>
                  <a:cubicBezTo>
                    <a:pt x="183833" y="67616"/>
                    <a:pt x="183690" y="61436"/>
                    <a:pt x="183428" y="55352"/>
                  </a:cubicBezTo>
                  <a:close/>
                  <a:moveTo>
                    <a:pt x="107157" y="54138"/>
                  </a:moveTo>
                  <a:cubicBezTo>
                    <a:pt x="107050" y="60627"/>
                    <a:pt x="107002" y="67199"/>
                    <a:pt x="107002" y="73843"/>
                  </a:cubicBezTo>
                  <a:cubicBezTo>
                    <a:pt x="107002" y="80475"/>
                    <a:pt x="107050" y="87047"/>
                    <a:pt x="107157" y="93536"/>
                  </a:cubicBezTo>
                  <a:cubicBezTo>
                    <a:pt x="94596" y="93321"/>
                    <a:pt x="82511" y="92917"/>
                    <a:pt x="71081" y="92345"/>
                  </a:cubicBezTo>
                  <a:cubicBezTo>
                    <a:pt x="70807" y="86273"/>
                    <a:pt x="70676" y="80105"/>
                    <a:pt x="70676" y="73843"/>
                  </a:cubicBezTo>
                  <a:cubicBezTo>
                    <a:pt x="70676" y="67580"/>
                    <a:pt x="70807" y="61401"/>
                    <a:pt x="71081" y="55329"/>
                  </a:cubicBezTo>
                  <a:cubicBezTo>
                    <a:pt x="82511" y="54757"/>
                    <a:pt x="94596" y="54352"/>
                    <a:pt x="107157" y="54138"/>
                  </a:cubicBezTo>
                  <a:close/>
                  <a:moveTo>
                    <a:pt x="146983" y="54138"/>
                  </a:moveTo>
                  <a:cubicBezTo>
                    <a:pt x="159544" y="54352"/>
                    <a:pt x="171641" y="54757"/>
                    <a:pt x="183071" y="55329"/>
                  </a:cubicBezTo>
                  <a:cubicBezTo>
                    <a:pt x="183333" y="61401"/>
                    <a:pt x="183476" y="67568"/>
                    <a:pt x="183476" y="73831"/>
                  </a:cubicBezTo>
                  <a:cubicBezTo>
                    <a:pt x="183476" y="80094"/>
                    <a:pt x="183333" y="86273"/>
                    <a:pt x="183071" y="92345"/>
                  </a:cubicBezTo>
                  <a:cubicBezTo>
                    <a:pt x="171641" y="92917"/>
                    <a:pt x="159544" y="93321"/>
                    <a:pt x="146983" y="93536"/>
                  </a:cubicBezTo>
                  <a:cubicBezTo>
                    <a:pt x="147090" y="87047"/>
                    <a:pt x="147150" y="80475"/>
                    <a:pt x="147150" y="73843"/>
                  </a:cubicBezTo>
                  <a:cubicBezTo>
                    <a:pt x="147150" y="67199"/>
                    <a:pt x="147090" y="60627"/>
                    <a:pt x="146983" y="54138"/>
                  </a:cubicBezTo>
                  <a:close/>
                  <a:moveTo>
                    <a:pt x="127076" y="53971"/>
                  </a:moveTo>
                  <a:cubicBezTo>
                    <a:pt x="133743" y="53971"/>
                    <a:pt x="140327" y="54031"/>
                    <a:pt x="146781" y="54138"/>
                  </a:cubicBezTo>
                  <a:cubicBezTo>
                    <a:pt x="146876" y="60591"/>
                    <a:pt x="146935" y="67163"/>
                    <a:pt x="146935" y="73843"/>
                  </a:cubicBezTo>
                  <a:cubicBezTo>
                    <a:pt x="146935" y="80510"/>
                    <a:pt x="146888" y="87082"/>
                    <a:pt x="146781" y="93536"/>
                  </a:cubicBezTo>
                  <a:cubicBezTo>
                    <a:pt x="140327" y="93643"/>
                    <a:pt x="133743" y="93702"/>
                    <a:pt x="127076" y="93702"/>
                  </a:cubicBezTo>
                  <a:cubicBezTo>
                    <a:pt x="120396" y="93702"/>
                    <a:pt x="113824" y="93643"/>
                    <a:pt x="107371" y="93536"/>
                  </a:cubicBezTo>
                  <a:cubicBezTo>
                    <a:pt x="107264" y="87082"/>
                    <a:pt x="107204" y="80510"/>
                    <a:pt x="107204" y="73843"/>
                  </a:cubicBezTo>
                  <a:cubicBezTo>
                    <a:pt x="107204" y="67163"/>
                    <a:pt x="107264" y="60591"/>
                    <a:pt x="107371" y="54138"/>
                  </a:cubicBezTo>
                  <a:cubicBezTo>
                    <a:pt x="113824" y="54031"/>
                    <a:pt x="120396" y="53971"/>
                    <a:pt x="127076" y="53971"/>
                  </a:cubicBezTo>
                  <a:close/>
                  <a:moveTo>
                    <a:pt x="48" y="105632"/>
                  </a:moveTo>
                  <a:cubicBezTo>
                    <a:pt x="36" y="105716"/>
                    <a:pt x="12" y="105811"/>
                    <a:pt x="0" y="105894"/>
                  </a:cubicBezTo>
                  <a:cubicBezTo>
                    <a:pt x="155" y="105882"/>
                    <a:pt x="310" y="105870"/>
                    <a:pt x="477" y="105859"/>
                  </a:cubicBezTo>
                  <a:cubicBezTo>
                    <a:pt x="334" y="105775"/>
                    <a:pt x="191" y="105704"/>
                    <a:pt x="48" y="105632"/>
                  </a:cubicBezTo>
                  <a:close/>
                  <a:moveTo>
                    <a:pt x="26742" y="89095"/>
                  </a:moveTo>
                  <a:cubicBezTo>
                    <a:pt x="39958" y="90571"/>
                    <a:pt x="54805" y="91726"/>
                    <a:pt x="70724" y="92536"/>
                  </a:cubicBezTo>
                  <a:cubicBezTo>
                    <a:pt x="71247" y="104299"/>
                    <a:pt x="72259" y="115765"/>
                    <a:pt x="73724" y="126742"/>
                  </a:cubicBezTo>
                  <a:cubicBezTo>
                    <a:pt x="57901" y="124587"/>
                    <a:pt x="43292" y="121515"/>
                    <a:pt x="30397" y="117681"/>
                  </a:cubicBezTo>
                  <a:cubicBezTo>
                    <a:pt x="28599" y="108418"/>
                    <a:pt x="27373" y="98858"/>
                    <a:pt x="26742" y="89095"/>
                  </a:cubicBezTo>
                  <a:close/>
                  <a:moveTo>
                    <a:pt x="227410" y="89095"/>
                  </a:moveTo>
                  <a:cubicBezTo>
                    <a:pt x="226779" y="98858"/>
                    <a:pt x="225552" y="108418"/>
                    <a:pt x="223755" y="117681"/>
                  </a:cubicBezTo>
                  <a:cubicBezTo>
                    <a:pt x="210860" y="121515"/>
                    <a:pt x="196251" y="124587"/>
                    <a:pt x="180416" y="126742"/>
                  </a:cubicBezTo>
                  <a:cubicBezTo>
                    <a:pt x="181892" y="115765"/>
                    <a:pt x="182904" y="104299"/>
                    <a:pt x="183416" y="92536"/>
                  </a:cubicBezTo>
                  <a:cubicBezTo>
                    <a:pt x="199347" y="91726"/>
                    <a:pt x="214194" y="90571"/>
                    <a:pt x="227410" y="89095"/>
                  </a:cubicBezTo>
                  <a:close/>
                  <a:moveTo>
                    <a:pt x="71093" y="92559"/>
                  </a:moveTo>
                  <a:lnTo>
                    <a:pt x="71093" y="92559"/>
                  </a:lnTo>
                  <a:cubicBezTo>
                    <a:pt x="82630" y="93143"/>
                    <a:pt x="94715" y="93536"/>
                    <a:pt x="107169" y="93750"/>
                  </a:cubicBezTo>
                  <a:cubicBezTo>
                    <a:pt x="107371" y="106192"/>
                    <a:pt x="107776" y="118289"/>
                    <a:pt x="108347" y="129826"/>
                  </a:cubicBezTo>
                  <a:cubicBezTo>
                    <a:pt x="96477" y="129290"/>
                    <a:pt x="85011" y="128266"/>
                    <a:pt x="74117" y="126790"/>
                  </a:cubicBezTo>
                  <a:cubicBezTo>
                    <a:pt x="72640" y="115907"/>
                    <a:pt x="71617" y="104442"/>
                    <a:pt x="71093" y="92559"/>
                  </a:cubicBezTo>
                  <a:close/>
                  <a:moveTo>
                    <a:pt x="183059" y="92559"/>
                  </a:moveTo>
                  <a:lnTo>
                    <a:pt x="183059" y="92559"/>
                  </a:lnTo>
                  <a:cubicBezTo>
                    <a:pt x="182523" y="104442"/>
                    <a:pt x="181499" y="115907"/>
                    <a:pt x="180035" y="126802"/>
                  </a:cubicBezTo>
                  <a:cubicBezTo>
                    <a:pt x="169141" y="128266"/>
                    <a:pt x="157675" y="129290"/>
                    <a:pt x="145792" y="129826"/>
                  </a:cubicBezTo>
                  <a:cubicBezTo>
                    <a:pt x="146376" y="118289"/>
                    <a:pt x="146769" y="106192"/>
                    <a:pt x="146983" y="93750"/>
                  </a:cubicBezTo>
                  <a:cubicBezTo>
                    <a:pt x="159425" y="93536"/>
                    <a:pt x="171522" y="93143"/>
                    <a:pt x="183059" y="92559"/>
                  </a:cubicBezTo>
                  <a:close/>
                  <a:moveTo>
                    <a:pt x="107371" y="93750"/>
                  </a:moveTo>
                  <a:cubicBezTo>
                    <a:pt x="113860" y="93857"/>
                    <a:pt x="120432" y="93917"/>
                    <a:pt x="127076" y="93917"/>
                  </a:cubicBezTo>
                  <a:cubicBezTo>
                    <a:pt x="133708" y="93917"/>
                    <a:pt x="140292" y="93857"/>
                    <a:pt x="146769" y="93750"/>
                  </a:cubicBezTo>
                  <a:lnTo>
                    <a:pt x="146769" y="93750"/>
                  </a:lnTo>
                  <a:cubicBezTo>
                    <a:pt x="146566" y="106311"/>
                    <a:pt x="146150" y="118396"/>
                    <a:pt x="145578" y="129826"/>
                  </a:cubicBezTo>
                  <a:cubicBezTo>
                    <a:pt x="139506" y="130100"/>
                    <a:pt x="133339" y="130243"/>
                    <a:pt x="127076" y="130243"/>
                  </a:cubicBezTo>
                  <a:cubicBezTo>
                    <a:pt x="120813" y="130243"/>
                    <a:pt x="114634" y="130100"/>
                    <a:pt x="108574" y="129826"/>
                  </a:cubicBezTo>
                  <a:cubicBezTo>
                    <a:pt x="107990" y="118396"/>
                    <a:pt x="107585" y="106311"/>
                    <a:pt x="107371" y="93750"/>
                  </a:cubicBezTo>
                  <a:close/>
                  <a:moveTo>
                    <a:pt x="266653" y="116300"/>
                  </a:moveTo>
                  <a:lnTo>
                    <a:pt x="266653" y="116300"/>
                  </a:lnTo>
                  <a:cubicBezTo>
                    <a:pt x="259152" y="126861"/>
                    <a:pt x="248817" y="136600"/>
                    <a:pt x="235875" y="145101"/>
                  </a:cubicBezTo>
                  <a:cubicBezTo>
                    <a:pt x="235411" y="145399"/>
                    <a:pt x="234946" y="145697"/>
                    <a:pt x="234482" y="145994"/>
                  </a:cubicBezTo>
                  <a:cubicBezTo>
                    <a:pt x="234756" y="146006"/>
                    <a:pt x="235030" y="146018"/>
                    <a:pt x="235304" y="146030"/>
                  </a:cubicBezTo>
                  <a:cubicBezTo>
                    <a:pt x="235577" y="145852"/>
                    <a:pt x="235851" y="145673"/>
                    <a:pt x="236137" y="145494"/>
                  </a:cubicBezTo>
                  <a:cubicBezTo>
                    <a:pt x="248710" y="137243"/>
                    <a:pt x="258854" y="127814"/>
                    <a:pt x="266319" y="117586"/>
                  </a:cubicBezTo>
                  <a:lnTo>
                    <a:pt x="266319" y="117586"/>
                  </a:lnTo>
                  <a:cubicBezTo>
                    <a:pt x="263533" y="127504"/>
                    <a:pt x="259831" y="137005"/>
                    <a:pt x="255306" y="145971"/>
                  </a:cubicBezTo>
                  <a:cubicBezTo>
                    <a:pt x="255544" y="145983"/>
                    <a:pt x="255794" y="145994"/>
                    <a:pt x="256032" y="146006"/>
                  </a:cubicBezTo>
                  <a:cubicBezTo>
                    <a:pt x="260354" y="137374"/>
                    <a:pt x="263879" y="128338"/>
                    <a:pt x="266569" y="118991"/>
                  </a:cubicBezTo>
                  <a:cubicBezTo>
                    <a:pt x="266593" y="118098"/>
                    <a:pt x="266617" y="117193"/>
                    <a:pt x="266653" y="116300"/>
                  </a:cubicBezTo>
                  <a:close/>
                  <a:moveTo>
                    <a:pt x="1798" y="132362"/>
                  </a:moveTo>
                  <a:cubicBezTo>
                    <a:pt x="1774" y="132540"/>
                    <a:pt x="1739" y="132731"/>
                    <a:pt x="1715" y="132933"/>
                  </a:cubicBezTo>
                  <a:cubicBezTo>
                    <a:pt x="6573" y="137362"/>
                    <a:pt x="12014" y="141553"/>
                    <a:pt x="18015" y="145494"/>
                  </a:cubicBezTo>
                  <a:cubicBezTo>
                    <a:pt x="18229" y="145637"/>
                    <a:pt x="18455" y="145780"/>
                    <a:pt x="18669" y="145923"/>
                  </a:cubicBezTo>
                  <a:cubicBezTo>
                    <a:pt x="18681" y="145899"/>
                    <a:pt x="18681" y="145887"/>
                    <a:pt x="18693" y="145875"/>
                  </a:cubicBezTo>
                  <a:lnTo>
                    <a:pt x="18693" y="145875"/>
                  </a:lnTo>
                  <a:cubicBezTo>
                    <a:pt x="18681" y="145899"/>
                    <a:pt x="18693" y="145911"/>
                    <a:pt x="18693" y="145935"/>
                  </a:cubicBezTo>
                  <a:cubicBezTo>
                    <a:pt x="18800" y="146006"/>
                    <a:pt x="18908" y="146066"/>
                    <a:pt x="19015" y="146137"/>
                  </a:cubicBezTo>
                  <a:cubicBezTo>
                    <a:pt x="19348" y="146256"/>
                    <a:pt x="19872" y="146328"/>
                    <a:pt x="20336" y="146423"/>
                  </a:cubicBezTo>
                  <a:cubicBezTo>
                    <a:pt x="19646" y="145983"/>
                    <a:pt x="18955" y="145542"/>
                    <a:pt x="18277" y="145090"/>
                  </a:cubicBezTo>
                  <a:cubicBezTo>
                    <a:pt x="12204" y="141113"/>
                    <a:pt x="6692" y="136850"/>
                    <a:pt x="1798" y="132362"/>
                  </a:cubicBezTo>
                  <a:close/>
                  <a:moveTo>
                    <a:pt x="176558" y="0"/>
                  </a:moveTo>
                  <a:cubicBezTo>
                    <a:pt x="176701" y="572"/>
                    <a:pt x="176832" y="1167"/>
                    <a:pt x="176963" y="1774"/>
                  </a:cubicBezTo>
                  <a:lnTo>
                    <a:pt x="176903" y="1774"/>
                  </a:lnTo>
                  <a:cubicBezTo>
                    <a:pt x="178070" y="7787"/>
                    <a:pt x="179106" y="14038"/>
                    <a:pt x="179975" y="20491"/>
                  </a:cubicBezTo>
                  <a:cubicBezTo>
                    <a:pt x="168998" y="19015"/>
                    <a:pt x="157544" y="18003"/>
                    <a:pt x="145781" y="17491"/>
                  </a:cubicBezTo>
                  <a:cubicBezTo>
                    <a:pt x="145507" y="12157"/>
                    <a:pt x="145197" y="6942"/>
                    <a:pt x="144852" y="1858"/>
                  </a:cubicBezTo>
                  <a:cubicBezTo>
                    <a:pt x="144780" y="1870"/>
                    <a:pt x="144697" y="1870"/>
                    <a:pt x="144626" y="1870"/>
                  </a:cubicBezTo>
                  <a:cubicBezTo>
                    <a:pt x="144971" y="6918"/>
                    <a:pt x="145292" y="12121"/>
                    <a:pt x="145554" y="17479"/>
                  </a:cubicBezTo>
                  <a:cubicBezTo>
                    <a:pt x="139470" y="17217"/>
                    <a:pt x="133303" y="17074"/>
                    <a:pt x="127076" y="17074"/>
                  </a:cubicBezTo>
                  <a:cubicBezTo>
                    <a:pt x="120849" y="17074"/>
                    <a:pt x="114681" y="17217"/>
                    <a:pt x="108585" y="17479"/>
                  </a:cubicBezTo>
                  <a:cubicBezTo>
                    <a:pt x="108895" y="11573"/>
                    <a:pt x="109240" y="5846"/>
                    <a:pt x="109621" y="322"/>
                  </a:cubicBezTo>
                  <a:lnTo>
                    <a:pt x="109621" y="322"/>
                  </a:lnTo>
                  <a:cubicBezTo>
                    <a:pt x="109550" y="334"/>
                    <a:pt x="109478" y="334"/>
                    <a:pt x="109407" y="346"/>
                  </a:cubicBezTo>
                  <a:cubicBezTo>
                    <a:pt x="109014" y="5894"/>
                    <a:pt x="108669" y="11621"/>
                    <a:pt x="108371" y="17491"/>
                  </a:cubicBezTo>
                  <a:cubicBezTo>
                    <a:pt x="96608" y="18003"/>
                    <a:pt x="85142" y="19015"/>
                    <a:pt x="74164" y="20491"/>
                  </a:cubicBezTo>
                  <a:cubicBezTo>
                    <a:pt x="75069" y="13871"/>
                    <a:pt x="76129" y="7454"/>
                    <a:pt x="77343" y="1298"/>
                  </a:cubicBezTo>
                  <a:lnTo>
                    <a:pt x="77343" y="1298"/>
                  </a:lnTo>
                  <a:cubicBezTo>
                    <a:pt x="77212" y="1310"/>
                    <a:pt x="77081" y="1322"/>
                    <a:pt x="76951" y="1334"/>
                  </a:cubicBezTo>
                  <a:cubicBezTo>
                    <a:pt x="75724" y="7537"/>
                    <a:pt x="74665" y="13954"/>
                    <a:pt x="73783" y="20539"/>
                  </a:cubicBezTo>
                  <a:cubicBezTo>
                    <a:pt x="58198" y="22646"/>
                    <a:pt x="43601" y="25682"/>
                    <a:pt x="30480" y="29575"/>
                  </a:cubicBezTo>
                  <a:cubicBezTo>
                    <a:pt x="32374" y="19872"/>
                    <a:pt x="34910" y="10502"/>
                    <a:pt x="38029" y="1560"/>
                  </a:cubicBezTo>
                  <a:cubicBezTo>
                    <a:pt x="37874" y="1548"/>
                    <a:pt x="37708" y="1548"/>
                    <a:pt x="37541" y="1536"/>
                  </a:cubicBezTo>
                  <a:cubicBezTo>
                    <a:pt x="34409" y="10525"/>
                    <a:pt x="31862" y="19955"/>
                    <a:pt x="29968" y="29718"/>
                  </a:cubicBezTo>
                  <a:cubicBezTo>
                    <a:pt x="25849" y="30957"/>
                    <a:pt x="21884" y="32266"/>
                    <a:pt x="18086" y="33659"/>
                  </a:cubicBezTo>
                  <a:cubicBezTo>
                    <a:pt x="12252" y="35802"/>
                    <a:pt x="6942" y="38088"/>
                    <a:pt x="2191" y="40493"/>
                  </a:cubicBezTo>
                  <a:lnTo>
                    <a:pt x="2179" y="40934"/>
                  </a:lnTo>
                  <a:cubicBezTo>
                    <a:pt x="10097" y="36910"/>
                    <a:pt x="19420" y="33278"/>
                    <a:pt x="29885" y="30147"/>
                  </a:cubicBezTo>
                  <a:lnTo>
                    <a:pt x="29885" y="30147"/>
                  </a:lnTo>
                  <a:cubicBezTo>
                    <a:pt x="28111" y="39386"/>
                    <a:pt x="26885" y="48911"/>
                    <a:pt x="26266" y="58627"/>
                  </a:cubicBezTo>
                  <a:cubicBezTo>
                    <a:pt x="23480" y="58948"/>
                    <a:pt x="20765" y="59270"/>
                    <a:pt x="18134" y="59615"/>
                  </a:cubicBezTo>
                  <a:cubicBezTo>
                    <a:pt x="11621" y="60460"/>
                    <a:pt x="5763" y="61365"/>
                    <a:pt x="584" y="62329"/>
                  </a:cubicBezTo>
                  <a:cubicBezTo>
                    <a:pt x="596" y="62389"/>
                    <a:pt x="596" y="62460"/>
                    <a:pt x="608" y="62520"/>
                  </a:cubicBezTo>
                  <a:cubicBezTo>
                    <a:pt x="7942" y="61163"/>
                    <a:pt x="16574" y="59924"/>
                    <a:pt x="26254" y="58841"/>
                  </a:cubicBezTo>
                  <a:lnTo>
                    <a:pt x="26254" y="58841"/>
                  </a:lnTo>
                  <a:cubicBezTo>
                    <a:pt x="25944" y="63794"/>
                    <a:pt x="25777" y="68794"/>
                    <a:pt x="25777" y="73843"/>
                  </a:cubicBezTo>
                  <a:cubicBezTo>
                    <a:pt x="25777" y="78879"/>
                    <a:pt x="25944" y="83880"/>
                    <a:pt x="26254" y="88833"/>
                  </a:cubicBezTo>
                  <a:cubicBezTo>
                    <a:pt x="17014" y="87797"/>
                    <a:pt x="8740" y="86618"/>
                    <a:pt x="1620" y="85332"/>
                  </a:cubicBezTo>
                  <a:cubicBezTo>
                    <a:pt x="1620" y="85404"/>
                    <a:pt x="1620" y="85475"/>
                    <a:pt x="1620" y="85535"/>
                  </a:cubicBezTo>
                  <a:cubicBezTo>
                    <a:pt x="6537" y="86428"/>
                    <a:pt x="12050" y="87273"/>
                    <a:pt x="18134" y="88059"/>
                  </a:cubicBezTo>
                  <a:cubicBezTo>
                    <a:pt x="20765" y="88404"/>
                    <a:pt x="23480" y="88726"/>
                    <a:pt x="26266" y="89047"/>
                  </a:cubicBezTo>
                  <a:cubicBezTo>
                    <a:pt x="26885" y="98762"/>
                    <a:pt x="28099" y="108287"/>
                    <a:pt x="29885" y="117527"/>
                  </a:cubicBezTo>
                  <a:cubicBezTo>
                    <a:pt x="18824" y="114217"/>
                    <a:pt x="9037" y="110359"/>
                    <a:pt x="846" y="106049"/>
                  </a:cubicBezTo>
                  <a:lnTo>
                    <a:pt x="846" y="106049"/>
                  </a:lnTo>
                  <a:cubicBezTo>
                    <a:pt x="858" y="106204"/>
                    <a:pt x="870" y="106359"/>
                    <a:pt x="881" y="106513"/>
                  </a:cubicBezTo>
                  <a:cubicBezTo>
                    <a:pt x="5977" y="109169"/>
                    <a:pt x="11716" y="111669"/>
                    <a:pt x="18086" y="114014"/>
                  </a:cubicBezTo>
                  <a:cubicBezTo>
                    <a:pt x="21884" y="115407"/>
                    <a:pt x="25849" y="116717"/>
                    <a:pt x="29968" y="117955"/>
                  </a:cubicBezTo>
                  <a:cubicBezTo>
                    <a:pt x="31850" y="127611"/>
                    <a:pt x="34350" y="136946"/>
                    <a:pt x="37446" y="145852"/>
                  </a:cubicBezTo>
                  <a:cubicBezTo>
                    <a:pt x="37600" y="145840"/>
                    <a:pt x="37767" y="145840"/>
                    <a:pt x="37934" y="145828"/>
                  </a:cubicBezTo>
                  <a:cubicBezTo>
                    <a:pt x="34862" y="136981"/>
                    <a:pt x="32362" y="127706"/>
                    <a:pt x="30480" y="118098"/>
                  </a:cubicBezTo>
                  <a:lnTo>
                    <a:pt x="30480" y="118098"/>
                  </a:lnTo>
                  <a:cubicBezTo>
                    <a:pt x="43589" y="121992"/>
                    <a:pt x="58198" y="125028"/>
                    <a:pt x="73783" y="127135"/>
                  </a:cubicBezTo>
                  <a:cubicBezTo>
                    <a:pt x="74653" y="133600"/>
                    <a:pt x="75688" y="139910"/>
                    <a:pt x="76879" y="146006"/>
                  </a:cubicBezTo>
                  <a:cubicBezTo>
                    <a:pt x="77010" y="146006"/>
                    <a:pt x="77141" y="146018"/>
                    <a:pt x="77272" y="146018"/>
                  </a:cubicBezTo>
                  <a:cubicBezTo>
                    <a:pt x="76093" y="139970"/>
                    <a:pt x="75046" y="133683"/>
                    <a:pt x="74164" y="127183"/>
                  </a:cubicBezTo>
                  <a:lnTo>
                    <a:pt x="74164" y="127183"/>
                  </a:lnTo>
                  <a:cubicBezTo>
                    <a:pt x="85154" y="128659"/>
                    <a:pt x="96608" y="129659"/>
                    <a:pt x="108371" y="130183"/>
                  </a:cubicBezTo>
                  <a:cubicBezTo>
                    <a:pt x="108657" y="135850"/>
                    <a:pt x="108990" y="141375"/>
                    <a:pt x="109371" y="146733"/>
                  </a:cubicBezTo>
                  <a:cubicBezTo>
                    <a:pt x="109443" y="146745"/>
                    <a:pt x="109514" y="146745"/>
                    <a:pt x="109586" y="146756"/>
                  </a:cubicBezTo>
                  <a:cubicBezTo>
                    <a:pt x="109205" y="141411"/>
                    <a:pt x="108883" y="135886"/>
                    <a:pt x="108585" y="130195"/>
                  </a:cubicBezTo>
                  <a:lnTo>
                    <a:pt x="108585" y="130195"/>
                  </a:lnTo>
                  <a:cubicBezTo>
                    <a:pt x="114681" y="130457"/>
                    <a:pt x="120849" y="130600"/>
                    <a:pt x="127076" y="130600"/>
                  </a:cubicBezTo>
                  <a:cubicBezTo>
                    <a:pt x="133303" y="130600"/>
                    <a:pt x="139470" y="130457"/>
                    <a:pt x="145554" y="130195"/>
                  </a:cubicBezTo>
                  <a:lnTo>
                    <a:pt x="145554" y="130195"/>
                  </a:lnTo>
                  <a:cubicBezTo>
                    <a:pt x="145328" y="134815"/>
                    <a:pt x="145066" y="139327"/>
                    <a:pt x="144769" y="143720"/>
                  </a:cubicBezTo>
                  <a:cubicBezTo>
                    <a:pt x="144828" y="143851"/>
                    <a:pt x="144888" y="143994"/>
                    <a:pt x="144959" y="144161"/>
                  </a:cubicBezTo>
                  <a:cubicBezTo>
                    <a:pt x="145257" y="139613"/>
                    <a:pt x="145531" y="134945"/>
                    <a:pt x="145781" y="130183"/>
                  </a:cubicBezTo>
                  <a:cubicBezTo>
                    <a:pt x="157544" y="129671"/>
                    <a:pt x="168998" y="128659"/>
                    <a:pt x="179975" y="127183"/>
                  </a:cubicBezTo>
                  <a:lnTo>
                    <a:pt x="179975" y="127183"/>
                  </a:lnTo>
                  <a:cubicBezTo>
                    <a:pt x="179106" y="133588"/>
                    <a:pt x="178094" y="139791"/>
                    <a:pt x="176927" y="145756"/>
                  </a:cubicBezTo>
                  <a:lnTo>
                    <a:pt x="177034" y="145756"/>
                  </a:lnTo>
                  <a:cubicBezTo>
                    <a:pt x="177142" y="145697"/>
                    <a:pt x="177249" y="145625"/>
                    <a:pt x="177356" y="145566"/>
                  </a:cubicBezTo>
                  <a:cubicBezTo>
                    <a:pt x="178511" y="139601"/>
                    <a:pt x="179511" y="133445"/>
                    <a:pt x="180368" y="127135"/>
                  </a:cubicBezTo>
                  <a:cubicBezTo>
                    <a:pt x="195953" y="125028"/>
                    <a:pt x="210551" y="121992"/>
                    <a:pt x="223671" y="118098"/>
                  </a:cubicBezTo>
                  <a:lnTo>
                    <a:pt x="223671" y="118098"/>
                  </a:lnTo>
                  <a:cubicBezTo>
                    <a:pt x="221814" y="127599"/>
                    <a:pt x="219337" y="136791"/>
                    <a:pt x="216301" y="145554"/>
                  </a:cubicBezTo>
                  <a:lnTo>
                    <a:pt x="216801" y="145554"/>
                  </a:lnTo>
                  <a:cubicBezTo>
                    <a:pt x="219849" y="136743"/>
                    <a:pt x="222326" y="127504"/>
                    <a:pt x="224183" y="117943"/>
                  </a:cubicBezTo>
                  <a:cubicBezTo>
                    <a:pt x="228291" y="116717"/>
                    <a:pt x="232268" y="115407"/>
                    <a:pt x="236066" y="114002"/>
                  </a:cubicBezTo>
                  <a:cubicBezTo>
                    <a:pt x="249877" y="108930"/>
                    <a:pt x="260747" y="103073"/>
                    <a:pt x="268367" y="96679"/>
                  </a:cubicBezTo>
                  <a:cubicBezTo>
                    <a:pt x="268391" y="96476"/>
                    <a:pt x="268427" y="96286"/>
                    <a:pt x="268451" y="96084"/>
                  </a:cubicBezTo>
                  <a:lnTo>
                    <a:pt x="268451" y="96084"/>
                  </a:lnTo>
                  <a:cubicBezTo>
                    <a:pt x="258592" y="104477"/>
                    <a:pt x="243317" y="111824"/>
                    <a:pt x="224267" y="117527"/>
                  </a:cubicBezTo>
                  <a:cubicBezTo>
                    <a:pt x="226041" y="108287"/>
                    <a:pt x="227267" y="98762"/>
                    <a:pt x="227886" y="89047"/>
                  </a:cubicBezTo>
                  <a:cubicBezTo>
                    <a:pt x="230672" y="88726"/>
                    <a:pt x="233387" y="88404"/>
                    <a:pt x="236018" y="88059"/>
                  </a:cubicBezTo>
                  <a:cubicBezTo>
                    <a:pt x="248770" y="86404"/>
                    <a:pt x="259009" y="84511"/>
                    <a:pt x="266510" y="82451"/>
                  </a:cubicBezTo>
                  <a:cubicBezTo>
                    <a:pt x="266510" y="82379"/>
                    <a:pt x="266510" y="82308"/>
                    <a:pt x="266510" y="82249"/>
                  </a:cubicBezTo>
                  <a:cubicBezTo>
                    <a:pt x="257306" y="84773"/>
                    <a:pt x="244079" y="87023"/>
                    <a:pt x="227898" y="88833"/>
                  </a:cubicBezTo>
                  <a:cubicBezTo>
                    <a:pt x="228208" y="83880"/>
                    <a:pt x="228362" y="78867"/>
                    <a:pt x="228362" y="73831"/>
                  </a:cubicBezTo>
                  <a:cubicBezTo>
                    <a:pt x="228362" y="68794"/>
                    <a:pt x="228208" y="63782"/>
                    <a:pt x="227898" y="58829"/>
                  </a:cubicBezTo>
                  <a:lnTo>
                    <a:pt x="227898" y="58829"/>
                  </a:lnTo>
                  <a:cubicBezTo>
                    <a:pt x="244519" y="60698"/>
                    <a:pt x="258009" y="63008"/>
                    <a:pt x="267248" y="65627"/>
                  </a:cubicBezTo>
                  <a:cubicBezTo>
                    <a:pt x="267248" y="65556"/>
                    <a:pt x="267260" y="65496"/>
                    <a:pt x="267260" y="65425"/>
                  </a:cubicBezTo>
                  <a:cubicBezTo>
                    <a:pt x="259711" y="63282"/>
                    <a:pt x="249210" y="61317"/>
                    <a:pt x="236018" y="59603"/>
                  </a:cubicBezTo>
                  <a:cubicBezTo>
                    <a:pt x="233387" y="59270"/>
                    <a:pt x="230672" y="58936"/>
                    <a:pt x="227886" y="58627"/>
                  </a:cubicBezTo>
                  <a:cubicBezTo>
                    <a:pt x="227267" y="48899"/>
                    <a:pt x="226041" y="39374"/>
                    <a:pt x="224267" y="30135"/>
                  </a:cubicBezTo>
                  <a:lnTo>
                    <a:pt x="224267" y="30135"/>
                  </a:lnTo>
                  <a:cubicBezTo>
                    <a:pt x="243650" y="35945"/>
                    <a:pt x="259116" y="43446"/>
                    <a:pt x="268963" y="52019"/>
                  </a:cubicBezTo>
                  <a:cubicBezTo>
                    <a:pt x="268986" y="51864"/>
                    <a:pt x="269010" y="51709"/>
                    <a:pt x="269046" y="51566"/>
                  </a:cubicBezTo>
                  <a:cubicBezTo>
                    <a:pt x="261390" y="44946"/>
                    <a:pt x="250294" y="38886"/>
                    <a:pt x="236066" y="33659"/>
                  </a:cubicBezTo>
                  <a:cubicBezTo>
                    <a:pt x="232268" y="32266"/>
                    <a:pt x="228291" y="30945"/>
                    <a:pt x="224183" y="29718"/>
                  </a:cubicBezTo>
                  <a:cubicBezTo>
                    <a:pt x="222338" y="20277"/>
                    <a:pt x="219909" y="11133"/>
                    <a:pt x="216908" y="2417"/>
                  </a:cubicBezTo>
                  <a:cubicBezTo>
                    <a:pt x="216766" y="2513"/>
                    <a:pt x="216635" y="2620"/>
                    <a:pt x="216504" y="2715"/>
                  </a:cubicBezTo>
                  <a:cubicBezTo>
                    <a:pt x="219456" y="11299"/>
                    <a:pt x="221850" y="20277"/>
                    <a:pt x="223671" y="29563"/>
                  </a:cubicBezTo>
                  <a:cubicBezTo>
                    <a:pt x="210551" y="25682"/>
                    <a:pt x="195953" y="22646"/>
                    <a:pt x="180368" y="20539"/>
                  </a:cubicBezTo>
                  <a:cubicBezTo>
                    <a:pt x="179416" y="13490"/>
                    <a:pt x="178273" y="6644"/>
                    <a:pt x="176951" y="36"/>
                  </a:cubicBezTo>
                  <a:cubicBezTo>
                    <a:pt x="176820" y="24"/>
                    <a:pt x="176689" y="12"/>
                    <a:pt x="176558" y="0"/>
                  </a:cubicBezTo>
                  <a:close/>
                </a:path>
              </a:pathLst>
            </a:custGeom>
            <a:solidFill>
              <a:srgbClr val="E3C98E">
                <a:alpha val="246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1" name="Google Shape;241;p25"/>
          <p:cNvSpPr txBox="1"/>
          <p:nvPr>
            <p:ph hasCustomPrompt="1" type="title"/>
          </p:nvPr>
        </p:nvSpPr>
        <p:spPr>
          <a:xfrm>
            <a:off x="1284000" y="1058499"/>
            <a:ext cx="6576000" cy="171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0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42" name="Google Shape;242;p25"/>
          <p:cNvSpPr txBox="1"/>
          <p:nvPr>
            <p:ph idx="1" type="subTitle"/>
          </p:nvPr>
        </p:nvSpPr>
        <p:spPr>
          <a:xfrm>
            <a:off x="1284000" y="2615949"/>
            <a:ext cx="65760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6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" name="Google Shape;245;p27"/>
          <p:cNvGrpSpPr/>
          <p:nvPr/>
        </p:nvGrpSpPr>
        <p:grpSpPr>
          <a:xfrm>
            <a:off x="0" y="0"/>
            <a:ext cx="9144003" cy="5143501"/>
            <a:chOff x="0" y="0"/>
            <a:chExt cx="9144003" cy="5143501"/>
          </a:xfrm>
        </p:grpSpPr>
        <p:pic>
          <p:nvPicPr>
            <p:cNvPr id="246" name="Google Shape;246;p27"/>
            <p:cNvPicPr preferRelativeResize="0"/>
            <p:nvPr/>
          </p:nvPicPr>
          <p:blipFill rotWithShape="1">
            <a:blip r:embed="rId2">
              <a:alphaModFix/>
            </a:blip>
            <a:srcRect b="8068" l="0" r="0" t="8060"/>
            <a:stretch/>
          </p:blipFill>
          <p:spPr>
            <a:xfrm>
              <a:off x="0" y="0"/>
              <a:ext cx="9144003" cy="5143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7" name="Google Shape;247;p27"/>
            <p:cNvSpPr/>
            <p:nvPr/>
          </p:nvSpPr>
          <p:spPr>
            <a:xfrm>
              <a:off x="209980" y="194500"/>
              <a:ext cx="8763466" cy="4752275"/>
            </a:xfrm>
            <a:custGeom>
              <a:rect b="b" l="l" r="r" t="t"/>
              <a:pathLst>
                <a:path extrusionOk="0" h="147209" w="271904">
                  <a:moveTo>
                    <a:pt x="596" y="0"/>
                  </a:moveTo>
                  <a:lnTo>
                    <a:pt x="596" y="0"/>
                  </a:lnTo>
                  <a:cubicBezTo>
                    <a:pt x="2025" y="5965"/>
                    <a:pt x="3072" y="13895"/>
                    <a:pt x="3644" y="22312"/>
                  </a:cubicBezTo>
                  <a:cubicBezTo>
                    <a:pt x="7942" y="23515"/>
                    <a:pt x="13609" y="23932"/>
                    <a:pt x="5085" y="25063"/>
                  </a:cubicBezTo>
                  <a:cubicBezTo>
                    <a:pt x="5096" y="25110"/>
                    <a:pt x="5108" y="25146"/>
                    <a:pt x="5120" y="25194"/>
                  </a:cubicBezTo>
                  <a:cubicBezTo>
                    <a:pt x="5263" y="25301"/>
                    <a:pt x="5394" y="25396"/>
                    <a:pt x="5525" y="25503"/>
                  </a:cubicBezTo>
                  <a:cubicBezTo>
                    <a:pt x="5692" y="25539"/>
                    <a:pt x="5954" y="25479"/>
                    <a:pt x="6037" y="25658"/>
                  </a:cubicBezTo>
                  <a:cubicBezTo>
                    <a:pt x="8561" y="26230"/>
                    <a:pt x="4561" y="26670"/>
                    <a:pt x="3894" y="26789"/>
                  </a:cubicBezTo>
                  <a:cubicBezTo>
                    <a:pt x="4203" y="33719"/>
                    <a:pt x="4192" y="40803"/>
                    <a:pt x="3787" y="47256"/>
                  </a:cubicBezTo>
                  <a:cubicBezTo>
                    <a:pt x="2560" y="47137"/>
                    <a:pt x="1298" y="47006"/>
                    <a:pt x="1" y="46875"/>
                  </a:cubicBezTo>
                  <a:lnTo>
                    <a:pt x="1" y="46875"/>
                  </a:lnTo>
                  <a:cubicBezTo>
                    <a:pt x="1429" y="52840"/>
                    <a:pt x="2477" y="60770"/>
                    <a:pt x="3049" y="69199"/>
                  </a:cubicBezTo>
                  <a:cubicBezTo>
                    <a:pt x="7347" y="70402"/>
                    <a:pt x="13014" y="70818"/>
                    <a:pt x="4489" y="71949"/>
                  </a:cubicBezTo>
                  <a:cubicBezTo>
                    <a:pt x="4501" y="71985"/>
                    <a:pt x="4513" y="72033"/>
                    <a:pt x="4525" y="72069"/>
                  </a:cubicBezTo>
                  <a:cubicBezTo>
                    <a:pt x="4668" y="72176"/>
                    <a:pt x="4787" y="72283"/>
                    <a:pt x="4930" y="72390"/>
                  </a:cubicBezTo>
                  <a:cubicBezTo>
                    <a:pt x="5096" y="72414"/>
                    <a:pt x="5358" y="72366"/>
                    <a:pt x="5442" y="72545"/>
                  </a:cubicBezTo>
                  <a:cubicBezTo>
                    <a:pt x="7966" y="73104"/>
                    <a:pt x="3965" y="73557"/>
                    <a:pt x="3299" y="73664"/>
                  </a:cubicBezTo>
                  <a:cubicBezTo>
                    <a:pt x="3513" y="78510"/>
                    <a:pt x="3572" y="83427"/>
                    <a:pt x="3453" y="88154"/>
                  </a:cubicBezTo>
                  <a:cubicBezTo>
                    <a:pt x="2322" y="88047"/>
                    <a:pt x="1179" y="87928"/>
                    <a:pt x="1" y="87809"/>
                  </a:cubicBezTo>
                  <a:lnTo>
                    <a:pt x="1" y="87809"/>
                  </a:lnTo>
                  <a:cubicBezTo>
                    <a:pt x="989" y="91940"/>
                    <a:pt x="1798" y="97036"/>
                    <a:pt x="2394" y="102584"/>
                  </a:cubicBezTo>
                  <a:cubicBezTo>
                    <a:pt x="2239" y="103727"/>
                    <a:pt x="2072" y="104834"/>
                    <a:pt x="1882" y="105894"/>
                  </a:cubicBezTo>
                  <a:cubicBezTo>
                    <a:pt x="2156" y="105870"/>
                    <a:pt x="2429" y="105846"/>
                    <a:pt x="2715" y="105811"/>
                  </a:cubicBezTo>
                  <a:cubicBezTo>
                    <a:pt x="2834" y="107228"/>
                    <a:pt x="2953" y="108668"/>
                    <a:pt x="3049" y="110121"/>
                  </a:cubicBezTo>
                  <a:cubicBezTo>
                    <a:pt x="7347" y="111323"/>
                    <a:pt x="13014" y="111740"/>
                    <a:pt x="4489" y="112871"/>
                  </a:cubicBezTo>
                  <a:cubicBezTo>
                    <a:pt x="4501" y="112919"/>
                    <a:pt x="4513" y="112954"/>
                    <a:pt x="4525" y="113002"/>
                  </a:cubicBezTo>
                  <a:cubicBezTo>
                    <a:pt x="4668" y="113109"/>
                    <a:pt x="4799" y="113205"/>
                    <a:pt x="4930" y="113312"/>
                  </a:cubicBezTo>
                  <a:cubicBezTo>
                    <a:pt x="5096" y="113347"/>
                    <a:pt x="5358" y="113288"/>
                    <a:pt x="5442" y="113466"/>
                  </a:cubicBezTo>
                  <a:cubicBezTo>
                    <a:pt x="7966" y="114038"/>
                    <a:pt x="3965" y="114478"/>
                    <a:pt x="3299" y="114598"/>
                  </a:cubicBezTo>
                  <a:cubicBezTo>
                    <a:pt x="3822" y="126123"/>
                    <a:pt x="4668" y="127147"/>
                    <a:pt x="3120" y="135886"/>
                  </a:cubicBezTo>
                  <a:cubicBezTo>
                    <a:pt x="4608" y="136338"/>
                    <a:pt x="14133" y="147209"/>
                    <a:pt x="14133" y="147209"/>
                  </a:cubicBezTo>
                  <a:cubicBezTo>
                    <a:pt x="14133" y="147209"/>
                    <a:pt x="16765" y="146220"/>
                    <a:pt x="20479" y="146137"/>
                  </a:cubicBezTo>
                  <a:cubicBezTo>
                    <a:pt x="20503" y="146054"/>
                    <a:pt x="20539" y="145959"/>
                    <a:pt x="20563" y="145875"/>
                  </a:cubicBezTo>
                  <a:lnTo>
                    <a:pt x="20563" y="145875"/>
                  </a:lnTo>
                  <a:cubicBezTo>
                    <a:pt x="20491" y="146340"/>
                    <a:pt x="23242" y="146363"/>
                    <a:pt x="23158" y="146816"/>
                  </a:cubicBezTo>
                  <a:cubicBezTo>
                    <a:pt x="29516" y="146220"/>
                    <a:pt x="36481" y="145875"/>
                    <a:pt x="44589" y="145697"/>
                  </a:cubicBezTo>
                  <a:cubicBezTo>
                    <a:pt x="44613" y="145625"/>
                    <a:pt x="44637" y="145554"/>
                    <a:pt x="44661" y="145494"/>
                  </a:cubicBezTo>
                  <a:cubicBezTo>
                    <a:pt x="45090" y="145494"/>
                    <a:pt x="45530" y="145494"/>
                    <a:pt x="45959" y="145482"/>
                  </a:cubicBezTo>
                  <a:cubicBezTo>
                    <a:pt x="45959" y="145542"/>
                    <a:pt x="45959" y="145601"/>
                    <a:pt x="45959" y="145661"/>
                  </a:cubicBezTo>
                  <a:cubicBezTo>
                    <a:pt x="46173" y="145661"/>
                    <a:pt x="46387" y="145661"/>
                    <a:pt x="46602" y="145649"/>
                  </a:cubicBezTo>
                  <a:cubicBezTo>
                    <a:pt x="46637" y="145601"/>
                    <a:pt x="46661" y="145542"/>
                    <a:pt x="46685" y="145482"/>
                  </a:cubicBezTo>
                  <a:cubicBezTo>
                    <a:pt x="47197" y="145482"/>
                    <a:pt x="47709" y="145482"/>
                    <a:pt x="48221" y="145494"/>
                  </a:cubicBezTo>
                  <a:cubicBezTo>
                    <a:pt x="48221" y="145530"/>
                    <a:pt x="48221" y="145578"/>
                    <a:pt x="48221" y="145625"/>
                  </a:cubicBezTo>
                  <a:cubicBezTo>
                    <a:pt x="50912" y="145578"/>
                    <a:pt x="53900" y="145542"/>
                    <a:pt x="57031" y="145518"/>
                  </a:cubicBezTo>
                  <a:cubicBezTo>
                    <a:pt x="59651" y="145542"/>
                    <a:pt x="62151" y="145566"/>
                    <a:pt x="64461" y="145601"/>
                  </a:cubicBezTo>
                  <a:cubicBezTo>
                    <a:pt x="64461" y="145566"/>
                    <a:pt x="64461" y="145530"/>
                    <a:pt x="64461" y="145494"/>
                  </a:cubicBezTo>
                  <a:cubicBezTo>
                    <a:pt x="65592" y="145488"/>
                    <a:pt x="66726" y="145485"/>
                    <a:pt x="67860" y="145485"/>
                  </a:cubicBezTo>
                  <a:cubicBezTo>
                    <a:pt x="68994" y="145485"/>
                    <a:pt x="70128" y="145488"/>
                    <a:pt x="71259" y="145494"/>
                  </a:cubicBezTo>
                  <a:cubicBezTo>
                    <a:pt x="71402" y="145578"/>
                    <a:pt x="71545" y="145661"/>
                    <a:pt x="71700" y="145744"/>
                  </a:cubicBezTo>
                  <a:cubicBezTo>
                    <a:pt x="78891" y="145947"/>
                    <a:pt x="85190" y="146268"/>
                    <a:pt x="90976" y="146816"/>
                  </a:cubicBezTo>
                  <a:cubicBezTo>
                    <a:pt x="90845" y="146054"/>
                    <a:pt x="90714" y="145256"/>
                    <a:pt x="90595" y="144435"/>
                  </a:cubicBezTo>
                  <a:lnTo>
                    <a:pt x="90595" y="144435"/>
                  </a:lnTo>
                  <a:cubicBezTo>
                    <a:pt x="91429" y="144792"/>
                    <a:pt x="92191" y="145304"/>
                    <a:pt x="92976" y="145744"/>
                  </a:cubicBezTo>
                  <a:cubicBezTo>
                    <a:pt x="96596" y="145851"/>
                    <a:pt x="99989" y="145982"/>
                    <a:pt x="103204" y="146161"/>
                  </a:cubicBezTo>
                  <a:cubicBezTo>
                    <a:pt x="103156" y="146375"/>
                    <a:pt x="103121" y="146601"/>
                    <a:pt x="103085" y="146828"/>
                  </a:cubicBezTo>
                  <a:cubicBezTo>
                    <a:pt x="104573" y="146685"/>
                    <a:pt x="106109" y="146554"/>
                    <a:pt x="107669" y="146447"/>
                  </a:cubicBezTo>
                  <a:cubicBezTo>
                    <a:pt x="109240" y="146554"/>
                    <a:pt x="110764" y="146685"/>
                    <a:pt x="112265" y="146828"/>
                  </a:cubicBezTo>
                  <a:cubicBezTo>
                    <a:pt x="112217" y="146601"/>
                    <a:pt x="112181" y="146375"/>
                    <a:pt x="112146" y="146161"/>
                  </a:cubicBezTo>
                  <a:cubicBezTo>
                    <a:pt x="115979" y="145947"/>
                    <a:pt x="120075" y="145792"/>
                    <a:pt x="124504" y="145697"/>
                  </a:cubicBezTo>
                  <a:cubicBezTo>
                    <a:pt x="125022" y="144156"/>
                    <a:pt x="125413" y="143165"/>
                    <a:pt x="125645" y="143165"/>
                  </a:cubicBezTo>
                  <a:cubicBezTo>
                    <a:pt x="125846" y="143165"/>
                    <a:pt x="125929" y="143902"/>
                    <a:pt x="125873" y="145661"/>
                  </a:cubicBezTo>
                  <a:cubicBezTo>
                    <a:pt x="126100" y="145661"/>
                    <a:pt x="126302" y="145661"/>
                    <a:pt x="126528" y="145649"/>
                  </a:cubicBezTo>
                  <a:cubicBezTo>
                    <a:pt x="127181" y="144357"/>
                    <a:pt x="127670" y="143321"/>
                    <a:pt x="127939" y="143321"/>
                  </a:cubicBezTo>
                  <a:cubicBezTo>
                    <a:pt x="128150" y="143321"/>
                    <a:pt x="128225" y="143963"/>
                    <a:pt x="128136" y="145625"/>
                  </a:cubicBezTo>
                  <a:cubicBezTo>
                    <a:pt x="130541" y="145589"/>
                    <a:pt x="133184" y="145554"/>
                    <a:pt x="135946" y="145530"/>
                  </a:cubicBezTo>
                  <a:cubicBezTo>
                    <a:pt x="138720" y="145554"/>
                    <a:pt x="141352" y="145589"/>
                    <a:pt x="143757" y="145625"/>
                  </a:cubicBezTo>
                  <a:cubicBezTo>
                    <a:pt x="143667" y="143963"/>
                    <a:pt x="143745" y="143321"/>
                    <a:pt x="143959" y="143321"/>
                  </a:cubicBezTo>
                  <a:cubicBezTo>
                    <a:pt x="144230" y="143321"/>
                    <a:pt x="144723" y="144357"/>
                    <a:pt x="145376" y="145649"/>
                  </a:cubicBezTo>
                  <a:cubicBezTo>
                    <a:pt x="145590" y="145661"/>
                    <a:pt x="145804" y="145661"/>
                    <a:pt x="146019" y="145661"/>
                  </a:cubicBezTo>
                  <a:cubicBezTo>
                    <a:pt x="145964" y="143902"/>
                    <a:pt x="146046" y="143165"/>
                    <a:pt x="146247" y="143165"/>
                  </a:cubicBezTo>
                  <a:cubicBezTo>
                    <a:pt x="146479" y="143165"/>
                    <a:pt x="146870" y="144156"/>
                    <a:pt x="147388" y="145697"/>
                  </a:cubicBezTo>
                  <a:cubicBezTo>
                    <a:pt x="151817" y="145792"/>
                    <a:pt x="155913" y="145947"/>
                    <a:pt x="159759" y="146161"/>
                  </a:cubicBezTo>
                  <a:cubicBezTo>
                    <a:pt x="159711" y="146375"/>
                    <a:pt x="159675" y="146601"/>
                    <a:pt x="159640" y="146828"/>
                  </a:cubicBezTo>
                  <a:cubicBezTo>
                    <a:pt x="161128" y="146685"/>
                    <a:pt x="162664" y="146554"/>
                    <a:pt x="164223" y="146447"/>
                  </a:cubicBezTo>
                  <a:cubicBezTo>
                    <a:pt x="165795" y="146554"/>
                    <a:pt x="167319" y="146685"/>
                    <a:pt x="168819" y="146828"/>
                  </a:cubicBezTo>
                  <a:cubicBezTo>
                    <a:pt x="168772" y="146601"/>
                    <a:pt x="168736" y="146375"/>
                    <a:pt x="168700" y="146161"/>
                  </a:cubicBezTo>
                  <a:cubicBezTo>
                    <a:pt x="171915" y="145982"/>
                    <a:pt x="175296" y="145851"/>
                    <a:pt x="178916" y="145744"/>
                  </a:cubicBezTo>
                  <a:cubicBezTo>
                    <a:pt x="179702" y="145304"/>
                    <a:pt x="180464" y="144792"/>
                    <a:pt x="181309" y="144435"/>
                  </a:cubicBezTo>
                  <a:lnTo>
                    <a:pt x="181309" y="144435"/>
                  </a:lnTo>
                  <a:cubicBezTo>
                    <a:pt x="181190" y="145256"/>
                    <a:pt x="181059" y="146054"/>
                    <a:pt x="180916" y="146816"/>
                  </a:cubicBezTo>
                  <a:cubicBezTo>
                    <a:pt x="186714" y="146268"/>
                    <a:pt x="193001" y="145947"/>
                    <a:pt x="200204" y="145744"/>
                  </a:cubicBezTo>
                  <a:cubicBezTo>
                    <a:pt x="200347" y="145661"/>
                    <a:pt x="200490" y="145578"/>
                    <a:pt x="200645" y="145494"/>
                  </a:cubicBezTo>
                  <a:cubicBezTo>
                    <a:pt x="201770" y="145488"/>
                    <a:pt x="202904" y="145485"/>
                    <a:pt x="204039" y="145485"/>
                  </a:cubicBezTo>
                  <a:cubicBezTo>
                    <a:pt x="205175" y="145485"/>
                    <a:pt x="206312" y="145488"/>
                    <a:pt x="207443" y="145494"/>
                  </a:cubicBezTo>
                  <a:cubicBezTo>
                    <a:pt x="207443" y="145530"/>
                    <a:pt x="207443" y="145566"/>
                    <a:pt x="207431" y="145601"/>
                  </a:cubicBezTo>
                  <a:cubicBezTo>
                    <a:pt x="209741" y="145566"/>
                    <a:pt x="212253" y="145542"/>
                    <a:pt x="214873" y="145518"/>
                  </a:cubicBezTo>
                  <a:cubicBezTo>
                    <a:pt x="218004" y="145542"/>
                    <a:pt x="220981" y="145578"/>
                    <a:pt x="223683" y="145625"/>
                  </a:cubicBezTo>
                  <a:cubicBezTo>
                    <a:pt x="223671" y="145578"/>
                    <a:pt x="223671" y="145530"/>
                    <a:pt x="223671" y="145494"/>
                  </a:cubicBezTo>
                  <a:cubicBezTo>
                    <a:pt x="224183" y="145494"/>
                    <a:pt x="224695" y="145482"/>
                    <a:pt x="225207" y="145482"/>
                  </a:cubicBezTo>
                  <a:cubicBezTo>
                    <a:pt x="225243" y="145542"/>
                    <a:pt x="225267" y="145601"/>
                    <a:pt x="225291" y="145649"/>
                  </a:cubicBezTo>
                  <a:cubicBezTo>
                    <a:pt x="225517" y="145661"/>
                    <a:pt x="225731" y="145661"/>
                    <a:pt x="225945" y="145661"/>
                  </a:cubicBezTo>
                  <a:cubicBezTo>
                    <a:pt x="225945" y="145601"/>
                    <a:pt x="225934" y="145542"/>
                    <a:pt x="225934" y="145482"/>
                  </a:cubicBezTo>
                  <a:cubicBezTo>
                    <a:pt x="226374" y="145482"/>
                    <a:pt x="226803" y="145482"/>
                    <a:pt x="227243" y="145494"/>
                  </a:cubicBezTo>
                  <a:cubicBezTo>
                    <a:pt x="227267" y="145554"/>
                    <a:pt x="227291" y="145625"/>
                    <a:pt x="227315" y="145697"/>
                  </a:cubicBezTo>
                  <a:cubicBezTo>
                    <a:pt x="235411" y="145875"/>
                    <a:pt x="242376" y="146220"/>
                    <a:pt x="248734" y="146816"/>
                  </a:cubicBezTo>
                  <a:cubicBezTo>
                    <a:pt x="248651" y="146363"/>
                    <a:pt x="248579" y="145899"/>
                    <a:pt x="248508" y="145423"/>
                  </a:cubicBezTo>
                  <a:lnTo>
                    <a:pt x="248508" y="145423"/>
                  </a:lnTo>
                  <a:cubicBezTo>
                    <a:pt x="248532" y="145506"/>
                    <a:pt x="248567" y="145601"/>
                    <a:pt x="248591" y="145697"/>
                  </a:cubicBezTo>
                  <a:cubicBezTo>
                    <a:pt x="256699" y="145875"/>
                    <a:pt x="263664" y="146220"/>
                    <a:pt x="270022" y="146816"/>
                  </a:cubicBezTo>
                  <a:cubicBezTo>
                    <a:pt x="268463" y="138065"/>
                    <a:pt x="268082" y="126123"/>
                    <a:pt x="268606" y="114598"/>
                  </a:cubicBezTo>
                  <a:cubicBezTo>
                    <a:pt x="267939" y="114478"/>
                    <a:pt x="263926" y="114038"/>
                    <a:pt x="266462" y="113466"/>
                  </a:cubicBezTo>
                  <a:cubicBezTo>
                    <a:pt x="266546" y="113288"/>
                    <a:pt x="266808" y="113347"/>
                    <a:pt x="266974" y="113312"/>
                  </a:cubicBezTo>
                  <a:cubicBezTo>
                    <a:pt x="267105" y="113205"/>
                    <a:pt x="267236" y="113109"/>
                    <a:pt x="267367" y="113002"/>
                  </a:cubicBezTo>
                  <a:cubicBezTo>
                    <a:pt x="267391" y="112954"/>
                    <a:pt x="267403" y="112919"/>
                    <a:pt x="267415" y="112871"/>
                  </a:cubicBezTo>
                  <a:cubicBezTo>
                    <a:pt x="258878" y="111740"/>
                    <a:pt x="264557" y="111323"/>
                    <a:pt x="268856" y="110121"/>
                  </a:cubicBezTo>
                  <a:cubicBezTo>
                    <a:pt x="268951" y="108668"/>
                    <a:pt x="269070" y="107228"/>
                    <a:pt x="269189" y="105811"/>
                  </a:cubicBezTo>
                  <a:cubicBezTo>
                    <a:pt x="269463" y="105846"/>
                    <a:pt x="269749" y="105870"/>
                    <a:pt x="270022" y="105894"/>
                  </a:cubicBezTo>
                  <a:cubicBezTo>
                    <a:pt x="269832" y="104834"/>
                    <a:pt x="269653" y="103727"/>
                    <a:pt x="269510" y="102584"/>
                  </a:cubicBezTo>
                  <a:cubicBezTo>
                    <a:pt x="270094" y="97036"/>
                    <a:pt x="270903" y="91940"/>
                    <a:pt x="271904" y="87809"/>
                  </a:cubicBezTo>
                  <a:lnTo>
                    <a:pt x="271904" y="87809"/>
                  </a:lnTo>
                  <a:cubicBezTo>
                    <a:pt x="270725" y="87928"/>
                    <a:pt x="269570" y="88047"/>
                    <a:pt x="268451" y="88154"/>
                  </a:cubicBezTo>
                  <a:cubicBezTo>
                    <a:pt x="268320" y="83427"/>
                    <a:pt x="268379" y="78510"/>
                    <a:pt x="268606" y="73664"/>
                  </a:cubicBezTo>
                  <a:cubicBezTo>
                    <a:pt x="267939" y="73557"/>
                    <a:pt x="263926" y="73104"/>
                    <a:pt x="266462" y="72545"/>
                  </a:cubicBezTo>
                  <a:cubicBezTo>
                    <a:pt x="266546" y="72366"/>
                    <a:pt x="266808" y="72426"/>
                    <a:pt x="266974" y="72390"/>
                  </a:cubicBezTo>
                  <a:cubicBezTo>
                    <a:pt x="267105" y="72283"/>
                    <a:pt x="267236" y="72176"/>
                    <a:pt x="267367" y="72069"/>
                  </a:cubicBezTo>
                  <a:cubicBezTo>
                    <a:pt x="267391" y="72033"/>
                    <a:pt x="267403" y="71985"/>
                    <a:pt x="267415" y="71949"/>
                  </a:cubicBezTo>
                  <a:cubicBezTo>
                    <a:pt x="258878" y="70818"/>
                    <a:pt x="264557" y="70402"/>
                    <a:pt x="268856" y="69199"/>
                  </a:cubicBezTo>
                  <a:cubicBezTo>
                    <a:pt x="269415" y="60770"/>
                    <a:pt x="270463" y="52840"/>
                    <a:pt x="271904" y="46875"/>
                  </a:cubicBezTo>
                  <a:lnTo>
                    <a:pt x="271904" y="46875"/>
                  </a:lnTo>
                  <a:cubicBezTo>
                    <a:pt x="270606" y="47006"/>
                    <a:pt x="269344" y="47137"/>
                    <a:pt x="268105" y="47256"/>
                  </a:cubicBezTo>
                  <a:cubicBezTo>
                    <a:pt x="267713" y="40803"/>
                    <a:pt x="267689" y="33719"/>
                    <a:pt x="268010" y="26789"/>
                  </a:cubicBezTo>
                  <a:cubicBezTo>
                    <a:pt x="267343" y="26670"/>
                    <a:pt x="263331" y="26230"/>
                    <a:pt x="265867" y="25658"/>
                  </a:cubicBezTo>
                  <a:cubicBezTo>
                    <a:pt x="265950" y="25479"/>
                    <a:pt x="266212" y="25539"/>
                    <a:pt x="266379" y="25503"/>
                  </a:cubicBezTo>
                  <a:cubicBezTo>
                    <a:pt x="266510" y="25396"/>
                    <a:pt x="266641" y="25301"/>
                    <a:pt x="266772" y="25194"/>
                  </a:cubicBezTo>
                  <a:cubicBezTo>
                    <a:pt x="266796" y="25146"/>
                    <a:pt x="266808" y="25110"/>
                    <a:pt x="266820" y="25063"/>
                  </a:cubicBezTo>
                  <a:cubicBezTo>
                    <a:pt x="258283" y="23932"/>
                    <a:pt x="263962" y="23515"/>
                    <a:pt x="268260" y="22312"/>
                  </a:cubicBezTo>
                  <a:cubicBezTo>
                    <a:pt x="268415" y="19919"/>
                    <a:pt x="268856" y="15300"/>
                    <a:pt x="268856" y="15300"/>
                  </a:cubicBezTo>
                  <a:lnTo>
                    <a:pt x="254901" y="1453"/>
                  </a:lnTo>
                  <a:cubicBezTo>
                    <a:pt x="254901" y="1453"/>
                    <a:pt x="251413" y="1679"/>
                    <a:pt x="249615" y="1774"/>
                  </a:cubicBezTo>
                  <a:cubicBezTo>
                    <a:pt x="249746" y="1167"/>
                    <a:pt x="249889" y="572"/>
                    <a:pt x="250020" y="0"/>
                  </a:cubicBezTo>
                  <a:lnTo>
                    <a:pt x="250020" y="0"/>
                  </a:lnTo>
                  <a:cubicBezTo>
                    <a:pt x="240828" y="929"/>
                    <a:pt x="233577" y="1572"/>
                    <a:pt x="225017" y="1929"/>
                  </a:cubicBezTo>
                  <a:cubicBezTo>
                    <a:pt x="224814" y="2179"/>
                    <a:pt x="224600" y="2441"/>
                    <a:pt x="224386" y="2715"/>
                  </a:cubicBezTo>
                  <a:cubicBezTo>
                    <a:pt x="223731" y="2953"/>
                    <a:pt x="223112" y="3274"/>
                    <a:pt x="222647" y="3751"/>
                  </a:cubicBezTo>
                  <a:cubicBezTo>
                    <a:pt x="222755" y="3346"/>
                    <a:pt x="222945" y="2774"/>
                    <a:pt x="223219" y="2000"/>
                  </a:cubicBezTo>
                  <a:cubicBezTo>
                    <a:pt x="223094" y="1992"/>
                    <a:pt x="222968" y="1988"/>
                    <a:pt x="222843" y="1988"/>
                  </a:cubicBezTo>
                  <a:cubicBezTo>
                    <a:pt x="221740" y="1988"/>
                    <a:pt x="220632" y="2285"/>
                    <a:pt x="219537" y="2285"/>
                  </a:cubicBezTo>
                  <a:cubicBezTo>
                    <a:pt x="219371" y="2285"/>
                    <a:pt x="219205" y="2278"/>
                    <a:pt x="219040" y="2262"/>
                  </a:cubicBezTo>
                  <a:cubicBezTo>
                    <a:pt x="218567" y="2506"/>
                    <a:pt x="218202" y="2952"/>
                    <a:pt x="217926" y="2952"/>
                  </a:cubicBezTo>
                  <a:cubicBezTo>
                    <a:pt x="217744" y="2952"/>
                    <a:pt x="217601" y="2757"/>
                    <a:pt x="217492" y="2179"/>
                  </a:cubicBezTo>
                  <a:cubicBezTo>
                    <a:pt x="216420" y="2203"/>
                    <a:pt x="215337" y="2227"/>
                    <a:pt x="214218" y="2239"/>
                  </a:cubicBezTo>
                  <a:cubicBezTo>
                    <a:pt x="210515" y="2179"/>
                    <a:pt x="207169" y="2084"/>
                    <a:pt x="204002" y="1965"/>
                  </a:cubicBezTo>
                  <a:cubicBezTo>
                    <a:pt x="203967" y="2131"/>
                    <a:pt x="203943" y="2298"/>
                    <a:pt x="203919" y="2453"/>
                  </a:cubicBezTo>
                  <a:cubicBezTo>
                    <a:pt x="203550" y="2560"/>
                    <a:pt x="203181" y="2679"/>
                    <a:pt x="202824" y="2822"/>
                  </a:cubicBezTo>
                  <a:cubicBezTo>
                    <a:pt x="202776" y="2548"/>
                    <a:pt x="202728" y="2239"/>
                    <a:pt x="202681" y="1905"/>
                  </a:cubicBezTo>
                  <a:cubicBezTo>
                    <a:pt x="194453" y="1524"/>
                    <a:pt x="187357" y="905"/>
                    <a:pt x="178440" y="0"/>
                  </a:cubicBezTo>
                  <a:lnTo>
                    <a:pt x="178440" y="0"/>
                  </a:lnTo>
                  <a:cubicBezTo>
                    <a:pt x="178582" y="572"/>
                    <a:pt x="178713" y="1167"/>
                    <a:pt x="178844" y="1774"/>
                  </a:cubicBezTo>
                  <a:cubicBezTo>
                    <a:pt x="175773" y="1607"/>
                    <a:pt x="172832" y="1417"/>
                    <a:pt x="169831" y="1179"/>
                  </a:cubicBezTo>
                  <a:cubicBezTo>
                    <a:pt x="169927" y="774"/>
                    <a:pt x="170010" y="381"/>
                    <a:pt x="170105" y="0"/>
                  </a:cubicBezTo>
                  <a:lnTo>
                    <a:pt x="170105" y="0"/>
                  </a:lnTo>
                  <a:cubicBezTo>
                    <a:pt x="167843" y="226"/>
                    <a:pt x="165700" y="441"/>
                    <a:pt x="163628" y="631"/>
                  </a:cubicBezTo>
                  <a:cubicBezTo>
                    <a:pt x="161556" y="441"/>
                    <a:pt x="159413" y="226"/>
                    <a:pt x="157163" y="0"/>
                  </a:cubicBezTo>
                  <a:lnTo>
                    <a:pt x="157163" y="0"/>
                  </a:lnTo>
                  <a:cubicBezTo>
                    <a:pt x="157246" y="381"/>
                    <a:pt x="157342" y="774"/>
                    <a:pt x="157425" y="1179"/>
                  </a:cubicBezTo>
                  <a:cubicBezTo>
                    <a:pt x="153377" y="1500"/>
                    <a:pt x="149400" y="1750"/>
                    <a:pt x="145102" y="1929"/>
                  </a:cubicBezTo>
                  <a:cubicBezTo>
                    <a:pt x="144154" y="3043"/>
                    <a:pt x="143049" y="4616"/>
                    <a:pt x="142712" y="4616"/>
                  </a:cubicBezTo>
                  <a:cubicBezTo>
                    <a:pt x="142491" y="4616"/>
                    <a:pt x="142601" y="3936"/>
                    <a:pt x="143304" y="2000"/>
                  </a:cubicBezTo>
                  <a:cubicBezTo>
                    <a:pt x="143179" y="1992"/>
                    <a:pt x="143053" y="1988"/>
                    <a:pt x="142928" y="1988"/>
                  </a:cubicBezTo>
                  <a:cubicBezTo>
                    <a:pt x="141825" y="1988"/>
                    <a:pt x="140718" y="2285"/>
                    <a:pt x="139622" y="2285"/>
                  </a:cubicBezTo>
                  <a:cubicBezTo>
                    <a:pt x="139456" y="2285"/>
                    <a:pt x="139290" y="2278"/>
                    <a:pt x="139125" y="2262"/>
                  </a:cubicBezTo>
                  <a:cubicBezTo>
                    <a:pt x="138780" y="2441"/>
                    <a:pt x="138494" y="2715"/>
                    <a:pt x="138256" y="2858"/>
                  </a:cubicBezTo>
                  <a:lnTo>
                    <a:pt x="138256" y="2250"/>
                  </a:lnTo>
                  <a:cubicBezTo>
                    <a:pt x="138030" y="2250"/>
                    <a:pt x="137803" y="2239"/>
                    <a:pt x="137589" y="2239"/>
                  </a:cubicBezTo>
                  <a:cubicBezTo>
                    <a:pt x="137577" y="2215"/>
                    <a:pt x="137577" y="2203"/>
                    <a:pt x="137565" y="2179"/>
                  </a:cubicBezTo>
                  <a:cubicBezTo>
                    <a:pt x="137041" y="2191"/>
                    <a:pt x="136494" y="2203"/>
                    <a:pt x="135946" y="2215"/>
                  </a:cubicBezTo>
                  <a:cubicBezTo>
                    <a:pt x="135410" y="2203"/>
                    <a:pt x="134863" y="2191"/>
                    <a:pt x="134327" y="2179"/>
                  </a:cubicBezTo>
                  <a:cubicBezTo>
                    <a:pt x="134327" y="2203"/>
                    <a:pt x="134327" y="2215"/>
                    <a:pt x="134315" y="2239"/>
                  </a:cubicBezTo>
                  <a:cubicBezTo>
                    <a:pt x="134089" y="2239"/>
                    <a:pt x="133874" y="2250"/>
                    <a:pt x="133648" y="2250"/>
                  </a:cubicBezTo>
                  <a:lnTo>
                    <a:pt x="133648" y="2858"/>
                  </a:lnTo>
                  <a:cubicBezTo>
                    <a:pt x="133410" y="2715"/>
                    <a:pt x="133124" y="2441"/>
                    <a:pt x="132779" y="2262"/>
                  </a:cubicBezTo>
                  <a:cubicBezTo>
                    <a:pt x="132604" y="2280"/>
                    <a:pt x="132429" y="2288"/>
                    <a:pt x="132254" y="2288"/>
                  </a:cubicBezTo>
                  <a:cubicBezTo>
                    <a:pt x="131165" y="2288"/>
                    <a:pt x="130064" y="1988"/>
                    <a:pt x="128968" y="1988"/>
                  </a:cubicBezTo>
                  <a:cubicBezTo>
                    <a:pt x="128845" y="1988"/>
                    <a:pt x="128723" y="1992"/>
                    <a:pt x="128600" y="2000"/>
                  </a:cubicBezTo>
                  <a:cubicBezTo>
                    <a:pt x="129303" y="3936"/>
                    <a:pt x="129413" y="4616"/>
                    <a:pt x="129192" y="4616"/>
                  </a:cubicBezTo>
                  <a:cubicBezTo>
                    <a:pt x="128855" y="4616"/>
                    <a:pt x="127750" y="3043"/>
                    <a:pt x="126802" y="1929"/>
                  </a:cubicBezTo>
                  <a:cubicBezTo>
                    <a:pt x="122492" y="1750"/>
                    <a:pt x="118527" y="1500"/>
                    <a:pt x="114467" y="1179"/>
                  </a:cubicBezTo>
                  <a:cubicBezTo>
                    <a:pt x="114562" y="774"/>
                    <a:pt x="114646" y="381"/>
                    <a:pt x="114741" y="0"/>
                  </a:cubicBezTo>
                  <a:lnTo>
                    <a:pt x="114741" y="0"/>
                  </a:lnTo>
                  <a:cubicBezTo>
                    <a:pt x="112491" y="226"/>
                    <a:pt x="110348" y="441"/>
                    <a:pt x="108276" y="631"/>
                  </a:cubicBezTo>
                  <a:cubicBezTo>
                    <a:pt x="106192" y="441"/>
                    <a:pt x="104061" y="226"/>
                    <a:pt x="101799" y="0"/>
                  </a:cubicBezTo>
                  <a:lnTo>
                    <a:pt x="101799" y="0"/>
                  </a:lnTo>
                  <a:cubicBezTo>
                    <a:pt x="101894" y="381"/>
                    <a:pt x="101978" y="774"/>
                    <a:pt x="102073" y="1179"/>
                  </a:cubicBezTo>
                  <a:cubicBezTo>
                    <a:pt x="99072" y="1417"/>
                    <a:pt x="96132" y="1607"/>
                    <a:pt x="93060" y="1774"/>
                  </a:cubicBezTo>
                  <a:cubicBezTo>
                    <a:pt x="93191" y="1167"/>
                    <a:pt x="93322" y="572"/>
                    <a:pt x="93465" y="0"/>
                  </a:cubicBezTo>
                  <a:lnTo>
                    <a:pt x="93465" y="0"/>
                  </a:lnTo>
                  <a:cubicBezTo>
                    <a:pt x="84535" y="905"/>
                    <a:pt x="77439" y="1524"/>
                    <a:pt x="69212" y="1905"/>
                  </a:cubicBezTo>
                  <a:cubicBezTo>
                    <a:pt x="69164" y="2239"/>
                    <a:pt x="69116" y="2548"/>
                    <a:pt x="69081" y="2822"/>
                  </a:cubicBezTo>
                  <a:cubicBezTo>
                    <a:pt x="68723" y="2667"/>
                    <a:pt x="68342" y="2548"/>
                    <a:pt x="67973" y="2453"/>
                  </a:cubicBezTo>
                  <a:cubicBezTo>
                    <a:pt x="67950" y="2298"/>
                    <a:pt x="67926" y="2131"/>
                    <a:pt x="67902" y="1953"/>
                  </a:cubicBezTo>
                  <a:cubicBezTo>
                    <a:pt x="64735" y="2084"/>
                    <a:pt x="61377" y="2179"/>
                    <a:pt x="57686" y="2239"/>
                  </a:cubicBezTo>
                  <a:cubicBezTo>
                    <a:pt x="56567" y="2227"/>
                    <a:pt x="55472" y="2203"/>
                    <a:pt x="54412" y="2179"/>
                  </a:cubicBezTo>
                  <a:cubicBezTo>
                    <a:pt x="54303" y="2757"/>
                    <a:pt x="54160" y="2952"/>
                    <a:pt x="53977" y="2952"/>
                  </a:cubicBezTo>
                  <a:cubicBezTo>
                    <a:pt x="53701" y="2952"/>
                    <a:pt x="53333" y="2506"/>
                    <a:pt x="52852" y="2262"/>
                  </a:cubicBezTo>
                  <a:cubicBezTo>
                    <a:pt x="52687" y="2278"/>
                    <a:pt x="52522" y="2285"/>
                    <a:pt x="52356" y="2285"/>
                  </a:cubicBezTo>
                  <a:cubicBezTo>
                    <a:pt x="51262" y="2285"/>
                    <a:pt x="50161" y="1988"/>
                    <a:pt x="49052" y="1988"/>
                  </a:cubicBezTo>
                  <a:cubicBezTo>
                    <a:pt x="48926" y="1988"/>
                    <a:pt x="48800" y="1992"/>
                    <a:pt x="48673" y="2000"/>
                  </a:cubicBezTo>
                  <a:cubicBezTo>
                    <a:pt x="48959" y="2774"/>
                    <a:pt x="49138" y="3346"/>
                    <a:pt x="49257" y="3751"/>
                  </a:cubicBezTo>
                  <a:cubicBezTo>
                    <a:pt x="48792" y="3274"/>
                    <a:pt x="48173" y="2953"/>
                    <a:pt x="47518" y="2703"/>
                  </a:cubicBezTo>
                  <a:cubicBezTo>
                    <a:pt x="47304" y="2441"/>
                    <a:pt x="47090" y="2179"/>
                    <a:pt x="46875" y="1929"/>
                  </a:cubicBezTo>
                  <a:cubicBezTo>
                    <a:pt x="38315" y="1572"/>
                    <a:pt x="31064" y="929"/>
                    <a:pt x="21872" y="0"/>
                  </a:cubicBezTo>
                  <a:lnTo>
                    <a:pt x="21872" y="0"/>
                  </a:lnTo>
                  <a:cubicBezTo>
                    <a:pt x="22015" y="572"/>
                    <a:pt x="22146" y="1167"/>
                    <a:pt x="22277" y="1774"/>
                  </a:cubicBezTo>
                  <a:cubicBezTo>
                    <a:pt x="15098" y="1393"/>
                    <a:pt x="8573" y="810"/>
                    <a:pt x="5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27"/>
            <p:cNvSpPr/>
            <p:nvPr/>
          </p:nvSpPr>
          <p:spPr>
            <a:xfrm>
              <a:off x="283950" y="193150"/>
              <a:ext cx="8615526" cy="4752359"/>
            </a:xfrm>
            <a:custGeom>
              <a:rect b="b" l="l" r="r" t="t"/>
              <a:pathLst>
                <a:path extrusionOk="0" h="146757" w="269046">
                  <a:moveTo>
                    <a:pt x="21241" y="131"/>
                  </a:moveTo>
                  <a:cubicBezTo>
                    <a:pt x="20884" y="346"/>
                    <a:pt x="20527" y="572"/>
                    <a:pt x="20170" y="798"/>
                  </a:cubicBezTo>
                  <a:cubicBezTo>
                    <a:pt x="20217" y="953"/>
                    <a:pt x="20253" y="1120"/>
                    <a:pt x="20289" y="1286"/>
                  </a:cubicBezTo>
                  <a:cubicBezTo>
                    <a:pt x="20860" y="929"/>
                    <a:pt x="21432" y="560"/>
                    <a:pt x="22015" y="203"/>
                  </a:cubicBezTo>
                  <a:cubicBezTo>
                    <a:pt x="21753" y="179"/>
                    <a:pt x="21503" y="155"/>
                    <a:pt x="21241" y="131"/>
                  </a:cubicBezTo>
                  <a:close/>
                  <a:moveTo>
                    <a:pt x="18777" y="1691"/>
                  </a:moveTo>
                  <a:cubicBezTo>
                    <a:pt x="18515" y="1858"/>
                    <a:pt x="18265" y="2012"/>
                    <a:pt x="18015" y="2179"/>
                  </a:cubicBezTo>
                  <a:cubicBezTo>
                    <a:pt x="11788" y="6263"/>
                    <a:pt x="6156" y="10644"/>
                    <a:pt x="1155" y="15252"/>
                  </a:cubicBezTo>
                  <a:cubicBezTo>
                    <a:pt x="1179" y="15455"/>
                    <a:pt x="1203" y="15657"/>
                    <a:pt x="1215" y="15848"/>
                  </a:cubicBezTo>
                  <a:cubicBezTo>
                    <a:pt x="6263" y="11156"/>
                    <a:pt x="11966" y="6727"/>
                    <a:pt x="18277" y="2584"/>
                  </a:cubicBezTo>
                  <a:cubicBezTo>
                    <a:pt x="18705" y="2298"/>
                    <a:pt x="19146" y="2012"/>
                    <a:pt x="19574" y="1739"/>
                  </a:cubicBezTo>
                  <a:cubicBezTo>
                    <a:pt x="19312" y="1727"/>
                    <a:pt x="19039" y="1703"/>
                    <a:pt x="18777" y="1691"/>
                  </a:cubicBezTo>
                  <a:close/>
                  <a:moveTo>
                    <a:pt x="257199" y="5608"/>
                  </a:moveTo>
                  <a:cubicBezTo>
                    <a:pt x="259819" y="11180"/>
                    <a:pt x="262128" y="16943"/>
                    <a:pt x="264105" y="22884"/>
                  </a:cubicBezTo>
                  <a:cubicBezTo>
                    <a:pt x="264307" y="22836"/>
                    <a:pt x="264522" y="22789"/>
                    <a:pt x="264736" y="22741"/>
                  </a:cubicBezTo>
                  <a:cubicBezTo>
                    <a:pt x="262950" y="17360"/>
                    <a:pt x="260890" y="12085"/>
                    <a:pt x="258557" y="6942"/>
                  </a:cubicBezTo>
                  <a:lnTo>
                    <a:pt x="257199" y="5608"/>
                  </a:lnTo>
                  <a:close/>
                  <a:moveTo>
                    <a:pt x="234685" y="1239"/>
                  </a:moveTo>
                  <a:cubicBezTo>
                    <a:pt x="234423" y="1262"/>
                    <a:pt x="234149" y="1286"/>
                    <a:pt x="233887" y="1298"/>
                  </a:cubicBezTo>
                  <a:cubicBezTo>
                    <a:pt x="234554" y="1727"/>
                    <a:pt x="235220" y="2143"/>
                    <a:pt x="235875" y="2584"/>
                  </a:cubicBezTo>
                  <a:cubicBezTo>
                    <a:pt x="245662" y="9001"/>
                    <a:pt x="253961" y="16145"/>
                    <a:pt x="260676" y="23813"/>
                  </a:cubicBezTo>
                  <a:cubicBezTo>
                    <a:pt x="260783" y="23741"/>
                    <a:pt x="260938" y="23682"/>
                    <a:pt x="261140" y="23610"/>
                  </a:cubicBezTo>
                  <a:cubicBezTo>
                    <a:pt x="254377" y="15871"/>
                    <a:pt x="246007" y="8656"/>
                    <a:pt x="236137" y="2179"/>
                  </a:cubicBezTo>
                  <a:cubicBezTo>
                    <a:pt x="235649" y="1870"/>
                    <a:pt x="235173" y="1548"/>
                    <a:pt x="234685" y="1239"/>
                  </a:cubicBezTo>
                  <a:close/>
                  <a:moveTo>
                    <a:pt x="264807" y="25051"/>
                  </a:moveTo>
                  <a:lnTo>
                    <a:pt x="264867" y="25218"/>
                  </a:lnTo>
                  <a:cubicBezTo>
                    <a:pt x="264879" y="25218"/>
                    <a:pt x="264879" y="25206"/>
                    <a:pt x="264891" y="25194"/>
                  </a:cubicBezTo>
                  <a:cubicBezTo>
                    <a:pt x="264914" y="25158"/>
                    <a:pt x="264926" y="25111"/>
                    <a:pt x="264938" y="25075"/>
                  </a:cubicBezTo>
                  <a:cubicBezTo>
                    <a:pt x="264891" y="25063"/>
                    <a:pt x="264855" y="25063"/>
                    <a:pt x="264807" y="25051"/>
                  </a:cubicBezTo>
                  <a:close/>
                  <a:moveTo>
                    <a:pt x="265319" y="26670"/>
                  </a:moveTo>
                  <a:lnTo>
                    <a:pt x="265319" y="26670"/>
                  </a:lnTo>
                  <a:cubicBezTo>
                    <a:pt x="265557" y="27480"/>
                    <a:pt x="265807" y="28290"/>
                    <a:pt x="266034" y="29099"/>
                  </a:cubicBezTo>
                  <a:cubicBezTo>
                    <a:pt x="266057" y="28444"/>
                    <a:pt x="266081" y="27789"/>
                    <a:pt x="266117" y="27135"/>
                  </a:cubicBezTo>
                  <a:cubicBezTo>
                    <a:pt x="266081" y="27016"/>
                    <a:pt x="266046" y="26896"/>
                    <a:pt x="266010" y="26777"/>
                  </a:cubicBezTo>
                  <a:cubicBezTo>
                    <a:pt x="265843" y="26754"/>
                    <a:pt x="265593" y="26718"/>
                    <a:pt x="265319" y="26670"/>
                  </a:cubicBezTo>
                  <a:close/>
                  <a:moveTo>
                    <a:pt x="261188" y="24408"/>
                  </a:moveTo>
                  <a:lnTo>
                    <a:pt x="261188" y="24408"/>
                  </a:lnTo>
                  <a:cubicBezTo>
                    <a:pt x="262902" y="26396"/>
                    <a:pt x="264498" y="28409"/>
                    <a:pt x="265998" y="30456"/>
                  </a:cubicBezTo>
                  <a:cubicBezTo>
                    <a:pt x="265998" y="30195"/>
                    <a:pt x="266010" y="29944"/>
                    <a:pt x="266022" y="29683"/>
                  </a:cubicBezTo>
                  <a:cubicBezTo>
                    <a:pt x="265153" y="28516"/>
                    <a:pt x="264260" y="27361"/>
                    <a:pt x="263331" y="26218"/>
                  </a:cubicBezTo>
                  <a:cubicBezTo>
                    <a:pt x="263200" y="26158"/>
                    <a:pt x="263140" y="26087"/>
                    <a:pt x="263164" y="26015"/>
                  </a:cubicBezTo>
                  <a:cubicBezTo>
                    <a:pt x="262771" y="25539"/>
                    <a:pt x="262378" y="25075"/>
                    <a:pt x="261986" y="24599"/>
                  </a:cubicBezTo>
                  <a:cubicBezTo>
                    <a:pt x="261664" y="24539"/>
                    <a:pt x="261402" y="24468"/>
                    <a:pt x="261188" y="24408"/>
                  </a:cubicBezTo>
                  <a:close/>
                  <a:moveTo>
                    <a:pt x="127076" y="17431"/>
                  </a:moveTo>
                  <a:cubicBezTo>
                    <a:pt x="133339" y="17431"/>
                    <a:pt x="139506" y="17574"/>
                    <a:pt x="145578" y="17848"/>
                  </a:cubicBezTo>
                  <a:cubicBezTo>
                    <a:pt x="146150" y="29278"/>
                    <a:pt x="146554" y="41363"/>
                    <a:pt x="146769" y="53924"/>
                  </a:cubicBezTo>
                  <a:cubicBezTo>
                    <a:pt x="140292" y="53816"/>
                    <a:pt x="133720" y="53769"/>
                    <a:pt x="127076" y="53769"/>
                  </a:cubicBezTo>
                  <a:cubicBezTo>
                    <a:pt x="120432" y="53769"/>
                    <a:pt x="113860" y="53816"/>
                    <a:pt x="107371" y="53924"/>
                  </a:cubicBezTo>
                  <a:cubicBezTo>
                    <a:pt x="107585" y="41363"/>
                    <a:pt x="107990" y="29278"/>
                    <a:pt x="108562" y="17848"/>
                  </a:cubicBezTo>
                  <a:cubicBezTo>
                    <a:pt x="114634" y="17574"/>
                    <a:pt x="120813" y="17431"/>
                    <a:pt x="127076" y="17431"/>
                  </a:cubicBezTo>
                  <a:close/>
                  <a:moveTo>
                    <a:pt x="108359" y="17848"/>
                  </a:moveTo>
                  <a:cubicBezTo>
                    <a:pt x="107776" y="29385"/>
                    <a:pt x="107371" y="41482"/>
                    <a:pt x="107169" y="53924"/>
                  </a:cubicBezTo>
                  <a:cubicBezTo>
                    <a:pt x="94727" y="54138"/>
                    <a:pt x="82630" y="54531"/>
                    <a:pt x="71093" y="55114"/>
                  </a:cubicBezTo>
                  <a:cubicBezTo>
                    <a:pt x="71617" y="43244"/>
                    <a:pt x="72640" y="31766"/>
                    <a:pt x="74117" y="20872"/>
                  </a:cubicBezTo>
                  <a:cubicBezTo>
                    <a:pt x="85011" y="19407"/>
                    <a:pt x="96477" y="18384"/>
                    <a:pt x="108359" y="17848"/>
                  </a:cubicBezTo>
                  <a:close/>
                  <a:moveTo>
                    <a:pt x="145792" y="17860"/>
                  </a:moveTo>
                  <a:lnTo>
                    <a:pt x="145792" y="17860"/>
                  </a:lnTo>
                  <a:cubicBezTo>
                    <a:pt x="157675" y="18384"/>
                    <a:pt x="169141" y="19407"/>
                    <a:pt x="180035" y="20884"/>
                  </a:cubicBezTo>
                  <a:cubicBezTo>
                    <a:pt x="181499" y="31766"/>
                    <a:pt x="182523" y="43244"/>
                    <a:pt x="183059" y="55114"/>
                  </a:cubicBezTo>
                  <a:cubicBezTo>
                    <a:pt x="171522" y="54531"/>
                    <a:pt x="159425" y="54138"/>
                    <a:pt x="146983" y="53924"/>
                  </a:cubicBezTo>
                  <a:cubicBezTo>
                    <a:pt x="146781" y="41482"/>
                    <a:pt x="146376" y="29385"/>
                    <a:pt x="145792" y="17860"/>
                  </a:cubicBezTo>
                  <a:close/>
                  <a:moveTo>
                    <a:pt x="73724" y="20931"/>
                  </a:moveTo>
                  <a:lnTo>
                    <a:pt x="73724" y="20931"/>
                  </a:lnTo>
                  <a:cubicBezTo>
                    <a:pt x="72259" y="31909"/>
                    <a:pt x="71247" y="43375"/>
                    <a:pt x="70724" y="55138"/>
                  </a:cubicBezTo>
                  <a:cubicBezTo>
                    <a:pt x="54805" y="55948"/>
                    <a:pt x="39958" y="57103"/>
                    <a:pt x="26742" y="58579"/>
                  </a:cubicBezTo>
                  <a:cubicBezTo>
                    <a:pt x="27373" y="48816"/>
                    <a:pt x="28599" y="39255"/>
                    <a:pt x="30397" y="29992"/>
                  </a:cubicBezTo>
                  <a:cubicBezTo>
                    <a:pt x="43292" y="26158"/>
                    <a:pt x="57901" y="23086"/>
                    <a:pt x="73724" y="20931"/>
                  </a:cubicBezTo>
                  <a:close/>
                  <a:moveTo>
                    <a:pt x="180416" y="20931"/>
                  </a:moveTo>
                  <a:lnTo>
                    <a:pt x="180416" y="20931"/>
                  </a:lnTo>
                  <a:cubicBezTo>
                    <a:pt x="196251" y="23086"/>
                    <a:pt x="210860" y="26170"/>
                    <a:pt x="223755" y="29992"/>
                  </a:cubicBezTo>
                  <a:cubicBezTo>
                    <a:pt x="225552" y="39255"/>
                    <a:pt x="226779" y="48816"/>
                    <a:pt x="227410" y="58579"/>
                  </a:cubicBezTo>
                  <a:cubicBezTo>
                    <a:pt x="214194" y="57103"/>
                    <a:pt x="199335" y="55948"/>
                    <a:pt x="183416" y="55138"/>
                  </a:cubicBezTo>
                  <a:cubicBezTo>
                    <a:pt x="182904" y="43375"/>
                    <a:pt x="181892" y="31909"/>
                    <a:pt x="180416" y="20931"/>
                  </a:cubicBezTo>
                  <a:close/>
                  <a:moveTo>
                    <a:pt x="70724" y="55352"/>
                  </a:moveTo>
                  <a:cubicBezTo>
                    <a:pt x="70450" y="61436"/>
                    <a:pt x="70319" y="67616"/>
                    <a:pt x="70319" y="73843"/>
                  </a:cubicBezTo>
                  <a:cubicBezTo>
                    <a:pt x="70319" y="80070"/>
                    <a:pt x="70450" y="86237"/>
                    <a:pt x="70724" y="92321"/>
                  </a:cubicBezTo>
                  <a:cubicBezTo>
                    <a:pt x="54543" y="91500"/>
                    <a:pt x="39696" y="90333"/>
                    <a:pt x="26730" y="88892"/>
                  </a:cubicBezTo>
                  <a:cubicBezTo>
                    <a:pt x="26420" y="83915"/>
                    <a:pt x="26254" y="78891"/>
                    <a:pt x="26254" y="73843"/>
                  </a:cubicBezTo>
                  <a:cubicBezTo>
                    <a:pt x="26254" y="68783"/>
                    <a:pt x="26420" y="63758"/>
                    <a:pt x="26730" y="58781"/>
                  </a:cubicBezTo>
                  <a:cubicBezTo>
                    <a:pt x="39696" y="57341"/>
                    <a:pt x="54543" y="56174"/>
                    <a:pt x="70724" y="55352"/>
                  </a:cubicBezTo>
                  <a:close/>
                  <a:moveTo>
                    <a:pt x="183428" y="55352"/>
                  </a:moveTo>
                  <a:cubicBezTo>
                    <a:pt x="199609" y="56174"/>
                    <a:pt x="214444" y="57341"/>
                    <a:pt x="227410" y="58781"/>
                  </a:cubicBezTo>
                  <a:cubicBezTo>
                    <a:pt x="227731" y="63758"/>
                    <a:pt x="227886" y="68783"/>
                    <a:pt x="227886" y="73843"/>
                  </a:cubicBezTo>
                  <a:cubicBezTo>
                    <a:pt x="227886" y="78903"/>
                    <a:pt x="227731" y="83915"/>
                    <a:pt x="227410" y="88892"/>
                  </a:cubicBezTo>
                  <a:cubicBezTo>
                    <a:pt x="214444" y="90333"/>
                    <a:pt x="199609" y="91500"/>
                    <a:pt x="183428" y="92321"/>
                  </a:cubicBezTo>
                  <a:cubicBezTo>
                    <a:pt x="183690" y="86237"/>
                    <a:pt x="183833" y="80070"/>
                    <a:pt x="183833" y="73843"/>
                  </a:cubicBezTo>
                  <a:cubicBezTo>
                    <a:pt x="183833" y="67616"/>
                    <a:pt x="183690" y="61436"/>
                    <a:pt x="183428" y="55352"/>
                  </a:cubicBezTo>
                  <a:close/>
                  <a:moveTo>
                    <a:pt x="107157" y="54138"/>
                  </a:moveTo>
                  <a:cubicBezTo>
                    <a:pt x="107050" y="60627"/>
                    <a:pt x="107002" y="67199"/>
                    <a:pt x="107002" y="73843"/>
                  </a:cubicBezTo>
                  <a:cubicBezTo>
                    <a:pt x="107002" y="80475"/>
                    <a:pt x="107050" y="87047"/>
                    <a:pt x="107157" y="93536"/>
                  </a:cubicBezTo>
                  <a:cubicBezTo>
                    <a:pt x="94596" y="93321"/>
                    <a:pt x="82511" y="92917"/>
                    <a:pt x="71081" y="92345"/>
                  </a:cubicBezTo>
                  <a:cubicBezTo>
                    <a:pt x="70807" y="86273"/>
                    <a:pt x="70676" y="80105"/>
                    <a:pt x="70676" y="73843"/>
                  </a:cubicBezTo>
                  <a:cubicBezTo>
                    <a:pt x="70676" y="67580"/>
                    <a:pt x="70807" y="61401"/>
                    <a:pt x="71081" y="55329"/>
                  </a:cubicBezTo>
                  <a:cubicBezTo>
                    <a:pt x="82511" y="54757"/>
                    <a:pt x="94596" y="54352"/>
                    <a:pt x="107157" y="54138"/>
                  </a:cubicBezTo>
                  <a:close/>
                  <a:moveTo>
                    <a:pt x="146983" y="54138"/>
                  </a:moveTo>
                  <a:cubicBezTo>
                    <a:pt x="159544" y="54352"/>
                    <a:pt x="171641" y="54757"/>
                    <a:pt x="183071" y="55329"/>
                  </a:cubicBezTo>
                  <a:cubicBezTo>
                    <a:pt x="183333" y="61401"/>
                    <a:pt x="183476" y="67568"/>
                    <a:pt x="183476" y="73831"/>
                  </a:cubicBezTo>
                  <a:cubicBezTo>
                    <a:pt x="183476" y="80094"/>
                    <a:pt x="183333" y="86273"/>
                    <a:pt x="183071" y="92345"/>
                  </a:cubicBezTo>
                  <a:cubicBezTo>
                    <a:pt x="171641" y="92917"/>
                    <a:pt x="159544" y="93321"/>
                    <a:pt x="146983" y="93536"/>
                  </a:cubicBezTo>
                  <a:cubicBezTo>
                    <a:pt x="147090" y="87047"/>
                    <a:pt x="147150" y="80475"/>
                    <a:pt x="147150" y="73843"/>
                  </a:cubicBezTo>
                  <a:cubicBezTo>
                    <a:pt x="147150" y="67199"/>
                    <a:pt x="147090" y="60627"/>
                    <a:pt x="146983" y="54138"/>
                  </a:cubicBezTo>
                  <a:close/>
                  <a:moveTo>
                    <a:pt x="127076" y="53971"/>
                  </a:moveTo>
                  <a:cubicBezTo>
                    <a:pt x="133743" y="53971"/>
                    <a:pt x="140327" y="54031"/>
                    <a:pt x="146781" y="54138"/>
                  </a:cubicBezTo>
                  <a:cubicBezTo>
                    <a:pt x="146876" y="60591"/>
                    <a:pt x="146935" y="67163"/>
                    <a:pt x="146935" y="73843"/>
                  </a:cubicBezTo>
                  <a:cubicBezTo>
                    <a:pt x="146935" y="80510"/>
                    <a:pt x="146888" y="87082"/>
                    <a:pt x="146781" y="93536"/>
                  </a:cubicBezTo>
                  <a:cubicBezTo>
                    <a:pt x="140327" y="93643"/>
                    <a:pt x="133743" y="93702"/>
                    <a:pt x="127076" y="93702"/>
                  </a:cubicBezTo>
                  <a:cubicBezTo>
                    <a:pt x="120396" y="93702"/>
                    <a:pt x="113824" y="93643"/>
                    <a:pt x="107371" y="93536"/>
                  </a:cubicBezTo>
                  <a:cubicBezTo>
                    <a:pt x="107264" y="87082"/>
                    <a:pt x="107204" y="80510"/>
                    <a:pt x="107204" y="73843"/>
                  </a:cubicBezTo>
                  <a:cubicBezTo>
                    <a:pt x="107204" y="67163"/>
                    <a:pt x="107264" y="60591"/>
                    <a:pt x="107371" y="54138"/>
                  </a:cubicBezTo>
                  <a:cubicBezTo>
                    <a:pt x="113824" y="54031"/>
                    <a:pt x="120396" y="53971"/>
                    <a:pt x="127076" y="53971"/>
                  </a:cubicBezTo>
                  <a:close/>
                  <a:moveTo>
                    <a:pt x="48" y="105632"/>
                  </a:moveTo>
                  <a:cubicBezTo>
                    <a:pt x="36" y="105716"/>
                    <a:pt x="12" y="105811"/>
                    <a:pt x="0" y="105894"/>
                  </a:cubicBezTo>
                  <a:cubicBezTo>
                    <a:pt x="155" y="105882"/>
                    <a:pt x="310" y="105870"/>
                    <a:pt x="477" y="105859"/>
                  </a:cubicBezTo>
                  <a:cubicBezTo>
                    <a:pt x="334" y="105775"/>
                    <a:pt x="191" y="105704"/>
                    <a:pt x="48" y="105632"/>
                  </a:cubicBezTo>
                  <a:close/>
                  <a:moveTo>
                    <a:pt x="26742" y="89095"/>
                  </a:moveTo>
                  <a:cubicBezTo>
                    <a:pt x="39958" y="90571"/>
                    <a:pt x="54805" y="91726"/>
                    <a:pt x="70724" y="92536"/>
                  </a:cubicBezTo>
                  <a:cubicBezTo>
                    <a:pt x="71247" y="104299"/>
                    <a:pt x="72259" y="115765"/>
                    <a:pt x="73724" y="126742"/>
                  </a:cubicBezTo>
                  <a:cubicBezTo>
                    <a:pt x="57901" y="124587"/>
                    <a:pt x="43292" y="121515"/>
                    <a:pt x="30397" y="117681"/>
                  </a:cubicBezTo>
                  <a:cubicBezTo>
                    <a:pt x="28599" y="108418"/>
                    <a:pt x="27373" y="98858"/>
                    <a:pt x="26742" y="89095"/>
                  </a:cubicBezTo>
                  <a:close/>
                  <a:moveTo>
                    <a:pt x="227410" y="89095"/>
                  </a:moveTo>
                  <a:cubicBezTo>
                    <a:pt x="226779" y="98858"/>
                    <a:pt x="225552" y="108418"/>
                    <a:pt x="223755" y="117681"/>
                  </a:cubicBezTo>
                  <a:cubicBezTo>
                    <a:pt x="210860" y="121515"/>
                    <a:pt x="196251" y="124587"/>
                    <a:pt x="180416" y="126742"/>
                  </a:cubicBezTo>
                  <a:cubicBezTo>
                    <a:pt x="181892" y="115765"/>
                    <a:pt x="182904" y="104299"/>
                    <a:pt x="183416" y="92536"/>
                  </a:cubicBezTo>
                  <a:cubicBezTo>
                    <a:pt x="199347" y="91726"/>
                    <a:pt x="214194" y="90571"/>
                    <a:pt x="227410" y="89095"/>
                  </a:cubicBezTo>
                  <a:close/>
                  <a:moveTo>
                    <a:pt x="71093" y="92559"/>
                  </a:moveTo>
                  <a:lnTo>
                    <a:pt x="71093" y="92559"/>
                  </a:lnTo>
                  <a:cubicBezTo>
                    <a:pt x="82630" y="93143"/>
                    <a:pt x="94715" y="93536"/>
                    <a:pt x="107169" y="93750"/>
                  </a:cubicBezTo>
                  <a:cubicBezTo>
                    <a:pt x="107371" y="106192"/>
                    <a:pt x="107776" y="118289"/>
                    <a:pt x="108347" y="129826"/>
                  </a:cubicBezTo>
                  <a:cubicBezTo>
                    <a:pt x="96477" y="129290"/>
                    <a:pt x="85011" y="128266"/>
                    <a:pt x="74117" y="126790"/>
                  </a:cubicBezTo>
                  <a:cubicBezTo>
                    <a:pt x="72640" y="115907"/>
                    <a:pt x="71617" y="104442"/>
                    <a:pt x="71093" y="92559"/>
                  </a:cubicBezTo>
                  <a:close/>
                  <a:moveTo>
                    <a:pt x="183059" y="92559"/>
                  </a:moveTo>
                  <a:lnTo>
                    <a:pt x="183059" y="92559"/>
                  </a:lnTo>
                  <a:cubicBezTo>
                    <a:pt x="182523" y="104442"/>
                    <a:pt x="181499" y="115907"/>
                    <a:pt x="180035" y="126802"/>
                  </a:cubicBezTo>
                  <a:cubicBezTo>
                    <a:pt x="169141" y="128266"/>
                    <a:pt x="157675" y="129290"/>
                    <a:pt x="145792" y="129826"/>
                  </a:cubicBezTo>
                  <a:cubicBezTo>
                    <a:pt x="146376" y="118289"/>
                    <a:pt x="146769" y="106192"/>
                    <a:pt x="146983" y="93750"/>
                  </a:cubicBezTo>
                  <a:cubicBezTo>
                    <a:pt x="159425" y="93536"/>
                    <a:pt x="171522" y="93143"/>
                    <a:pt x="183059" y="92559"/>
                  </a:cubicBezTo>
                  <a:close/>
                  <a:moveTo>
                    <a:pt x="107371" y="93750"/>
                  </a:moveTo>
                  <a:cubicBezTo>
                    <a:pt x="113860" y="93857"/>
                    <a:pt x="120432" y="93917"/>
                    <a:pt x="127076" y="93917"/>
                  </a:cubicBezTo>
                  <a:cubicBezTo>
                    <a:pt x="133708" y="93917"/>
                    <a:pt x="140292" y="93857"/>
                    <a:pt x="146769" y="93750"/>
                  </a:cubicBezTo>
                  <a:lnTo>
                    <a:pt x="146769" y="93750"/>
                  </a:lnTo>
                  <a:cubicBezTo>
                    <a:pt x="146566" y="106311"/>
                    <a:pt x="146150" y="118396"/>
                    <a:pt x="145578" y="129826"/>
                  </a:cubicBezTo>
                  <a:cubicBezTo>
                    <a:pt x="139506" y="130100"/>
                    <a:pt x="133339" y="130243"/>
                    <a:pt x="127076" y="130243"/>
                  </a:cubicBezTo>
                  <a:cubicBezTo>
                    <a:pt x="120813" y="130243"/>
                    <a:pt x="114634" y="130100"/>
                    <a:pt x="108574" y="129826"/>
                  </a:cubicBezTo>
                  <a:cubicBezTo>
                    <a:pt x="107990" y="118396"/>
                    <a:pt x="107585" y="106311"/>
                    <a:pt x="107371" y="93750"/>
                  </a:cubicBezTo>
                  <a:close/>
                  <a:moveTo>
                    <a:pt x="266653" y="116300"/>
                  </a:moveTo>
                  <a:lnTo>
                    <a:pt x="266653" y="116300"/>
                  </a:lnTo>
                  <a:cubicBezTo>
                    <a:pt x="259152" y="126861"/>
                    <a:pt x="248817" y="136600"/>
                    <a:pt x="235875" y="145101"/>
                  </a:cubicBezTo>
                  <a:cubicBezTo>
                    <a:pt x="235411" y="145399"/>
                    <a:pt x="234946" y="145697"/>
                    <a:pt x="234482" y="145994"/>
                  </a:cubicBezTo>
                  <a:cubicBezTo>
                    <a:pt x="234756" y="146006"/>
                    <a:pt x="235030" y="146018"/>
                    <a:pt x="235304" y="146030"/>
                  </a:cubicBezTo>
                  <a:cubicBezTo>
                    <a:pt x="235577" y="145852"/>
                    <a:pt x="235851" y="145673"/>
                    <a:pt x="236137" y="145494"/>
                  </a:cubicBezTo>
                  <a:cubicBezTo>
                    <a:pt x="248710" y="137243"/>
                    <a:pt x="258854" y="127814"/>
                    <a:pt x="266319" y="117586"/>
                  </a:cubicBezTo>
                  <a:lnTo>
                    <a:pt x="266319" y="117586"/>
                  </a:lnTo>
                  <a:cubicBezTo>
                    <a:pt x="263533" y="127504"/>
                    <a:pt x="259831" y="137005"/>
                    <a:pt x="255306" y="145971"/>
                  </a:cubicBezTo>
                  <a:cubicBezTo>
                    <a:pt x="255544" y="145983"/>
                    <a:pt x="255794" y="145994"/>
                    <a:pt x="256032" y="146006"/>
                  </a:cubicBezTo>
                  <a:cubicBezTo>
                    <a:pt x="260354" y="137374"/>
                    <a:pt x="263879" y="128338"/>
                    <a:pt x="266569" y="118991"/>
                  </a:cubicBezTo>
                  <a:cubicBezTo>
                    <a:pt x="266593" y="118098"/>
                    <a:pt x="266617" y="117193"/>
                    <a:pt x="266653" y="116300"/>
                  </a:cubicBezTo>
                  <a:close/>
                  <a:moveTo>
                    <a:pt x="1798" y="132362"/>
                  </a:moveTo>
                  <a:cubicBezTo>
                    <a:pt x="1774" y="132540"/>
                    <a:pt x="1739" y="132731"/>
                    <a:pt x="1715" y="132933"/>
                  </a:cubicBezTo>
                  <a:cubicBezTo>
                    <a:pt x="6573" y="137362"/>
                    <a:pt x="12014" y="141553"/>
                    <a:pt x="18015" y="145494"/>
                  </a:cubicBezTo>
                  <a:cubicBezTo>
                    <a:pt x="18229" y="145637"/>
                    <a:pt x="18455" y="145780"/>
                    <a:pt x="18669" y="145923"/>
                  </a:cubicBezTo>
                  <a:cubicBezTo>
                    <a:pt x="18681" y="145899"/>
                    <a:pt x="18681" y="145887"/>
                    <a:pt x="18693" y="145875"/>
                  </a:cubicBezTo>
                  <a:lnTo>
                    <a:pt x="18693" y="145875"/>
                  </a:lnTo>
                  <a:cubicBezTo>
                    <a:pt x="18681" y="145899"/>
                    <a:pt x="18693" y="145911"/>
                    <a:pt x="18693" y="145935"/>
                  </a:cubicBezTo>
                  <a:cubicBezTo>
                    <a:pt x="18800" y="146006"/>
                    <a:pt x="18908" y="146066"/>
                    <a:pt x="19015" y="146137"/>
                  </a:cubicBezTo>
                  <a:cubicBezTo>
                    <a:pt x="19348" y="146256"/>
                    <a:pt x="19872" y="146328"/>
                    <a:pt x="20336" y="146423"/>
                  </a:cubicBezTo>
                  <a:cubicBezTo>
                    <a:pt x="19646" y="145983"/>
                    <a:pt x="18955" y="145542"/>
                    <a:pt x="18277" y="145090"/>
                  </a:cubicBezTo>
                  <a:cubicBezTo>
                    <a:pt x="12204" y="141113"/>
                    <a:pt x="6692" y="136850"/>
                    <a:pt x="1798" y="132362"/>
                  </a:cubicBezTo>
                  <a:close/>
                  <a:moveTo>
                    <a:pt x="176558" y="0"/>
                  </a:moveTo>
                  <a:cubicBezTo>
                    <a:pt x="176701" y="572"/>
                    <a:pt x="176832" y="1167"/>
                    <a:pt x="176963" y="1774"/>
                  </a:cubicBezTo>
                  <a:lnTo>
                    <a:pt x="176903" y="1774"/>
                  </a:lnTo>
                  <a:cubicBezTo>
                    <a:pt x="178070" y="7787"/>
                    <a:pt x="179106" y="14038"/>
                    <a:pt x="179975" y="20491"/>
                  </a:cubicBezTo>
                  <a:cubicBezTo>
                    <a:pt x="168998" y="19015"/>
                    <a:pt x="157544" y="18003"/>
                    <a:pt x="145781" y="17491"/>
                  </a:cubicBezTo>
                  <a:cubicBezTo>
                    <a:pt x="145507" y="12157"/>
                    <a:pt x="145197" y="6942"/>
                    <a:pt x="144852" y="1858"/>
                  </a:cubicBezTo>
                  <a:cubicBezTo>
                    <a:pt x="144780" y="1870"/>
                    <a:pt x="144697" y="1870"/>
                    <a:pt x="144626" y="1870"/>
                  </a:cubicBezTo>
                  <a:cubicBezTo>
                    <a:pt x="144971" y="6918"/>
                    <a:pt x="145292" y="12121"/>
                    <a:pt x="145554" y="17479"/>
                  </a:cubicBezTo>
                  <a:cubicBezTo>
                    <a:pt x="139470" y="17217"/>
                    <a:pt x="133303" y="17074"/>
                    <a:pt x="127076" y="17074"/>
                  </a:cubicBezTo>
                  <a:cubicBezTo>
                    <a:pt x="120849" y="17074"/>
                    <a:pt x="114681" y="17217"/>
                    <a:pt x="108585" y="17479"/>
                  </a:cubicBezTo>
                  <a:cubicBezTo>
                    <a:pt x="108895" y="11573"/>
                    <a:pt x="109240" y="5846"/>
                    <a:pt x="109621" y="322"/>
                  </a:cubicBezTo>
                  <a:lnTo>
                    <a:pt x="109621" y="322"/>
                  </a:lnTo>
                  <a:cubicBezTo>
                    <a:pt x="109550" y="334"/>
                    <a:pt x="109478" y="334"/>
                    <a:pt x="109407" y="346"/>
                  </a:cubicBezTo>
                  <a:cubicBezTo>
                    <a:pt x="109014" y="5894"/>
                    <a:pt x="108669" y="11621"/>
                    <a:pt x="108371" y="17491"/>
                  </a:cubicBezTo>
                  <a:cubicBezTo>
                    <a:pt x="96608" y="18003"/>
                    <a:pt x="85142" y="19015"/>
                    <a:pt x="74164" y="20491"/>
                  </a:cubicBezTo>
                  <a:cubicBezTo>
                    <a:pt x="75069" y="13871"/>
                    <a:pt x="76129" y="7454"/>
                    <a:pt x="77343" y="1298"/>
                  </a:cubicBezTo>
                  <a:lnTo>
                    <a:pt x="77343" y="1298"/>
                  </a:lnTo>
                  <a:cubicBezTo>
                    <a:pt x="77212" y="1310"/>
                    <a:pt x="77081" y="1322"/>
                    <a:pt x="76951" y="1334"/>
                  </a:cubicBezTo>
                  <a:cubicBezTo>
                    <a:pt x="75724" y="7537"/>
                    <a:pt x="74665" y="13954"/>
                    <a:pt x="73783" y="20539"/>
                  </a:cubicBezTo>
                  <a:cubicBezTo>
                    <a:pt x="58198" y="22646"/>
                    <a:pt x="43601" y="25682"/>
                    <a:pt x="30480" y="29575"/>
                  </a:cubicBezTo>
                  <a:cubicBezTo>
                    <a:pt x="32374" y="19872"/>
                    <a:pt x="34910" y="10502"/>
                    <a:pt x="38029" y="1560"/>
                  </a:cubicBezTo>
                  <a:cubicBezTo>
                    <a:pt x="37874" y="1548"/>
                    <a:pt x="37708" y="1548"/>
                    <a:pt x="37541" y="1536"/>
                  </a:cubicBezTo>
                  <a:cubicBezTo>
                    <a:pt x="34409" y="10525"/>
                    <a:pt x="31862" y="19955"/>
                    <a:pt x="29968" y="29718"/>
                  </a:cubicBezTo>
                  <a:cubicBezTo>
                    <a:pt x="25849" y="30957"/>
                    <a:pt x="21884" y="32266"/>
                    <a:pt x="18086" y="33659"/>
                  </a:cubicBezTo>
                  <a:cubicBezTo>
                    <a:pt x="12252" y="35802"/>
                    <a:pt x="6942" y="38088"/>
                    <a:pt x="2191" y="40493"/>
                  </a:cubicBezTo>
                  <a:lnTo>
                    <a:pt x="2179" y="40934"/>
                  </a:lnTo>
                  <a:cubicBezTo>
                    <a:pt x="10097" y="36910"/>
                    <a:pt x="19420" y="33278"/>
                    <a:pt x="29885" y="30147"/>
                  </a:cubicBezTo>
                  <a:lnTo>
                    <a:pt x="29885" y="30147"/>
                  </a:lnTo>
                  <a:cubicBezTo>
                    <a:pt x="28111" y="39386"/>
                    <a:pt x="26885" y="48911"/>
                    <a:pt x="26266" y="58627"/>
                  </a:cubicBezTo>
                  <a:cubicBezTo>
                    <a:pt x="23480" y="58948"/>
                    <a:pt x="20765" y="59270"/>
                    <a:pt x="18134" y="59615"/>
                  </a:cubicBezTo>
                  <a:cubicBezTo>
                    <a:pt x="11621" y="60460"/>
                    <a:pt x="5763" y="61365"/>
                    <a:pt x="584" y="62329"/>
                  </a:cubicBezTo>
                  <a:cubicBezTo>
                    <a:pt x="596" y="62389"/>
                    <a:pt x="596" y="62460"/>
                    <a:pt x="608" y="62520"/>
                  </a:cubicBezTo>
                  <a:cubicBezTo>
                    <a:pt x="7942" y="61163"/>
                    <a:pt x="16574" y="59924"/>
                    <a:pt x="26254" y="58841"/>
                  </a:cubicBezTo>
                  <a:lnTo>
                    <a:pt x="26254" y="58841"/>
                  </a:lnTo>
                  <a:cubicBezTo>
                    <a:pt x="25944" y="63794"/>
                    <a:pt x="25777" y="68794"/>
                    <a:pt x="25777" y="73843"/>
                  </a:cubicBezTo>
                  <a:cubicBezTo>
                    <a:pt x="25777" y="78879"/>
                    <a:pt x="25944" y="83880"/>
                    <a:pt x="26254" y="88833"/>
                  </a:cubicBezTo>
                  <a:cubicBezTo>
                    <a:pt x="17014" y="87797"/>
                    <a:pt x="8740" y="86618"/>
                    <a:pt x="1620" y="85332"/>
                  </a:cubicBezTo>
                  <a:cubicBezTo>
                    <a:pt x="1620" y="85404"/>
                    <a:pt x="1620" y="85475"/>
                    <a:pt x="1620" y="85535"/>
                  </a:cubicBezTo>
                  <a:cubicBezTo>
                    <a:pt x="6537" y="86428"/>
                    <a:pt x="12050" y="87273"/>
                    <a:pt x="18134" y="88059"/>
                  </a:cubicBezTo>
                  <a:cubicBezTo>
                    <a:pt x="20765" y="88404"/>
                    <a:pt x="23480" y="88726"/>
                    <a:pt x="26266" y="89047"/>
                  </a:cubicBezTo>
                  <a:cubicBezTo>
                    <a:pt x="26885" y="98762"/>
                    <a:pt x="28099" y="108287"/>
                    <a:pt x="29885" y="117527"/>
                  </a:cubicBezTo>
                  <a:cubicBezTo>
                    <a:pt x="18824" y="114217"/>
                    <a:pt x="9037" y="110359"/>
                    <a:pt x="846" y="106049"/>
                  </a:cubicBezTo>
                  <a:lnTo>
                    <a:pt x="846" y="106049"/>
                  </a:lnTo>
                  <a:cubicBezTo>
                    <a:pt x="858" y="106204"/>
                    <a:pt x="870" y="106359"/>
                    <a:pt x="881" y="106513"/>
                  </a:cubicBezTo>
                  <a:cubicBezTo>
                    <a:pt x="5977" y="109169"/>
                    <a:pt x="11716" y="111669"/>
                    <a:pt x="18086" y="114014"/>
                  </a:cubicBezTo>
                  <a:cubicBezTo>
                    <a:pt x="21884" y="115407"/>
                    <a:pt x="25849" y="116717"/>
                    <a:pt x="29968" y="117955"/>
                  </a:cubicBezTo>
                  <a:cubicBezTo>
                    <a:pt x="31850" y="127611"/>
                    <a:pt x="34350" y="136946"/>
                    <a:pt x="37446" y="145852"/>
                  </a:cubicBezTo>
                  <a:cubicBezTo>
                    <a:pt x="37600" y="145840"/>
                    <a:pt x="37767" y="145840"/>
                    <a:pt x="37934" y="145828"/>
                  </a:cubicBezTo>
                  <a:cubicBezTo>
                    <a:pt x="34862" y="136981"/>
                    <a:pt x="32362" y="127706"/>
                    <a:pt x="30480" y="118098"/>
                  </a:cubicBezTo>
                  <a:lnTo>
                    <a:pt x="30480" y="118098"/>
                  </a:lnTo>
                  <a:cubicBezTo>
                    <a:pt x="43589" y="121992"/>
                    <a:pt x="58198" y="125028"/>
                    <a:pt x="73783" y="127135"/>
                  </a:cubicBezTo>
                  <a:cubicBezTo>
                    <a:pt x="74653" y="133600"/>
                    <a:pt x="75688" y="139910"/>
                    <a:pt x="76879" y="146006"/>
                  </a:cubicBezTo>
                  <a:cubicBezTo>
                    <a:pt x="77010" y="146006"/>
                    <a:pt x="77141" y="146018"/>
                    <a:pt x="77272" y="146018"/>
                  </a:cubicBezTo>
                  <a:cubicBezTo>
                    <a:pt x="76093" y="139970"/>
                    <a:pt x="75046" y="133683"/>
                    <a:pt x="74164" y="127183"/>
                  </a:cubicBezTo>
                  <a:lnTo>
                    <a:pt x="74164" y="127183"/>
                  </a:lnTo>
                  <a:cubicBezTo>
                    <a:pt x="85154" y="128659"/>
                    <a:pt x="96608" y="129659"/>
                    <a:pt x="108371" y="130183"/>
                  </a:cubicBezTo>
                  <a:cubicBezTo>
                    <a:pt x="108657" y="135850"/>
                    <a:pt x="108990" y="141375"/>
                    <a:pt x="109371" y="146733"/>
                  </a:cubicBezTo>
                  <a:cubicBezTo>
                    <a:pt x="109443" y="146745"/>
                    <a:pt x="109514" y="146745"/>
                    <a:pt x="109586" y="146756"/>
                  </a:cubicBezTo>
                  <a:cubicBezTo>
                    <a:pt x="109205" y="141411"/>
                    <a:pt x="108883" y="135886"/>
                    <a:pt x="108585" y="130195"/>
                  </a:cubicBezTo>
                  <a:lnTo>
                    <a:pt x="108585" y="130195"/>
                  </a:lnTo>
                  <a:cubicBezTo>
                    <a:pt x="114681" y="130457"/>
                    <a:pt x="120849" y="130600"/>
                    <a:pt x="127076" y="130600"/>
                  </a:cubicBezTo>
                  <a:cubicBezTo>
                    <a:pt x="133303" y="130600"/>
                    <a:pt x="139470" y="130457"/>
                    <a:pt x="145554" y="130195"/>
                  </a:cubicBezTo>
                  <a:lnTo>
                    <a:pt x="145554" y="130195"/>
                  </a:lnTo>
                  <a:cubicBezTo>
                    <a:pt x="145328" y="134815"/>
                    <a:pt x="145066" y="139327"/>
                    <a:pt x="144769" y="143720"/>
                  </a:cubicBezTo>
                  <a:cubicBezTo>
                    <a:pt x="144828" y="143851"/>
                    <a:pt x="144888" y="143994"/>
                    <a:pt x="144959" y="144161"/>
                  </a:cubicBezTo>
                  <a:cubicBezTo>
                    <a:pt x="145257" y="139613"/>
                    <a:pt x="145531" y="134945"/>
                    <a:pt x="145781" y="130183"/>
                  </a:cubicBezTo>
                  <a:cubicBezTo>
                    <a:pt x="157544" y="129671"/>
                    <a:pt x="168998" y="128659"/>
                    <a:pt x="179975" y="127183"/>
                  </a:cubicBezTo>
                  <a:lnTo>
                    <a:pt x="179975" y="127183"/>
                  </a:lnTo>
                  <a:cubicBezTo>
                    <a:pt x="179106" y="133588"/>
                    <a:pt x="178094" y="139791"/>
                    <a:pt x="176927" y="145756"/>
                  </a:cubicBezTo>
                  <a:lnTo>
                    <a:pt x="177034" y="145756"/>
                  </a:lnTo>
                  <a:cubicBezTo>
                    <a:pt x="177142" y="145697"/>
                    <a:pt x="177249" y="145625"/>
                    <a:pt x="177356" y="145566"/>
                  </a:cubicBezTo>
                  <a:cubicBezTo>
                    <a:pt x="178511" y="139601"/>
                    <a:pt x="179511" y="133445"/>
                    <a:pt x="180368" y="127135"/>
                  </a:cubicBezTo>
                  <a:cubicBezTo>
                    <a:pt x="195953" y="125028"/>
                    <a:pt x="210551" y="121992"/>
                    <a:pt x="223671" y="118098"/>
                  </a:cubicBezTo>
                  <a:lnTo>
                    <a:pt x="223671" y="118098"/>
                  </a:lnTo>
                  <a:cubicBezTo>
                    <a:pt x="221814" y="127599"/>
                    <a:pt x="219337" y="136791"/>
                    <a:pt x="216301" y="145554"/>
                  </a:cubicBezTo>
                  <a:lnTo>
                    <a:pt x="216801" y="145554"/>
                  </a:lnTo>
                  <a:cubicBezTo>
                    <a:pt x="219849" y="136743"/>
                    <a:pt x="222326" y="127504"/>
                    <a:pt x="224183" y="117943"/>
                  </a:cubicBezTo>
                  <a:cubicBezTo>
                    <a:pt x="228291" y="116717"/>
                    <a:pt x="232268" y="115407"/>
                    <a:pt x="236066" y="114002"/>
                  </a:cubicBezTo>
                  <a:cubicBezTo>
                    <a:pt x="249877" y="108930"/>
                    <a:pt x="260747" y="103073"/>
                    <a:pt x="268367" y="96679"/>
                  </a:cubicBezTo>
                  <a:cubicBezTo>
                    <a:pt x="268391" y="96476"/>
                    <a:pt x="268427" y="96286"/>
                    <a:pt x="268451" y="96084"/>
                  </a:cubicBezTo>
                  <a:lnTo>
                    <a:pt x="268451" y="96084"/>
                  </a:lnTo>
                  <a:cubicBezTo>
                    <a:pt x="258592" y="104477"/>
                    <a:pt x="243317" y="111824"/>
                    <a:pt x="224267" y="117527"/>
                  </a:cubicBezTo>
                  <a:cubicBezTo>
                    <a:pt x="226041" y="108287"/>
                    <a:pt x="227267" y="98762"/>
                    <a:pt x="227886" y="89047"/>
                  </a:cubicBezTo>
                  <a:cubicBezTo>
                    <a:pt x="230672" y="88726"/>
                    <a:pt x="233387" y="88404"/>
                    <a:pt x="236018" y="88059"/>
                  </a:cubicBezTo>
                  <a:cubicBezTo>
                    <a:pt x="248770" y="86404"/>
                    <a:pt x="259009" y="84511"/>
                    <a:pt x="266510" y="82451"/>
                  </a:cubicBezTo>
                  <a:cubicBezTo>
                    <a:pt x="266510" y="82379"/>
                    <a:pt x="266510" y="82308"/>
                    <a:pt x="266510" y="82249"/>
                  </a:cubicBezTo>
                  <a:cubicBezTo>
                    <a:pt x="257306" y="84773"/>
                    <a:pt x="244079" y="87023"/>
                    <a:pt x="227898" y="88833"/>
                  </a:cubicBezTo>
                  <a:cubicBezTo>
                    <a:pt x="228208" y="83880"/>
                    <a:pt x="228362" y="78867"/>
                    <a:pt x="228362" y="73831"/>
                  </a:cubicBezTo>
                  <a:cubicBezTo>
                    <a:pt x="228362" y="68794"/>
                    <a:pt x="228208" y="63782"/>
                    <a:pt x="227898" y="58829"/>
                  </a:cubicBezTo>
                  <a:lnTo>
                    <a:pt x="227898" y="58829"/>
                  </a:lnTo>
                  <a:cubicBezTo>
                    <a:pt x="244519" y="60698"/>
                    <a:pt x="258009" y="63008"/>
                    <a:pt x="267248" y="65627"/>
                  </a:cubicBezTo>
                  <a:cubicBezTo>
                    <a:pt x="267248" y="65556"/>
                    <a:pt x="267260" y="65496"/>
                    <a:pt x="267260" y="65425"/>
                  </a:cubicBezTo>
                  <a:cubicBezTo>
                    <a:pt x="259711" y="63282"/>
                    <a:pt x="249210" y="61317"/>
                    <a:pt x="236018" y="59603"/>
                  </a:cubicBezTo>
                  <a:cubicBezTo>
                    <a:pt x="233387" y="59270"/>
                    <a:pt x="230672" y="58936"/>
                    <a:pt x="227886" y="58627"/>
                  </a:cubicBezTo>
                  <a:cubicBezTo>
                    <a:pt x="227267" y="48899"/>
                    <a:pt x="226041" y="39374"/>
                    <a:pt x="224267" y="30135"/>
                  </a:cubicBezTo>
                  <a:lnTo>
                    <a:pt x="224267" y="30135"/>
                  </a:lnTo>
                  <a:cubicBezTo>
                    <a:pt x="243650" y="35945"/>
                    <a:pt x="259116" y="43446"/>
                    <a:pt x="268963" y="52019"/>
                  </a:cubicBezTo>
                  <a:cubicBezTo>
                    <a:pt x="268986" y="51864"/>
                    <a:pt x="269010" y="51709"/>
                    <a:pt x="269046" y="51566"/>
                  </a:cubicBezTo>
                  <a:cubicBezTo>
                    <a:pt x="261390" y="44946"/>
                    <a:pt x="250294" y="38886"/>
                    <a:pt x="236066" y="33659"/>
                  </a:cubicBezTo>
                  <a:cubicBezTo>
                    <a:pt x="232268" y="32266"/>
                    <a:pt x="228291" y="30945"/>
                    <a:pt x="224183" y="29718"/>
                  </a:cubicBezTo>
                  <a:cubicBezTo>
                    <a:pt x="222338" y="20277"/>
                    <a:pt x="219909" y="11133"/>
                    <a:pt x="216908" y="2417"/>
                  </a:cubicBezTo>
                  <a:cubicBezTo>
                    <a:pt x="216766" y="2513"/>
                    <a:pt x="216635" y="2620"/>
                    <a:pt x="216504" y="2715"/>
                  </a:cubicBezTo>
                  <a:cubicBezTo>
                    <a:pt x="219456" y="11299"/>
                    <a:pt x="221850" y="20277"/>
                    <a:pt x="223671" y="29563"/>
                  </a:cubicBezTo>
                  <a:cubicBezTo>
                    <a:pt x="210551" y="25682"/>
                    <a:pt x="195953" y="22646"/>
                    <a:pt x="180368" y="20539"/>
                  </a:cubicBezTo>
                  <a:cubicBezTo>
                    <a:pt x="179416" y="13490"/>
                    <a:pt x="178273" y="6644"/>
                    <a:pt x="176951" y="36"/>
                  </a:cubicBezTo>
                  <a:cubicBezTo>
                    <a:pt x="176820" y="24"/>
                    <a:pt x="176689" y="12"/>
                    <a:pt x="176558" y="0"/>
                  </a:cubicBezTo>
                  <a:close/>
                </a:path>
              </a:pathLst>
            </a:custGeom>
            <a:solidFill>
              <a:srgbClr val="E3C98E">
                <a:alpha val="246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9" name="Google Shape;249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50" name="Google Shape;250;p27"/>
          <p:cNvSpPr txBox="1"/>
          <p:nvPr>
            <p:ph idx="1" type="subTitle"/>
          </p:nvPr>
        </p:nvSpPr>
        <p:spPr>
          <a:xfrm>
            <a:off x="853326" y="2191618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27"/>
          <p:cNvSpPr txBox="1"/>
          <p:nvPr>
            <p:ph idx="2" type="subTitle"/>
          </p:nvPr>
        </p:nvSpPr>
        <p:spPr>
          <a:xfrm>
            <a:off x="3346647" y="2191618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27"/>
          <p:cNvSpPr txBox="1"/>
          <p:nvPr>
            <p:ph idx="3" type="subTitle"/>
          </p:nvPr>
        </p:nvSpPr>
        <p:spPr>
          <a:xfrm>
            <a:off x="853326" y="3772400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27"/>
          <p:cNvSpPr txBox="1"/>
          <p:nvPr>
            <p:ph idx="4" type="subTitle"/>
          </p:nvPr>
        </p:nvSpPr>
        <p:spPr>
          <a:xfrm>
            <a:off x="3346647" y="3772400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5" type="subTitle"/>
          </p:nvPr>
        </p:nvSpPr>
        <p:spPr>
          <a:xfrm>
            <a:off x="5985174" y="2191618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idx="6" type="subTitle"/>
          </p:nvPr>
        </p:nvSpPr>
        <p:spPr>
          <a:xfrm>
            <a:off x="5985174" y="3772400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27"/>
          <p:cNvSpPr txBox="1"/>
          <p:nvPr>
            <p:ph hasCustomPrompt="1" idx="7" type="title"/>
          </p:nvPr>
        </p:nvSpPr>
        <p:spPr>
          <a:xfrm>
            <a:off x="1638726" y="1390645"/>
            <a:ext cx="7347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57" name="Google Shape;257;p27"/>
          <p:cNvSpPr txBox="1"/>
          <p:nvPr>
            <p:ph hasCustomPrompt="1" idx="8" type="title"/>
          </p:nvPr>
        </p:nvSpPr>
        <p:spPr>
          <a:xfrm>
            <a:off x="1638726" y="2970841"/>
            <a:ext cx="7347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58" name="Google Shape;258;p27"/>
          <p:cNvSpPr txBox="1"/>
          <p:nvPr>
            <p:ph hasCustomPrompt="1" idx="9" type="title"/>
          </p:nvPr>
        </p:nvSpPr>
        <p:spPr>
          <a:xfrm>
            <a:off x="4132047" y="1390645"/>
            <a:ext cx="7347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59" name="Google Shape;259;p27"/>
          <p:cNvSpPr txBox="1"/>
          <p:nvPr>
            <p:ph hasCustomPrompt="1" idx="13" type="title"/>
          </p:nvPr>
        </p:nvSpPr>
        <p:spPr>
          <a:xfrm>
            <a:off x="4132047" y="2970841"/>
            <a:ext cx="7347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60" name="Google Shape;260;p27"/>
          <p:cNvSpPr txBox="1"/>
          <p:nvPr>
            <p:ph hasCustomPrompt="1" idx="14" type="title"/>
          </p:nvPr>
        </p:nvSpPr>
        <p:spPr>
          <a:xfrm>
            <a:off x="6770574" y="1390645"/>
            <a:ext cx="7347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61" name="Google Shape;261;p27"/>
          <p:cNvSpPr txBox="1"/>
          <p:nvPr>
            <p:ph hasCustomPrompt="1" idx="15" type="title"/>
          </p:nvPr>
        </p:nvSpPr>
        <p:spPr>
          <a:xfrm>
            <a:off x="6770574" y="2970841"/>
            <a:ext cx="7347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62" name="Google Shape;262;p27"/>
          <p:cNvSpPr txBox="1"/>
          <p:nvPr>
            <p:ph idx="16" type="subTitle"/>
          </p:nvPr>
        </p:nvSpPr>
        <p:spPr>
          <a:xfrm>
            <a:off x="853326" y="1859737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Sansita"/>
                <a:ea typeface="Sansita"/>
                <a:cs typeface="Sansita"/>
                <a:sym typeface="Sansita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63" name="Google Shape;263;p27"/>
          <p:cNvSpPr txBox="1"/>
          <p:nvPr>
            <p:ph idx="17" type="subTitle"/>
          </p:nvPr>
        </p:nvSpPr>
        <p:spPr>
          <a:xfrm>
            <a:off x="3346647" y="1859737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Sansita"/>
                <a:ea typeface="Sansita"/>
                <a:cs typeface="Sansita"/>
                <a:sym typeface="Sansita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64" name="Google Shape;264;p27"/>
          <p:cNvSpPr txBox="1"/>
          <p:nvPr>
            <p:ph idx="18" type="subTitle"/>
          </p:nvPr>
        </p:nvSpPr>
        <p:spPr>
          <a:xfrm>
            <a:off x="5985174" y="1859737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Sansita"/>
                <a:ea typeface="Sansita"/>
                <a:cs typeface="Sansita"/>
                <a:sym typeface="Sansita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65" name="Google Shape;265;p27"/>
          <p:cNvSpPr txBox="1"/>
          <p:nvPr>
            <p:ph idx="19" type="subTitle"/>
          </p:nvPr>
        </p:nvSpPr>
        <p:spPr>
          <a:xfrm>
            <a:off x="853326" y="3440000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Sansita"/>
                <a:ea typeface="Sansita"/>
                <a:cs typeface="Sansita"/>
                <a:sym typeface="Sansita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66" name="Google Shape;266;p27"/>
          <p:cNvSpPr txBox="1"/>
          <p:nvPr>
            <p:ph idx="20" type="subTitle"/>
          </p:nvPr>
        </p:nvSpPr>
        <p:spPr>
          <a:xfrm>
            <a:off x="3346647" y="3440000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Sansita"/>
                <a:ea typeface="Sansita"/>
                <a:cs typeface="Sansita"/>
                <a:sym typeface="Sansita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67" name="Google Shape;267;p27"/>
          <p:cNvSpPr txBox="1"/>
          <p:nvPr>
            <p:ph idx="21" type="subTitle"/>
          </p:nvPr>
        </p:nvSpPr>
        <p:spPr>
          <a:xfrm>
            <a:off x="5985174" y="3440000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Sansita"/>
                <a:ea typeface="Sansita"/>
                <a:cs typeface="Sansita"/>
                <a:sym typeface="Sansita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268" name="Google Shape;268;p27"/>
          <p:cNvGrpSpPr/>
          <p:nvPr/>
        </p:nvGrpSpPr>
        <p:grpSpPr>
          <a:xfrm>
            <a:off x="7986280" y="357890"/>
            <a:ext cx="1003283" cy="1158056"/>
            <a:chOff x="6836250" y="6659075"/>
            <a:chExt cx="279225" cy="322300"/>
          </a:xfrm>
        </p:grpSpPr>
        <p:sp>
          <p:nvSpPr>
            <p:cNvPr id="269" name="Google Shape;269;p27"/>
            <p:cNvSpPr/>
            <p:nvPr/>
          </p:nvSpPr>
          <p:spPr>
            <a:xfrm>
              <a:off x="6911275" y="6937900"/>
              <a:ext cx="61025" cy="43475"/>
            </a:xfrm>
            <a:custGeom>
              <a:rect b="b" l="l" r="r" t="t"/>
              <a:pathLst>
                <a:path extrusionOk="0" h="1739" w="2441">
                  <a:moveTo>
                    <a:pt x="107" y="0"/>
                  </a:moveTo>
                  <a:lnTo>
                    <a:pt x="0" y="1441"/>
                  </a:lnTo>
                  <a:lnTo>
                    <a:pt x="2179" y="1739"/>
                  </a:lnTo>
                  <a:lnTo>
                    <a:pt x="2441" y="274"/>
                  </a:lnTo>
                  <a:lnTo>
                    <a:pt x="10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27"/>
            <p:cNvSpPr/>
            <p:nvPr/>
          </p:nvSpPr>
          <p:spPr>
            <a:xfrm>
              <a:off x="6836250" y="6659075"/>
              <a:ext cx="279225" cy="244325"/>
            </a:xfrm>
            <a:custGeom>
              <a:rect b="b" l="l" r="r" t="t"/>
              <a:pathLst>
                <a:path extrusionOk="0" h="9773" w="11169">
                  <a:moveTo>
                    <a:pt x="5126" y="1"/>
                  </a:moveTo>
                  <a:cubicBezTo>
                    <a:pt x="2777" y="1"/>
                    <a:pt x="616" y="834"/>
                    <a:pt x="346" y="3295"/>
                  </a:cubicBezTo>
                  <a:cubicBezTo>
                    <a:pt x="1" y="6438"/>
                    <a:pt x="2894" y="8772"/>
                    <a:pt x="2894" y="8772"/>
                  </a:cubicBezTo>
                  <a:lnTo>
                    <a:pt x="2894" y="9427"/>
                  </a:lnTo>
                  <a:lnTo>
                    <a:pt x="6025" y="9772"/>
                  </a:lnTo>
                  <a:lnTo>
                    <a:pt x="6180" y="9082"/>
                  </a:lnTo>
                  <a:cubicBezTo>
                    <a:pt x="6180" y="9082"/>
                    <a:pt x="9895" y="7284"/>
                    <a:pt x="10538" y="5403"/>
                  </a:cubicBezTo>
                  <a:cubicBezTo>
                    <a:pt x="11169" y="3521"/>
                    <a:pt x="10050" y="688"/>
                    <a:pt x="7085" y="176"/>
                  </a:cubicBezTo>
                  <a:cubicBezTo>
                    <a:pt x="6442" y="65"/>
                    <a:pt x="5777" y="1"/>
                    <a:pt x="51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27"/>
            <p:cNvSpPr/>
            <p:nvPr/>
          </p:nvSpPr>
          <p:spPr>
            <a:xfrm>
              <a:off x="6867800" y="6662575"/>
              <a:ext cx="204225" cy="240225"/>
            </a:xfrm>
            <a:custGeom>
              <a:rect b="b" l="l" r="r" t="t"/>
              <a:pathLst>
                <a:path extrusionOk="0" h="9609" w="8169">
                  <a:moveTo>
                    <a:pt x="3347" y="607"/>
                  </a:moveTo>
                  <a:cubicBezTo>
                    <a:pt x="3561" y="774"/>
                    <a:pt x="3823" y="964"/>
                    <a:pt x="4156" y="1107"/>
                  </a:cubicBezTo>
                  <a:cubicBezTo>
                    <a:pt x="739" y="3893"/>
                    <a:pt x="2549" y="8049"/>
                    <a:pt x="2858" y="8704"/>
                  </a:cubicBezTo>
                  <a:lnTo>
                    <a:pt x="2239" y="8644"/>
                  </a:lnTo>
                  <a:cubicBezTo>
                    <a:pt x="2061" y="8394"/>
                    <a:pt x="72" y="5525"/>
                    <a:pt x="751" y="3143"/>
                  </a:cubicBezTo>
                  <a:cubicBezTo>
                    <a:pt x="1084" y="2024"/>
                    <a:pt x="1954" y="1167"/>
                    <a:pt x="3347" y="607"/>
                  </a:cubicBezTo>
                  <a:close/>
                  <a:moveTo>
                    <a:pt x="4263" y="1155"/>
                  </a:moveTo>
                  <a:cubicBezTo>
                    <a:pt x="4561" y="1262"/>
                    <a:pt x="4894" y="1334"/>
                    <a:pt x="5275" y="1334"/>
                  </a:cubicBezTo>
                  <a:cubicBezTo>
                    <a:pt x="5418" y="1334"/>
                    <a:pt x="5573" y="1322"/>
                    <a:pt x="5740" y="1298"/>
                  </a:cubicBezTo>
                  <a:lnTo>
                    <a:pt x="5740" y="1298"/>
                  </a:lnTo>
                  <a:lnTo>
                    <a:pt x="5716" y="1310"/>
                  </a:lnTo>
                  <a:cubicBezTo>
                    <a:pt x="7204" y="4858"/>
                    <a:pt x="3918" y="8489"/>
                    <a:pt x="3656" y="8775"/>
                  </a:cubicBezTo>
                  <a:lnTo>
                    <a:pt x="2989" y="8715"/>
                  </a:lnTo>
                  <a:cubicBezTo>
                    <a:pt x="2799" y="8346"/>
                    <a:pt x="715" y="4001"/>
                    <a:pt x="4263" y="1155"/>
                  </a:cubicBezTo>
                  <a:close/>
                  <a:moveTo>
                    <a:pt x="6942" y="881"/>
                  </a:moveTo>
                  <a:cubicBezTo>
                    <a:pt x="7764" y="1988"/>
                    <a:pt x="8061" y="3131"/>
                    <a:pt x="7835" y="4298"/>
                  </a:cubicBezTo>
                  <a:cubicBezTo>
                    <a:pt x="7347" y="6846"/>
                    <a:pt x="4466" y="8692"/>
                    <a:pt x="4240" y="8834"/>
                  </a:cubicBezTo>
                  <a:lnTo>
                    <a:pt x="3787" y="8787"/>
                  </a:lnTo>
                  <a:cubicBezTo>
                    <a:pt x="4287" y="8227"/>
                    <a:pt x="7252" y="4727"/>
                    <a:pt x="5823" y="1286"/>
                  </a:cubicBezTo>
                  <a:cubicBezTo>
                    <a:pt x="6168" y="1215"/>
                    <a:pt x="6537" y="1095"/>
                    <a:pt x="6942" y="881"/>
                  </a:cubicBezTo>
                  <a:close/>
                  <a:moveTo>
                    <a:pt x="2918" y="0"/>
                  </a:moveTo>
                  <a:lnTo>
                    <a:pt x="2835" y="60"/>
                  </a:lnTo>
                  <a:cubicBezTo>
                    <a:pt x="2835" y="60"/>
                    <a:pt x="2977" y="274"/>
                    <a:pt x="3251" y="524"/>
                  </a:cubicBezTo>
                  <a:cubicBezTo>
                    <a:pt x="1858" y="1095"/>
                    <a:pt x="977" y="1977"/>
                    <a:pt x="656" y="3120"/>
                  </a:cubicBezTo>
                  <a:cubicBezTo>
                    <a:pt x="1" y="5394"/>
                    <a:pt x="1739" y="8096"/>
                    <a:pt x="2108" y="8620"/>
                  </a:cubicBezTo>
                  <a:lnTo>
                    <a:pt x="1501" y="8561"/>
                  </a:lnTo>
                  <a:lnTo>
                    <a:pt x="1489" y="8668"/>
                  </a:lnTo>
                  <a:lnTo>
                    <a:pt x="1918" y="8715"/>
                  </a:lnTo>
                  <a:lnTo>
                    <a:pt x="1894" y="9323"/>
                  </a:lnTo>
                  <a:lnTo>
                    <a:pt x="2001" y="9323"/>
                  </a:lnTo>
                  <a:lnTo>
                    <a:pt x="2025" y="8727"/>
                  </a:lnTo>
                  <a:lnTo>
                    <a:pt x="2549" y="8775"/>
                  </a:lnTo>
                  <a:lnTo>
                    <a:pt x="2489" y="9382"/>
                  </a:lnTo>
                  <a:lnTo>
                    <a:pt x="2596" y="9394"/>
                  </a:lnTo>
                  <a:lnTo>
                    <a:pt x="2656" y="8787"/>
                  </a:lnTo>
                  <a:lnTo>
                    <a:pt x="3287" y="8846"/>
                  </a:lnTo>
                  <a:lnTo>
                    <a:pt x="3228" y="9466"/>
                  </a:lnTo>
                  <a:lnTo>
                    <a:pt x="3335" y="9477"/>
                  </a:lnTo>
                  <a:lnTo>
                    <a:pt x="3394" y="8858"/>
                  </a:lnTo>
                  <a:lnTo>
                    <a:pt x="3942" y="8906"/>
                  </a:lnTo>
                  <a:lnTo>
                    <a:pt x="3870" y="9537"/>
                  </a:lnTo>
                  <a:lnTo>
                    <a:pt x="3978" y="9549"/>
                  </a:lnTo>
                  <a:lnTo>
                    <a:pt x="4049" y="8918"/>
                  </a:lnTo>
                  <a:lnTo>
                    <a:pt x="4513" y="8965"/>
                  </a:lnTo>
                  <a:lnTo>
                    <a:pt x="4382" y="9585"/>
                  </a:lnTo>
                  <a:lnTo>
                    <a:pt x="4478" y="9608"/>
                  </a:lnTo>
                  <a:lnTo>
                    <a:pt x="4621" y="8977"/>
                  </a:lnTo>
                  <a:lnTo>
                    <a:pt x="5061" y="9013"/>
                  </a:lnTo>
                  <a:lnTo>
                    <a:pt x="5073" y="8906"/>
                  </a:lnTo>
                  <a:lnTo>
                    <a:pt x="4406" y="8846"/>
                  </a:lnTo>
                  <a:cubicBezTo>
                    <a:pt x="5013" y="8453"/>
                    <a:pt x="7490" y="6691"/>
                    <a:pt x="7942" y="4322"/>
                  </a:cubicBezTo>
                  <a:cubicBezTo>
                    <a:pt x="8169" y="3131"/>
                    <a:pt x="7859" y="1953"/>
                    <a:pt x="7026" y="834"/>
                  </a:cubicBezTo>
                  <a:cubicBezTo>
                    <a:pt x="7109" y="786"/>
                    <a:pt x="7192" y="738"/>
                    <a:pt x="7276" y="679"/>
                  </a:cubicBezTo>
                  <a:lnTo>
                    <a:pt x="7216" y="595"/>
                  </a:lnTo>
                  <a:cubicBezTo>
                    <a:pt x="6467" y="1067"/>
                    <a:pt x="5808" y="1239"/>
                    <a:pt x="5245" y="1239"/>
                  </a:cubicBezTo>
                  <a:cubicBezTo>
                    <a:pt x="3776" y="1239"/>
                    <a:pt x="2961" y="69"/>
                    <a:pt x="291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27"/>
            <p:cNvSpPr/>
            <p:nvPr/>
          </p:nvSpPr>
          <p:spPr>
            <a:xfrm>
              <a:off x="6910675" y="6891450"/>
              <a:ext cx="74725" cy="60750"/>
            </a:xfrm>
            <a:custGeom>
              <a:rect b="b" l="l" r="r" t="t"/>
              <a:pathLst>
                <a:path extrusionOk="0" h="2430" w="2989">
                  <a:moveTo>
                    <a:pt x="48" y="1"/>
                  </a:moveTo>
                  <a:lnTo>
                    <a:pt x="0" y="13"/>
                  </a:lnTo>
                  <a:lnTo>
                    <a:pt x="453" y="1846"/>
                  </a:lnTo>
                  <a:lnTo>
                    <a:pt x="24" y="1787"/>
                  </a:lnTo>
                  <a:lnTo>
                    <a:pt x="24" y="2108"/>
                  </a:lnTo>
                  <a:lnTo>
                    <a:pt x="2465" y="2430"/>
                  </a:lnTo>
                  <a:lnTo>
                    <a:pt x="2536" y="2120"/>
                  </a:lnTo>
                  <a:lnTo>
                    <a:pt x="2144" y="2061"/>
                  </a:lnTo>
                  <a:lnTo>
                    <a:pt x="2989" y="322"/>
                  </a:lnTo>
                  <a:lnTo>
                    <a:pt x="2941" y="311"/>
                  </a:lnTo>
                  <a:lnTo>
                    <a:pt x="2096" y="2061"/>
                  </a:lnTo>
                  <a:lnTo>
                    <a:pt x="1953" y="2037"/>
                  </a:lnTo>
                  <a:lnTo>
                    <a:pt x="2465" y="239"/>
                  </a:lnTo>
                  <a:lnTo>
                    <a:pt x="2417" y="227"/>
                  </a:lnTo>
                  <a:lnTo>
                    <a:pt x="1905" y="2037"/>
                  </a:lnTo>
                  <a:lnTo>
                    <a:pt x="679" y="1870"/>
                  </a:lnTo>
                  <a:lnTo>
                    <a:pt x="631" y="13"/>
                  </a:lnTo>
                  <a:lnTo>
                    <a:pt x="572" y="13"/>
                  </a:lnTo>
                  <a:lnTo>
                    <a:pt x="620" y="1858"/>
                  </a:lnTo>
                  <a:lnTo>
                    <a:pt x="512" y="1846"/>
                  </a:lnTo>
                  <a:lnTo>
                    <a:pt x="48" y="1"/>
                  </a:lnTo>
                  <a:close/>
                </a:path>
              </a:pathLst>
            </a:custGeom>
            <a:solidFill>
              <a:srgbClr val="003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3" name="Google Shape;273;p27"/>
          <p:cNvGrpSpPr/>
          <p:nvPr/>
        </p:nvGrpSpPr>
        <p:grpSpPr>
          <a:xfrm>
            <a:off x="249940" y="4242083"/>
            <a:ext cx="789682" cy="723827"/>
            <a:chOff x="249940" y="4242083"/>
            <a:chExt cx="789682" cy="723827"/>
          </a:xfrm>
        </p:grpSpPr>
        <p:sp>
          <p:nvSpPr>
            <p:cNvPr id="274" name="Google Shape;274;p27"/>
            <p:cNvSpPr/>
            <p:nvPr/>
          </p:nvSpPr>
          <p:spPr>
            <a:xfrm>
              <a:off x="389475" y="4862400"/>
              <a:ext cx="258300" cy="103500"/>
            </a:xfrm>
            <a:prstGeom prst="ellipse">
              <a:avLst/>
            </a:prstGeom>
            <a:solidFill>
              <a:srgbClr val="033342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27"/>
            <p:cNvSpPr/>
            <p:nvPr/>
          </p:nvSpPr>
          <p:spPr>
            <a:xfrm>
              <a:off x="720000" y="4627825"/>
              <a:ext cx="258300" cy="103500"/>
            </a:xfrm>
            <a:prstGeom prst="ellipse">
              <a:avLst/>
            </a:prstGeom>
            <a:solidFill>
              <a:srgbClr val="033342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76" name="Google Shape;276;p27"/>
            <p:cNvGrpSpPr/>
            <p:nvPr/>
          </p:nvGrpSpPr>
          <p:grpSpPr>
            <a:xfrm flipH="1">
              <a:off x="249940" y="4242083"/>
              <a:ext cx="789682" cy="723827"/>
              <a:chOff x="4896425" y="6632275"/>
              <a:chExt cx="319425" cy="279125"/>
            </a:xfrm>
          </p:grpSpPr>
          <p:sp>
            <p:nvSpPr>
              <p:cNvPr id="277" name="Google Shape;277;p27"/>
              <p:cNvSpPr/>
              <p:nvPr/>
            </p:nvSpPr>
            <p:spPr>
              <a:xfrm>
                <a:off x="5083950" y="6632275"/>
                <a:ext cx="46175" cy="31500"/>
              </a:xfrm>
              <a:custGeom>
                <a:rect b="b" l="l" r="r" t="t"/>
                <a:pathLst>
                  <a:path extrusionOk="0" h="1260" w="1847">
                    <a:moveTo>
                      <a:pt x="461" y="0"/>
                    </a:moveTo>
                    <a:cubicBezTo>
                      <a:pt x="367" y="0"/>
                      <a:pt x="310" y="10"/>
                      <a:pt x="310" y="10"/>
                    </a:cubicBezTo>
                    <a:lnTo>
                      <a:pt x="1" y="617"/>
                    </a:lnTo>
                    <a:lnTo>
                      <a:pt x="1191" y="1260"/>
                    </a:lnTo>
                    <a:lnTo>
                      <a:pt x="1846" y="795"/>
                    </a:lnTo>
                    <a:cubicBezTo>
                      <a:pt x="1380" y="88"/>
                      <a:pt x="746" y="0"/>
                      <a:pt x="4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" name="Google Shape;278;p27"/>
              <p:cNvSpPr/>
              <p:nvPr/>
            </p:nvSpPr>
            <p:spPr>
              <a:xfrm>
                <a:off x="5172075" y="6684900"/>
                <a:ext cx="39600" cy="37825"/>
              </a:xfrm>
              <a:custGeom>
                <a:rect b="b" l="l" r="r" t="t"/>
                <a:pathLst>
                  <a:path extrusionOk="0" h="1513" w="1584">
                    <a:moveTo>
                      <a:pt x="548" y="0"/>
                    </a:moveTo>
                    <a:lnTo>
                      <a:pt x="0" y="405"/>
                    </a:lnTo>
                    <a:lnTo>
                      <a:pt x="786" y="1512"/>
                    </a:lnTo>
                    <a:lnTo>
                      <a:pt x="1584" y="1393"/>
                    </a:lnTo>
                    <a:cubicBezTo>
                      <a:pt x="1441" y="274"/>
                      <a:pt x="548" y="0"/>
                      <a:pt x="54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" name="Google Shape;279;p27"/>
              <p:cNvSpPr/>
              <p:nvPr/>
            </p:nvSpPr>
            <p:spPr>
              <a:xfrm>
                <a:off x="4896425" y="6635175"/>
                <a:ext cx="319425" cy="276225"/>
              </a:xfrm>
              <a:custGeom>
                <a:rect b="b" l="l" r="r" t="t"/>
                <a:pathLst>
                  <a:path extrusionOk="0" h="11049" w="12777">
                    <a:moveTo>
                      <a:pt x="6573" y="1"/>
                    </a:moveTo>
                    <a:lnTo>
                      <a:pt x="1" y="4442"/>
                    </a:lnTo>
                    <a:cubicBezTo>
                      <a:pt x="346" y="7088"/>
                      <a:pt x="2248" y="7133"/>
                      <a:pt x="2375" y="7133"/>
                    </a:cubicBezTo>
                    <a:cubicBezTo>
                      <a:pt x="2380" y="7133"/>
                      <a:pt x="2382" y="7133"/>
                      <a:pt x="2382" y="7133"/>
                    </a:cubicBezTo>
                    <a:lnTo>
                      <a:pt x="5490" y="4061"/>
                    </a:lnTo>
                    <a:cubicBezTo>
                      <a:pt x="6311" y="4073"/>
                      <a:pt x="7454" y="4406"/>
                      <a:pt x="8299" y="5930"/>
                    </a:cubicBezTo>
                    <a:lnTo>
                      <a:pt x="5537" y="8728"/>
                    </a:lnTo>
                    <a:cubicBezTo>
                      <a:pt x="6093" y="10805"/>
                      <a:pt x="7534" y="11049"/>
                      <a:pt x="8180" y="11049"/>
                    </a:cubicBezTo>
                    <a:cubicBezTo>
                      <a:pt x="8378" y="11049"/>
                      <a:pt x="8502" y="11026"/>
                      <a:pt x="8502" y="11026"/>
                    </a:cubicBezTo>
                    <a:lnTo>
                      <a:pt x="12776" y="4906"/>
                    </a:lnTo>
                    <a:cubicBezTo>
                      <a:pt x="11836" y="822"/>
                      <a:pt x="6573" y="1"/>
                      <a:pt x="657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" name="Google Shape;280;p27"/>
              <p:cNvSpPr/>
              <p:nvPr/>
            </p:nvSpPr>
            <p:spPr>
              <a:xfrm>
                <a:off x="4902100" y="6738800"/>
                <a:ext cx="69950" cy="68950"/>
              </a:xfrm>
              <a:custGeom>
                <a:rect b="b" l="l" r="r" t="t"/>
                <a:pathLst>
                  <a:path extrusionOk="0" h="2758" w="2798">
                    <a:moveTo>
                      <a:pt x="870" y="0"/>
                    </a:moveTo>
                    <a:cubicBezTo>
                      <a:pt x="704" y="0"/>
                      <a:pt x="552" y="46"/>
                      <a:pt x="429" y="142"/>
                    </a:cubicBezTo>
                    <a:cubicBezTo>
                      <a:pt x="0" y="475"/>
                      <a:pt x="83" y="1309"/>
                      <a:pt x="619" y="1987"/>
                    </a:cubicBezTo>
                    <a:cubicBezTo>
                      <a:pt x="1003" y="2473"/>
                      <a:pt x="1515" y="2758"/>
                      <a:pt x="1932" y="2758"/>
                    </a:cubicBezTo>
                    <a:cubicBezTo>
                      <a:pt x="2097" y="2758"/>
                      <a:pt x="2248" y="2713"/>
                      <a:pt x="2369" y="2618"/>
                    </a:cubicBezTo>
                    <a:cubicBezTo>
                      <a:pt x="2798" y="2273"/>
                      <a:pt x="2703" y="1452"/>
                      <a:pt x="2167" y="773"/>
                    </a:cubicBezTo>
                    <a:cubicBezTo>
                      <a:pt x="1785" y="281"/>
                      <a:pt x="1283" y="0"/>
                      <a:pt x="87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" name="Google Shape;281;p27"/>
              <p:cNvSpPr/>
              <p:nvPr/>
            </p:nvSpPr>
            <p:spPr>
              <a:xfrm>
                <a:off x="5038725" y="6840600"/>
                <a:ext cx="77700" cy="65750"/>
              </a:xfrm>
              <a:custGeom>
                <a:rect b="b" l="l" r="r" t="t"/>
                <a:pathLst>
                  <a:path extrusionOk="0" h="2630" w="3108">
                    <a:moveTo>
                      <a:pt x="967" y="0"/>
                    </a:moveTo>
                    <a:cubicBezTo>
                      <a:pt x="731" y="0"/>
                      <a:pt x="524" y="73"/>
                      <a:pt x="381" y="225"/>
                    </a:cubicBezTo>
                    <a:cubicBezTo>
                      <a:pt x="0" y="630"/>
                      <a:pt x="214" y="1452"/>
                      <a:pt x="869" y="2047"/>
                    </a:cubicBezTo>
                    <a:cubicBezTo>
                      <a:pt x="1271" y="2426"/>
                      <a:pt x="1747" y="2629"/>
                      <a:pt x="2141" y="2629"/>
                    </a:cubicBezTo>
                    <a:cubicBezTo>
                      <a:pt x="2377" y="2629"/>
                      <a:pt x="2584" y="2556"/>
                      <a:pt x="2727" y="2404"/>
                    </a:cubicBezTo>
                    <a:cubicBezTo>
                      <a:pt x="3108" y="1999"/>
                      <a:pt x="2881" y="1178"/>
                      <a:pt x="2238" y="582"/>
                    </a:cubicBezTo>
                    <a:cubicBezTo>
                      <a:pt x="1837" y="203"/>
                      <a:pt x="1361" y="0"/>
                      <a:pt x="96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" name="Google Shape;282;p27"/>
              <p:cNvSpPr/>
              <p:nvPr/>
            </p:nvSpPr>
            <p:spPr>
              <a:xfrm>
                <a:off x="4924700" y="6640250"/>
                <a:ext cx="284000" cy="247075"/>
              </a:xfrm>
              <a:custGeom>
                <a:rect b="b" l="l" r="r" t="t"/>
                <a:pathLst>
                  <a:path extrusionOk="0" h="9883" w="11360">
                    <a:moveTo>
                      <a:pt x="6287" y="3298"/>
                    </a:moveTo>
                    <a:cubicBezTo>
                      <a:pt x="6192" y="3298"/>
                      <a:pt x="6121" y="3453"/>
                      <a:pt x="6121" y="3655"/>
                    </a:cubicBezTo>
                    <a:cubicBezTo>
                      <a:pt x="6121" y="3846"/>
                      <a:pt x="6192" y="4013"/>
                      <a:pt x="6287" y="4013"/>
                    </a:cubicBezTo>
                    <a:cubicBezTo>
                      <a:pt x="6371" y="4013"/>
                      <a:pt x="6454" y="3846"/>
                      <a:pt x="6454" y="3655"/>
                    </a:cubicBezTo>
                    <a:cubicBezTo>
                      <a:pt x="6454" y="3453"/>
                      <a:pt x="6371" y="3298"/>
                      <a:pt x="6287" y="3298"/>
                    </a:cubicBezTo>
                    <a:close/>
                    <a:moveTo>
                      <a:pt x="6264" y="2893"/>
                    </a:moveTo>
                    <a:cubicBezTo>
                      <a:pt x="6454" y="2893"/>
                      <a:pt x="6621" y="3215"/>
                      <a:pt x="6621" y="3584"/>
                    </a:cubicBezTo>
                    <a:cubicBezTo>
                      <a:pt x="6621" y="3965"/>
                      <a:pt x="6454" y="4274"/>
                      <a:pt x="6264" y="4274"/>
                    </a:cubicBezTo>
                    <a:cubicBezTo>
                      <a:pt x="6061" y="4274"/>
                      <a:pt x="5906" y="3965"/>
                      <a:pt x="5906" y="3584"/>
                    </a:cubicBezTo>
                    <a:cubicBezTo>
                      <a:pt x="5906" y="3215"/>
                      <a:pt x="6061" y="2893"/>
                      <a:pt x="6264" y="2893"/>
                    </a:cubicBezTo>
                    <a:close/>
                    <a:moveTo>
                      <a:pt x="6264" y="2798"/>
                    </a:moveTo>
                    <a:cubicBezTo>
                      <a:pt x="6002" y="2798"/>
                      <a:pt x="5799" y="3143"/>
                      <a:pt x="5799" y="3584"/>
                    </a:cubicBezTo>
                    <a:cubicBezTo>
                      <a:pt x="5799" y="4024"/>
                      <a:pt x="6002" y="4382"/>
                      <a:pt x="6264" y="4382"/>
                    </a:cubicBezTo>
                    <a:cubicBezTo>
                      <a:pt x="6514" y="4382"/>
                      <a:pt x="6716" y="4036"/>
                      <a:pt x="6716" y="3584"/>
                    </a:cubicBezTo>
                    <a:cubicBezTo>
                      <a:pt x="6716" y="3143"/>
                      <a:pt x="6514" y="2798"/>
                      <a:pt x="6264" y="2798"/>
                    </a:cubicBezTo>
                    <a:close/>
                    <a:moveTo>
                      <a:pt x="5061" y="0"/>
                    </a:moveTo>
                    <a:lnTo>
                      <a:pt x="5049" y="107"/>
                    </a:lnTo>
                    <a:cubicBezTo>
                      <a:pt x="5109" y="107"/>
                      <a:pt x="10645" y="834"/>
                      <a:pt x="11264" y="5191"/>
                    </a:cubicBezTo>
                    <a:lnTo>
                      <a:pt x="11359" y="5167"/>
                    </a:lnTo>
                    <a:cubicBezTo>
                      <a:pt x="10728" y="750"/>
                      <a:pt x="5121" y="12"/>
                      <a:pt x="5061" y="0"/>
                    </a:cubicBezTo>
                    <a:close/>
                    <a:moveTo>
                      <a:pt x="3015" y="1619"/>
                    </a:moveTo>
                    <a:cubicBezTo>
                      <a:pt x="2984" y="1619"/>
                      <a:pt x="2967" y="1619"/>
                      <a:pt x="2966" y="1619"/>
                    </a:cubicBezTo>
                    <a:lnTo>
                      <a:pt x="2966" y="1715"/>
                    </a:lnTo>
                    <a:cubicBezTo>
                      <a:pt x="2968" y="1715"/>
                      <a:pt x="2981" y="1714"/>
                      <a:pt x="3003" y="1714"/>
                    </a:cubicBezTo>
                    <a:cubicBezTo>
                      <a:pt x="3480" y="1714"/>
                      <a:pt x="8310" y="1823"/>
                      <a:pt x="10038" y="6596"/>
                    </a:cubicBezTo>
                    <a:lnTo>
                      <a:pt x="10133" y="6572"/>
                    </a:lnTo>
                    <a:cubicBezTo>
                      <a:pt x="9181" y="3917"/>
                      <a:pt x="7276" y="2715"/>
                      <a:pt x="5859" y="2167"/>
                    </a:cubicBezTo>
                    <a:cubicBezTo>
                      <a:pt x="4480" y="1647"/>
                      <a:pt x="3271" y="1619"/>
                      <a:pt x="3015" y="1619"/>
                    </a:cubicBezTo>
                    <a:close/>
                    <a:moveTo>
                      <a:pt x="275" y="3395"/>
                    </a:moveTo>
                    <a:cubicBezTo>
                      <a:pt x="117" y="3395"/>
                      <a:pt x="13" y="3413"/>
                      <a:pt x="1" y="3417"/>
                    </a:cubicBezTo>
                    <a:lnTo>
                      <a:pt x="25" y="3512"/>
                    </a:lnTo>
                    <a:cubicBezTo>
                      <a:pt x="25" y="3512"/>
                      <a:pt x="116" y="3497"/>
                      <a:pt x="261" y="3497"/>
                    </a:cubicBezTo>
                    <a:cubicBezTo>
                      <a:pt x="544" y="3497"/>
                      <a:pt x="1032" y="3555"/>
                      <a:pt x="1442" y="3893"/>
                    </a:cubicBezTo>
                    <a:cubicBezTo>
                      <a:pt x="1918" y="4298"/>
                      <a:pt x="2168" y="4989"/>
                      <a:pt x="2168" y="5941"/>
                    </a:cubicBezTo>
                    <a:lnTo>
                      <a:pt x="1215" y="6894"/>
                    </a:lnTo>
                    <a:lnTo>
                      <a:pt x="1287" y="6965"/>
                    </a:lnTo>
                    <a:lnTo>
                      <a:pt x="4394" y="3893"/>
                    </a:lnTo>
                    <a:lnTo>
                      <a:pt x="4323" y="3822"/>
                    </a:lnTo>
                    <a:lnTo>
                      <a:pt x="2275" y="5846"/>
                    </a:lnTo>
                    <a:cubicBezTo>
                      <a:pt x="2251" y="4917"/>
                      <a:pt x="2001" y="4227"/>
                      <a:pt x="1501" y="3822"/>
                    </a:cubicBezTo>
                    <a:cubicBezTo>
                      <a:pt x="1078" y="3462"/>
                      <a:pt x="578" y="3395"/>
                      <a:pt x="275" y="3395"/>
                    </a:cubicBezTo>
                    <a:close/>
                    <a:moveTo>
                      <a:pt x="7728" y="5072"/>
                    </a:moveTo>
                    <a:lnTo>
                      <a:pt x="4371" y="8489"/>
                    </a:lnTo>
                    <a:lnTo>
                      <a:pt x="4442" y="8561"/>
                    </a:lnTo>
                    <a:lnTo>
                      <a:pt x="5442" y="7549"/>
                    </a:lnTo>
                    <a:cubicBezTo>
                      <a:pt x="5680" y="7549"/>
                      <a:pt x="7740" y="7668"/>
                      <a:pt x="7978" y="9882"/>
                    </a:cubicBezTo>
                    <a:lnTo>
                      <a:pt x="8073" y="9870"/>
                    </a:lnTo>
                    <a:cubicBezTo>
                      <a:pt x="7847" y="7787"/>
                      <a:pt x="6014" y="7489"/>
                      <a:pt x="5537" y="7453"/>
                    </a:cubicBezTo>
                    <a:lnTo>
                      <a:pt x="7800" y="5144"/>
                    </a:lnTo>
                    <a:lnTo>
                      <a:pt x="7728" y="507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" name="Google Shape;283;p27"/>
              <p:cNvSpPr/>
              <p:nvPr/>
            </p:nvSpPr>
            <p:spPr>
              <a:xfrm>
                <a:off x="5041700" y="6658100"/>
                <a:ext cx="152700" cy="108375"/>
              </a:xfrm>
              <a:custGeom>
                <a:rect b="b" l="l" r="r" t="t"/>
                <a:pathLst>
                  <a:path extrusionOk="0" h="4335" w="6108">
                    <a:moveTo>
                      <a:pt x="369" y="0"/>
                    </a:moveTo>
                    <a:cubicBezTo>
                      <a:pt x="167" y="0"/>
                      <a:pt x="0" y="84"/>
                      <a:pt x="0" y="179"/>
                    </a:cubicBezTo>
                    <a:cubicBezTo>
                      <a:pt x="0" y="274"/>
                      <a:pt x="167" y="346"/>
                      <a:pt x="369" y="346"/>
                    </a:cubicBezTo>
                    <a:cubicBezTo>
                      <a:pt x="572" y="346"/>
                      <a:pt x="738" y="274"/>
                      <a:pt x="738" y="179"/>
                    </a:cubicBezTo>
                    <a:cubicBezTo>
                      <a:pt x="738" y="84"/>
                      <a:pt x="572" y="0"/>
                      <a:pt x="369" y="0"/>
                    </a:cubicBezTo>
                    <a:close/>
                    <a:moveTo>
                      <a:pt x="2417" y="548"/>
                    </a:moveTo>
                    <a:cubicBezTo>
                      <a:pt x="2215" y="548"/>
                      <a:pt x="2048" y="643"/>
                      <a:pt x="2048" y="751"/>
                    </a:cubicBezTo>
                    <a:cubicBezTo>
                      <a:pt x="2048" y="858"/>
                      <a:pt x="2215" y="953"/>
                      <a:pt x="2417" y="953"/>
                    </a:cubicBezTo>
                    <a:cubicBezTo>
                      <a:pt x="2631" y="953"/>
                      <a:pt x="2798" y="858"/>
                      <a:pt x="2798" y="751"/>
                    </a:cubicBezTo>
                    <a:cubicBezTo>
                      <a:pt x="2798" y="643"/>
                      <a:pt x="2619" y="548"/>
                      <a:pt x="2417" y="548"/>
                    </a:cubicBezTo>
                    <a:close/>
                    <a:moveTo>
                      <a:pt x="4655" y="2132"/>
                    </a:moveTo>
                    <a:cubicBezTo>
                      <a:pt x="4465" y="2132"/>
                      <a:pt x="4310" y="2227"/>
                      <a:pt x="4310" y="2358"/>
                    </a:cubicBezTo>
                    <a:cubicBezTo>
                      <a:pt x="4310" y="2477"/>
                      <a:pt x="4465" y="2572"/>
                      <a:pt x="4655" y="2572"/>
                    </a:cubicBezTo>
                    <a:cubicBezTo>
                      <a:pt x="4666" y="2573"/>
                      <a:pt x="4676" y="2573"/>
                      <a:pt x="4686" y="2573"/>
                    </a:cubicBezTo>
                    <a:cubicBezTo>
                      <a:pt x="4873" y="2573"/>
                      <a:pt x="5013" y="2471"/>
                      <a:pt x="5013" y="2358"/>
                    </a:cubicBezTo>
                    <a:cubicBezTo>
                      <a:pt x="5013" y="2227"/>
                      <a:pt x="4858" y="2132"/>
                      <a:pt x="4655" y="2132"/>
                    </a:cubicBezTo>
                    <a:close/>
                    <a:moveTo>
                      <a:pt x="5763" y="3906"/>
                    </a:moveTo>
                    <a:cubicBezTo>
                      <a:pt x="5572" y="3906"/>
                      <a:pt x="5406" y="4001"/>
                      <a:pt x="5406" y="4120"/>
                    </a:cubicBezTo>
                    <a:cubicBezTo>
                      <a:pt x="5406" y="4227"/>
                      <a:pt x="5572" y="4334"/>
                      <a:pt x="5763" y="4334"/>
                    </a:cubicBezTo>
                    <a:cubicBezTo>
                      <a:pt x="5953" y="4334"/>
                      <a:pt x="6108" y="4227"/>
                      <a:pt x="6108" y="4120"/>
                    </a:cubicBezTo>
                    <a:cubicBezTo>
                      <a:pt x="6108" y="4001"/>
                      <a:pt x="5953" y="3906"/>
                      <a:pt x="5763" y="390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" name="Google Shape;284;p27"/>
              <p:cNvSpPr/>
              <p:nvPr/>
            </p:nvSpPr>
            <p:spPr>
              <a:xfrm>
                <a:off x="4935125" y="6752050"/>
                <a:ext cx="29800" cy="35375"/>
              </a:xfrm>
              <a:custGeom>
                <a:rect b="b" l="l" r="r" t="t"/>
                <a:pathLst>
                  <a:path extrusionOk="0" h="1415" w="1192">
                    <a:moveTo>
                      <a:pt x="189" y="0"/>
                    </a:moveTo>
                    <a:cubicBezTo>
                      <a:pt x="167" y="0"/>
                      <a:pt x="148" y="6"/>
                      <a:pt x="132" y="17"/>
                    </a:cubicBezTo>
                    <a:cubicBezTo>
                      <a:pt x="1" y="100"/>
                      <a:pt x="120" y="481"/>
                      <a:pt x="382" y="862"/>
                    </a:cubicBezTo>
                    <a:cubicBezTo>
                      <a:pt x="598" y="1192"/>
                      <a:pt x="859" y="1414"/>
                      <a:pt x="1010" y="1414"/>
                    </a:cubicBezTo>
                    <a:cubicBezTo>
                      <a:pt x="1034" y="1414"/>
                      <a:pt x="1055" y="1409"/>
                      <a:pt x="1072" y="1398"/>
                    </a:cubicBezTo>
                    <a:cubicBezTo>
                      <a:pt x="1191" y="1315"/>
                      <a:pt x="1084" y="934"/>
                      <a:pt x="822" y="553"/>
                    </a:cubicBezTo>
                    <a:cubicBezTo>
                      <a:pt x="596" y="223"/>
                      <a:pt x="333" y="0"/>
                      <a:pt x="1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" name="Google Shape;285;p27"/>
              <p:cNvSpPr/>
              <p:nvPr/>
            </p:nvSpPr>
            <p:spPr>
              <a:xfrm>
                <a:off x="5079800" y="6853250"/>
                <a:ext cx="29775" cy="35375"/>
              </a:xfrm>
              <a:custGeom>
                <a:rect b="b" l="l" r="r" t="t"/>
                <a:pathLst>
                  <a:path extrusionOk="0" h="1415" w="1191">
                    <a:moveTo>
                      <a:pt x="189" y="0"/>
                    </a:moveTo>
                    <a:cubicBezTo>
                      <a:pt x="167" y="0"/>
                      <a:pt x="147" y="6"/>
                      <a:pt x="131" y="17"/>
                    </a:cubicBezTo>
                    <a:cubicBezTo>
                      <a:pt x="0" y="100"/>
                      <a:pt x="119" y="481"/>
                      <a:pt x="381" y="862"/>
                    </a:cubicBezTo>
                    <a:cubicBezTo>
                      <a:pt x="597" y="1192"/>
                      <a:pt x="858" y="1415"/>
                      <a:pt x="1010" y="1415"/>
                    </a:cubicBezTo>
                    <a:cubicBezTo>
                      <a:pt x="1033" y="1415"/>
                      <a:pt x="1054" y="1409"/>
                      <a:pt x="1072" y="1398"/>
                    </a:cubicBezTo>
                    <a:cubicBezTo>
                      <a:pt x="1191" y="1315"/>
                      <a:pt x="1084" y="934"/>
                      <a:pt x="822" y="553"/>
                    </a:cubicBezTo>
                    <a:cubicBezTo>
                      <a:pt x="595" y="223"/>
                      <a:pt x="333" y="0"/>
                      <a:pt x="1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" name="Google Shape;287;p28"/>
          <p:cNvGrpSpPr/>
          <p:nvPr/>
        </p:nvGrpSpPr>
        <p:grpSpPr>
          <a:xfrm>
            <a:off x="0" y="0"/>
            <a:ext cx="9144003" cy="5143501"/>
            <a:chOff x="0" y="0"/>
            <a:chExt cx="9144003" cy="5143501"/>
          </a:xfrm>
        </p:grpSpPr>
        <p:pic>
          <p:nvPicPr>
            <p:cNvPr id="288" name="Google Shape;288;p28"/>
            <p:cNvPicPr preferRelativeResize="0"/>
            <p:nvPr/>
          </p:nvPicPr>
          <p:blipFill rotWithShape="1">
            <a:blip r:embed="rId2">
              <a:alphaModFix/>
            </a:blip>
            <a:srcRect b="8068" l="0" r="0" t="8060"/>
            <a:stretch/>
          </p:blipFill>
          <p:spPr>
            <a:xfrm>
              <a:off x="0" y="0"/>
              <a:ext cx="9144003" cy="5143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9" name="Google Shape;289;p28"/>
            <p:cNvSpPr/>
            <p:nvPr/>
          </p:nvSpPr>
          <p:spPr>
            <a:xfrm>
              <a:off x="209980" y="194500"/>
              <a:ext cx="8763466" cy="4752275"/>
            </a:xfrm>
            <a:custGeom>
              <a:rect b="b" l="l" r="r" t="t"/>
              <a:pathLst>
                <a:path extrusionOk="0" h="147209" w="271904">
                  <a:moveTo>
                    <a:pt x="596" y="0"/>
                  </a:moveTo>
                  <a:lnTo>
                    <a:pt x="596" y="0"/>
                  </a:lnTo>
                  <a:cubicBezTo>
                    <a:pt x="2025" y="5965"/>
                    <a:pt x="3072" y="13895"/>
                    <a:pt x="3644" y="22312"/>
                  </a:cubicBezTo>
                  <a:cubicBezTo>
                    <a:pt x="7942" y="23515"/>
                    <a:pt x="13609" y="23932"/>
                    <a:pt x="5085" y="25063"/>
                  </a:cubicBezTo>
                  <a:cubicBezTo>
                    <a:pt x="5096" y="25110"/>
                    <a:pt x="5108" y="25146"/>
                    <a:pt x="5120" y="25194"/>
                  </a:cubicBezTo>
                  <a:cubicBezTo>
                    <a:pt x="5263" y="25301"/>
                    <a:pt x="5394" y="25396"/>
                    <a:pt x="5525" y="25503"/>
                  </a:cubicBezTo>
                  <a:cubicBezTo>
                    <a:pt x="5692" y="25539"/>
                    <a:pt x="5954" y="25479"/>
                    <a:pt x="6037" y="25658"/>
                  </a:cubicBezTo>
                  <a:cubicBezTo>
                    <a:pt x="8561" y="26230"/>
                    <a:pt x="4561" y="26670"/>
                    <a:pt x="3894" y="26789"/>
                  </a:cubicBezTo>
                  <a:cubicBezTo>
                    <a:pt x="4203" y="33719"/>
                    <a:pt x="4192" y="40803"/>
                    <a:pt x="3787" y="47256"/>
                  </a:cubicBezTo>
                  <a:cubicBezTo>
                    <a:pt x="2560" y="47137"/>
                    <a:pt x="1298" y="47006"/>
                    <a:pt x="1" y="46875"/>
                  </a:cubicBezTo>
                  <a:lnTo>
                    <a:pt x="1" y="46875"/>
                  </a:lnTo>
                  <a:cubicBezTo>
                    <a:pt x="1429" y="52840"/>
                    <a:pt x="2477" y="60770"/>
                    <a:pt x="3049" y="69199"/>
                  </a:cubicBezTo>
                  <a:cubicBezTo>
                    <a:pt x="7347" y="70402"/>
                    <a:pt x="13014" y="70818"/>
                    <a:pt x="4489" y="71949"/>
                  </a:cubicBezTo>
                  <a:cubicBezTo>
                    <a:pt x="4501" y="71985"/>
                    <a:pt x="4513" y="72033"/>
                    <a:pt x="4525" y="72069"/>
                  </a:cubicBezTo>
                  <a:cubicBezTo>
                    <a:pt x="4668" y="72176"/>
                    <a:pt x="4787" y="72283"/>
                    <a:pt x="4930" y="72390"/>
                  </a:cubicBezTo>
                  <a:cubicBezTo>
                    <a:pt x="5096" y="72414"/>
                    <a:pt x="5358" y="72366"/>
                    <a:pt x="5442" y="72545"/>
                  </a:cubicBezTo>
                  <a:cubicBezTo>
                    <a:pt x="7966" y="73104"/>
                    <a:pt x="3965" y="73557"/>
                    <a:pt x="3299" y="73664"/>
                  </a:cubicBezTo>
                  <a:cubicBezTo>
                    <a:pt x="3513" y="78510"/>
                    <a:pt x="3572" y="83427"/>
                    <a:pt x="3453" y="88154"/>
                  </a:cubicBezTo>
                  <a:cubicBezTo>
                    <a:pt x="2322" y="88047"/>
                    <a:pt x="1179" y="87928"/>
                    <a:pt x="1" y="87809"/>
                  </a:cubicBezTo>
                  <a:lnTo>
                    <a:pt x="1" y="87809"/>
                  </a:lnTo>
                  <a:cubicBezTo>
                    <a:pt x="989" y="91940"/>
                    <a:pt x="1798" y="97036"/>
                    <a:pt x="2394" y="102584"/>
                  </a:cubicBezTo>
                  <a:cubicBezTo>
                    <a:pt x="2239" y="103727"/>
                    <a:pt x="2072" y="104834"/>
                    <a:pt x="1882" y="105894"/>
                  </a:cubicBezTo>
                  <a:cubicBezTo>
                    <a:pt x="2156" y="105870"/>
                    <a:pt x="2429" y="105846"/>
                    <a:pt x="2715" y="105811"/>
                  </a:cubicBezTo>
                  <a:cubicBezTo>
                    <a:pt x="2834" y="107228"/>
                    <a:pt x="2953" y="108668"/>
                    <a:pt x="3049" y="110121"/>
                  </a:cubicBezTo>
                  <a:cubicBezTo>
                    <a:pt x="7347" y="111323"/>
                    <a:pt x="13014" y="111740"/>
                    <a:pt x="4489" y="112871"/>
                  </a:cubicBezTo>
                  <a:cubicBezTo>
                    <a:pt x="4501" y="112919"/>
                    <a:pt x="4513" y="112954"/>
                    <a:pt x="4525" y="113002"/>
                  </a:cubicBezTo>
                  <a:cubicBezTo>
                    <a:pt x="4668" y="113109"/>
                    <a:pt x="4799" y="113205"/>
                    <a:pt x="4930" y="113312"/>
                  </a:cubicBezTo>
                  <a:cubicBezTo>
                    <a:pt x="5096" y="113347"/>
                    <a:pt x="5358" y="113288"/>
                    <a:pt x="5442" y="113466"/>
                  </a:cubicBezTo>
                  <a:cubicBezTo>
                    <a:pt x="7966" y="114038"/>
                    <a:pt x="3965" y="114478"/>
                    <a:pt x="3299" y="114598"/>
                  </a:cubicBezTo>
                  <a:cubicBezTo>
                    <a:pt x="3822" y="126123"/>
                    <a:pt x="4668" y="127147"/>
                    <a:pt x="3120" y="135886"/>
                  </a:cubicBezTo>
                  <a:cubicBezTo>
                    <a:pt x="4608" y="136338"/>
                    <a:pt x="14133" y="147209"/>
                    <a:pt x="14133" y="147209"/>
                  </a:cubicBezTo>
                  <a:cubicBezTo>
                    <a:pt x="14133" y="147209"/>
                    <a:pt x="16765" y="146220"/>
                    <a:pt x="20479" y="146137"/>
                  </a:cubicBezTo>
                  <a:cubicBezTo>
                    <a:pt x="20503" y="146054"/>
                    <a:pt x="20539" y="145959"/>
                    <a:pt x="20563" y="145875"/>
                  </a:cubicBezTo>
                  <a:lnTo>
                    <a:pt x="20563" y="145875"/>
                  </a:lnTo>
                  <a:cubicBezTo>
                    <a:pt x="20491" y="146340"/>
                    <a:pt x="23242" y="146363"/>
                    <a:pt x="23158" y="146816"/>
                  </a:cubicBezTo>
                  <a:cubicBezTo>
                    <a:pt x="29516" y="146220"/>
                    <a:pt x="36481" y="145875"/>
                    <a:pt x="44589" y="145697"/>
                  </a:cubicBezTo>
                  <a:cubicBezTo>
                    <a:pt x="44613" y="145625"/>
                    <a:pt x="44637" y="145554"/>
                    <a:pt x="44661" y="145494"/>
                  </a:cubicBezTo>
                  <a:cubicBezTo>
                    <a:pt x="45090" y="145494"/>
                    <a:pt x="45530" y="145494"/>
                    <a:pt x="45959" y="145482"/>
                  </a:cubicBezTo>
                  <a:cubicBezTo>
                    <a:pt x="45959" y="145542"/>
                    <a:pt x="45959" y="145601"/>
                    <a:pt x="45959" y="145661"/>
                  </a:cubicBezTo>
                  <a:cubicBezTo>
                    <a:pt x="46173" y="145661"/>
                    <a:pt x="46387" y="145661"/>
                    <a:pt x="46602" y="145649"/>
                  </a:cubicBezTo>
                  <a:cubicBezTo>
                    <a:pt x="46637" y="145601"/>
                    <a:pt x="46661" y="145542"/>
                    <a:pt x="46685" y="145482"/>
                  </a:cubicBezTo>
                  <a:cubicBezTo>
                    <a:pt x="47197" y="145482"/>
                    <a:pt x="47709" y="145482"/>
                    <a:pt x="48221" y="145494"/>
                  </a:cubicBezTo>
                  <a:cubicBezTo>
                    <a:pt x="48221" y="145530"/>
                    <a:pt x="48221" y="145578"/>
                    <a:pt x="48221" y="145625"/>
                  </a:cubicBezTo>
                  <a:cubicBezTo>
                    <a:pt x="50912" y="145578"/>
                    <a:pt x="53900" y="145542"/>
                    <a:pt x="57031" y="145518"/>
                  </a:cubicBezTo>
                  <a:cubicBezTo>
                    <a:pt x="59651" y="145542"/>
                    <a:pt x="62151" y="145566"/>
                    <a:pt x="64461" y="145601"/>
                  </a:cubicBezTo>
                  <a:cubicBezTo>
                    <a:pt x="64461" y="145566"/>
                    <a:pt x="64461" y="145530"/>
                    <a:pt x="64461" y="145494"/>
                  </a:cubicBezTo>
                  <a:cubicBezTo>
                    <a:pt x="65592" y="145488"/>
                    <a:pt x="66726" y="145485"/>
                    <a:pt x="67860" y="145485"/>
                  </a:cubicBezTo>
                  <a:cubicBezTo>
                    <a:pt x="68994" y="145485"/>
                    <a:pt x="70128" y="145488"/>
                    <a:pt x="71259" y="145494"/>
                  </a:cubicBezTo>
                  <a:cubicBezTo>
                    <a:pt x="71402" y="145578"/>
                    <a:pt x="71545" y="145661"/>
                    <a:pt x="71700" y="145744"/>
                  </a:cubicBezTo>
                  <a:cubicBezTo>
                    <a:pt x="78891" y="145947"/>
                    <a:pt x="85190" y="146268"/>
                    <a:pt x="90976" y="146816"/>
                  </a:cubicBezTo>
                  <a:cubicBezTo>
                    <a:pt x="90845" y="146054"/>
                    <a:pt x="90714" y="145256"/>
                    <a:pt x="90595" y="144435"/>
                  </a:cubicBezTo>
                  <a:lnTo>
                    <a:pt x="90595" y="144435"/>
                  </a:lnTo>
                  <a:cubicBezTo>
                    <a:pt x="91429" y="144792"/>
                    <a:pt x="92191" y="145304"/>
                    <a:pt x="92976" y="145744"/>
                  </a:cubicBezTo>
                  <a:cubicBezTo>
                    <a:pt x="96596" y="145851"/>
                    <a:pt x="99989" y="145982"/>
                    <a:pt x="103204" y="146161"/>
                  </a:cubicBezTo>
                  <a:cubicBezTo>
                    <a:pt x="103156" y="146375"/>
                    <a:pt x="103121" y="146601"/>
                    <a:pt x="103085" y="146828"/>
                  </a:cubicBezTo>
                  <a:cubicBezTo>
                    <a:pt x="104573" y="146685"/>
                    <a:pt x="106109" y="146554"/>
                    <a:pt x="107669" y="146447"/>
                  </a:cubicBezTo>
                  <a:cubicBezTo>
                    <a:pt x="109240" y="146554"/>
                    <a:pt x="110764" y="146685"/>
                    <a:pt x="112265" y="146828"/>
                  </a:cubicBezTo>
                  <a:cubicBezTo>
                    <a:pt x="112217" y="146601"/>
                    <a:pt x="112181" y="146375"/>
                    <a:pt x="112146" y="146161"/>
                  </a:cubicBezTo>
                  <a:cubicBezTo>
                    <a:pt x="115979" y="145947"/>
                    <a:pt x="120075" y="145792"/>
                    <a:pt x="124504" y="145697"/>
                  </a:cubicBezTo>
                  <a:cubicBezTo>
                    <a:pt x="125022" y="144156"/>
                    <a:pt x="125413" y="143165"/>
                    <a:pt x="125645" y="143165"/>
                  </a:cubicBezTo>
                  <a:cubicBezTo>
                    <a:pt x="125846" y="143165"/>
                    <a:pt x="125929" y="143902"/>
                    <a:pt x="125873" y="145661"/>
                  </a:cubicBezTo>
                  <a:cubicBezTo>
                    <a:pt x="126100" y="145661"/>
                    <a:pt x="126302" y="145661"/>
                    <a:pt x="126528" y="145649"/>
                  </a:cubicBezTo>
                  <a:cubicBezTo>
                    <a:pt x="127181" y="144357"/>
                    <a:pt x="127670" y="143321"/>
                    <a:pt x="127939" y="143321"/>
                  </a:cubicBezTo>
                  <a:cubicBezTo>
                    <a:pt x="128150" y="143321"/>
                    <a:pt x="128225" y="143963"/>
                    <a:pt x="128136" y="145625"/>
                  </a:cubicBezTo>
                  <a:cubicBezTo>
                    <a:pt x="130541" y="145589"/>
                    <a:pt x="133184" y="145554"/>
                    <a:pt x="135946" y="145530"/>
                  </a:cubicBezTo>
                  <a:cubicBezTo>
                    <a:pt x="138720" y="145554"/>
                    <a:pt x="141352" y="145589"/>
                    <a:pt x="143757" y="145625"/>
                  </a:cubicBezTo>
                  <a:cubicBezTo>
                    <a:pt x="143667" y="143963"/>
                    <a:pt x="143745" y="143321"/>
                    <a:pt x="143959" y="143321"/>
                  </a:cubicBezTo>
                  <a:cubicBezTo>
                    <a:pt x="144230" y="143321"/>
                    <a:pt x="144723" y="144357"/>
                    <a:pt x="145376" y="145649"/>
                  </a:cubicBezTo>
                  <a:cubicBezTo>
                    <a:pt x="145590" y="145661"/>
                    <a:pt x="145804" y="145661"/>
                    <a:pt x="146019" y="145661"/>
                  </a:cubicBezTo>
                  <a:cubicBezTo>
                    <a:pt x="145964" y="143902"/>
                    <a:pt x="146046" y="143165"/>
                    <a:pt x="146247" y="143165"/>
                  </a:cubicBezTo>
                  <a:cubicBezTo>
                    <a:pt x="146479" y="143165"/>
                    <a:pt x="146870" y="144156"/>
                    <a:pt x="147388" y="145697"/>
                  </a:cubicBezTo>
                  <a:cubicBezTo>
                    <a:pt x="151817" y="145792"/>
                    <a:pt x="155913" y="145947"/>
                    <a:pt x="159759" y="146161"/>
                  </a:cubicBezTo>
                  <a:cubicBezTo>
                    <a:pt x="159711" y="146375"/>
                    <a:pt x="159675" y="146601"/>
                    <a:pt x="159640" y="146828"/>
                  </a:cubicBezTo>
                  <a:cubicBezTo>
                    <a:pt x="161128" y="146685"/>
                    <a:pt x="162664" y="146554"/>
                    <a:pt x="164223" y="146447"/>
                  </a:cubicBezTo>
                  <a:cubicBezTo>
                    <a:pt x="165795" y="146554"/>
                    <a:pt x="167319" y="146685"/>
                    <a:pt x="168819" y="146828"/>
                  </a:cubicBezTo>
                  <a:cubicBezTo>
                    <a:pt x="168772" y="146601"/>
                    <a:pt x="168736" y="146375"/>
                    <a:pt x="168700" y="146161"/>
                  </a:cubicBezTo>
                  <a:cubicBezTo>
                    <a:pt x="171915" y="145982"/>
                    <a:pt x="175296" y="145851"/>
                    <a:pt x="178916" y="145744"/>
                  </a:cubicBezTo>
                  <a:cubicBezTo>
                    <a:pt x="179702" y="145304"/>
                    <a:pt x="180464" y="144792"/>
                    <a:pt x="181309" y="144435"/>
                  </a:cubicBezTo>
                  <a:lnTo>
                    <a:pt x="181309" y="144435"/>
                  </a:lnTo>
                  <a:cubicBezTo>
                    <a:pt x="181190" y="145256"/>
                    <a:pt x="181059" y="146054"/>
                    <a:pt x="180916" y="146816"/>
                  </a:cubicBezTo>
                  <a:cubicBezTo>
                    <a:pt x="186714" y="146268"/>
                    <a:pt x="193001" y="145947"/>
                    <a:pt x="200204" y="145744"/>
                  </a:cubicBezTo>
                  <a:cubicBezTo>
                    <a:pt x="200347" y="145661"/>
                    <a:pt x="200490" y="145578"/>
                    <a:pt x="200645" y="145494"/>
                  </a:cubicBezTo>
                  <a:cubicBezTo>
                    <a:pt x="201770" y="145488"/>
                    <a:pt x="202904" y="145485"/>
                    <a:pt x="204039" y="145485"/>
                  </a:cubicBezTo>
                  <a:cubicBezTo>
                    <a:pt x="205175" y="145485"/>
                    <a:pt x="206312" y="145488"/>
                    <a:pt x="207443" y="145494"/>
                  </a:cubicBezTo>
                  <a:cubicBezTo>
                    <a:pt x="207443" y="145530"/>
                    <a:pt x="207443" y="145566"/>
                    <a:pt x="207431" y="145601"/>
                  </a:cubicBezTo>
                  <a:cubicBezTo>
                    <a:pt x="209741" y="145566"/>
                    <a:pt x="212253" y="145542"/>
                    <a:pt x="214873" y="145518"/>
                  </a:cubicBezTo>
                  <a:cubicBezTo>
                    <a:pt x="218004" y="145542"/>
                    <a:pt x="220981" y="145578"/>
                    <a:pt x="223683" y="145625"/>
                  </a:cubicBezTo>
                  <a:cubicBezTo>
                    <a:pt x="223671" y="145578"/>
                    <a:pt x="223671" y="145530"/>
                    <a:pt x="223671" y="145494"/>
                  </a:cubicBezTo>
                  <a:cubicBezTo>
                    <a:pt x="224183" y="145494"/>
                    <a:pt x="224695" y="145482"/>
                    <a:pt x="225207" y="145482"/>
                  </a:cubicBezTo>
                  <a:cubicBezTo>
                    <a:pt x="225243" y="145542"/>
                    <a:pt x="225267" y="145601"/>
                    <a:pt x="225291" y="145649"/>
                  </a:cubicBezTo>
                  <a:cubicBezTo>
                    <a:pt x="225517" y="145661"/>
                    <a:pt x="225731" y="145661"/>
                    <a:pt x="225945" y="145661"/>
                  </a:cubicBezTo>
                  <a:cubicBezTo>
                    <a:pt x="225945" y="145601"/>
                    <a:pt x="225934" y="145542"/>
                    <a:pt x="225934" y="145482"/>
                  </a:cubicBezTo>
                  <a:cubicBezTo>
                    <a:pt x="226374" y="145482"/>
                    <a:pt x="226803" y="145482"/>
                    <a:pt x="227243" y="145494"/>
                  </a:cubicBezTo>
                  <a:cubicBezTo>
                    <a:pt x="227267" y="145554"/>
                    <a:pt x="227291" y="145625"/>
                    <a:pt x="227315" y="145697"/>
                  </a:cubicBezTo>
                  <a:cubicBezTo>
                    <a:pt x="235411" y="145875"/>
                    <a:pt x="242376" y="146220"/>
                    <a:pt x="248734" y="146816"/>
                  </a:cubicBezTo>
                  <a:cubicBezTo>
                    <a:pt x="248651" y="146363"/>
                    <a:pt x="248579" y="145899"/>
                    <a:pt x="248508" y="145423"/>
                  </a:cubicBezTo>
                  <a:lnTo>
                    <a:pt x="248508" y="145423"/>
                  </a:lnTo>
                  <a:cubicBezTo>
                    <a:pt x="248532" y="145506"/>
                    <a:pt x="248567" y="145601"/>
                    <a:pt x="248591" y="145697"/>
                  </a:cubicBezTo>
                  <a:cubicBezTo>
                    <a:pt x="256699" y="145875"/>
                    <a:pt x="263664" y="146220"/>
                    <a:pt x="270022" y="146816"/>
                  </a:cubicBezTo>
                  <a:cubicBezTo>
                    <a:pt x="268463" y="138065"/>
                    <a:pt x="268082" y="126123"/>
                    <a:pt x="268606" y="114598"/>
                  </a:cubicBezTo>
                  <a:cubicBezTo>
                    <a:pt x="267939" y="114478"/>
                    <a:pt x="263926" y="114038"/>
                    <a:pt x="266462" y="113466"/>
                  </a:cubicBezTo>
                  <a:cubicBezTo>
                    <a:pt x="266546" y="113288"/>
                    <a:pt x="266808" y="113347"/>
                    <a:pt x="266974" y="113312"/>
                  </a:cubicBezTo>
                  <a:cubicBezTo>
                    <a:pt x="267105" y="113205"/>
                    <a:pt x="267236" y="113109"/>
                    <a:pt x="267367" y="113002"/>
                  </a:cubicBezTo>
                  <a:cubicBezTo>
                    <a:pt x="267391" y="112954"/>
                    <a:pt x="267403" y="112919"/>
                    <a:pt x="267415" y="112871"/>
                  </a:cubicBezTo>
                  <a:cubicBezTo>
                    <a:pt x="258878" y="111740"/>
                    <a:pt x="264557" y="111323"/>
                    <a:pt x="268856" y="110121"/>
                  </a:cubicBezTo>
                  <a:cubicBezTo>
                    <a:pt x="268951" y="108668"/>
                    <a:pt x="269070" y="107228"/>
                    <a:pt x="269189" y="105811"/>
                  </a:cubicBezTo>
                  <a:cubicBezTo>
                    <a:pt x="269463" y="105846"/>
                    <a:pt x="269749" y="105870"/>
                    <a:pt x="270022" y="105894"/>
                  </a:cubicBezTo>
                  <a:cubicBezTo>
                    <a:pt x="269832" y="104834"/>
                    <a:pt x="269653" y="103727"/>
                    <a:pt x="269510" y="102584"/>
                  </a:cubicBezTo>
                  <a:cubicBezTo>
                    <a:pt x="270094" y="97036"/>
                    <a:pt x="270903" y="91940"/>
                    <a:pt x="271904" y="87809"/>
                  </a:cubicBezTo>
                  <a:lnTo>
                    <a:pt x="271904" y="87809"/>
                  </a:lnTo>
                  <a:cubicBezTo>
                    <a:pt x="270725" y="87928"/>
                    <a:pt x="269570" y="88047"/>
                    <a:pt x="268451" y="88154"/>
                  </a:cubicBezTo>
                  <a:cubicBezTo>
                    <a:pt x="268320" y="83427"/>
                    <a:pt x="268379" y="78510"/>
                    <a:pt x="268606" y="73664"/>
                  </a:cubicBezTo>
                  <a:cubicBezTo>
                    <a:pt x="267939" y="73557"/>
                    <a:pt x="263926" y="73104"/>
                    <a:pt x="266462" y="72545"/>
                  </a:cubicBezTo>
                  <a:cubicBezTo>
                    <a:pt x="266546" y="72366"/>
                    <a:pt x="266808" y="72426"/>
                    <a:pt x="266974" y="72390"/>
                  </a:cubicBezTo>
                  <a:cubicBezTo>
                    <a:pt x="267105" y="72283"/>
                    <a:pt x="267236" y="72176"/>
                    <a:pt x="267367" y="72069"/>
                  </a:cubicBezTo>
                  <a:cubicBezTo>
                    <a:pt x="267391" y="72033"/>
                    <a:pt x="267403" y="71985"/>
                    <a:pt x="267415" y="71949"/>
                  </a:cubicBezTo>
                  <a:cubicBezTo>
                    <a:pt x="258878" y="70818"/>
                    <a:pt x="264557" y="70402"/>
                    <a:pt x="268856" y="69199"/>
                  </a:cubicBezTo>
                  <a:cubicBezTo>
                    <a:pt x="269415" y="60770"/>
                    <a:pt x="270463" y="52840"/>
                    <a:pt x="271904" y="46875"/>
                  </a:cubicBezTo>
                  <a:lnTo>
                    <a:pt x="271904" y="46875"/>
                  </a:lnTo>
                  <a:cubicBezTo>
                    <a:pt x="270606" y="47006"/>
                    <a:pt x="269344" y="47137"/>
                    <a:pt x="268105" y="47256"/>
                  </a:cubicBezTo>
                  <a:cubicBezTo>
                    <a:pt x="267713" y="40803"/>
                    <a:pt x="267689" y="33719"/>
                    <a:pt x="268010" y="26789"/>
                  </a:cubicBezTo>
                  <a:cubicBezTo>
                    <a:pt x="267343" y="26670"/>
                    <a:pt x="263331" y="26230"/>
                    <a:pt x="265867" y="25658"/>
                  </a:cubicBezTo>
                  <a:cubicBezTo>
                    <a:pt x="265950" y="25479"/>
                    <a:pt x="266212" y="25539"/>
                    <a:pt x="266379" y="25503"/>
                  </a:cubicBezTo>
                  <a:cubicBezTo>
                    <a:pt x="266510" y="25396"/>
                    <a:pt x="266641" y="25301"/>
                    <a:pt x="266772" y="25194"/>
                  </a:cubicBezTo>
                  <a:cubicBezTo>
                    <a:pt x="266796" y="25146"/>
                    <a:pt x="266808" y="25110"/>
                    <a:pt x="266820" y="25063"/>
                  </a:cubicBezTo>
                  <a:cubicBezTo>
                    <a:pt x="258283" y="23932"/>
                    <a:pt x="263962" y="23515"/>
                    <a:pt x="268260" y="22312"/>
                  </a:cubicBezTo>
                  <a:cubicBezTo>
                    <a:pt x="268415" y="19919"/>
                    <a:pt x="268856" y="15300"/>
                    <a:pt x="268856" y="15300"/>
                  </a:cubicBezTo>
                  <a:lnTo>
                    <a:pt x="254901" y="1453"/>
                  </a:lnTo>
                  <a:cubicBezTo>
                    <a:pt x="254901" y="1453"/>
                    <a:pt x="251413" y="1679"/>
                    <a:pt x="249615" y="1774"/>
                  </a:cubicBezTo>
                  <a:cubicBezTo>
                    <a:pt x="249746" y="1167"/>
                    <a:pt x="249889" y="572"/>
                    <a:pt x="250020" y="0"/>
                  </a:cubicBezTo>
                  <a:lnTo>
                    <a:pt x="250020" y="0"/>
                  </a:lnTo>
                  <a:cubicBezTo>
                    <a:pt x="240828" y="929"/>
                    <a:pt x="233577" y="1572"/>
                    <a:pt x="225017" y="1929"/>
                  </a:cubicBezTo>
                  <a:cubicBezTo>
                    <a:pt x="224814" y="2179"/>
                    <a:pt x="224600" y="2441"/>
                    <a:pt x="224386" y="2715"/>
                  </a:cubicBezTo>
                  <a:cubicBezTo>
                    <a:pt x="223731" y="2953"/>
                    <a:pt x="223112" y="3274"/>
                    <a:pt x="222647" y="3751"/>
                  </a:cubicBezTo>
                  <a:cubicBezTo>
                    <a:pt x="222755" y="3346"/>
                    <a:pt x="222945" y="2774"/>
                    <a:pt x="223219" y="2000"/>
                  </a:cubicBezTo>
                  <a:cubicBezTo>
                    <a:pt x="223094" y="1992"/>
                    <a:pt x="222968" y="1988"/>
                    <a:pt x="222843" y="1988"/>
                  </a:cubicBezTo>
                  <a:cubicBezTo>
                    <a:pt x="221740" y="1988"/>
                    <a:pt x="220632" y="2285"/>
                    <a:pt x="219537" y="2285"/>
                  </a:cubicBezTo>
                  <a:cubicBezTo>
                    <a:pt x="219371" y="2285"/>
                    <a:pt x="219205" y="2278"/>
                    <a:pt x="219040" y="2262"/>
                  </a:cubicBezTo>
                  <a:cubicBezTo>
                    <a:pt x="218567" y="2506"/>
                    <a:pt x="218202" y="2952"/>
                    <a:pt x="217926" y="2952"/>
                  </a:cubicBezTo>
                  <a:cubicBezTo>
                    <a:pt x="217744" y="2952"/>
                    <a:pt x="217601" y="2757"/>
                    <a:pt x="217492" y="2179"/>
                  </a:cubicBezTo>
                  <a:cubicBezTo>
                    <a:pt x="216420" y="2203"/>
                    <a:pt x="215337" y="2227"/>
                    <a:pt x="214218" y="2239"/>
                  </a:cubicBezTo>
                  <a:cubicBezTo>
                    <a:pt x="210515" y="2179"/>
                    <a:pt x="207169" y="2084"/>
                    <a:pt x="204002" y="1965"/>
                  </a:cubicBezTo>
                  <a:cubicBezTo>
                    <a:pt x="203967" y="2131"/>
                    <a:pt x="203943" y="2298"/>
                    <a:pt x="203919" y="2453"/>
                  </a:cubicBezTo>
                  <a:cubicBezTo>
                    <a:pt x="203550" y="2560"/>
                    <a:pt x="203181" y="2679"/>
                    <a:pt x="202824" y="2822"/>
                  </a:cubicBezTo>
                  <a:cubicBezTo>
                    <a:pt x="202776" y="2548"/>
                    <a:pt x="202728" y="2239"/>
                    <a:pt x="202681" y="1905"/>
                  </a:cubicBezTo>
                  <a:cubicBezTo>
                    <a:pt x="194453" y="1524"/>
                    <a:pt x="187357" y="905"/>
                    <a:pt x="178440" y="0"/>
                  </a:cubicBezTo>
                  <a:lnTo>
                    <a:pt x="178440" y="0"/>
                  </a:lnTo>
                  <a:cubicBezTo>
                    <a:pt x="178582" y="572"/>
                    <a:pt x="178713" y="1167"/>
                    <a:pt x="178844" y="1774"/>
                  </a:cubicBezTo>
                  <a:cubicBezTo>
                    <a:pt x="175773" y="1607"/>
                    <a:pt x="172832" y="1417"/>
                    <a:pt x="169831" y="1179"/>
                  </a:cubicBezTo>
                  <a:cubicBezTo>
                    <a:pt x="169927" y="774"/>
                    <a:pt x="170010" y="381"/>
                    <a:pt x="170105" y="0"/>
                  </a:cubicBezTo>
                  <a:lnTo>
                    <a:pt x="170105" y="0"/>
                  </a:lnTo>
                  <a:cubicBezTo>
                    <a:pt x="167843" y="226"/>
                    <a:pt x="165700" y="441"/>
                    <a:pt x="163628" y="631"/>
                  </a:cubicBezTo>
                  <a:cubicBezTo>
                    <a:pt x="161556" y="441"/>
                    <a:pt x="159413" y="226"/>
                    <a:pt x="157163" y="0"/>
                  </a:cubicBezTo>
                  <a:lnTo>
                    <a:pt x="157163" y="0"/>
                  </a:lnTo>
                  <a:cubicBezTo>
                    <a:pt x="157246" y="381"/>
                    <a:pt x="157342" y="774"/>
                    <a:pt x="157425" y="1179"/>
                  </a:cubicBezTo>
                  <a:cubicBezTo>
                    <a:pt x="153377" y="1500"/>
                    <a:pt x="149400" y="1750"/>
                    <a:pt x="145102" y="1929"/>
                  </a:cubicBezTo>
                  <a:cubicBezTo>
                    <a:pt x="144154" y="3043"/>
                    <a:pt x="143049" y="4616"/>
                    <a:pt x="142712" y="4616"/>
                  </a:cubicBezTo>
                  <a:cubicBezTo>
                    <a:pt x="142491" y="4616"/>
                    <a:pt x="142601" y="3936"/>
                    <a:pt x="143304" y="2000"/>
                  </a:cubicBezTo>
                  <a:cubicBezTo>
                    <a:pt x="143179" y="1992"/>
                    <a:pt x="143053" y="1988"/>
                    <a:pt x="142928" y="1988"/>
                  </a:cubicBezTo>
                  <a:cubicBezTo>
                    <a:pt x="141825" y="1988"/>
                    <a:pt x="140718" y="2285"/>
                    <a:pt x="139622" y="2285"/>
                  </a:cubicBezTo>
                  <a:cubicBezTo>
                    <a:pt x="139456" y="2285"/>
                    <a:pt x="139290" y="2278"/>
                    <a:pt x="139125" y="2262"/>
                  </a:cubicBezTo>
                  <a:cubicBezTo>
                    <a:pt x="138780" y="2441"/>
                    <a:pt x="138494" y="2715"/>
                    <a:pt x="138256" y="2858"/>
                  </a:cubicBezTo>
                  <a:lnTo>
                    <a:pt x="138256" y="2250"/>
                  </a:lnTo>
                  <a:cubicBezTo>
                    <a:pt x="138030" y="2250"/>
                    <a:pt x="137803" y="2239"/>
                    <a:pt x="137589" y="2239"/>
                  </a:cubicBezTo>
                  <a:cubicBezTo>
                    <a:pt x="137577" y="2215"/>
                    <a:pt x="137577" y="2203"/>
                    <a:pt x="137565" y="2179"/>
                  </a:cubicBezTo>
                  <a:cubicBezTo>
                    <a:pt x="137041" y="2191"/>
                    <a:pt x="136494" y="2203"/>
                    <a:pt x="135946" y="2215"/>
                  </a:cubicBezTo>
                  <a:cubicBezTo>
                    <a:pt x="135410" y="2203"/>
                    <a:pt x="134863" y="2191"/>
                    <a:pt x="134327" y="2179"/>
                  </a:cubicBezTo>
                  <a:cubicBezTo>
                    <a:pt x="134327" y="2203"/>
                    <a:pt x="134327" y="2215"/>
                    <a:pt x="134315" y="2239"/>
                  </a:cubicBezTo>
                  <a:cubicBezTo>
                    <a:pt x="134089" y="2239"/>
                    <a:pt x="133874" y="2250"/>
                    <a:pt x="133648" y="2250"/>
                  </a:cubicBezTo>
                  <a:lnTo>
                    <a:pt x="133648" y="2858"/>
                  </a:lnTo>
                  <a:cubicBezTo>
                    <a:pt x="133410" y="2715"/>
                    <a:pt x="133124" y="2441"/>
                    <a:pt x="132779" y="2262"/>
                  </a:cubicBezTo>
                  <a:cubicBezTo>
                    <a:pt x="132604" y="2280"/>
                    <a:pt x="132429" y="2288"/>
                    <a:pt x="132254" y="2288"/>
                  </a:cubicBezTo>
                  <a:cubicBezTo>
                    <a:pt x="131165" y="2288"/>
                    <a:pt x="130064" y="1988"/>
                    <a:pt x="128968" y="1988"/>
                  </a:cubicBezTo>
                  <a:cubicBezTo>
                    <a:pt x="128845" y="1988"/>
                    <a:pt x="128723" y="1992"/>
                    <a:pt x="128600" y="2000"/>
                  </a:cubicBezTo>
                  <a:cubicBezTo>
                    <a:pt x="129303" y="3936"/>
                    <a:pt x="129413" y="4616"/>
                    <a:pt x="129192" y="4616"/>
                  </a:cubicBezTo>
                  <a:cubicBezTo>
                    <a:pt x="128855" y="4616"/>
                    <a:pt x="127750" y="3043"/>
                    <a:pt x="126802" y="1929"/>
                  </a:cubicBezTo>
                  <a:cubicBezTo>
                    <a:pt x="122492" y="1750"/>
                    <a:pt x="118527" y="1500"/>
                    <a:pt x="114467" y="1179"/>
                  </a:cubicBezTo>
                  <a:cubicBezTo>
                    <a:pt x="114562" y="774"/>
                    <a:pt x="114646" y="381"/>
                    <a:pt x="114741" y="0"/>
                  </a:cubicBezTo>
                  <a:lnTo>
                    <a:pt x="114741" y="0"/>
                  </a:lnTo>
                  <a:cubicBezTo>
                    <a:pt x="112491" y="226"/>
                    <a:pt x="110348" y="441"/>
                    <a:pt x="108276" y="631"/>
                  </a:cubicBezTo>
                  <a:cubicBezTo>
                    <a:pt x="106192" y="441"/>
                    <a:pt x="104061" y="226"/>
                    <a:pt x="101799" y="0"/>
                  </a:cubicBezTo>
                  <a:lnTo>
                    <a:pt x="101799" y="0"/>
                  </a:lnTo>
                  <a:cubicBezTo>
                    <a:pt x="101894" y="381"/>
                    <a:pt x="101978" y="774"/>
                    <a:pt x="102073" y="1179"/>
                  </a:cubicBezTo>
                  <a:cubicBezTo>
                    <a:pt x="99072" y="1417"/>
                    <a:pt x="96132" y="1607"/>
                    <a:pt x="93060" y="1774"/>
                  </a:cubicBezTo>
                  <a:cubicBezTo>
                    <a:pt x="93191" y="1167"/>
                    <a:pt x="93322" y="572"/>
                    <a:pt x="93465" y="0"/>
                  </a:cubicBezTo>
                  <a:lnTo>
                    <a:pt x="93465" y="0"/>
                  </a:lnTo>
                  <a:cubicBezTo>
                    <a:pt x="84535" y="905"/>
                    <a:pt x="77439" y="1524"/>
                    <a:pt x="69212" y="1905"/>
                  </a:cubicBezTo>
                  <a:cubicBezTo>
                    <a:pt x="69164" y="2239"/>
                    <a:pt x="69116" y="2548"/>
                    <a:pt x="69081" y="2822"/>
                  </a:cubicBezTo>
                  <a:cubicBezTo>
                    <a:pt x="68723" y="2667"/>
                    <a:pt x="68342" y="2548"/>
                    <a:pt x="67973" y="2453"/>
                  </a:cubicBezTo>
                  <a:cubicBezTo>
                    <a:pt x="67950" y="2298"/>
                    <a:pt x="67926" y="2131"/>
                    <a:pt x="67902" y="1953"/>
                  </a:cubicBezTo>
                  <a:cubicBezTo>
                    <a:pt x="64735" y="2084"/>
                    <a:pt x="61377" y="2179"/>
                    <a:pt x="57686" y="2239"/>
                  </a:cubicBezTo>
                  <a:cubicBezTo>
                    <a:pt x="56567" y="2227"/>
                    <a:pt x="55472" y="2203"/>
                    <a:pt x="54412" y="2179"/>
                  </a:cubicBezTo>
                  <a:cubicBezTo>
                    <a:pt x="54303" y="2757"/>
                    <a:pt x="54160" y="2952"/>
                    <a:pt x="53977" y="2952"/>
                  </a:cubicBezTo>
                  <a:cubicBezTo>
                    <a:pt x="53701" y="2952"/>
                    <a:pt x="53333" y="2506"/>
                    <a:pt x="52852" y="2262"/>
                  </a:cubicBezTo>
                  <a:cubicBezTo>
                    <a:pt x="52687" y="2278"/>
                    <a:pt x="52522" y="2285"/>
                    <a:pt x="52356" y="2285"/>
                  </a:cubicBezTo>
                  <a:cubicBezTo>
                    <a:pt x="51262" y="2285"/>
                    <a:pt x="50161" y="1988"/>
                    <a:pt x="49052" y="1988"/>
                  </a:cubicBezTo>
                  <a:cubicBezTo>
                    <a:pt x="48926" y="1988"/>
                    <a:pt x="48800" y="1992"/>
                    <a:pt x="48673" y="2000"/>
                  </a:cubicBezTo>
                  <a:cubicBezTo>
                    <a:pt x="48959" y="2774"/>
                    <a:pt x="49138" y="3346"/>
                    <a:pt x="49257" y="3751"/>
                  </a:cubicBezTo>
                  <a:cubicBezTo>
                    <a:pt x="48792" y="3274"/>
                    <a:pt x="48173" y="2953"/>
                    <a:pt x="47518" y="2703"/>
                  </a:cubicBezTo>
                  <a:cubicBezTo>
                    <a:pt x="47304" y="2441"/>
                    <a:pt x="47090" y="2179"/>
                    <a:pt x="46875" y="1929"/>
                  </a:cubicBezTo>
                  <a:cubicBezTo>
                    <a:pt x="38315" y="1572"/>
                    <a:pt x="31064" y="929"/>
                    <a:pt x="21872" y="0"/>
                  </a:cubicBezTo>
                  <a:lnTo>
                    <a:pt x="21872" y="0"/>
                  </a:lnTo>
                  <a:cubicBezTo>
                    <a:pt x="22015" y="572"/>
                    <a:pt x="22146" y="1167"/>
                    <a:pt x="22277" y="1774"/>
                  </a:cubicBezTo>
                  <a:cubicBezTo>
                    <a:pt x="15098" y="1393"/>
                    <a:pt x="8573" y="810"/>
                    <a:pt x="5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28"/>
            <p:cNvSpPr/>
            <p:nvPr/>
          </p:nvSpPr>
          <p:spPr>
            <a:xfrm>
              <a:off x="283950" y="193150"/>
              <a:ext cx="8615526" cy="4752359"/>
            </a:xfrm>
            <a:custGeom>
              <a:rect b="b" l="l" r="r" t="t"/>
              <a:pathLst>
                <a:path extrusionOk="0" h="146757" w="269046">
                  <a:moveTo>
                    <a:pt x="21241" y="131"/>
                  </a:moveTo>
                  <a:cubicBezTo>
                    <a:pt x="20884" y="346"/>
                    <a:pt x="20527" y="572"/>
                    <a:pt x="20170" y="798"/>
                  </a:cubicBezTo>
                  <a:cubicBezTo>
                    <a:pt x="20217" y="953"/>
                    <a:pt x="20253" y="1120"/>
                    <a:pt x="20289" y="1286"/>
                  </a:cubicBezTo>
                  <a:cubicBezTo>
                    <a:pt x="20860" y="929"/>
                    <a:pt x="21432" y="560"/>
                    <a:pt x="22015" y="203"/>
                  </a:cubicBezTo>
                  <a:cubicBezTo>
                    <a:pt x="21753" y="179"/>
                    <a:pt x="21503" y="155"/>
                    <a:pt x="21241" y="131"/>
                  </a:cubicBezTo>
                  <a:close/>
                  <a:moveTo>
                    <a:pt x="18777" y="1691"/>
                  </a:moveTo>
                  <a:cubicBezTo>
                    <a:pt x="18515" y="1858"/>
                    <a:pt x="18265" y="2012"/>
                    <a:pt x="18015" y="2179"/>
                  </a:cubicBezTo>
                  <a:cubicBezTo>
                    <a:pt x="11788" y="6263"/>
                    <a:pt x="6156" y="10644"/>
                    <a:pt x="1155" y="15252"/>
                  </a:cubicBezTo>
                  <a:cubicBezTo>
                    <a:pt x="1179" y="15455"/>
                    <a:pt x="1203" y="15657"/>
                    <a:pt x="1215" y="15848"/>
                  </a:cubicBezTo>
                  <a:cubicBezTo>
                    <a:pt x="6263" y="11156"/>
                    <a:pt x="11966" y="6727"/>
                    <a:pt x="18277" y="2584"/>
                  </a:cubicBezTo>
                  <a:cubicBezTo>
                    <a:pt x="18705" y="2298"/>
                    <a:pt x="19146" y="2012"/>
                    <a:pt x="19574" y="1739"/>
                  </a:cubicBezTo>
                  <a:cubicBezTo>
                    <a:pt x="19312" y="1727"/>
                    <a:pt x="19039" y="1703"/>
                    <a:pt x="18777" y="1691"/>
                  </a:cubicBezTo>
                  <a:close/>
                  <a:moveTo>
                    <a:pt x="257199" y="5608"/>
                  </a:moveTo>
                  <a:cubicBezTo>
                    <a:pt x="259819" y="11180"/>
                    <a:pt x="262128" y="16943"/>
                    <a:pt x="264105" y="22884"/>
                  </a:cubicBezTo>
                  <a:cubicBezTo>
                    <a:pt x="264307" y="22836"/>
                    <a:pt x="264522" y="22789"/>
                    <a:pt x="264736" y="22741"/>
                  </a:cubicBezTo>
                  <a:cubicBezTo>
                    <a:pt x="262950" y="17360"/>
                    <a:pt x="260890" y="12085"/>
                    <a:pt x="258557" y="6942"/>
                  </a:cubicBezTo>
                  <a:lnTo>
                    <a:pt x="257199" y="5608"/>
                  </a:lnTo>
                  <a:close/>
                  <a:moveTo>
                    <a:pt x="234685" y="1239"/>
                  </a:moveTo>
                  <a:cubicBezTo>
                    <a:pt x="234423" y="1262"/>
                    <a:pt x="234149" y="1286"/>
                    <a:pt x="233887" y="1298"/>
                  </a:cubicBezTo>
                  <a:cubicBezTo>
                    <a:pt x="234554" y="1727"/>
                    <a:pt x="235220" y="2143"/>
                    <a:pt x="235875" y="2584"/>
                  </a:cubicBezTo>
                  <a:cubicBezTo>
                    <a:pt x="245662" y="9001"/>
                    <a:pt x="253961" y="16145"/>
                    <a:pt x="260676" y="23813"/>
                  </a:cubicBezTo>
                  <a:cubicBezTo>
                    <a:pt x="260783" y="23741"/>
                    <a:pt x="260938" y="23682"/>
                    <a:pt x="261140" y="23610"/>
                  </a:cubicBezTo>
                  <a:cubicBezTo>
                    <a:pt x="254377" y="15871"/>
                    <a:pt x="246007" y="8656"/>
                    <a:pt x="236137" y="2179"/>
                  </a:cubicBezTo>
                  <a:cubicBezTo>
                    <a:pt x="235649" y="1870"/>
                    <a:pt x="235173" y="1548"/>
                    <a:pt x="234685" y="1239"/>
                  </a:cubicBezTo>
                  <a:close/>
                  <a:moveTo>
                    <a:pt x="264807" y="25051"/>
                  </a:moveTo>
                  <a:lnTo>
                    <a:pt x="264867" y="25218"/>
                  </a:lnTo>
                  <a:cubicBezTo>
                    <a:pt x="264879" y="25218"/>
                    <a:pt x="264879" y="25206"/>
                    <a:pt x="264891" y="25194"/>
                  </a:cubicBezTo>
                  <a:cubicBezTo>
                    <a:pt x="264914" y="25158"/>
                    <a:pt x="264926" y="25111"/>
                    <a:pt x="264938" y="25075"/>
                  </a:cubicBezTo>
                  <a:cubicBezTo>
                    <a:pt x="264891" y="25063"/>
                    <a:pt x="264855" y="25063"/>
                    <a:pt x="264807" y="25051"/>
                  </a:cubicBezTo>
                  <a:close/>
                  <a:moveTo>
                    <a:pt x="265319" y="26670"/>
                  </a:moveTo>
                  <a:lnTo>
                    <a:pt x="265319" y="26670"/>
                  </a:lnTo>
                  <a:cubicBezTo>
                    <a:pt x="265557" y="27480"/>
                    <a:pt x="265807" y="28290"/>
                    <a:pt x="266034" y="29099"/>
                  </a:cubicBezTo>
                  <a:cubicBezTo>
                    <a:pt x="266057" y="28444"/>
                    <a:pt x="266081" y="27789"/>
                    <a:pt x="266117" y="27135"/>
                  </a:cubicBezTo>
                  <a:cubicBezTo>
                    <a:pt x="266081" y="27016"/>
                    <a:pt x="266046" y="26896"/>
                    <a:pt x="266010" y="26777"/>
                  </a:cubicBezTo>
                  <a:cubicBezTo>
                    <a:pt x="265843" y="26754"/>
                    <a:pt x="265593" y="26718"/>
                    <a:pt x="265319" y="26670"/>
                  </a:cubicBezTo>
                  <a:close/>
                  <a:moveTo>
                    <a:pt x="261188" y="24408"/>
                  </a:moveTo>
                  <a:lnTo>
                    <a:pt x="261188" y="24408"/>
                  </a:lnTo>
                  <a:cubicBezTo>
                    <a:pt x="262902" y="26396"/>
                    <a:pt x="264498" y="28409"/>
                    <a:pt x="265998" y="30456"/>
                  </a:cubicBezTo>
                  <a:cubicBezTo>
                    <a:pt x="265998" y="30195"/>
                    <a:pt x="266010" y="29944"/>
                    <a:pt x="266022" y="29683"/>
                  </a:cubicBezTo>
                  <a:cubicBezTo>
                    <a:pt x="265153" y="28516"/>
                    <a:pt x="264260" y="27361"/>
                    <a:pt x="263331" y="26218"/>
                  </a:cubicBezTo>
                  <a:cubicBezTo>
                    <a:pt x="263200" y="26158"/>
                    <a:pt x="263140" y="26087"/>
                    <a:pt x="263164" y="26015"/>
                  </a:cubicBezTo>
                  <a:cubicBezTo>
                    <a:pt x="262771" y="25539"/>
                    <a:pt x="262378" y="25075"/>
                    <a:pt x="261986" y="24599"/>
                  </a:cubicBezTo>
                  <a:cubicBezTo>
                    <a:pt x="261664" y="24539"/>
                    <a:pt x="261402" y="24468"/>
                    <a:pt x="261188" y="24408"/>
                  </a:cubicBezTo>
                  <a:close/>
                  <a:moveTo>
                    <a:pt x="127076" y="17431"/>
                  </a:moveTo>
                  <a:cubicBezTo>
                    <a:pt x="133339" y="17431"/>
                    <a:pt x="139506" y="17574"/>
                    <a:pt x="145578" y="17848"/>
                  </a:cubicBezTo>
                  <a:cubicBezTo>
                    <a:pt x="146150" y="29278"/>
                    <a:pt x="146554" y="41363"/>
                    <a:pt x="146769" y="53924"/>
                  </a:cubicBezTo>
                  <a:cubicBezTo>
                    <a:pt x="140292" y="53816"/>
                    <a:pt x="133720" y="53769"/>
                    <a:pt x="127076" y="53769"/>
                  </a:cubicBezTo>
                  <a:cubicBezTo>
                    <a:pt x="120432" y="53769"/>
                    <a:pt x="113860" y="53816"/>
                    <a:pt x="107371" y="53924"/>
                  </a:cubicBezTo>
                  <a:cubicBezTo>
                    <a:pt x="107585" y="41363"/>
                    <a:pt x="107990" y="29278"/>
                    <a:pt x="108562" y="17848"/>
                  </a:cubicBezTo>
                  <a:cubicBezTo>
                    <a:pt x="114634" y="17574"/>
                    <a:pt x="120813" y="17431"/>
                    <a:pt x="127076" y="17431"/>
                  </a:cubicBezTo>
                  <a:close/>
                  <a:moveTo>
                    <a:pt x="108359" y="17848"/>
                  </a:moveTo>
                  <a:cubicBezTo>
                    <a:pt x="107776" y="29385"/>
                    <a:pt x="107371" y="41482"/>
                    <a:pt x="107169" y="53924"/>
                  </a:cubicBezTo>
                  <a:cubicBezTo>
                    <a:pt x="94727" y="54138"/>
                    <a:pt x="82630" y="54531"/>
                    <a:pt x="71093" y="55114"/>
                  </a:cubicBezTo>
                  <a:cubicBezTo>
                    <a:pt x="71617" y="43244"/>
                    <a:pt x="72640" y="31766"/>
                    <a:pt x="74117" y="20872"/>
                  </a:cubicBezTo>
                  <a:cubicBezTo>
                    <a:pt x="85011" y="19407"/>
                    <a:pt x="96477" y="18384"/>
                    <a:pt x="108359" y="17848"/>
                  </a:cubicBezTo>
                  <a:close/>
                  <a:moveTo>
                    <a:pt x="145792" y="17860"/>
                  </a:moveTo>
                  <a:lnTo>
                    <a:pt x="145792" y="17860"/>
                  </a:lnTo>
                  <a:cubicBezTo>
                    <a:pt x="157675" y="18384"/>
                    <a:pt x="169141" y="19407"/>
                    <a:pt x="180035" y="20884"/>
                  </a:cubicBezTo>
                  <a:cubicBezTo>
                    <a:pt x="181499" y="31766"/>
                    <a:pt x="182523" y="43244"/>
                    <a:pt x="183059" y="55114"/>
                  </a:cubicBezTo>
                  <a:cubicBezTo>
                    <a:pt x="171522" y="54531"/>
                    <a:pt x="159425" y="54138"/>
                    <a:pt x="146983" y="53924"/>
                  </a:cubicBezTo>
                  <a:cubicBezTo>
                    <a:pt x="146781" y="41482"/>
                    <a:pt x="146376" y="29385"/>
                    <a:pt x="145792" y="17860"/>
                  </a:cubicBezTo>
                  <a:close/>
                  <a:moveTo>
                    <a:pt x="73724" y="20931"/>
                  </a:moveTo>
                  <a:lnTo>
                    <a:pt x="73724" y="20931"/>
                  </a:lnTo>
                  <a:cubicBezTo>
                    <a:pt x="72259" y="31909"/>
                    <a:pt x="71247" y="43375"/>
                    <a:pt x="70724" y="55138"/>
                  </a:cubicBezTo>
                  <a:cubicBezTo>
                    <a:pt x="54805" y="55948"/>
                    <a:pt x="39958" y="57103"/>
                    <a:pt x="26742" y="58579"/>
                  </a:cubicBezTo>
                  <a:cubicBezTo>
                    <a:pt x="27373" y="48816"/>
                    <a:pt x="28599" y="39255"/>
                    <a:pt x="30397" y="29992"/>
                  </a:cubicBezTo>
                  <a:cubicBezTo>
                    <a:pt x="43292" y="26158"/>
                    <a:pt x="57901" y="23086"/>
                    <a:pt x="73724" y="20931"/>
                  </a:cubicBezTo>
                  <a:close/>
                  <a:moveTo>
                    <a:pt x="180416" y="20931"/>
                  </a:moveTo>
                  <a:lnTo>
                    <a:pt x="180416" y="20931"/>
                  </a:lnTo>
                  <a:cubicBezTo>
                    <a:pt x="196251" y="23086"/>
                    <a:pt x="210860" y="26170"/>
                    <a:pt x="223755" y="29992"/>
                  </a:cubicBezTo>
                  <a:cubicBezTo>
                    <a:pt x="225552" y="39255"/>
                    <a:pt x="226779" y="48816"/>
                    <a:pt x="227410" y="58579"/>
                  </a:cubicBezTo>
                  <a:cubicBezTo>
                    <a:pt x="214194" y="57103"/>
                    <a:pt x="199335" y="55948"/>
                    <a:pt x="183416" y="55138"/>
                  </a:cubicBezTo>
                  <a:cubicBezTo>
                    <a:pt x="182904" y="43375"/>
                    <a:pt x="181892" y="31909"/>
                    <a:pt x="180416" y="20931"/>
                  </a:cubicBezTo>
                  <a:close/>
                  <a:moveTo>
                    <a:pt x="70724" y="55352"/>
                  </a:moveTo>
                  <a:cubicBezTo>
                    <a:pt x="70450" y="61436"/>
                    <a:pt x="70319" y="67616"/>
                    <a:pt x="70319" y="73843"/>
                  </a:cubicBezTo>
                  <a:cubicBezTo>
                    <a:pt x="70319" y="80070"/>
                    <a:pt x="70450" y="86237"/>
                    <a:pt x="70724" y="92321"/>
                  </a:cubicBezTo>
                  <a:cubicBezTo>
                    <a:pt x="54543" y="91500"/>
                    <a:pt x="39696" y="90333"/>
                    <a:pt x="26730" y="88892"/>
                  </a:cubicBezTo>
                  <a:cubicBezTo>
                    <a:pt x="26420" y="83915"/>
                    <a:pt x="26254" y="78891"/>
                    <a:pt x="26254" y="73843"/>
                  </a:cubicBezTo>
                  <a:cubicBezTo>
                    <a:pt x="26254" y="68783"/>
                    <a:pt x="26420" y="63758"/>
                    <a:pt x="26730" y="58781"/>
                  </a:cubicBezTo>
                  <a:cubicBezTo>
                    <a:pt x="39696" y="57341"/>
                    <a:pt x="54543" y="56174"/>
                    <a:pt x="70724" y="55352"/>
                  </a:cubicBezTo>
                  <a:close/>
                  <a:moveTo>
                    <a:pt x="183428" y="55352"/>
                  </a:moveTo>
                  <a:cubicBezTo>
                    <a:pt x="199609" y="56174"/>
                    <a:pt x="214444" y="57341"/>
                    <a:pt x="227410" y="58781"/>
                  </a:cubicBezTo>
                  <a:cubicBezTo>
                    <a:pt x="227731" y="63758"/>
                    <a:pt x="227886" y="68783"/>
                    <a:pt x="227886" y="73843"/>
                  </a:cubicBezTo>
                  <a:cubicBezTo>
                    <a:pt x="227886" y="78903"/>
                    <a:pt x="227731" y="83915"/>
                    <a:pt x="227410" y="88892"/>
                  </a:cubicBezTo>
                  <a:cubicBezTo>
                    <a:pt x="214444" y="90333"/>
                    <a:pt x="199609" y="91500"/>
                    <a:pt x="183428" y="92321"/>
                  </a:cubicBezTo>
                  <a:cubicBezTo>
                    <a:pt x="183690" y="86237"/>
                    <a:pt x="183833" y="80070"/>
                    <a:pt x="183833" y="73843"/>
                  </a:cubicBezTo>
                  <a:cubicBezTo>
                    <a:pt x="183833" y="67616"/>
                    <a:pt x="183690" y="61436"/>
                    <a:pt x="183428" y="55352"/>
                  </a:cubicBezTo>
                  <a:close/>
                  <a:moveTo>
                    <a:pt x="107157" y="54138"/>
                  </a:moveTo>
                  <a:cubicBezTo>
                    <a:pt x="107050" y="60627"/>
                    <a:pt x="107002" y="67199"/>
                    <a:pt x="107002" y="73843"/>
                  </a:cubicBezTo>
                  <a:cubicBezTo>
                    <a:pt x="107002" y="80475"/>
                    <a:pt x="107050" y="87047"/>
                    <a:pt x="107157" y="93536"/>
                  </a:cubicBezTo>
                  <a:cubicBezTo>
                    <a:pt x="94596" y="93321"/>
                    <a:pt x="82511" y="92917"/>
                    <a:pt x="71081" y="92345"/>
                  </a:cubicBezTo>
                  <a:cubicBezTo>
                    <a:pt x="70807" y="86273"/>
                    <a:pt x="70676" y="80105"/>
                    <a:pt x="70676" y="73843"/>
                  </a:cubicBezTo>
                  <a:cubicBezTo>
                    <a:pt x="70676" y="67580"/>
                    <a:pt x="70807" y="61401"/>
                    <a:pt x="71081" y="55329"/>
                  </a:cubicBezTo>
                  <a:cubicBezTo>
                    <a:pt x="82511" y="54757"/>
                    <a:pt x="94596" y="54352"/>
                    <a:pt x="107157" y="54138"/>
                  </a:cubicBezTo>
                  <a:close/>
                  <a:moveTo>
                    <a:pt x="146983" y="54138"/>
                  </a:moveTo>
                  <a:cubicBezTo>
                    <a:pt x="159544" y="54352"/>
                    <a:pt x="171641" y="54757"/>
                    <a:pt x="183071" y="55329"/>
                  </a:cubicBezTo>
                  <a:cubicBezTo>
                    <a:pt x="183333" y="61401"/>
                    <a:pt x="183476" y="67568"/>
                    <a:pt x="183476" y="73831"/>
                  </a:cubicBezTo>
                  <a:cubicBezTo>
                    <a:pt x="183476" y="80094"/>
                    <a:pt x="183333" y="86273"/>
                    <a:pt x="183071" y="92345"/>
                  </a:cubicBezTo>
                  <a:cubicBezTo>
                    <a:pt x="171641" y="92917"/>
                    <a:pt x="159544" y="93321"/>
                    <a:pt x="146983" y="93536"/>
                  </a:cubicBezTo>
                  <a:cubicBezTo>
                    <a:pt x="147090" y="87047"/>
                    <a:pt x="147150" y="80475"/>
                    <a:pt x="147150" y="73843"/>
                  </a:cubicBezTo>
                  <a:cubicBezTo>
                    <a:pt x="147150" y="67199"/>
                    <a:pt x="147090" y="60627"/>
                    <a:pt x="146983" y="54138"/>
                  </a:cubicBezTo>
                  <a:close/>
                  <a:moveTo>
                    <a:pt x="127076" y="53971"/>
                  </a:moveTo>
                  <a:cubicBezTo>
                    <a:pt x="133743" y="53971"/>
                    <a:pt x="140327" y="54031"/>
                    <a:pt x="146781" y="54138"/>
                  </a:cubicBezTo>
                  <a:cubicBezTo>
                    <a:pt x="146876" y="60591"/>
                    <a:pt x="146935" y="67163"/>
                    <a:pt x="146935" y="73843"/>
                  </a:cubicBezTo>
                  <a:cubicBezTo>
                    <a:pt x="146935" y="80510"/>
                    <a:pt x="146888" y="87082"/>
                    <a:pt x="146781" y="93536"/>
                  </a:cubicBezTo>
                  <a:cubicBezTo>
                    <a:pt x="140327" y="93643"/>
                    <a:pt x="133743" y="93702"/>
                    <a:pt x="127076" y="93702"/>
                  </a:cubicBezTo>
                  <a:cubicBezTo>
                    <a:pt x="120396" y="93702"/>
                    <a:pt x="113824" y="93643"/>
                    <a:pt x="107371" y="93536"/>
                  </a:cubicBezTo>
                  <a:cubicBezTo>
                    <a:pt x="107264" y="87082"/>
                    <a:pt x="107204" y="80510"/>
                    <a:pt x="107204" y="73843"/>
                  </a:cubicBezTo>
                  <a:cubicBezTo>
                    <a:pt x="107204" y="67163"/>
                    <a:pt x="107264" y="60591"/>
                    <a:pt x="107371" y="54138"/>
                  </a:cubicBezTo>
                  <a:cubicBezTo>
                    <a:pt x="113824" y="54031"/>
                    <a:pt x="120396" y="53971"/>
                    <a:pt x="127076" y="53971"/>
                  </a:cubicBezTo>
                  <a:close/>
                  <a:moveTo>
                    <a:pt x="48" y="105632"/>
                  </a:moveTo>
                  <a:cubicBezTo>
                    <a:pt x="36" y="105716"/>
                    <a:pt x="12" y="105811"/>
                    <a:pt x="0" y="105894"/>
                  </a:cubicBezTo>
                  <a:cubicBezTo>
                    <a:pt x="155" y="105882"/>
                    <a:pt x="310" y="105870"/>
                    <a:pt x="477" y="105859"/>
                  </a:cubicBezTo>
                  <a:cubicBezTo>
                    <a:pt x="334" y="105775"/>
                    <a:pt x="191" y="105704"/>
                    <a:pt x="48" y="105632"/>
                  </a:cubicBezTo>
                  <a:close/>
                  <a:moveTo>
                    <a:pt x="26742" y="89095"/>
                  </a:moveTo>
                  <a:cubicBezTo>
                    <a:pt x="39958" y="90571"/>
                    <a:pt x="54805" y="91726"/>
                    <a:pt x="70724" y="92536"/>
                  </a:cubicBezTo>
                  <a:cubicBezTo>
                    <a:pt x="71247" y="104299"/>
                    <a:pt x="72259" y="115765"/>
                    <a:pt x="73724" y="126742"/>
                  </a:cubicBezTo>
                  <a:cubicBezTo>
                    <a:pt x="57901" y="124587"/>
                    <a:pt x="43292" y="121515"/>
                    <a:pt x="30397" y="117681"/>
                  </a:cubicBezTo>
                  <a:cubicBezTo>
                    <a:pt x="28599" y="108418"/>
                    <a:pt x="27373" y="98858"/>
                    <a:pt x="26742" y="89095"/>
                  </a:cubicBezTo>
                  <a:close/>
                  <a:moveTo>
                    <a:pt x="227410" y="89095"/>
                  </a:moveTo>
                  <a:cubicBezTo>
                    <a:pt x="226779" y="98858"/>
                    <a:pt x="225552" y="108418"/>
                    <a:pt x="223755" y="117681"/>
                  </a:cubicBezTo>
                  <a:cubicBezTo>
                    <a:pt x="210860" y="121515"/>
                    <a:pt x="196251" y="124587"/>
                    <a:pt x="180416" y="126742"/>
                  </a:cubicBezTo>
                  <a:cubicBezTo>
                    <a:pt x="181892" y="115765"/>
                    <a:pt x="182904" y="104299"/>
                    <a:pt x="183416" y="92536"/>
                  </a:cubicBezTo>
                  <a:cubicBezTo>
                    <a:pt x="199347" y="91726"/>
                    <a:pt x="214194" y="90571"/>
                    <a:pt x="227410" y="89095"/>
                  </a:cubicBezTo>
                  <a:close/>
                  <a:moveTo>
                    <a:pt x="71093" y="92559"/>
                  </a:moveTo>
                  <a:lnTo>
                    <a:pt x="71093" y="92559"/>
                  </a:lnTo>
                  <a:cubicBezTo>
                    <a:pt x="82630" y="93143"/>
                    <a:pt x="94715" y="93536"/>
                    <a:pt x="107169" y="93750"/>
                  </a:cubicBezTo>
                  <a:cubicBezTo>
                    <a:pt x="107371" y="106192"/>
                    <a:pt x="107776" y="118289"/>
                    <a:pt x="108347" y="129826"/>
                  </a:cubicBezTo>
                  <a:cubicBezTo>
                    <a:pt x="96477" y="129290"/>
                    <a:pt x="85011" y="128266"/>
                    <a:pt x="74117" y="126790"/>
                  </a:cubicBezTo>
                  <a:cubicBezTo>
                    <a:pt x="72640" y="115907"/>
                    <a:pt x="71617" y="104442"/>
                    <a:pt x="71093" y="92559"/>
                  </a:cubicBezTo>
                  <a:close/>
                  <a:moveTo>
                    <a:pt x="183059" y="92559"/>
                  </a:moveTo>
                  <a:lnTo>
                    <a:pt x="183059" y="92559"/>
                  </a:lnTo>
                  <a:cubicBezTo>
                    <a:pt x="182523" y="104442"/>
                    <a:pt x="181499" y="115907"/>
                    <a:pt x="180035" y="126802"/>
                  </a:cubicBezTo>
                  <a:cubicBezTo>
                    <a:pt x="169141" y="128266"/>
                    <a:pt x="157675" y="129290"/>
                    <a:pt x="145792" y="129826"/>
                  </a:cubicBezTo>
                  <a:cubicBezTo>
                    <a:pt x="146376" y="118289"/>
                    <a:pt x="146769" y="106192"/>
                    <a:pt x="146983" y="93750"/>
                  </a:cubicBezTo>
                  <a:cubicBezTo>
                    <a:pt x="159425" y="93536"/>
                    <a:pt x="171522" y="93143"/>
                    <a:pt x="183059" y="92559"/>
                  </a:cubicBezTo>
                  <a:close/>
                  <a:moveTo>
                    <a:pt x="107371" y="93750"/>
                  </a:moveTo>
                  <a:cubicBezTo>
                    <a:pt x="113860" y="93857"/>
                    <a:pt x="120432" y="93917"/>
                    <a:pt x="127076" y="93917"/>
                  </a:cubicBezTo>
                  <a:cubicBezTo>
                    <a:pt x="133708" y="93917"/>
                    <a:pt x="140292" y="93857"/>
                    <a:pt x="146769" y="93750"/>
                  </a:cubicBezTo>
                  <a:lnTo>
                    <a:pt x="146769" y="93750"/>
                  </a:lnTo>
                  <a:cubicBezTo>
                    <a:pt x="146566" y="106311"/>
                    <a:pt x="146150" y="118396"/>
                    <a:pt x="145578" y="129826"/>
                  </a:cubicBezTo>
                  <a:cubicBezTo>
                    <a:pt x="139506" y="130100"/>
                    <a:pt x="133339" y="130243"/>
                    <a:pt x="127076" y="130243"/>
                  </a:cubicBezTo>
                  <a:cubicBezTo>
                    <a:pt x="120813" y="130243"/>
                    <a:pt x="114634" y="130100"/>
                    <a:pt x="108574" y="129826"/>
                  </a:cubicBezTo>
                  <a:cubicBezTo>
                    <a:pt x="107990" y="118396"/>
                    <a:pt x="107585" y="106311"/>
                    <a:pt x="107371" y="93750"/>
                  </a:cubicBezTo>
                  <a:close/>
                  <a:moveTo>
                    <a:pt x="266653" y="116300"/>
                  </a:moveTo>
                  <a:lnTo>
                    <a:pt x="266653" y="116300"/>
                  </a:lnTo>
                  <a:cubicBezTo>
                    <a:pt x="259152" y="126861"/>
                    <a:pt x="248817" y="136600"/>
                    <a:pt x="235875" y="145101"/>
                  </a:cubicBezTo>
                  <a:cubicBezTo>
                    <a:pt x="235411" y="145399"/>
                    <a:pt x="234946" y="145697"/>
                    <a:pt x="234482" y="145994"/>
                  </a:cubicBezTo>
                  <a:cubicBezTo>
                    <a:pt x="234756" y="146006"/>
                    <a:pt x="235030" y="146018"/>
                    <a:pt x="235304" y="146030"/>
                  </a:cubicBezTo>
                  <a:cubicBezTo>
                    <a:pt x="235577" y="145852"/>
                    <a:pt x="235851" y="145673"/>
                    <a:pt x="236137" y="145494"/>
                  </a:cubicBezTo>
                  <a:cubicBezTo>
                    <a:pt x="248710" y="137243"/>
                    <a:pt x="258854" y="127814"/>
                    <a:pt x="266319" y="117586"/>
                  </a:cubicBezTo>
                  <a:lnTo>
                    <a:pt x="266319" y="117586"/>
                  </a:lnTo>
                  <a:cubicBezTo>
                    <a:pt x="263533" y="127504"/>
                    <a:pt x="259831" y="137005"/>
                    <a:pt x="255306" y="145971"/>
                  </a:cubicBezTo>
                  <a:cubicBezTo>
                    <a:pt x="255544" y="145983"/>
                    <a:pt x="255794" y="145994"/>
                    <a:pt x="256032" y="146006"/>
                  </a:cubicBezTo>
                  <a:cubicBezTo>
                    <a:pt x="260354" y="137374"/>
                    <a:pt x="263879" y="128338"/>
                    <a:pt x="266569" y="118991"/>
                  </a:cubicBezTo>
                  <a:cubicBezTo>
                    <a:pt x="266593" y="118098"/>
                    <a:pt x="266617" y="117193"/>
                    <a:pt x="266653" y="116300"/>
                  </a:cubicBezTo>
                  <a:close/>
                  <a:moveTo>
                    <a:pt x="1798" y="132362"/>
                  </a:moveTo>
                  <a:cubicBezTo>
                    <a:pt x="1774" y="132540"/>
                    <a:pt x="1739" y="132731"/>
                    <a:pt x="1715" y="132933"/>
                  </a:cubicBezTo>
                  <a:cubicBezTo>
                    <a:pt x="6573" y="137362"/>
                    <a:pt x="12014" y="141553"/>
                    <a:pt x="18015" y="145494"/>
                  </a:cubicBezTo>
                  <a:cubicBezTo>
                    <a:pt x="18229" y="145637"/>
                    <a:pt x="18455" y="145780"/>
                    <a:pt x="18669" y="145923"/>
                  </a:cubicBezTo>
                  <a:cubicBezTo>
                    <a:pt x="18681" y="145899"/>
                    <a:pt x="18681" y="145887"/>
                    <a:pt x="18693" y="145875"/>
                  </a:cubicBezTo>
                  <a:lnTo>
                    <a:pt x="18693" y="145875"/>
                  </a:lnTo>
                  <a:cubicBezTo>
                    <a:pt x="18681" y="145899"/>
                    <a:pt x="18693" y="145911"/>
                    <a:pt x="18693" y="145935"/>
                  </a:cubicBezTo>
                  <a:cubicBezTo>
                    <a:pt x="18800" y="146006"/>
                    <a:pt x="18908" y="146066"/>
                    <a:pt x="19015" y="146137"/>
                  </a:cubicBezTo>
                  <a:cubicBezTo>
                    <a:pt x="19348" y="146256"/>
                    <a:pt x="19872" y="146328"/>
                    <a:pt x="20336" y="146423"/>
                  </a:cubicBezTo>
                  <a:cubicBezTo>
                    <a:pt x="19646" y="145983"/>
                    <a:pt x="18955" y="145542"/>
                    <a:pt x="18277" y="145090"/>
                  </a:cubicBezTo>
                  <a:cubicBezTo>
                    <a:pt x="12204" y="141113"/>
                    <a:pt x="6692" y="136850"/>
                    <a:pt x="1798" y="132362"/>
                  </a:cubicBezTo>
                  <a:close/>
                  <a:moveTo>
                    <a:pt x="176558" y="0"/>
                  </a:moveTo>
                  <a:cubicBezTo>
                    <a:pt x="176701" y="572"/>
                    <a:pt x="176832" y="1167"/>
                    <a:pt x="176963" y="1774"/>
                  </a:cubicBezTo>
                  <a:lnTo>
                    <a:pt x="176903" y="1774"/>
                  </a:lnTo>
                  <a:cubicBezTo>
                    <a:pt x="178070" y="7787"/>
                    <a:pt x="179106" y="14038"/>
                    <a:pt x="179975" y="20491"/>
                  </a:cubicBezTo>
                  <a:cubicBezTo>
                    <a:pt x="168998" y="19015"/>
                    <a:pt x="157544" y="18003"/>
                    <a:pt x="145781" y="17491"/>
                  </a:cubicBezTo>
                  <a:cubicBezTo>
                    <a:pt x="145507" y="12157"/>
                    <a:pt x="145197" y="6942"/>
                    <a:pt x="144852" y="1858"/>
                  </a:cubicBezTo>
                  <a:cubicBezTo>
                    <a:pt x="144780" y="1870"/>
                    <a:pt x="144697" y="1870"/>
                    <a:pt x="144626" y="1870"/>
                  </a:cubicBezTo>
                  <a:cubicBezTo>
                    <a:pt x="144971" y="6918"/>
                    <a:pt x="145292" y="12121"/>
                    <a:pt x="145554" y="17479"/>
                  </a:cubicBezTo>
                  <a:cubicBezTo>
                    <a:pt x="139470" y="17217"/>
                    <a:pt x="133303" y="17074"/>
                    <a:pt x="127076" y="17074"/>
                  </a:cubicBezTo>
                  <a:cubicBezTo>
                    <a:pt x="120849" y="17074"/>
                    <a:pt x="114681" y="17217"/>
                    <a:pt x="108585" y="17479"/>
                  </a:cubicBezTo>
                  <a:cubicBezTo>
                    <a:pt x="108895" y="11573"/>
                    <a:pt x="109240" y="5846"/>
                    <a:pt x="109621" y="322"/>
                  </a:cubicBezTo>
                  <a:lnTo>
                    <a:pt x="109621" y="322"/>
                  </a:lnTo>
                  <a:cubicBezTo>
                    <a:pt x="109550" y="334"/>
                    <a:pt x="109478" y="334"/>
                    <a:pt x="109407" y="346"/>
                  </a:cubicBezTo>
                  <a:cubicBezTo>
                    <a:pt x="109014" y="5894"/>
                    <a:pt x="108669" y="11621"/>
                    <a:pt x="108371" y="17491"/>
                  </a:cubicBezTo>
                  <a:cubicBezTo>
                    <a:pt x="96608" y="18003"/>
                    <a:pt x="85142" y="19015"/>
                    <a:pt x="74164" y="20491"/>
                  </a:cubicBezTo>
                  <a:cubicBezTo>
                    <a:pt x="75069" y="13871"/>
                    <a:pt x="76129" y="7454"/>
                    <a:pt x="77343" y="1298"/>
                  </a:cubicBezTo>
                  <a:lnTo>
                    <a:pt x="77343" y="1298"/>
                  </a:lnTo>
                  <a:cubicBezTo>
                    <a:pt x="77212" y="1310"/>
                    <a:pt x="77081" y="1322"/>
                    <a:pt x="76951" y="1334"/>
                  </a:cubicBezTo>
                  <a:cubicBezTo>
                    <a:pt x="75724" y="7537"/>
                    <a:pt x="74665" y="13954"/>
                    <a:pt x="73783" y="20539"/>
                  </a:cubicBezTo>
                  <a:cubicBezTo>
                    <a:pt x="58198" y="22646"/>
                    <a:pt x="43601" y="25682"/>
                    <a:pt x="30480" y="29575"/>
                  </a:cubicBezTo>
                  <a:cubicBezTo>
                    <a:pt x="32374" y="19872"/>
                    <a:pt x="34910" y="10502"/>
                    <a:pt x="38029" y="1560"/>
                  </a:cubicBezTo>
                  <a:cubicBezTo>
                    <a:pt x="37874" y="1548"/>
                    <a:pt x="37708" y="1548"/>
                    <a:pt x="37541" y="1536"/>
                  </a:cubicBezTo>
                  <a:cubicBezTo>
                    <a:pt x="34409" y="10525"/>
                    <a:pt x="31862" y="19955"/>
                    <a:pt x="29968" y="29718"/>
                  </a:cubicBezTo>
                  <a:cubicBezTo>
                    <a:pt x="25849" y="30957"/>
                    <a:pt x="21884" y="32266"/>
                    <a:pt x="18086" y="33659"/>
                  </a:cubicBezTo>
                  <a:cubicBezTo>
                    <a:pt x="12252" y="35802"/>
                    <a:pt x="6942" y="38088"/>
                    <a:pt x="2191" y="40493"/>
                  </a:cubicBezTo>
                  <a:lnTo>
                    <a:pt x="2179" y="40934"/>
                  </a:lnTo>
                  <a:cubicBezTo>
                    <a:pt x="10097" y="36910"/>
                    <a:pt x="19420" y="33278"/>
                    <a:pt x="29885" y="30147"/>
                  </a:cubicBezTo>
                  <a:lnTo>
                    <a:pt x="29885" y="30147"/>
                  </a:lnTo>
                  <a:cubicBezTo>
                    <a:pt x="28111" y="39386"/>
                    <a:pt x="26885" y="48911"/>
                    <a:pt x="26266" y="58627"/>
                  </a:cubicBezTo>
                  <a:cubicBezTo>
                    <a:pt x="23480" y="58948"/>
                    <a:pt x="20765" y="59270"/>
                    <a:pt x="18134" y="59615"/>
                  </a:cubicBezTo>
                  <a:cubicBezTo>
                    <a:pt x="11621" y="60460"/>
                    <a:pt x="5763" y="61365"/>
                    <a:pt x="584" y="62329"/>
                  </a:cubicBezTo>
                  <a:cubicBezTo>
                    <a:pt x="596" y="62389"/>
                    <a:pt x="596" y="62460"/>
                    <a:pt x="608" y="62520"/>
                  </a:cubicBezTo>
                  <a:cubicBezTo>
                    <a:pt x="7942" y="61163"/>
                    <a:pt x="16574" y="59924"/>
                    <a:pt x="26254" y="58841"/>
                  </a:cubicBezTo>
                  <a:lnTo>
                    <a:pt x="26254" y="58841"/>
                  </a:lnTo>
                  <a:cubicBezTo>
                    <a:pt x="25944" y="63794"/>
                    <a:pt x="25777" y="68794"/>
                    <a:pt x="25777" y="73843"/>
                  </a:cubicBezTo>
                  <a:cubicBezTo>
                    <a:pt x="25777" y="78879"/>
                    <a:pt x="25944" y="83880"/>
                    <a:pt x="26254" y="88833"/>
                  </a:cubicBezTo>
                  <a:cubicBezTo>
                    <a:pt x="17014" y="87797"/>
                    <a:pt x="8740" y="86618"/>
                    <a:pt x="1620" y="85332"/>
                  </a:cubicBezTo>
                  <a:cubicBezTo>
                    <a:pt x="1620" y="85404"/>
                    <a:pt x="1620" y="85475"/>
                    <a:pt x="1620" y="85535"/>
                  </a:cubicBezTo>
                  <a:cubicBezTo>
                    <a:pt x="6537" y="86428"/>
                    <a:pt x="12050" y="87273"/>
                    <a:pt x="18134" y="88059"/>
                  </a:cubicBezTo>
                  <a:cubicBezTo>
                    <a:pt x="20765" y="88404"/>
                    <a:pt x="23480" y="88726"/>
                    <a:pt x="26266" y="89047"/>
                  </a:cubicBezTo>
                  <a:cubicBezTo>
                    <a:pt x="26885" y="98762"/>
                    <a:pt x="28099" y="108287"/>
                    <a:pt x="29885" y="117527"/>
                  </a:cubicBezTo>
                  <a:cubicBezTo>
                    <a:pt x="18824" y="114217"/>
                    <a:pt x="9037" y="110359"/>
                    <a:pt x="846" y="106049"/>
                  </a:cubicBezTo>
                  <a:lnTo>
                    <a:pt x="846" y="106049"/>
                  </a:lnTo>
                  <a:cubicBezTo>
                    <a:pt x="858" y="106204"/>
                    <a:pt x="870" y="106359"/>
                    <a:pt x="881" y="106513"/>
                  </a:cubicBezTo>
                  <a:cubicBezTo>
                    <a:pt x="5977" y="109169"/>
                    <a:pt x="11716" y="111669"/>
                    <a:pt x="18086" y="114014"/>
                  </a:cubicBezTo>
                  <a:cubicBezTo>
                    <a:pt x="21884" y="115407"/>
                    <a:pt x="25849" y="116717"/>
                    <a:pt x="29968" y="117955"/>
                  </a:cubicBezTo>
                  <a:cubicBezTo>
                    <a:pt x="31850" y="127611"/>
                    <a:pt x="34350" y="136946"/>
                    <a:pt x="37446" y="145852"/>
                  </a:cubicBezTo>
                  <a:cubicBezTo>
                    <a:pt x="37600" y="145840"/>
                    <a:pt x="37767" y="145840"/>
                    <a:pt x="37934" y="145828"/>
                  </a:cubicBezTo>
                  <a:cubicBezTo>
                    <a:pt x="34862" y="136981"/>
                    <a:pt x="32362" y="127706"/>
                    <a:pt x="30480" y="118098"/>
                  </a:cubicBezTo>
                  <a:lnTo>
                    <a:pt x="30480" y="118098"/>
                  </a:lnTo>
                  <a:cubicBezTo>
                    <a:pt x="43589" y="121992"/>
                    <a:pt x="58198" y="125028"/>
                    <a:pt x="73783" y="127135"/>
                  </a:cubicBezTo>
                  <a:cubicBezTo>
                    <a:pt x="74653" y="133600"/>
                    <a:pt x="75688" y="139910"/>
                    <a:pt x="76879" y="146006"/>
                  </a:cubicBezTo>
                  <a:cubicBezTo>
                    <a:pt x="77010" y="146006"/>
                    <a:pt x="77141" y="146018"/>
                    <a:pt x="77272" y="146018"/>
                  </a:cubicBezTo>
                  <a:cubicBezTo>
                    <a:pt x="76093" y="139970"/>
                    <a:pt x="75046" y="133683"/>
                    <a:pt x="74164" y="127183"/>
                  </a:cubicBezTo>
                  <a:lnTo>
                    <a:pt x="74164" y="127183"/>
                  </a:lnTo>
                  <a:cubicBezTo>
                    <a:pt x="85154" y="128659"/>
                    <a:pt x="96608" y="129659"/>
                    <a:pt x="108371" y="130183"/>
                  </a:cubicBezTo>
                  <a:cubicBezTo>
                    <a:pt x="108657" y="135850"/>
                    <a:pt x="108990" y="141375"/>
                    <a:pt x="109371" y="146733"/>
                  </a:cubicBezTo>
                  <a:cubicBezTo>
                    <a:pt x="109443" y="146745"/>
                    <a:pt x="109514" y="146745"/>
                    <a:pt x="109586" y="146756"/>
                  </a:cubicBezTo>
                  <a:cubicBezTo>
                    <a:pt x="109205" y="141411"/>
                    <a:pt x="108883" y="135886"/>
                    <a:pt x="108585" y="130195"/>
                  </a:cubicBezTo>
                  <a:lnTo>
                    <a:pt x="108585" y="130195"/>
                  </a:lnTo>
                  <a:cubicBezTo>
                    <a:pt x="114681" y="130457"/>
                    <a:pt x="120849" y="130600"/>
                    <a:pt x="127076" y="130600"/>
                  </a:cubicBezTo>
                  <a:cubicBezTo>
                    <a:pt x="133303" y="130600"/>
                    <a:pt x="139470" y="130457"/>
                    <a:pt x="145554" y="130195"/>
                  </a:cubicBezTo>
                  <a:lnTo>
                    <a:pt x="145554" y="130195"/>
                  </a:lnTo>
                  <a:cubicBezTo>
                    <a:pt x="145328" y="134815"/>
                    <a:pt x="145066" y="139327"/>
                    <a:pt x="144769" y="143720"/>
                  </a:cubicBezTo>
                  <a:cubicBezTo>
                    <a:pt x="144828" y="143851"/>
                    <a:pt x="144888" y="143994"/>
                    <a:pt x="144959" y="144161"/>
                  </a:cubicBezTo>
                  <a:cubicBezTo>
                    <a:pt x="145257" y="139613"/>
                    <a:pt x="145531" y="134945"/>
                    <a:pt x="145781" y="130183"/>
                  </a:cubicBezTo>
                  <a:cubicBezTo>
                    <a:pt x="157544" y="129671"/>
                    <a:pt x="168998" y="128659"/>
                    <a:pt x="179975" y="127183"/>
                  </a:cubicBezTo>
                  <a:lnTo>
                    <a:pt x="179975" y="127183"/>
                  </a:lnTo>
                  <a:cubicBezTo>
                    <a:pt x="179106" y="133588"/>
                    <a:pt x="178094" y="139791"/>
                    <a:pt x="176927" y="145756"/>
                  </a:cubicBezTo>
                  <a:lnTo>
                    <a:pt x="177034" y="145756"/>
                  </a:lnTo>
                  <a:cubicBezTo>
                    <a:pt x="177142" y="145697"/>
                    <a:pt x="177249" y="145625"/>
                    <a:pt x="177356" y="145566"/>
                  </a:cubicBezTo>
                  <a:cubicBezTo>
                    <a:pt x="178511" y="139601"/>
                    <a:pt x="179511" y="133445"/>
                    <a:pt x="180368" y="127135"/>
                  </a:cubicBezTo>
                  <a:cubicBezTo>
                    <a:pt x="195953" y="125028"/>
                    <a:pt x="210551" y="121992"/>
                    <a:pt x="223671" y="118098"/>
                  </a:cubicBezTo>
                  <a:lnTo>
                    <a:pt x="223671" y="118098"/>
                  </a:lnTo>
                  <a:cubicBezTo>
                    <a:pt x="221814" y="127599"/>
                    <a:pt x="219337" y="136791"/>
                    <a:pt x="216301" y="145554"/>
                  </a:cubicBezTo>
                  <a:lnTo>
                    <a:pt x="216801" y="145554"/>
                  </a:lnTo>
                  <a:cubicBezTo>
                    <a:pt x="219849" y="136743"/>
                    <a:pt x="222326" y="127504"/>
                    <a:pt x="224183" y="117943"/>
                  </a:cubicBezTo>
                  <a:cubicBezTo>
                    <a:pt x="228291" y="116717"/>
                    <a:pt x="232268" y="115407"/>
                    <a:pt x="236066" y="114002"/>
                  </a:cubicBezTo>
                  <a:cubicBezTo>
                    <a:pt x="249877" y="108930"/>
                    <a:pt x="260747" y="103073"/>
                    <a:pt x="268367" y="96679"/>
                  </a:cubicBezTo>
                  <a:cubicBezTo>
                    <a:pt x="268391" y="96476"/>
                    <a:pt x="268427" y="96286"/>
                    <a:pt x="268451" y="96084"/>
                  </a:cubicBezTo>
                  <a:lnTo>
                    <a:pt x="268451" y="96084"/>
                  </a:lnTo>
                  <a:cubicBezTo>
                    <a:pt x="258592" y="104477"/>
                    <a:pt x="243317" y="111824"/>
                    <a:pt x="224267" y="117527"/>
                  </a:cubicBezTo>
                  <a:cubicBezTo>
                    <a:pt x="226041" y="108287"/>
                    <a:pt x="227267" y="98762"/>
                    <a:pt x="227886" y="89047"/>
                  </a:cubicBezTo>
                  <a:cubicBezTo>
                    <a:pt x="230672" y="88726"/>
                    <a:pt x="233387" y="88404"/>
                    <a:pt x="236018" y="88059"/>
                  </a:cubicBezTo>
                  <a:cubicBezTo>
                    <a:pt x="248770" y="86404"/>
                    <a:pt x="259009" y="84511"/>
                    <a:pt x="266510" y="82451"/>
                  </a:cubicBezTo>
                  <a:cubicBezTo>
                    <a:pt x="266510" y="82379"/>
                    <a:pt x="266510" y="82308"/>
                    <a:pt x="266510" y="82249"/>
                  </a:cubicBezTo>
                  <a:cubicBezTo>
                    <a:pt x="257306" y="84773"/>
                    <a:pt x="244079" y="87023"/>
                    <a:pt x="227898" y="88833"/>
                  </a:cubicBezTo>
                  <a:cubicBezTo>
                    <a:pt x="228208" y="83880"/>
                    <a:pt x="228362" y="78867"/>
                    <a:pt x="228362" y="73831"/>
                  </a:cubicBezTo>
                  <a:cubicBezTo>
                    <a:pt x="228362" y="68794"/>
                    <a:pt x="228208" y="63782"/>
                    <a:pt x="227898" y="58829"/>
                  </a:cubicBezTo>
                  <a:lnTo>
                    <a:pt x="227898" y="58829"/>
                  </a:lnTo>
                  <a:cubicBezTo>
                    <a:pt x="244519" y="60698"/>
                    <a:pt x="258009" y="63008"/>
                    <a:pt x="267248" y="65627"/>
                  </a:cubicBezTo>
                  <a:cubicBezTo>
                    <a:pt x="267248" y="65556"/>
                    <a:pt x="267260" y="65496"/>
                    <a:pt x="267260" y="65425"/>
                  </a:cubicBezTo>
                  <a:cubicBezTo>
                    <a:pt x="259711" y="63282"/>
                    <a:pt x="249210" y="61317"/>
                    <a:pt x="236018" y="59603"/>
                  </a:cubicBezTo>
                  <a:cubicBezTo>
                    <a:pt x="233387" y="59270"/>
                    <a:pt x="230672" y="58936"/>
                    <a:pt x="227886" y="58627"/>
                  </a:cubicBezTo>
                  <a:cubicBezTo>
                    <a:pt x="227267" y="48899"/>
                    <a:pt x="226041" y="39374"/>
                    <a:pt x="224267" y="30135"/>
                  </a:cubicBezTo>
                  <a:lnTo>
                    <a:pt x="224267" y="30135"/>
                  </a:lnTo>
                  <a:cubicBezTo>
                    <a:pt x="243650" y="35945"/>
                    <a:pt x="259116" y="43446"/>
                    <a:pt x="268963" y="52019"/>
                  </a:cubicBezTo>
                  <a:cubicBezTo>
                    <a:pt x="268986" y="51864"/>
                    <a:pt x="269010" y="51709"/>
                    <a:pt x="269046" y="51566"/>
                  </a:cubicBezTo>
                  <a:cubicBezTo>
                    <a:pt x="261390" y="44946"/>
                    <a:pt x="250294" y="38886"/>
                    <a:pt x="236066" y="33659"/>
                  </a:cubicBezTo>
                  <a:cubicBezTo>
                    <a:pt x="232268" y="32266"/>
                    <a:pt x="228291" y="30945"/>
                    <a:pt x="224183" y="29718"/>
                  </a:cubicBezTo>
                  <a:cubicBezTo>
                    <a:pt x="222338" y="20277"/>
                    <a:pt x="219909" y="11133"/>
                    <a:pt x="216908" y="2417"/>
                  </a:cubicBezTo>
                  <a:cubicBezTo>
                    <a:pt x="216766" y="2513"/>
                    <a:pt x="216635" y="2620"/>
                    <a:pt x="216504" y="2715"/>
                  </a:cubicBezTo>
                  <a:cubicBezTo>
                    <a:pt x="219456" y="11299"/>
                    <a:pt x="221850" y="20277"/>
                    <a:pt x="223671" y="29563"/>
                  </a:cubicBezTo>
                  <a:cubicBezTo>
                    <a:pt x="210551" y="25682"/>
                    <a:pt x="195953" y="22646"/>
                    <a:pt x="180368" y="20539"/>
                  </a:cubicBezTo>
                  <a:cubicBezTo>
                    <a:pt x="179416" y="13490"/>
                    <a:pt x="178273" y="6644"/>
                    <a:pt x="176951" y="36"/>
                  </a:cubicBezTo>
                  <a:cubicBezTo>
                    <a:pt x="176820" y="24"/>
                    <a:pt x="176689" y="12"/>
                    <a:pt x="176558" y="0"/>
                  </a:cubicBezTo>
                  <a:close/>
                </a:path>
              </a:pathLst>
            </a:custGeom>
            <a:solidFill>
              <a:srgbClr val="E3C98E">
                <a:alpha val="246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1" name="Google Shape;291;p28"/>
          <p:cNvSpPr txBox="1"/>
          <p:nvPr>
            <p:ph type="title"/>
          </p:nvPr>
        </p:nvSpPr>
        <p:spPr>
          <a:xfrm>
            <a:off x="1095375" y="3586590"/>
            <a:ext cx="6953400" cy="5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9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92" name="Google Shape;292;p28"/>
          <p:cNvSpPr txBox="1"/>
          <p:nvPr>
            <p:ph idx="1" type="subTitle"/>
          </p:nvPr>
        </p:nvSpPr>
        <p:spPr>
          <a:xfrm>
            <a:off x="1095375" y="1689500"/>
            <a:ext cx="6953400" cy="181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4" name="Google Shape;294;p29"/>
          <p:cNvGrpSpPr/>
          <p:nvPr/>
        </p:nvGrpSpPr>
        <p:grpSpPr>
          <a:xfrm>
            <a:off x="0" y="0"/>
            <a:ext cx="9144003" cy="5143501"/>
            <a:chOff x="0" y="0"/>
            <a:chExt cx="9144003" cy="5143501"/>
          </a:xfrm>
        </p:grpSpPr>
        <p:pic>
          <p:nvPicPr>
            <p:cNvPr id="295" name="Google Shape;295;p29"/>
            <p:cNvPicPr preferRelativeResize="0"/>
            <p:nvPr/>
          </p:nvPicPr>
          <p:blipFill rotWithShape="1">
            <a:blip r:embed="rId2">
              <a:alphaModFix/>
            </a:blip>
            <a:srcRect b="8068" l="0" r="0" t="8060"/>
            <a:stretch/>
          </p:blipFill>
          <p:spPr>
            <a:xfrm>
              <a:off x="0" y="0"/>
              <a:ext cx="9144003" cy="5143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6" name="Google Shape;296;p29"/>
            <p:cNvSpPr/>
            <p:nvPr/>
          </p:nvSpPr>
          <p:spPr>
            <a:xfrm>
              <a:off x="209980" y="194500"/>
              <a:ext cx="8763466" cy="4752275"/>
            </a:xfrm>
            <a:custGeom>
              <a:rect b="b" l="l" r="r" t="t"/>
              <a:pathLst>
                <a:path extrusionOk="0" h="147209" w="271904">
                  <a:moveTo>
                    <a:pt x="596" y="0"/>
                  </a:moveTo>
                  <a:lnTo>
                    <a:pt x="596" y="0"/>
                  </a:lnTo>
                  <a:cubicBezTo>
                    <a:pt x="2025" y="5965"/>
                    <a:pt x="3072" y="13895"/>
                    <a:pt x="3644" y="22312"/>
                  </a:cubicBezTo>
                  <a:cubicBezTo>
                    <a:pt x="7942" y="23515"/>
                    <a:pt x="13609" y="23932"/>
                    <a:pt x="5085" y="25063"/>
                  </a:cubicBezTo>
                  <a:cubicBezTo>
                    <a:pt x="5096" y="25110"/>
                    <a:pt x="5108" y="25146"/>
                    <a:pt x="5120" y="25194"/>
                  </a:cubicBezTo>
                  <a:cubicBezTo>
                    <a:pt x="5263" y="25301"/>
                    <a:pt x="5394" y="25396"/>
                    <a:pt x="5525" y="25503"/>
                  </a:cubicBezTo>
                  <a:cubicBezTo>
                    <a:pt x="5692" y="25539"/>
                    <a:pt x="5954" y="25479"/>
                    <a:pt x="6037" y="25658"/>
                  </a:cubicBezTo>
                  <a:cubicBezTo>
                    <a:pt x="8561" y="26230"/>
                    <a:pt x="4561" y="26670"/>
                    <a:pt x="3894" y="26789"/>
                  </a:cubicBezTo>
                  <a:cubicBezTo>
                    <a:pt x="4203" y="33719"/>
                    <a:pt x="4192" y="40803"/>
                    <a:pt x="3787" y="47256"/>
                  </a:cubicBezTo>
                  <a:cubicBezTo>
                    <a:pt x="2560" y="47137"/>
                    <a:pt x="1298" y="47006"/>
                    <a:pt x="1" y="46875"/>
                  </a:cubicBezTo>
                  <a:lnTo>
                    <a:pt x="1" y="46875"/>
                  </a:lnTo>
                  <a:cubicBezTo>
                    <a:pt x="1429" y="52840"/>
                    <a:pt x="2477" y="60770"/>
                    <a:pt x="3049" y="69199"/>
                  </a:cubicBezTo>
                  <a:cubicBezTo>
                    <a:pt x="7347" y="70402"/>
                    <a:pt x="13014" y="70818"/>
                    <a:pt x="4489" y="71949"/>
                  </a:cubicBezTo>
                  <a:cubicBezTo>
                    <a:pt x="4501" y="71985"/>
                    <a:pt x="4513" y="72033"/>
                    <a:pt x="4525" y="72069"/>
                  </a:cubicBezTo>
                  <a:cubicBezTo>
                    <a:pt x="4668" y="72176"/>
                    <a:pt x="4787" y="72283"/>
                    <a:pt x="4930" y="72390"/>
                  </a:cubicBezTo>
                  <a:cubicBezTo>
                    <a:pt x="5096" y="72414"/>
                    <a:pt x="5358" y="72366"/>
                    <a:pt x="5442" y="72545"/>
                  </a:cubicBezTo>
                  <a:cubicBezTo>
                    <a:pt x="7966" y="73104"/>
                    <a:pt x="3965" y="73557"/>
                    <a:pt x="3299" y="73664"/>
                  </a:cubicBezTo>
                  <a:cubicBezTo>
                    <a:pt x="3513" y="78510"/>
                    <a:pt x="3572" y="83427"/>
                    <a:pt x="3453" y="88154"/>
                  </a:cubicBezTo>
                  <a:cubicBezTo>
                    <a:pt x="2322" y="88047"/>
                    <a:pt x="1179" y="87928"/>
                    <a:pt x="1" y="87809"/>
                  </a:cubicBezTo>
                  <a:lnTo>
                    <a:pt x="1" y="87809"/>
                  </a:lnTo>
                  <a:cubicBezTo>
                    <a:pt x="989" y="91940"/>
                    <a:pt x="1798" y="97036"/>
                    <a:pt x="2394" y="102584"/>
                  </a:cubicBezTo>
                  <a:cubicBezTo>
                    <a:pt x="2239" y="103727"/>
                    <a:pt x="2072" y="104834"/>
                    <a:pt x="1882" y="105894"/>
                  </a:cubicBezTo>
                  <a:cubicBezTo>
                    <a:pt x="2156" y="105870"/>
                    <a:pt x="2429" y="105846"/>
                    <a:pt x="2715" y="105811"/>
                  </a:cubicBezTo>
                  <a:cubicBezTo>
                    <a:pt x="2834" y="107228"/>
                    <a:pt x="2953" y="108668"/>
                    <a:pt x="3049" y="110121"/>
                  </a:cubicBezTo>
                  <a:cubicBezTo>
                    <a:pt x="7347" y="111323"/>
                    <a:pt x="13014" y="111740"/>
                    <a:pt x="4489" y="112871"/>
                  </a:cubicBezTo>
                  <a:cubicBezTo>
                    <a:pt x="4501" y="112919"/>
                    <a:pt x="4513" y="112954"/>
                    <a:pt x="4525" y="113002"/>
                  </a:cubicBezTo>
                  <a:cubicBezTo>
                    <a:pt x="4668" y="113109"/>
                    <a:pt x="4799" y="113205"/>
                    <a:pt x="4930" y="113312"/>
                  </a:cubicBezTo>
                  <a:cubicBezTo>
                    <a:pt x="5096" y="113347"/>
                    <a:pt x="5358" y="113288"/>
                    <a:pt x="5442" y="113466"/>
                  </a:cubicBezTo>
                  <a:cubicBezTo>
                    <a:pt x="7966" y="114038"/>
                    <a:pt x="3965" y="114478"/>
                    <a:pt x="3299" y="114598"/>
                  </a:cubicBezTo>
                  <a:cubicBezTo>
                    <a:pt x="3822" y="126123"/>
                    <a:pt x="4668" y="127147"/>
                    <a:pt x="3120" y="135886"/>
                  </a:cubicBezTo>
                  <a:cubicBezTo>
                    <a:pt x="4608" y="136338"/>
                    <a:pt x="14133" y="147209"/>
                    <a:pt x="14133" y="147209"/>
                  </a:cubicBezTo>
                  <a:cubicBezTo>
                    <a:pt x="14133" y="147209"/>
                    <a:pt x="16765" y="146220"/>
                    <a:pt x="20479" y="146137"/>
                  </a:cubicBezTo>
                  <a:cubicBezTo>
                    <a:pt x="20503" y="146054"/>
                    <a:pt x="20539" y="145959"/>
                    <a:pt x="20563" y="145875"/>
                  </a:cubicBezTo>
                  <a:lnTo>
                    <a:pt x="20563" y="145875"/>
                  </a:lnTo>
                  <a:cubicBezTo>
                    <a:pt x="20491" y="146340"/>
                    <a:pt x="23242" y="146363"/>
                    <a:pt x="23158" y="146816"/>
                  </a:cubicBezTo>
                  <a:cubicBezTo>
                    <a:pt x="29516" y="146220"/>
                    <a:pt x="36481" y="145875"/>
                    <a:pt x="44589" y="145697"/>
                  </a:cubicBezTo>
                  <a:cubicBezTo>
                    <a:pt x="44613" y="145625"/>
                    <a:pt x="44637" y="145554"/>
                    <a:pt x="44661" y="145494"/>
                  </a:cubicBezTo>
                  <a:cubicBezTo>
                    <a:pt x="45090" y="145494"/>
                    <a:pt x="45530" y="145494"/>
                    <a:pt x="45959" y="145482"/>
                  </a:cubicBezTo>
                  <a:cubicBezTo>
                    <a:pt x="45959" y="145542"/>
                    <a:pt x="45959" y="145601"/>
                    <a:pt x="45959" y="145661"/>
                  </a:cubicBezTo>
                  <a:cubicBezTo>
                    <a:pt x="46173" y="145661"/>
                    <a:pt x="46387" y="145661"/>
                    <a:pt x="46602" y="145649"/>
                  </a:cubicBezTo>
                  <a:cubicBezTo>
                    <a:pt x="46637" y="145601"/>
                    <a:pt x="46661" y="145542"/>
                    <a:pt x="46685" y="145482"/>
                  </a:cubicBezTo>
                  <a:cubicBezTo>
                    <a:pt x="47197" y="145482"/>
                    <a:pt x="47709" y="145482"/>
                    <a:pt x="48221" y="145494"/>
                  </a:cubicBezTo>
                  <a:cubicBezTo>
                    <a:pt x="48221" y="145530"/>
                    <a:pt x="48221" y="145578"/>
                    <a:pt x="48221" y="145625"/>
                  </a:cubicBezTo>
                  <a:cubicBezTo>
                    <a:pt x="50912" y="145578"/>
                    <a:pt x="53900" y="145542"/>
                    <a:pt x="57031" y="145518"/>
                  </a:cubicBezTo>
                  <a:cubicBezTo>
                    <a:pt x="59651" y="145542"/>
                    <a:pt x="62151" y="145566"/>
                    <a:pt x="64461" y="145601"/>
                  </a:cubicBezTo>
                  <a:cubicBezTo>
                    <a:pt x="64461" y="145566"/>
                    <a:pt x="64461" y="145530"/>
                    <a:pt x="64461" y="145494"/>
                  </a:cubicBezTo>
                  <a:cubicBezTo>
                    <a:pt x="65592" y="145488"/>
                    <a:pt x="66726" y="145485"/>
                    <a:pt x="67860" y="145485"/>
                  </a:cubicBezTo>
                  <a:cubicBezTo>
                    <a:pt x="68994" y="145485"/>
                    <a:pt x="70128" y="145488"/>
                    <a:pt x="71259" y="145494"/>
                  </a:cubicBezTo>
                  <a:cubicBezTo>
                    <a:pt x="71402" y="145578"/>
                    <a:pt x="71545" y="145661"/>
                    <a:pt x="71700" y="145744"/>
                  </a:cubicBezTo>
                  <a:cubicBezTo>
                    <a:pt x="78891" y="145947"/>
                    <a:pt x="85190" y="146268"/>
                    <a:pt x="90976" y="146816"/>
                  </a:cubicBezTo>
                  <a:cubicBezTo>
                    <a:pt x="90845" y="146054"/>
                    <a:pt x="90714" y="145256"/>
                    <a:pt x="90595" y="144435"/>
                  </a:cubicBezTo>
                  <a:lnTo>
                    <a:pt x="90595" y="144435"/>
                  </a:lnTo>
                  <a:cubicBezTo>
                    <a:pt x="91429" y="144792"/>
                    <a:pt x="92191" y="145304"/>
                    <a:pt x="92976" y="145744"/>
                  </a:cubicBezTo>
                  <a:cubicBezTo>
                    <a:pt x="96596" y="145851"/>
                    <a:pt x="99989" y="145982"/>
                    <a:pt x="103204" y="146161"/>
                  </a:cubicBezTo>
                  <a:cubicBezTo>
                    <a:pt x="103156" y="146375"/>
                    <a:pt x="103121" y="146601"/>
                    <a:pt x="103085" y="146828"/>
                  </a:cubicBezTo>
                  <a:cubicBezTo>
                    <a:pt x="104573" y="146685"/>
                    <a:pt x="106109" y="146554"/>
                    <a:pt x="107669" y="146447"/>
                  </a:cubicBezTo>
                  <a:cubicBezTo>
                    <a:pt x="109240" y="146554"/>
                    <a:pt x="110764" y="146685"/>
                    <a:pt x="112265" y="146828"/>
                  </a:cubicBezTo>
                  <a:cubicBezTo>
                    <a:pt x="112217" y="146601"/>
                    <a:pt x="112181" y="146375"/>
                    <a:pt x="112146" y="146161"/>
                  </a:cubicBezTo>
                  <a:cubicBezTo>
                    <a:pt x="115979" y="145947"/>
                    <a:pt x="120075" y="145792"/>
                    <a:pt x="124504" y="145697"/>
                  </a:cubicBezTo>
                  <a:cubicBezTo>
                    <a:pt x="125022" y="144156"/>
                    <a:pt x="125413" y="143165"/>
                    <a:pt x="125645" y="143165"/>
                  </a:cubicBezTo>
                  <a:cubicBezTo>
                    <a:pt x="125846" y="143165"/>
                    <a:pt x="125929" y="143902"/>
                    <a:pt x="125873" y="145661"/>
                  </a:cubicBezTo>
                  <a:cubicBezTo>
                    <a:pt x="126100" y="145661"/>
                    <a:pt x="126302" y="145661"/>
                    <a:pt x="126528" y="145649"/>
                  </a:cubicBezTo>
                  <a:cubicBezTo>
                    <a:pt x="127181" y="144357"/>
                    <a:pt x="127670" y="143321"/>
                    <a:pt x="127939" y="143321"/>
                  </a:cubicBezTo>
                  <a:cubicBezTo>
                    <a:pt x="128150" y="143321"/>
                    <a:pt x="128225" y="143963"/>
                    <a:pt x="128136" y="145625"/>
                  </a:cubicBezTo>
                  <a:cubicBezTo>
                    <a:pt x="130541" y="145589"/>
                    <a:pt x="133184" y="145554"/>
                    <a:pt x="135946" y="145530"/>
                  </a:cubicBezTo>
                  <a:cubicBezTo>
                    <a:pt x="138720" y="145554"/>
                    <a:pt x="141352" y="145589"/>
                    <a:pt x="143757" y="145625"/>
                  </a:cubicBezTo>
                  <a:cubicBezTo>
                    <a:pt x="143667" y="143963"/>
                    <a:pt x="143745" y="143321"/>
                    <a:pt x="143959" y="143321"/>
                  </a:cubicBezTo>
                  <a:cubicBezTo>
                    <a:pt x="144230" y="143321"/>
                    <a:pt x="144723" y="144357"/>
                    <a:pt x="145376" y="145649"/>
                  </a:cubicBezTo>
                  <a:cubicBezTo>
                    <a:pt x="145590" y="145661"/>
                    <a:pt x="145804" y="145661"/>
                    <a:pt x="146019" y="145661"/>
                  </a:cubicBezTo>
                  <a:cubicBezTo>
                    <a:pt x="145964" y="143902"/>
                    <a:pt x="146046" y="143165"/>
                    <a:pt x="146247" y="143165"/>
                  </a:cubicBezTo>
                  <a:cubicBezTo>
                    <a:pt x="146479" y="143165"/>
                    <a:pt x="146870" y="144156"/>
                    <a:pt x="147388" y="145697"/>
                  </a:cubicBezTo>
                  <a:cubicBezTo>
                    <a:pt x="151817" y="145792"/>
                    <a:pt x="155913" y="145947"/>
                    <a:pt x="159759" y="146161"/>
                  </a:cubicBezTo>
                  <a:cubicBezTo>
                    <a:pt x="159711" y="146375"/>
                    <a:pt x="159675" y="146601"/>
                    <a:pt x="159640" y="146828"/>
                  </a:cubicBezTo>
                  <a:cubicBezTo>
                    <a:pt x="161128" y="146685"/>
                    <a:pt x="162664" y="146554"/>
                    <a:pt x="164223" y="146447"/>
                  </a:cubicBezTo>
                  <a:cubicBezTo>
                    <a:pt x="165795" y="146554"/>
                    <a:pt x="167319" y="146685"/>
                    <a:pt x="168819" y="146828"/>
                  </a:cubicBezTo>
                  <a:cubicBezTo>
                    <a:pt x="168772" y="146601"/>
                    <a:pt x="168736" y="146375"/>
                    <a:pt x="168700" y="146161"/>
                  </a:cubicBezTo>
                  <a:cubicBezTo>
                    <a:pt x="171915" y="145982"/>
                    <a:pt x="175296" y="145851"/>
                    <a:pt x="178916" y="145744"/>
                  </a:cubicBezTo>
                  <a:cubicBezTo>
                    <a:pt x="179702" y="145304"/>
                    <a:pt x="180464" y="144792"/>
                    <a:pt x="181309" y="144435"/>
                  </a:cubicBezTo>
                  <a:lnTo>
                    <a:pt x="181309" y="144435"/>
                  </a:lnTo>
                  <a:cubicBezTo>
                    <a:pt x="181190" y="145256"/>
                    <a:pt x="181059" y="146054"/>
                    <a:pt x="180916" y="146816"/>
                  </a:cubicBezTo>
                  <a:cubicBezTo>
                    <a:pt x="186714" y="146268"/>
                    <a:pt x="193001" y="145947"/>
                    <a:pt x="200204" y="145744"/>
                  </a:cubicBezTo>
                  <a:cubicBezTo>
                    <a:pt x="200347" y="145661"/>
                    <a:pt x="200490" y="145578"/>
                    <a:pt x="200645" y="145494"/>
                  </a:cubicBezTo>
                  <a:cubicBezTo>
                    <a:pt x="201770" y="145488"/>
                    <a:pt x="202904" y="145485"/>
                    <a:pt x="204039" y="145485"/>
                  </a:cubicBezTo>
                  <a:cubicBezTo>
                    <a:pt x="205175" y="145485"/>
                    <a:pt x="206312" y="145488"/>
                    <a:pt x="207443" y="145494"/>
                  </a:cubicBezTo>
                  <a:cubicBezTo>
                    <a:pt x="207443" y="145530"/>
                    <a:pt x="207443" y="145566"/>
                    <a:pt x="207431" y="145601"/>
                  </a:cubicBezTo>
                  <a:cubicBezTo>
                    <a:pt x="209741" y="145566"/>
                    <a:pt x="212253" y="145542"/>
                    <a:pt x="214873" y="145518"/>
                  </a:cubicBezTo>
                  <a:cubicBezTo>
                    <a:pt x="218004" y="145542"/>
                    <a:pt x="220981" y="145578"/>
                    <a:pt x="223683" y="145625"/>
                  </a:cubicBezTo>
                  <a:cubicBezTo>
                    <a:pt x="223671" y="145578"/>
                    <a:pt x="223671" y="145530"/>
                    <a:pt x="223671" y="145494"/>
                  </a:cubicBezTo>
                  <a:cubicBezTo>
                    <a:pt x="224183" y="145494"/>
                    <a:pt x="224695" y="145482"/>
                    <a:pt x="225207" y="145482"/>
                  </a:cubicBezTo>
                  <a:cubicBezTo>
                    <a:pt x="225243" y="145542"/>
                    <a:pt x="225267" y="145601"/>
                    <a:pt x="225291" y="145649"/>
                  </a:cubicBezTo>
                  <a:cubicBezTo>
                    <a:pt x="225517" y="145661"/>
                    <a:pt x="225731" y="145661"/>
                    <a:pt x="225945" y="145661"/>
                  </a:cubicBezTo>
                  <a:cubicBezTo>
                    <a:pt x="225945" y="145601"/>
                    <a:pt x="225934" y="145542"/>
                    <a:pt x="225934" y="145482"/>
                  </a:cubicBezTo>
                  <a:cubicBezTo>
                    <a:pt x="226374" y="145482"/>
                    <a:pt x="226803" y="145482"/>
                    <a:pt x="227243" y="145494"/>
                  </a:cubicBezTo>
                  <a:cubicBezTo>
                    <a:pt x="227267" y="145554"/>
                    <a:pt x="227291" y="145625"/>
                    <a:pt x="227315" y="145697"/>
                  </a:cubicBezTo>
                  <a:cubicBezTo>
                    <a:pt x="235411" y="145875"/>
                    <a:pt x="242376" y="146220"/>
                    <a:pt x="248734" y="146816"/>
                  </a:cubicBezTo>
                  <a:cubicBezTo>
                    <a:pt x="248651" y="146363"/>
                    <a:pt x="248579" y="145899"/>
                    <a:pt x="248508" y="145423"/>
                  </a:cubicBezTo>
                  <a:lnTo>
                    <a:pt x="248508" y="145423"/>
                  </a:lnTo>
                  <a:cubicBezTo>
                    <a:pt x="248532" y="145506"/>
                    <a:pt x="248567" y="145601"/>
                    <a:pt x="248591" y="145697"/>
                  </a:cubicBezTo>
                  <a:cubicBezTo>
                    <a:pt x="256699" y="145875"/>
                    <a:pt x="263664" y="146220"/>
                    <a:pt x="270022" y="146816"/>
                  </a:cubicBezTo>
                  <a:cubicBezTo>
                    <a:pt x="268463" y="138065"/>
                    <a:pt x="268082" y="126123"/>
                    <a:pt x="268606" y="114598"/>
                  </a:cubicBezTo>
                  <a:cubicBezTo>
                    <a:pt x="267939" y="114478"/>
                    <a:pt x="263926" y="114038"/>
                    <a:pt x="266462" y="113466"/>
                  </a:cubicBezTo>
                  <a:cubicBezTo>
                    <a:pt x="266546" y="113288"/>
                    <a:pt x="266808" y="113347"/>
                    <a:pt x="266974" y="113312"/>
                  </a:cubicBezTo>
                  <a:cubicBezTo>
                    <a:pt x="267105" y="113205"/>
                    <a:pt x="267236" y="113109"/>
                    <a:pt x="267367" y="113002"/>
                  </a:cubicBezTo>
                  <a:cubicBezTo>
                    <a:pt x="267391" y="112954"/>
                    <a:pt x="267403" y="112919"/>
                    <a:pt x="267415" y="112871"/>
                  </a:cubicBezTo>
                  <a:cubicBezTo>
                    <a:pt x="258878" y="111740"/>
                    <a:pt x="264557" y="111323"/>
                    <a:pt x="268856" y="110121"/>
                  </a:cubicBezTo>
                  <a:cubicBezTo>
                    <a:pt x="268951" y="108668"/>
                    <a:pt x="269070" y="107228"/>
                    <a:pt x="269189" y="105811"/>
                  </a:cubicBezTo>
                  <a:cubicBezTo>
                    <a:pt x="269463" y="105846"/>
                    <a:pt x="269749" y="105870"/>
                    <a:pt x="270022" y="105894"/>
                  </a:cubicBezTo>
                  <a:cubicBezTo>
                    <a:pt x="269832" y="104834"/>
                    <a:pt x="269653" y="103727"/>
                    <a:pt x="269510" y="102584"/>
                  </a:cubicBezTo>
                  <a:cubicBezTo>
                    <a:pt x="270094" y="97036"/>
                    <a:pt x="270903" y="91940"/>
                    <a:pt x="271904" y="87809"/>
                  </a:cubicBezTo>
                  <a:lnTo>
                    <a:pt x="271904" y="87809"/>
                  </a:lnTo>
                  <a:cubicBezTo>
                    <a:pt x="270725" y="87928"/>
                    <a:pt x="269570" y="88047"/>
                    <a:pt x="268451" y="88154"/>
                  </a:cubicBezTo>
                  <a:cubicBezTo>
                    <a:pt x="268320" y="83427"/>
                    <a:pt x="268379" y="78510"/>
                    <a:pt x="268606" y="73664"/>
                  </a:cubicBezTo>
                  <a:cubicBezTo>
                    <a:pt x="267939" y="73557"/>
                    <a:pt x="263926" y="73104"/>
                    <a:pt x="266462" y="72545"/>
                  </a:cubicBezTo>
                  <a:cubicBezTo>
                    <a:pt x="266546" y="72366"/>
                    <a:pt x="266808" y="72426"/>
                    <a:pt x="266974" y="72390"/>
                  </a:cubicBezTo>
                  <a:cubicBezTo>
                    <a:pt x="267105" y="72283"/>
                    <a:pt x="267236" y="72176"/>
                    <a:pt x="267367" y="72069"/>
                  </a:cubicBezTo>
                  <a:cubicBezTo>
                    <a:pt x="267391" y="72033"/>
                    <a:pt x="267403" y="71985"/>
                    <a:pt x="267415" y="71949"/>
                  </a:cubicBezTo>
                  <a:cubicBezTo>
                    <a:pt x="258878" y="70818"/>
                    <a:pt x="264557" y="70402"/>
                    <a:pt x="268856" y="69199"/>
                  </a:cubicBezTo>
                  <a:cubicBezTo>
                    <a:pt x="269415" y="60770"/>
                    <a:pt x="270463" y="52840"/>
                    <a:pt x="271904" y="46875"/>
                  </a:cubicBezTo>
                  <a:lnTo>
                    <a:pt x="271904" y="46875"/>
                  </a:lnTo>
                  <a:cubicBezTo>
                    <a:pt x="270606" y="47006"/>
                    <a:pt x="269344" y="47137"/>
                    <a:pt x="268105" y="47256"/>
                  </a:cubicBezTo>
                  <a:cubicBezTo>
                    <a:pt x="267713" y="40803"/>
                    <a:pt x="267689" y="33719"/>
                    <a:pt x="268010" y="26789"/>
                  </a:cubicBezTo>
                  <a:cubicBezTo>
                    <a:pt x="267343" y="26670"/>
                    <a:pt x="263331" y="26230"/>
                    <a:pt x="265867" y="25658"/>
                  </a:cubicBezTo>
                  <a:cubicBezTo>
                    <a:pt x="265950" y="25479"/>
                    <a:pt x="266212" y="25539"/>
                    <a:pt x="266379" y="25503"/>
                  </a:cubicBezTo>
                  <a:cubicBezTo>
                    <a:pt x="266510" y="25396"/>
                    <a:pt x="266641" y="25301"/>
                    <a:pt x="266772" y="25194"/>
                  </a:cubicBezTo>
                  <a:cubicBezTo>
                    <a:pt x="266796" y="25146"/>
                    <a:pt x="266808" y="25110"/>
                    <a:pt x="266820" y="25063"/>
                  </a:cubicBezTo>
                  <a:cubicBezTo>
                    <a:pt x="258283" y="23932"/>
                    <a:pt x="263962" y="23515"/>
                    <a:pt x="268260" y="22312"/>
                  </a:cubicBezTo>
                  <a:cubicBezTo>
                    <a:pt x="268415" y="19919"/>
                    <a:pt x="268856" y="15300"/>
                    <a:pt x="268856" y="15300"/>
                  </a:cubicBezTo>
                  <a:lnTo>
                    <a:pt x="254901" y="1453"/>
                  </a:lnTo>
                  <a:cubicBezTo>
                    <a:pt x="254901" y="1453"/>
                    <a:pt x="251413" y="1679"/>
                    <a:pt x="249615" y="1774"/>
                  </a:cubicBezTo>
                  <a:cubicBezTo>
                    <a:pt x="249746" y="1167"/>
                    <a:pt x="249889" y="572"/>
                    <a:pt x="250020" y="0"/>
                  </a:cubicBezTo>
                  <a:lnTo>
                    <a:pt x="250020" y="0"/>
                  </a:lnTo>
                  <a:cubicBezTo>
                    <a:pt x="240828" y="929"/>
                    <a:pt x="233577" y="1572"/>
                    <a:pt x="225017" y="1929"/>
                  </a:cubicBezTo>
                  <a:cubicBezTo>
                    <a:pt x="224814" y="2179"/>
                    <a:pt x="224600" y="2441"/>
                    <a:pt x="224386" y="2715"/>
                  </a:cubicBezTo>
                  <a:cubicBezTo>
                    <a:pt x="223731" y="2953"/>
                    <a:pt x="223112" y="3274"/>
                    <a:pt x="222647" y="3751"/>
                  </a:cubicBezTo>
                  <a:cubicBezTo>
                    <a:pt x="222755" y="3346"/>
                    <a:pt x="222945" y="2774"/>
                    <a:pt x="223219" y="2000"/>
                  </a:cubicBezTo>
                  <a:cubicBezTo>
                    <a:pt x="223094" y="1992"/>
                    <a:pt x="222968" y="1988"/>
                    <a:pt x="222843" y="1988"/>
                  </a:cubicBezTo>
                  <a:cubicBezTo>
                    <a:pt x="221740" y="1988"/>
                    <a:pt x="220632" y="2285"/>
                    <a:pt x="219537" y="2285"/>
                  </a:cubicBezTo>
                  <a:cubicBezTo>
                    <a:pt x="219371" y="2285"/>
                    <a:pt x="219205" y="2278"/>
                    <a:pt x="219040" y="2262"/>
                  </a:cubicBezTo>
                  <a:cubicBezTo>
                    <a:pt x="218567" y="2506"/>
                    <a:pt x="218202" y="2952"/>
                    <a:pt x="217926" y="2952"/>
                  </a:cubicBezTo>
                  <a:cubicBezTo>
                    <a:pt x="217744" y="2952"/>
                    <a:pt x="217601" y="2757"/>
                    <a:pt x="217492" y="2179"/>
                  </a:cubicBezTo>
                  <a:cubicBezTo>
                    <a:pt x="216420" y="2203"/>
                    <a:pt x="215337" y="2227"/>
                    <a:pt x="214218" y="2239"/>
                  </a:cubicBezTo>
                  <a:cubicBezTo>
                    <a:pt x="210515" y="2179"/>
                    <a:pt x="207169" y="2084"/>
                    <a:pt x="204002" y="1965"/>
                  </a:cubicBezTo>
                  <a:cubicBezTo>
                    <a:pt x="203967" y="2131"/>
                    <a:pt x="203943" y="2298"/>
                    <a:pt x="203919" y="2453"/>
                  </a:cubicBezTo>
                  <a:cubicBezTo>
                    <a:pt x="203550" y="2560"/>
                    <a:pt x="203181" y="2679"/>
                    <a:pt x="202824" y="2822"/>
                  </a:cubicBezTo>
                  <a:cubicBezTo>
                    <a:pt x="202776" y="2548"/>
                    <a:pt x="202728" y="2239"/>
                    <a:pt x="202681" y="1905"/>
                  </a:cubicBezTo>
                  <a:cubicBezTo>
                    <a:pt x="194453" y="1524"/>
                    <a:pt x="187357" y="905"/>
                    <a:pt x="178440" y="0"/>
                  </a:cubicBezTo>
                  <a:lnTo>
                    <a:pt x="178440" y="0"/>
                  </a:lnTo>
                  <a:cubicBezTo>
                    <a:pt x="178582" y="572"/>
                    <a:pt x="178713" y="1167"/>
                    <a:pt x="178844" y="1774"/>
                  </a:cubicBezTo>
                  <a:cubicBezTo>
                    <a:pt x="175773" y="1607"/>
                    <a:pt x="172832" y="1417"/>
                    <a:pt x="169831" y="1179"/>
                  </a:cubicBezTo>
                  <a:cubicBezTo>
                    <a:pt x="169927" y="774"/>
                    <a:pt x="170010" y="381"/>
                    <a:pt x="170105" y="0"/>
                  </a:cubicBezTo>
                  <a:lnTo>
                    <a:pt x="170105" y="0"/>
                  </a:lnTo>
                  <a:cubicBezTo>
                    <a:pt x="167843" y="226"/>
                    <a:pt x="165700" y="441"/>
                    <a:pt x="163628" y="631"/>
                  </a:cubicBezTo>
                  <a:cubicBezTo>
                    <a:pt x="161556" y="441"/>
                    <a:pt x="159413" y="226"/>
                    <a:pt x="157163" y="0"/>
                  </a:cubicBezTo>
                  <a:lnTo>
                    <a:pt x="157163" y="0"/>
                  </a:lnTo>
                  <a:cubicBezTo>
                    <a:pt x="157246" y="381"/>
                    <a:pt x="157342" y="774"/>
                    <a:pt x="157425" y="1179"/>
                  </a:cubicBezTo>
                  <a:cubicBezTo>
                    <a:pt x="153377" y="1500"/>
                    <a:pt x="149400" y="1750"/>
                    <a:pt x="145102" y="1929"/>
                  </a:cubicBezTo>
                  <a:cubicBezTo>
                    <a:pt x="144154" y="3043"/>
                    <a:pt x="143049" y="4616"/>
                    <a:pt x="142712" y="4616"/>
                  </a:cubicBezTo>
                  <a:cubicBezTo>
                    <a:pt x="142491" y="4616"/>
                    <a:pt x="142601" y="3936"/>
                    <a:pt x="143304" y="2000"/>
                  </a:cubicBezTo>
                  <a:cubicBezTo>
                    <a:pt x="143179" y="1992"/>
                    <a:pt x="143053" y="1988"/>
                    <a:pt x="142928" y="1988"/>
                  </a:cubicBezTo>
                  <a:cubicBezTo>
                    <a:pt x="141825" y="1988"/>
                    <a:pt x="140718" y="2285"/>
                    <a:pt x="139622" y="2285"/>
                  </a:cubicBezTo>
                  <a:cubicBezTo>
                    <a:pt x="139456" y="2285"/>
                    <a:pt x="139290" y="2278"/>
                    <a:pt x="139125" y="2262"/>
                  </a:cubicBezTo>
                  <a:cubicBezTo>
                    <a:pt x="138780" y="2441"/>
                    <a:pt x="138494" y="2715"/>
                    <a:pt x="138256" y="2858"/>
                  </a:cubicBezTo>
                  <a:lnTo>
                    <a:pt x="138256" y="2250"/>
                  </a:lnTo>
                  <a:cubicBezTo>
                    <a:pt x="138030" y="2250"/>
                    <a:pt x="137803" y="2239"/>
                    <a:pt x="137589" y="2239"/>
                  </a:cubicBezTo>
                  <a:cubicBezTo>
                    <a:pt x="137577" y="2215"/>
                    <a:pt x="137577" y="2203"/>
                    <a:pt x="137565" y="2179"/>
                  </a:cubicBezTo>
                  <a:cubicBezTo>
                    <a:pt x="137041" y="2191"/>
                    <a:pt x="136494" y="2203"/>
                    <a:pt x="135946" y="2215"/>
                  </a:cubicBezTo>
                  <a:cubicBezTo>
                    <a:pt x="135410" y="2203"/>
                    <a:pt x="134863" y="2191"/>
                    <a:pt x="134327" y="2179"/>
                  </a:cubicBezTo>
                  <a:cubicBezTo>
                    <a:pt x="134327" y="2203"/>
                    <a:pt x="134327" y="2215"/>
                    <a:pt x="134315" y="2239"/>
                  </a:cubicBezTo>
                  <a:cubicBezTo>
                    <a:pt x="134089" y="2239"/>
                    <a:pt x="133874" y="2250"/>
                    <a:pt x="133648" y="2250"/>
                  </a:cubicBezTo>
                  <a:lnTo>
                    <a:pt x="133648" y="2858"/>
                  </a:lnTo>
                  <a:cubicBezTo>
                    <a:pt x="133410" y="2715"/>
                    <a:pt x="133124" y="2441"/>
                    <a:pt x="132779" y="2262"/>
                  </a:cubicBezTo>
                  <a:cubicBezTo>
                    <a:pt x="132604" y="2280"/>
                    <a:pt x="132429" y="2288"/>
                    <a:pt x="132254" y="2288"/>
                  </a:cubicBezTo>
                  <a:cubicBezTo>
                    <a:pt x="131165" y="2288"/>
                    <a:pt x="130064" y="1988"/>
                    <a:pt x="128968" y="1988"/>
                  </a:cubicBezTo>
                  <a:cubicBezTo>
                    <a:pt x="128845" y="1988"/>
                    <a:pt x="128723" y="1992"/>
                    <a:pt x="128600" y="2000"/>
                  </a:cubicBezTo>
                  <a:cubicBezTo>
                    <a:pt x="129303" y="3936"/>
                    <a:pt x="129413" y="4616"/>
                    <a:pt x="129192" y="4616"/>
                  </a:cubicBezTo>
                  <a:cubicBezTo>
                    <a:pt x="128855" y="4616"/>
                    <a:pt x="127750" y="3043"/>
                    <a:pt x="126802" y="1929"/>
                  </a:cubicBezTo>
                  <a:cubicBezTo>
                    <a:pt x="122492" y="1750"/>
                    <a:pt x="118527" y="1500"/>
                    <a:pt x="114467" y="1179"/>
                  </a:cubicBezTo>
                  <a:cubicBezTo>
                    <a:pt x="114562" y="774"/>
                    <a:pt x="114646" y="381"/>
                    <a:pt x="114741" y="0"/>
                  </a:cubicBezTo>
                  <a:lnTo>
                    <a:pt x="114741" y="0"/>
                  </a:lnTo>
                  <a:cubicBezTo>
                    <a:pt x="112491" y="226"/>
                    <a:pt x="110348" y="441"/>
                    <a:pt x="108276" y="631"/>
                  </a:cubicBezTo>
                  <a:cubicBezTo>
                    <a:pt x="106192" y="441"/>
                    <a:pt x="104061" y="226"/>
                    <a:pt x="101799" y="0"/>
                  </a:cubicBezTo>
                  <a:lnTo>
                    <a:pt x="101799" y="0"/>
                  </a:lnTo>
                  <a:cubicBezTo>
                    <a:pt x="101894" y="381"/>
                    <a:pt x="101978" y="774"/>
                    <a:pt x="102073" y="1179"/>
                  </a:cubicBezTo>
                  <a:cubicBezTo>
                    <a:pt x="99072" y="1417"/>
                    <a:pt x="96132" y="1607"/>
                    <a:pt x="93060" y="1774"/>
                  </a:cubicBezTo>
                  <a:cubicBezTo>
                    <a:pt x="93191" y="1167"/>
                    <a:pt x="93322" y="572"/>
                    <a:pt x="93465" y="0"/>
                  </a:cubicBezTo>
                  <a:lnTo>
                    <a:pt x="93465" y="0"/>
                  </a:lnTo>
                  <a:cubicBezTo>
                    <a:pt x="84535" y="905"/>
                    <a:pt x="77439" y="1524"/>
                    <a:pt x="69212" y="1905"/>
                  </a:cubicBezTo>
                  <a:cubicBezTo>
                    <a:pt x="69164" y="2239"/>
                    <a:pt x="69116" y="2548"/>
                    <a:pt x="69081" y="2822"/>
                  </a:cubicBezTo>
                  <a:cubicBezTo>
                    <a:pt x="68723" y="2667"/>
                    <a:pt x="68342" y="2548"/>
                    <a:pt x="67973" y="2453"/>
                  </a:cubicBezTo>
                  <a:cubicBezTo>
                    <a:pt x="67950" y="2298"/>
                    <a:pt x="67926" y="2131"/>
                    <a:pt x="67902" y="1953"/>
                  </a:cubicBezTo>
                  <a:cubicBezTo>
                    <a:pt x="64735" y="2084"/>
                    <a:pt x="61377" y="2179"/>
                    <a:pt x="57686" y="2239"/>
                  </a:cubicBezTo>
                  <a:cubicBezTo>
                    <a:pt x="56567" y="2227"/>
                    <a:pt x="55472" y="2203"/>
                    <a:pt x="54412" y="2179"/>
                  </a:cubicBezTo>
                  <a:cubicBezTo>
                    <a:pt x="54303" y="2757"/>
                    <a:pt x="54160" y="2952"/>
                    <a:pt x="53977" y="2952"/>
                  </a:cubicBezTo>
                  <a:cubicBezTo>
                    <a:pt x="53701" y="2952"/>
                    <a:pt x="53333" y="2506"/>
                    <a:pt x="52852" y="2262"/>
                  </a:cubicBezTo>
                  <a:cubicBezTo>
                    <a:pt x="52687" y="2278"/>
                    <a:pt x="52522" y="2285"/>
                    <a:pt x="52356" y="2285"/>
                  </a:cubicBezTo>
                  <a:cubicBezTo>
                    <a:pt x="51262" y="2285"/>
                    <a:pt x="50161" y="1988"/>
                    <a:pt x="49052" y="1988"/>
                  </a:cubicBezTo>
                  <a:cubicBezTo>
                    <a:pt x="48926" y="1988"/>
                    <a:pt x="48800" y="1992"/>
                    <a:pt x="48673" y="2000"/>
                  </a:cubicBezTo>
                  <a:cubicBezTo>
                    <a:pt x="48959" y="2774"/>
                    <a:pt x="49138" y="3346"/>
                    <a:pt x="49257" y="3751"/>
                  </a:cubicBezTo>
                  <a:cubicBezTo>
                    <a:pt x="48792" y="3274"/>
                    <a:pt x="48173" y="2953"/>
                    <a:pt x="47518" y="2703"/>
                  </a:cubicBezTo>
                  <a:cubicBezTo>
                    <a:pt x="47304" y="2441"/>
                    <a:pt x="47090" y="2179"/>
                    <a:pt x="46875" y="1929"/>
                  </a:cubicBezTo>
                  <a:cubicBezTo>
                    <a:pt x="38315" y="1572"/>
                    <a:pt x="31064" y="929"/>
                    <a:pt x="21872" y="0"/>
                  </a:cubicBezTo>
                  <a:lnTo>
                    <a:pt x="21872" y="0"/>
                  </a:lnTo>
                  <a:cubicBezTo>
                    <a:pt x="22015" y="572"/>
                    <a:pt x="22146" y="1167"/>
                    <a:pt x="22277" y="1774"/>
                  </a:cubicBezTo>
                  <a:cubicBezTo>
                    <a:pt x="15098" y="1393"/>
                    <a:pt x="8573" y="810"/>
                    <a:pt x="5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29"/>
            <p:cNvSpPr/>
            <p:nvPr/>
          </p:nvSpPr>
          <p:spPr>
            <a:xfrm>
              <a:off x="283950" y="193150"/>
              <a:ext cx="8615526" cy="4752359"/>
            </a:xfrm>
            <a:custGeom>
              <a:rect b="b" l="l" r="r" t="t"/>
              <a:pathLst>
                <a:path extrusionOk="0" h="146757" w="269046">
                  <a:moveTo>
                    <a:pt x="21241" y="131"/>
                  </a:moveTo>
                  <a:cubicBezTo>
                    <a:pt x="20884" y="346"/>
                    <a:pt x="20527" y="572"/>
                    <a:pt x="20170" y="798"/>
                  </a:cubicBezTo>
                  <a:cubicBezTo>
                    <a:pt x="20217" y="953"/>
                    <a:pt x="20253" y="1120"/>
                    <a:pt x="20289" y="1286"/>
                  </a:cubicBezTo>
                  <a:cubicBezTo>
                    <a:pt x="20860" y="929"/>
                    <a:pt x="21432" y="560"/>
                    <a:pt x="22015" y="203"/>
                  </a:cubicBezTo>
                  <a:cubicBezTo>
                    <a:pt x="21753" y="179"/>
                    <a:pt x="21503" y="155"/>
                    <a:pt x="21241" y="131"/>
                  </a:cubicBezTo>
                  <a:close/>
                  <a:moveTo>
                    <a:pt x="18777" y="1691"/>
                  </a:moveTo>
                  <a:cubicBezTo>
                    <a:pt x="18515" y="1858"/>
                    <a:pt x="18265" y="2012"/>
                    <a:pt x="18015" y="2179"/>
                  </a:cubicBezTo>
                  <a:cubicBezTo>
                    <a:pt x="11788" y="6263"/>
                    <a:pt x="6156" y="10644"/>
                    <a:pt x="1155" y="15252"/>
                  </a:cubicBezTo>
                  <a:cubicBezTo>
                    <a:pt x="1179" y="15455"/>
                    <a:pt x="1203" y="15657"/>
                    <a:pt x="1215" y="15848"/>
                  </a:cubicBezTo>
                  <a:cubicBezTo>
                    <a:pt x="6263" y="11156"/>
                    <a:pt x="11966" y="6727"/>
                    <a:pt x="18277" y="2584"/>
                  </a:cubicBezTo>
                  <a:cubicBezTo>
                    <a:pt x="18705" y="2298"/>
                    <a:pt x="19146" y="2012"/>
                    <a:pt x="19574" y="1739"/>
                  </a:cubicBezTo>
                  <a:cubicBezTo>
                    <a:pt x="19312" y="1727"/>
                    <a:pt x="19039" y="1703"/>
                    <a:pt x="18777" y="1691"/>
                  </a:cubicBezTo>
                  <a:close/>
                  <a:moveTo>
                    <a:pt x="257199" y="5608"/>
                  </a:moveTo>
                  <a:cubicBezTo>
                    <a:pt x="259819" y="11180"/>
                    <a:pt x="262128" y="16943"/>
                    <a:pt x="264105" y="22884"/>
                  </a:cubicBezTo>
                  <a:cubicBezTo>
                    <a:pt x="264307" y="22836"/>
                    <a:pt x="264522" y="22789"/>
                    <a:pt x="264736" y="22741"/>
                  </a:cubicBezTo>
                  <a:cubicBezTo>
                    <a:pt x="262950" y="17360"/>
                    <a:pt x="260890" y="12085"/>
                    <a:pt x="258557" y="6942"/>
                  </a:cubicBezTo>
                  <a:lnTo>
                    <a:pt x="257199" y="5608"/>
                  </a:lnTo>
                  <a:close/>
                  <a:moveTo>
                    <a:pt x="234685" y="1239"/>
                  </a:moveTo>
                  <a:cubicBezTo>
                    <a:pt x="234423" y="1262"/>
                    <a:pt x="234149" y="1286"/>
                    <a:pt x="233887" y="1298"/>
                  </a:cubicBezTo>
                  <a:cubicBezTo>
                    <a:pt x="234554" y="1727"/>
                    <a:pt x="235220" y="2143"/>
                    <a:pt x="235875" y="2584"/>
                  </a:cubicBezTo>
                  <a:cubicBezTo>
                    <a:pt x="245662" y="9001"/>
                    <a:pt x="253961" y="16145"/>
                    <a:pt x="260676" y="23813"/>
                  </a:cubicBezTo>
                  <a:cubicBezTo>
                    <a:pt x="260783" y="23741"/>
                    <a:pt x="260938" y="23682"/>
                    <a:pt x="261140" y="23610"/>
                  </a:cubicBezTo>
                  <a:cubicBezTo>
                    <a:pt x="254377" y="15871"/>
                    <a:pt x="246007" y="8656"/>
                    <a:pt x="236137" y="2179"/>
                  </a:cubicBezTo>
                  <a:cubicBezTo>
                    <a:pt x="235649" y="1870"/>
                    <a:pt x="235173" y="1548"/>
                    <a:pt x="234685" y="1239"/>
                  </a:cubicBezTo>
                  <a:close/>
                  <a:moveTo>
                    <a:pt x="264807" y="25051"/>
                  </a:moveTo>
                  <a:lnTo>
                    <a:pt x="264867" y="25218"/>
                  </a:lnTo>
                  <a:cubicBezTo>
                    <a:pt x="264879" y="25218"/>
                    <a:pt x="264879" y="25206"/>
                    <a:pt x="264891" y="25194"/>
                  </a:cubicBezTo>
                  <a:cubicBezTo>
                    <a:pt x="264914" y="25158"/>
                    <a:pt x="264926" y="25111"/>
                    <a:pt x="264938" y="25075"/>
                  </a:cubicBezTo>
                  <a:cubicBezTo>
                    <a:pt x="264891" y="25063"/>
                    <a:pt x="264855" y="25063"/>
                    <a:pt x="264807" y="25051"/>
                  </a:cubicBezTo>
                  <a:close/>
                  <a:moveTo>
                    <a:pt x="265319" y="26670"/>
                  </a:moveTo>
                  <a:lnTo>
                    <a:pt x="265319" y="26670"/>
                  </a:lnTo>
                  <a:cubicBezTo>
                    <a:pt x="265557" y="27480"/>
                    <a:pt x="265807" y="28290"/>
                    <a:pt x="266034" y="29099"/>
                  </a:cubicBezTo>
                  <a:cubicBezTo>
                    <a:pt x="266057" y="28444"/>
                    <a:pt x="266081" y="27789"/>
                    <a:pt x="266117" y="27135"/>
                  </a:cubicBezTo>
                  <a:cubicBezTo>
                    <a:pt x="266081" y="27016"/>
                    <a:pt x="266046" y="26896"/>
                    <a:pt x="266010" y="26777"/>
                  </a:cubicBezTo>
                  <a:cubicBezTo>
                    <a:pt x="265843" y="26754"/>
                    <a:pt x="265593" y="26718"/>
                    <a:pt x="265319" y="26670"/>
                  </a:cubicBezTo>
                  <a:close/>
                  <a:moveTo>
                    <a:pt x="261188" y="24408"/>
                  </a:moveTo>
                  <a:lnTo>
                    <a:pt x="261188" y="24408"/>
                  </a:lnTo>
                  <a:cubicBezTo>
                    <a:pt x="262902" y="26396"/>
                    <a:pt x="264498" y="28409"/>
                    <a:pt x="265998" y="30456"/>
                  </a:cubicBezTo>
                  <a:cubicBezTo>
                    <a:pt x="265998" y="30195"/>
                    <a:pt x="266010" y="29944"/>
                    <a:pt x="266022" y="29683"/>
                  </a:cubicBezTo>
                  <a:cubicBezTo>
                    <a:pt x="265153" y="28516"/>
                    <a:pt x="264260" y="27361"/>
                    <a:pt x="263331" y="26218"/>
                  </a:cubicBezTo>
                  <a:cubicBezTo>
                    <a:pt x="263200" y="26158"/>
                    <a:pt x="263140" y="26087"/>
                    <a:pt x="263164" y="26015"/>
                  </a:cubicBezTo>
                  <a:cubicBezTo>
                    <a:pt x="262771" y="25539"/>
                    <a:pt x="262378" y="25075"/>
                    <a:pt x="261986" y="24599"/>
                  </a:cubicBezTo>
                  <a:cubicBezTo>
                    <a:pt x="261664" y="24539"/>
                    <a:pt x="261402" y="24468"/>
                    <a:pt x="261188" y="24408"/>
                  </a:cubicBezTo>
                  <a:close/>
                  <a:moveTo>
                    <a:pt x="127076" y="17431"/>
                  </a:moveTo>
                  <a:cubicBezTo>
                    <a:pt x="133339" y="17431"/>
                    <a:pt x="139506" y="17574"/>
                    <a:pt x="145578" y="17848"/>
                  </a:cubicBezTo>
                  <a:cubicBezTo>
                    <a:pt x="146150" y="29278"/>
                    <a:pt x="146554" y="41363"/>
                    <a:pt x="146769" y="53924"/>
                  </a:cubicBezTo>
                  <a:cubicBezTo>
                    <a:pt x="140292" y="53816"/>
                    <a:pt x="133720" y="53769"/>
                    <a:pt x="127076" y="53769"/>
                  </a:cubicBezTo>
                  <a:cubicBezTo>
                    <a:pt x="120432" y="53769"/>
                    <a:pt x="113860" y="53816"/>
                    <a:pt x="107371" y="53924"/>
                  </a:cubicBezTo>
                  <a:cubicBezTo>
                    <a:pt x="107585" y="41363"/>
                    <a:pt x="107990" y="29278"/>
                    <a:pt x="108562" y="17848"/>
                  </a:cubicBezTo>
                  <a:cubicBezTo>
                    <a:pt x="114634" y="17574"/>
                    <a:pt x="120813" y="17431"/>
                    <a:pt x="127076" y="17431"/>
                  </a:cubicBezTo>
                  <a:close/>
                  <a:moveTo>
                    <a:pt x="108359" y="17848"/>
                  </a:moveTo>
                  <a:cubicBezTo>
                    <a:pt x="107776" y="29385"/>
                    <a:pt x="107371" y="41482"/>
                    <a:pt x="107169" y="53924"/>
                  </a:cubicBezTo>
                  <a:cubicBezTo>
                    <a:pt x="94727" y="54138"/>
                    <a:pt x="82630" y="54531"/>
                    <a:pt x="71093" y="55114"/>
                  </a:cubicBezTo>
                  <a:cubicBezTo>
                    <a:pt x="71617" y="43244"/>
                    <a:pt x="72640" y="31766"/>
                    <a:pt x="74117" y="20872"/>
                  </a:cubicBezTo>
                  <a:cubicBezTo>
                    <a:pt x="85011" y="19407"/>
                    <a:pt x="96477" y="18384"/>
                    <a:pt x="108359" y="17848"/>
                  </a:cubicBezTo>
                  <a:close/>
                  <a:moveTo>
                    <a:pt x="145792" y="17860"/>
                  </a:moveTo>
                  <a:lnTo>
                    <a:pt x="145792" y="17860"/>
                  </a:lnTo>
                  <a:cubicBezTo>
                    <a:pt x="157675" y="18384"/>
                    <a:pt x="169141" y="19407"/>
                    <a:pt x="180035" y="20884"/>
                  </a:cubicBezTo>
                  <a:cubicBezTo>
                    <a:pt x="181499" y="31766"/>
                    <a:pt x="182523" y="43244"/>
                    <a:pt x="183059" y="55114"/>
                  </a:cubicBezTo>
                  <a:cubicBezTo>
                    <a:pt x="171522" y="54531"/>
                    <a:pt x="159425" y="54138"/>
                    <a:pt x="146983" y="53924"/>
                  </a:cubicBezTo>
                  <a:cubicBezTo>
                    <a:pt x="146781" y="41482"/>
                    <a:pt x="146376" y="29385"/>
                    <a:pt x="145792" y="17860"/>
                  </a:cubicBezTo>
                  <a:close/>
                  <a:moveTo>
                    <a:pt x="73724" y="20931"/>
                  </a:moveTo>
                  <a:lnTo>
                    <a:pt x="73724" y="20931"/>
                  </a:lnTo>
                  <a:cubicBezTo>
                    <a:pt x="72259" y="31909"/>
                    <a:pt x="71247" y="43375"/>
                    <a:pt x="70724" y="55138"/>
                  </a:cubicBezTo>
                  <a:cubicBezTo>
                    <a:pt x="54805" y="55948"/>
                    <a:pt x="39958" y="57103"/>
                    <a:pt x="26742" y="58579"/>
                  </a:cubicBezTo>
                  <a:cubicBezTo>
                    <a:pt x="27373" y="48816"/>
                    <a:pt x="28599" y="39255"/>
                    <a:pt x="30397" y="29992"/>
                  </a:cubicBezTo>
                  <a:cubicBezTo>
                    <a:pt x="43292" y="26158"/>
                    <a:pt x="57901" y="23086"/>
                    <a:pt x="73724" y="20931"/>
                  </a:cubicBezTo>
                  <a:close/>
                  <a:moveTo>
                    <a:pt x="180416" y="20931"/>
                  </a:moveTo>
                  <a:lnTo>
                    <a:pt x="180416" y="20931"/>
                  </a:lnTo>
                  <a:cubicBezTo>
                    <a:pt x="196251" y="23086"/>
                    <a:pt x="210860" y="26170"/>
                    <a:pt x="223755" y="29992"/>
                  </a:cubicBezTo>
                  <a:cubicBezTo>
                    <a:pt x="225552" y="39255"/>
                    <a:pt x="226779" y="48816"/>
                    <a:pt x="227410" y="58579"/>
                  </a:cubicBezTo>
                  <a:cubicBezTo>
                    <a:pt x="214194" y="57103"/>
                    <a:pt x="199335" y="55948"/>
                    <a:pt x="183416" y="55138"/>
                  </a:cubicBezTo>
                  <a:cubicBezTo>
                    <a:pt x="182904" y="43375"/>
                    <a:pt x="181892" y="31909"/>
                    <a:pt x="180416" y="20931"/>
                  </a:cubicBezTo>
                  <a:close/>
                  <a:moveTo>
                    <a:pt x="70724" y="55352"/>
                  </a:moveTo>
                  <a:cubicBezTo>
                    <a:pt x="70450" y="61436"/>
                    <a:pt x="70319" y="67616"/>
                    <a:pt x="70319" y="73843"/>
                  </a:cubicBezTo>
                  <a:cubicBezTo>
                    <a:pt x="70319" y="80070"/>
                    <a:pt x="70450" y="86237"/>
                    <a:pt x="70724" y="92321"/>
                  </a:cubicBezTo>
                  <a:cubicBezTo>
                    <a:pt x="54543" y="91500"/>
                    <a:pt x="39696" y="90333"/>
                    <a:pt x="26730" y="88892"/>
                  </a:cubicBezTo>
                  <a:cubicBezTo>
                    <a:pt x="26420" y="83915"/>
                    <a:pt x="26254" y="78891"/>
                    <a:pt x="26254" y="73843"/>
                  </a:cubicBezTo>
                  <a:cubicBezTo>
                    <a:pt x="26254" y="68783"/>
                    <a:pt x="26420" y="63758"/>
                    <a:pt x="26730" y="58781"/>
                  </a:cubicBezTo>
                  <a:cubicBezTo>
                    <a:pt x="39696" y="57341"/>
                    <a:pt x="54543" y="56174"/>
                    <a:pt x="70724" y="55352"/>
                  </a:cubicBezTo>
                  <a:close/>
                  <a:moveTo>
                    <a:pt x="183428" y="55352"/>
                  </a:moveTo>
                  <a:cubicBezTo>
                    <a:pt x="199609" y="56174"/>
                    <a:pt x="214444" y="57341"/>
                    <a:pt x="227410" y="58781"/>
                  </a:cubicBezTo>
                  <a:cubicBezTo>
                    <a:pt x="227731" y="63758"/>
                    <a:pt x="227886" y="68783"/>
                    <a:pt x="227886" y="73843"/>
                  </a:cubicBezTo>
                  <a:cubicBezTo>
                    <a:pt x="227886" y="78903"/>
                    <a:pt x="227731" y="83915"/>
                    <a:pt x="227410" y="88892"/>
                  </a:cubicBezTo>
                  <a:cubicBezTo>
                    <a:pt x="214444" y="90333"/>
                    <a:pt x="199609" y="91500"/>
                    <a:pt x="183428" y="92321"/>
                  </a:cubicBezTo>
                  <a:cubicBezTo>
                    <a:pt x="183690" y="86237"/>
                    <a:pt x="183833" y="80070"/>
                    <a:pt x="183833" y="73843"/>
                  </a:cubicBezTo>
                  <a:cubicBezTo>
                    <a:pt x="183833" y="67616"/>
                    <a:pt x="183690" y="61436"/>
                    <a:pt x="183428" y="55352"/>
                  </a:cubicBezTo>
                  <a:close/>
                  <a:moveTo>
                    <a:pt x="107157" y="54138"/>
                  </a:moveTo>
                  <a:cubicBezTo>
                    <a:pt x="107050" y="60627"/>
                    <a:pt x="107002" y="67199"/>
                    <a:pt x="107002" y="73843"/>
                  </a:cubicBezTo>
                  <a:cubicBezTo>
                    <a:pt x="107002" y="80475"/>
                    <a:pt x="107050" y="87047"/>
                    <a:pt x="107157" y="93536"/>
                  </a:cubicBezTo>
                  <a:cubicBezTo>
                    <a:pt x="94596" y="93321"/>
                    <a:pt x="82511" y="92917"/>
                    <a:pt x="71081" y="92345"/>
                  </a:cubicBezTo>
                  <a:cubicBezTo>
                    <a:pt x="70807" y="86273"/>
                    <a:pt x="70676" y="80105"/>
                    <a:pt x="70676" y="73843"/>
                  </a:cubicBezTo>
                  <a:cubicBezTo>
                    <a:pt x="70676" y="67580"/>
                    <a:pt x="70807" y="61401"/>
                    <a:pt x="71081" y="55329"/>
                  </a:cubicBezTo>
                  <a:cubicBezTo>
                    <a:pt x="82511" y="54757"/>
                    <a:pt x="94596" y="54352"/>
                    <a:pt x="107157" y="54138"/>
                  </a:cubicBezTo>
                  <a:close/>
                  <a:moveTo>
                    <a:pt x="146983" y="54138"/>
                  </a:moveTo>
                  <a:cubicBezTo>
                    <a:pt x="159544" y="54352"/>
                    <a:pt x="171641" y="54757"/>
                    <a:pt x="183071" y="55329"/>
                  </a:cubicBezTo>
                  <a:cubicBezTo>
                    <a:pt x="183333" y="61401"/>
                    <a:pt x="183476" y="67568"/>
                    <a:pt x="183476" y="73831"/>
                  </a:cubicBezTo>
                  <a:cubicBezTo>
                    <a:pt x="183476" y="80094"/>
                    <a:pt x="183333" y="86273"/>
                    <a:pt x="183071" y="92345"/>
                  </a:cubicBezTo>
                  <a:cubicBezTo>
                    <a:pt x="171641" y="92917"/>
                    <a:pt x="159544" y="93321"/>
                    <a:pt x="146983" y="93536"/>
                  </a:cubicBezTo>
                  <a:cubicBezTo>
                    <a:pt x="147090" y="87047"/>
                    <a:pt x="147150" y="80475"/>
                    <a:pt x="147150" y="73843"/>
                  </a:cubicBezTo>
                  <a:cubicBezTo>
                    <a:pt x="147150" y="67199"/>
                    <a:pt x="147090" y="60627"/>
                    <a:pt x="146983" y="54138"/>
                  </a:cubicBezTo>
                  <a:close/>
                  <a:moveTo>
                    <a:pt x="127076" y="53971"/>
                  </a:moveTo>
                  <a:cubicBezTo>
                    <a:pt x="133743" y="53971"/>
                    <a:pt x="140327" y="54031"/>
                    <a:pt x="146781" y="54138"/>
                  </a:cubicBezTo>
                  <a:cubicBezTo>
                    <a:pt x="146876" y="60591"/>
                    <a:pt x="146935" y="67163"/>
                    <a:pt x="146935" y="73843"/>
                  </a:cubicBezTo>
                  <a:cubicBezTo>
                    <a:pt x="146935" y="80510"/>
                    <a:pt x="146888" y="87082"/>
                    <a:pt x="146781" y="93536"/>
                  </a:cubicBezTo>
                  <a:cubicBezTo>
                    <a:pt x="140327" y="93643"/>
                    <a:pt x="133743" y="93702"/>
                    <a:pt x="127076" y="93702"/>
                  </a:cubicBezTo>
                  <a:cubicBezTo>
                    <a:pt x="120396" y="93702"/>
                    <a:pt x="113824" y="93643"/>
                    <a:pt x="107371" y="93536"/>
                  </a:cubicBezTo>
                  <a:cubicBezTo>
                    <a:pt x="107264" y="87082"/>
                    <a:pt x="107204" y="80510"/>
                    <a:pt x="107204" y="73843"/>
                  </a:cubicBezTo>
                  <a:cubicBezTo>
                    <a:pt x="107204" y="67163"/>
                    <a:pt x="107264" y="60591"/>
                    <a:pt x="107371" y="54138"/>
                  </a:cubicBezTo>
                  <a:cubicBezTo>
                    <a:pt x="113824" y="54031"/>
                    <a:pt x="120396" y="53971"/>
                    <a:pt x="127076" y="53971"/>
                  </a:cubicBezTo>
                  <a:close/>
                  <a:moveTo>
                    <a:pt x="48" y="105632"/>
                  </a:moveTo>
                  <a:cubicBezTo>
                    <a:pt x="36" y="105716"/>
                    <a:pt x="12" y="105811"/>
                    <a:pt x="0" y="105894"/>
                  </a:cubicBezTo>
                  <a:cubicBezTo>
                    <a:pt x="155" y="105882"/>
                    <a:pt x="310" y="105870"/>
                    <a:pt x="477" y="105859"/>
                  </a:cubicBezTo>
                  <a:cubicBezTo>
                    <a:pt x="334" y="105775"/>
                    <a:pt x="191" y="105704"/>
                    <a:pt x="48" y="105632"/>
                  </a:cubicBezTo>
                  <a:close/>
                  <a:moveTo>
                    <a:pt x="26742" y="89095"/>
                  </a:moveTo>
                  <a:cubicBezTo>
                    <a:pt x="39958" y="90571"/>
                    <a:pt x="54805" y="91726"/>
                    <a:pt x="70724" y="92536"/>
                  </a:cubicBezTo>
                  <a:cubicBezTo>
                    <a:pt x="71247" y="104299"/>
                    <a:pt x="72259" y="115765"/>
                    <a:pt x="73724" y="126742"/>
                  </a:cubicBezTo>
                  <a:cubicBezTo>
                    <a:pt x="57901" y="124587"/>
                    <a:pt x="43292" y="121515"/>
                    <a:pt x="30397" y="117681"/>
                  </a:cubicBezTo>
                  <a:cubicBezTo>
                    <a:pt x="28599" y="108418"/>
                    <a:pt x="27373" y="98858"/>
                    <a:pt x="26742" y="89095"/>
                  </a:cubicBezTo>
                  <a:close/>
                  <a:moveTo>
                    <a:pt x="227410" y="89095"/>
                  </a:moveTo>
                  <a:cubicBezTo>
                    <a:pt x="226779" y="98858"/>
                    <a:pt x="225552" y="108418"/>
                    <a:pt x="223755" y="117681"/>
                  </a:cubicBezTo>
                  <a:cubicBezTo>
                    <a:pt x="210860" y="121515"/>
                    <a:pt x="196251" y="124587"/>
                    <a:pt x="180416" y="126742"/>
                  </a:cubicBezTo>
                  <a:cubicBezTo>
                    <a:pt x="181892" y="115765"/>
                    <a:pt x="182904" y="104299"/>
                    <a:pt x="183416" y="92536"/>
                  </a:cubicBezTo>
                  <a:cubicBezTo>
                    <a:pt x="199347" y="91726"/>
                    <a:pt x="214194" y="90571"/>
                    <a:pt x="227410" y="89095"/>
                  </a:cubicBezTo>
                  <a:close/>
                  <a:moveTo>
                    <a:pt x="71093" y="92559"/>
                  </a:moveTo>
                  <a:lnTo>
                    <a:pt x="71093" y="92559"/>
                  </a:lnTo>
                  <a:cubicBezTo>
                    <a:pt x="82630" y="93143"/>
                    <a:pt x="94715" y="93536"/>
                    <a:pt x="107169" y="93750"/>
                  </a:cubicBezTo>
                  <a:cubicBezTo>
                    <a:pt x="107371" y="106192"/>
                    <a:pt x="107776" y="118289"/>
                    <a:pt x="108347" y="129826"/>
                  </a:cubicBezTo>
                  <a:cubicBezTo>
                    <a:pt x="96477" y="129290"/>
                    <a:pt x="85011" y="128266"/>
                    <a:pt x="74117" y="126790"/>
                  </a:cubicBezTo>
                  <a:cubicBezTo>
                    <a:pt x="72640" y="115907"/>
                    <a:pt x="71617" y="104442"/>
                    <a:pt x="71093" y="92559"/>
                  </a:cubicBezTo>
                  <a:close/>
                  <a:moveTo>
                    <a:pt x="183059" y="92559"/>
                  </a:moveTo>
                  <a:lnTo>
                    <a:pt x="183059" y="92559"/>
                  </a:lnTo>
                  <a:cubicBezTo>
                    <a:pt x="182523" y="104442"/>
                    <a:pt x="181499" y="115907"/>
                    <a:pt x="180035" y="126802"/>
                  </a:cubicBezTo>
                  <a:cubicBezTo>
                    <a:pt x="169141" y="128266"/>
                    <a:pt x="157675" y="129290"/>
                    <a:pt x="145792" y="129826"/>
                  </a:cubicBezTo>
                  <a:cubicBezTo>
                    <a:pt x="146376" y="118289"/>
                    <a:pt x="146769" y="106192"/>
                    <a:pt x="146983" y="93750"/>
                  </a:cubicBezTo>
                  <a:cubicBezTo>
                    <a:pt x="159425" y="93536"/>
                    <a:pt x="171522" y="93143"/>
                    <a:pt x="183059" y="92559"/>
                  </a:cubicBezTo>
                  <a:close/>
                  <a:moveTo>
                    <a:pt x="107371" y="93750"/>
                  </a:moveTo>
                  <a:cubicBezTo>
                    <a:pt x="113860" y="93857"/>
                    <a:pt x="120432" y="93917"/>
                    <a:pt x="127076" y="93917"/>
                  </a:cubicBezTo>
                  <a:cubicBezTo>
                    <a:pt x="133708" y="93917"/>
                    <a:pt x="140292" y="93857"/>
                    <a:pt x="146769" y="93750"/>
                  </a:cubicBezTo>
                  <a:lnTo>
                    <a:pt x="146769" y="93750"/>
                  </a:lnTo>
                  <a:cubicBezTo>
                    <a:pt x="146566" y="106311"/>
                    <a:pt x="146150" y="118396"/>
                    <a:pt x="145578" y="129826"/>
                  </a:cubicBezTo>
                  <a:cubicBezTo>
                    <a:pt x="139506" y="130100"/>
                    <a:pt x="133339" y="130243"/>
                    <a:pt x="127076" y="130243"/>
                  </a:cubicBezTo>
                  <a:cubicBezTo>
                    <a:pt x="120813" y="130243"/>
                    <a:pt x="114634" y="130100"/>
                    <a:pt x="108574" y="129826"/>
                  </a:cubicBezTo>
                  <a:cubicBezTo>
                    <a:pt x="107990" y="118396"/>
                    <a:pt x="107585" y="106311"/>
                    <a:pt x="107371" y="93750"/>
                  </a:cubicBezTo>
                  <a:close/>
                  <a:moveTo>
                    <a:pt x="266653" y="116300"/>
                  </a:moveTo>
                  <a:lnTo>
                    <a:pt x="266653" y="116300"/>
                  </a:lnTo>
                  <a:cubicBezTo>
                    <a:pt x="259152" y="126861"/>
                    <a:pt x="248817" y="136600"/>
                    <a:pt x="235875" y="145101"/>
                  </a:cubicBezTo>
                  <a:cubicBezTo>
                    <a:pt x="235411" y="145399"/>
                    <a:pt x="234946" y="145697"/>
                    <a:pt x="234482" y="145994"/>
                  </a:cubicBezTo>
                  <a:cubicBezTo>
                    <a:pt x="234756" y="146006"/>
                    <a:pt x="235030" y="146018"/>
                    <a:pt x="235304" y="146030"/>
                  </a:cubicBezTo>
                  <a:cubicBezTo>
                    <a:pt x="235577" y="145852"/>
                    <a:pt x="235851" y="145673"/>
                    <a:pt x="236137" y="145494"/>
                  </a:cubicBezTo>
                  <a:cubicBezTo>
                    <a:pt x="248710" y="137243"/>
                    <a:pt x="258854" y="127814"/>
                    <a:pt x="266319" y="117586"/>
                  </a:cubicBezTo>
                  <a:lnTo>
                    <a:pt x="266319" y="117586"/>
                  </a:lnTo>
                  <a:cubicBezTo>
                    <a:pt x="263533" y="127504"/>
                    <a:pt x="259831" y="137005"/>
                    <a:pt x="255306" y="145971"/>
                  </a:cubicBezTo>
                  <a:cubicBezTo>
                    <a:pt x="255544" y="145983"/>
                    <a:pt x="255794" y="145994"/>
                    <a:pt x="256032" y="146006"/>
                  </a:cubicBezTo>
                  <a:cubicBezTo>
                    <a:pt x="260354" y="137374"/>
                    <a:pt x="263879" y="128338"/>
                    <a:pt x="266569" y="118991"/>
                  </a:cubicBezTo>
                  <a:cubicBezTo>
                    <a:pt x="266593" y="118098"/>
                    <a:pt x="266617" y="117193"/>
                    <a:pt x="266653" y="116300"/>
                  </a:cubicBezTo>
                  <a:close/>
                  <a:moveTo>
                    <a:pt x="1798" y="132362"/>
                  </a:moveTo>
                  <a:cubicBezTo>
                    <a:pt x="1774" y="132540"/>
                    <a:pt x="1739" y="132731"/>
                    <a:pt x="1715" y="132933"/>
                  </a:cubicBezTo>
                  <a:cubicBezTo>
                    <a:pt x="6573" y="137362"/>
                    <a:pt x="12014" y="141553"/>
                    <a:pt x="18015" y="145494"/>
                  </a:cubicBezTo>
                  <a:cubicBezTo>
                    <a:pt x="18229" y="145637"/>
                    <a:pt x="18455" y="145780"/>
                    <a:pt x="18669" y="145923"/>
                  </a:cubicBezTo>
                  <a:cubicBezTo>
                    <a:pt x="18681" y="145899"/>
                    <a:pt x="18681" y="145887"/>
                    <a:pt x="18693" y="145875"/>
                  </a:cubicBezTo>
                  <a:lnTo>
                    <a:pt x="18693" y="145875"/>
                  </a:lnTo>
                  <a:cubicBezTo>
                    <a:pt x="18681" y="145899"/>
                    <a:pt x="18693" y="145911"/>
                    <a:pt x="18693" y="145935"/>
                  </a:cubicBezTo>
                  <a:cubicBezTo>
                    <a:pt x="18800" y="146006"/>
                    <a:pt x="18908" y="146066"/>
                    <a:pt x="19015" y="146137"/>
                  </a:cubicBezTo>
                  <a:cubicBezTo>
                    <a:pt x="19348" y="146256"/>
                    <a:pt x="19872" y="146328"/>
                    <a:pt x="20336" y="146423"/>
                  </a:cubicBezTo>
                  <a:cubicBezTo>
                    <a:pt x="19646" y="145983"/>
                    <a:pt x="18955" y="145542"/>
                    <a:pt x="18277" y="145090"/>
                  </a:cubicBezTo>
                  <a:cubicBezTo>
                    <a:pt x="12204" y="141113"/>
                    <a:pt x="6692" y="136850"/>
                    <a:pt x="1798" y="132362"/>
                  </a:cubicBezTo>
                  <a:close/>
                  <a:moveTo>
                    <a:pt x="176558" y="0"/>
                  </a:moveTo>
                  <a:cubicBezTo>
                    <a:pt x="176701" y="572"/>
                    <a:pt x="176832" y="1167"/>
                    <a:pt x="176963" y="1774"/>
                  </a:cubicBezTo>
                  <a:lnTo>
                    <a:pt x="176903" y="1774"/>
                  </a:lnTo>
                  <a:cubicBezTo>
                    <a:pt x="178070" y="7787"/>
                    <a:pt x="179106" y="14038"/>
                    <a:pt x="179975" y="20491"/>
                  </a:cubicBezTo>
                  <a:cubicBezTo>
                    <a:pt x="168998" y="19015"/>
                    <a:pt x="157544" y="18003"/>
                    <a:pt x="145781" y="17491"/>
                  </a:cubicBezTo>
                  <a:cubicBezTo>
                    <a:pt x="145507" y="12157"/>
                    <a:pt x="145197" y="6942"/>
                    <a:pt x="144852" y="1858"/>
                  </a:cubicBezTo>
                  <a:cubicBezTo>
                    <a:pt x="144780" y="1870"/>
                    <a:pt x="144697" y="1870"/>
                    <a:pt x="144626" y="1870"/>
                  </a:cubicBezTo>
                  <a:cubicBezTo>
                    <a:pt x="144971" y="6918"/>
                    <a:pt x="145292" y="12121"/>
                    <a:pt x="145554" y="17479"/>
                  </a:cubicBezTo>
                  <a:cubicBezTo>
                    <a:pt x="139470" y="17217"/>
                    <a:pt x="133303" y="17074"/>
                    <a:pt x="127076" y="17074"/>
                  </a:cubicBezTo>
                  <a:cubicBezTo>
                    <a:pt x="120849" y="17074"/>
                    <a:pt x="114681" y="17217"/>
                    <a:pt x="108585" y="17479"/>
                  </a:cubicBezTo>
                  <a:cubicBezTo>
                    <a:pt x="108895" y="11573"/>
                    <a:pt x="109240" y="5846"/>
                    <a:pt x="109621" y="322"/>
                  </a:cubicBezTo>
                  <a:lnTo>
                    <a:pt x="109621" y="322"/>
                  </a:lnTo>
                  <a:cubicBezTo>
                    <a:pt x="109550" y="334"/>
                    <a:pt x="109478" y="334"/>
                    <a:pt x="109407" y="346"/>
                  </a:cubicBezTo>
                  <a:cubicBezTo>
                    <a:pt x="109014" y="5894"/>
                    <a:pt x="108669" y="11621"/>
                    <a:pt x="108371" y="17491"/>
                  </a:cubicBezTo>
                  <a:cubicBezTo>
                    <a:pt x="96608" y="18003"/>
                    <a:pt x="85142" y="19015"/>
                    <a:pt x="74164" y="20491"/>
                  </a:cubicBezTo>
                  <a:cubicBezTo>
                    <a:pt x="75069" y="13871"/>
                    <a:pt x="76129" y="7454"/>
                    <a:pt x="77343" y="1298"/>
                  </a:cubicBezTo>
                  <a:lnTo>
                    <a:pt x="77343" y="1298"/>
                  </a:lnTo>
                  <a:cubicBezTo>
                    <a:pt x="77212" y="1310"/>
                    <a:pt x="77081" y="1322"/>
                    <a:pt x="76951" y="1334"/>
                  </a:cubicBezTo>
                  <a:cubicBezTo>
                    <a:pt x="75724" y="7537"/>
                    <a:pt x="74665" y="13954"/>
                    <a:pt x="73783" y="20539"/>
                  </a:cubicBezTo>
                  <a:cubicBezTo>
                    <a:pt x="58198" y="22646"/>
                    <a:pt x="43601" y="25682"/>
                    <a:pt x="30480" y="29575"/>
                  </a:cubicBezTo>
                  <a:cubicBezTo>
                    <a:pt x="32374" y="19872"/>
                    <a:pt x="34910" y="10502"/>
                    <a:pt x="38029" y="1560"/>
                  </a:cubicBezTo>
                  <a:cubicBezTo>
                    <a:pt x="37874" y="1548"/>
                    <a:pt x="37708" y="1548"/>
                    <a:pt x="37541" y="1536"/>
                  </a:cubicBezTo>
                  <a:cubicBezTo>
                    <a:pt x="34409" y="10525"/>
                    <a:pt x="31862" y="19955"/>
                    <a:pt x="29968" y="29718"/>
                  </a:cubicBezTo>
                  <a:cubicBezTo>
                    <a:pt x="25849" y="30957"/>
                    <a:pt x="21884" y="32266"/>
                    <a:pt x="18086" y="33659"/>
                  </a:cubicBezTo>
                  <a:cubicBezTo>
                    <a:pt x="12252" y="35802"/>
                    <a:pt x="6942" y="38088"/>
                    <a:pt x="2191" y="40493"/>
                  </a:cubicBezTo>
                  <a:lnTo>
                    <a:pt x="2179" y="40934"/>
                  </a:lnTo>
                  <a:cubicBezTo>
                    <a:pt x="10097" y="36910"/>
                    <a:pt x="19420" y="33278"/>
                    <a:pt x="29885" y="30147"/>
                  </a:cubicBezTo>
                  <a:lnTo>
                    <a:pt x="29885" y="30147"/>
                  </a:lnTo>
                  <a:cubicBezTo>
                    <a:pt x="28111" y="39386"/>
                    <a:pt x="26885" y="48911"/>
                    <a:pt x="26266" y="58627"/>
                  </a:cubicBezTo>
                  <a:cubicBezTo>
                    <a:pt x="23480" y="58948"/>
                    <a:pt x="20765" y="59270"/>
                    <a:pt x="18134" y="59615"/>
                  </a:cubicBezTo>
                  <a:cubicBezTo>
                    <a:pt x="11621" y="60460"/>
                    <a:pt x="5763" y="61365"/>
                    <a:pt x="584" y="62329"/>
                  </a:cubicBezTo>
                  <a:cubicBezTo>
                    <a:pt x="596" y="62389"/>
                    <a:pt x="596" y="62460"/>
                    <a:pt x="608" y="62520"/>
                  </a:cubicBezTo>
                  <a:cubicBezTo>
                    <a:pt x="7942" y="61163"/>
                    <a:pt x="16574" y="59924"/>
                    <a:pt x="26254" y="58841"/>
                  </a:cubicBezTo>
                  <a:lnTo>
                    <a:pt x="26254" y="58841"/>
                  </a:lnTo>
                  <a:cubicBezTo>
                    <a:pt x="25944" y="63794"/>
                    <a:pt x="25777" y="68794"/>
                    <a:pt x="25777" y="73843"/>
                  </a:cubicBezTo>
                  <a:cubicBezTo>
                    <a:pt x="25777" y="78879"/>
                    <a:pt x="25944" y="83880"/>
                    <a:pt x="26254" y="88833"/>
                  </a:cubicBezTo>
                  <a:cubicBezTo>
                    <a:pt x="17014" y="87797"/>
                    <a:pt x="8740" y="86618"/>
                    <a:pt x="1620" y="85332"/>
                  </a:cubicBezTo>
                  <a:cubicBezTo>
                    <a:pt x="1620" y="85404"/>
                    <a:pt x="1620" y="85475"/>
                    <a:pt x="1620" y="85535"/>
                  </a:cubicBezTo>
                  <a:cubicBezTo>
                    <a:pt x="6537" y="86428"/>
                    <a:pt x="12050" y="87273"/>
                    <a:pt x="18134" y="88059"/>
                  </a:cubicBezTo>
                  <a:cubicBezTo>
                    <a:pt x="20765" y="88404"/>
                    <a:pt x="23480" y="88726"/>
                    <a:pt x="26266" y="89047"/>
                  </a:cubicBezTo>
                  <a:cubicBezTo>
                    <a:pt x="26885" y="98762"/>
                    <a:pt x="28099" y="108287"/>
                    <a:pt x="29885" y="117527"/>
                  </a:cubicBezTo>
                  <a:cubicBezTo>
                    <a:pt x="18824" y="114217"/>
                    <a:pt x="9037" y="110359"/>
                    <a:pt x="846" y="106049"/>
                  </a:cubicBezTo>
                  <a:lnTo>
                    <a:pt x="846" y="106049"/>
                  </a:lnTo>
                  <a:cubicBezTo>
                    <a:pt x="858" y="106204"/>
                    <a:pt x="870" y="106359"/>
                    <a:pt x="881" y="106513"/>
                  </a:cubicBezTo>
                  <a:cubicBezTo>
                    <a:pt x="5977" y="109169"/>
                    <a:pt x="11716" y="111669"/>
                    <a:pt x="18086" y="114014"/>
                  </a:cubicBezTo>
                  <a:cubicBezTo>
                    <a:pt x="21884" y="115407"/>
                    <a:pt x="25849" y="116717"/>
                    <a:pt x="29968" y="117955"/>
                  </a:cubicBezTo>
                  <a:cubicBezTo>
                    <a:pt x="31850" y="127611"/>
                    <a:pt x="34350" y="136946"/>
                    <a:pt x="37446" y="145852"/>
                  </a:cubicBezTo>
                  <a:cubicBezTo>
                    <a:pt x="37600" y="145840"/>
                    <a:pt x="37767" y="145840"/>
                    <a:pt x="37934" y="145828"/>
                  </a:cubicBezTo>
                  <a:cubicBezTo>
                    <a:pt x="34862" y="136981"/>
                    <a:pt x="32362" y="127706"/>
                    <a:pt x="30480" y="118098"/>
                  </a:cubicBezTo>
                  <a:lnTo>
                    <a:pt x="30480" y="118098"/>
                  </a:lnTo>
                  <a:cubicBezTo>
                    <a:pt x="43589" y="121992"/>
                    <a:pt x="58198" y="125028"/>
                    <a:pt x="73783" y="127135"/>
                  </a:cubicBezTo>
                  <a:cubicBezTo>
                    <a:pt x="74653" y="133600"/>
                    <a:pt x="75688" y="139910"/>
                    <a:pt x="76879" y="146006"/>
                  </a:cubicBezTo>
                  <a:cubicBezTo>
                    <a:pt x="77010" y="146006"/>
                    <a:pt x="77141" y="146018"/>
                    <a:pt x="77272" y="146018"/>
                  </a:cubicBezTo>
                  <a:cubicBezTo>
                    <a:pt x="76093" y="139970"/>
                    <a:pt x="75046" y="133683"/>
                    <a:pt x="74164" y="127183"/>
                  </a:cubicBezTo>
                  <a:lnTo>
                    <a:pt x="74164" y="127183"/>
                  </a:lnTo>
                  <a:cubicBezTo>
                    <a:pt x="85154" y="128659"/>
                    <a:pt x="96608" y="129659"/>
                    <a:pt x="108371" y="130183"/>
                  </a:cubicBezTo>
                  <a:cubicBezTo>
                    <a:pt x="108657" y="135850"/>
                    <a:pt x="108990" y="141375"/>
                    <a:pt x="109371" y="146733"/>
                  </a:cubicBezTo>
                  <a:cubicBezTo>
                    <a:pt x="109443" y="146745"/>
                    <a:pt x="109514" y="146745"/>
                    <a:pt x="109586" y="146756"/>
                  </a:cubicBezTo>
                  <a:cubicBezTo>
                    <a:pt x="109205" y="141411"/>
                    <a:pt x="108883" y="135886"/>
                    <a:pt x="108585" y="130195"/>
                  </a:cubicBezTo>
                  <a:lnTo>
                    <a:pt x="108585" y="130195"/>
                  </a:lnTo>
                  <a:cubicBezTo>
                    <a:pt x="114681" y="130457"/>
                    <a:pt x="120849" y="130600"/>
                    <a:pt x="127076" y="130600"/>
                  </a:cubicBezTo>
                  <a:cubicBezTo>
                    <a:pt x="133303" y="130600"/>
                    <a:pt x="139470" y="130457"/>
                    <a:pt x="145554" y="130195"/>
                  </a:cubicBezTo>
                  <a:lnTo>
                    <a:pt x="145554" y="130195"/>
                  </a:lnTo>
                  <a:cubicBezTo>
                    <a:pt x="145328" y="134815"/>
                    <a:pt x="145066" y="139327"/>
                    <a:pt x="144769" y="143720"/>
                  </a:cubicBezTo>
                  <a:cubicBezTo>
                    <a:pt x="144828" y="143851"/>
                    <a:pt x="144888" y="143994"/>
                    <a:pt x="144959" y="144161"/>
                  </a:cubicBezTo>
                  <a:cubicBezTo>
                    <a:pt x="145257" y="139613"/>
                    <a:pt x="145531" y="134945"/>
                    <a:pt x="145781" y="130183"/>
                  </a:cubicBezTo>
                  <a:cubicBezTo>
                    <a:pt x="157544" y="129671"/>
                    <a:pt x="168998" y="128659"/>
                    <a:pt x="179975" y="127183"/>
                  </a:cubicBezTo>
                  <a:lnTo>
                    <a:pt x="179975" y="127183"/>
                  </a:lnTo>
                  <a:cubicBezTo>
                    <a:pt x="179106" y="133588"/>
                    <a:pt x="178094" y="139791"/>
                    <a:pt x="176927" y="145756"/>
                  </a:cubicBezTo>
                  <a:lnTo>
                    <a:pt x="177034" y="145756"/>
                  </a:lnTo>
                  <a:cubicBezTo>
                    <a:pt x="177142" y="145697"/>
                    <a:pt x="177249" y="145625"/>
                    <a:pt x="177356" y="145566"/>
                  </a:cubicBezTo>
                  <a:cubicBezTo>
                    <a:pt x="178511" y="139601"/>
                    <a:pt x="179511" y="133445"/>
                    <a:pt x="180368" y="127135"/>
                  </a:cubicBezTo>
                  <a:cubicBezTo>
                    <a:pt x="195953" y="125028"/>
                    <a:pt x="210551" y="121992"/>
                    <a:pt x="223671" y="118098"/>
                  </a:cubicBezTo>
                  <a:lnTo>
                    <a:pt x="223671" y="118098"/>
                  </a:lnTo>
                  <a:cubicBezTo>
                    <a:pt x="221814" y="127599"/>
                    <a:pt x="219337" y="136791"/>
                    <a:pt x="216301" y="145554"/>
                  </a:cubicBezTo>
                  <a:lnTo>
                    <a:pt x="216801" y="145554"/>
                  </a:lnTo>
                  <a:cubicBezTo>
                    <a:pt x="219849" y="136743"/>
                    <a:pt x="222326" y="127504"/>
                    <a:pt x="224183" y="117943"/>
                  </a:cubicBezTo>
                  <a:cubicBezTo>
                    <a:pt x="228291" y="116717"/>
                    <a:pt x="232268" y="115407"/>
                    <a:pt x="236066" y="114002"/>
                  </a:cubicBezTo>
                  <a:cubicBezTo>
                    <a:pt x="249877" y="108930"/>
                    <a:pt x="260747" y="103073"/>
                    <a:pt x="268367" y="96679"/>
                  </a:cubicBezTo>
                  <a:cubicBezTo>
                    <a:pt x="268391" y="96476"/>
                    <a:pt x="268427" y="96286"/>
                    <a:pt x="268451" y="96084"/>
                  </a:cubicBezTo>
                  <a:lnTo>
                    <a:pt x="268451" y="96084"/>
                  </a:lnTo>
                  <a:cubicBezTo>
                    <a:pt x="258592" y="104477"/>
                    <a:pt x="243317" y="111824"/>
                    <a:pt x="224267" y="117527"/>
                  </a:cubicBezTo>
                  <a:cubicBezTo>
                    <a:pt x="226041" y="108287"/>
                    <a:pt x="227267" y="98762"/>
                    <a:pt x="227886" y="89047"/>
                  </a:cubicBezTo>
                  <a:cubicBezTo>
                    <a:pt x="230672" y="88726"/>
                    <a:pt x="233387" y="88404"/>
                    <a:pt x="236018" y="88059"/>
                  </a:cubicBezTo>
                  <a:cubicBezTo>
                    <a:pt x="248770" y="86404"/>
                    <a:pt x="259009" y="84511"/>
                    <a:pt x="266510" y="82451"/>
                  </a:cubicBezTo>
                  <a:cubicBezTo>
                    <a:pt x="266510" y="82379"/>
                    <a:pt x="266510" y="82308"/>
                    <a:pt x="266510" y="82249"/>
                  </a:cubicBezTo>
                  <a:cubicBezTo>
                    <a:pt x="257306" y="84773"/>
                    <a:pt x="244079" y="87023"/>
                    <a:pt x="227898" y="88833"/>
                  </a:cubicBezTo>
                  <a:cubicBezTo>
                    <a:pt x="228208" y="83880"/>
                    <a:pt x="228362" y="78867"/>
                    <a:pt x="228362" y="73831"/>
                  </a:cubicBezTo>
                  <a:cubicBezTo>
                    <a:pt x="228362" y="68794"/>
                    <a:pt x="228208" y="63782"/>
                    <a:pt x="227898" y="58829"/>
                  </a:cubicBezTo>
                  <a:lnTo>
                    <a:pt x="227898" y="58829"/>
                  </a:lnTo>
                  <a:cubicBezTo>
                    <a:pt x="244519" y="60698"/>
                    <a:pt x="258009" y="63008"/>
                    <a:pt x="267248" y="65627"/>
                  </a:cubicBezTo>
                  <a:cubicBezTo>
                    <a:pt x="267248" y="65556"/>
                    <a:pt x="267260" y="65496"/>
                    <a:pt x="267260" y="65425"/>
                  </a:cubicBezTo>
                  <a:cubicBezTo>
                    <a:pt x="259711" y="63282"/>
                    <a:pt x="249210" y="61317"/>
                    <a:pt x="236018" y="59603"/>
                  </a:cubicBezTo>
                  <a:cubicBezTo>
                    <a:pt x="233387" y="59270"/>
                    <a:pt x="230672" y="58936"/>
                    <a:pt x="227886" y="58627"/>
                  </a:cubicBezTo>
                  <a:cubicBezTo>
                    <a:pt x="227267" y="48899"/>
                    <a:pt x="226041" y="39374"/>
                    <a:pt x="224267" y="30135"/>
                  </a:cubicBezTo>
                  <a:lnTo>
                    <a:pt x="224267" y="30135"/>
                  </a:lnTo>
                  <a:cubicBezTo>
                    <a:pt x="243650" y="35945"/>
                    <a:pt x="259116" y="43446"/>
                    <a:pt x="268963" y="52019"/>
                  </a:cubicBezTo>
                  <a:cubicBezTo>
                    <a:pt x="268986" y="51864"/>
                    <a:pt x="269010" y="51709"/>
                    <a:pt x="269046" y="51566"/>
                  </a:cubicBezTo>
                  <a:cubicBezTo>
                    <a:pt x="261390" y="44946"/>
                    <a:pt x="250294" y="38886"/>
                    <a:pt x="236066" y="33659"/>
                  </a:cubicBezTo>
                  <a:cubicBezTo>
                    <a:pt x="232268" y="32266"/>
                    <a:pt x="228291" y="30945"/>
                    <a:pt x="224183" y="29718"/>
                  </a:cubicBezTo>
                  <a:cubicBezTo>
                    <a:pt x="222338" y="20277"/>
                    <a:pt x="219909" y="11133"/>
                    <a:pt x="216908" y="2417"/>
                  </a:cubicBezTo>
                  <a:cubicBezTo>
                    <a:pt x="216766" y="2513"/>
                    <a:pt x="216635" y="2620"/>
                    <a:pt x="216504" y="2715"/>
                  </a:cubicBezTo>
                  <a:cubicBezTo>
                    <a:pt x="219456" y="11299"/>
                    <a:pt x="221850" y="20277"/>
                    <a:pt x="223671" y="29563"/>
                  </a:cubicBezTo>
                  <a:cubicBezTo>
                    <a:pt x="210551" y="25682"/>
                    <a:pt x="195953" y="22646"/>
                    <a:pt x="180368" y="20539"/>
                  </a:cubicBezTo>
                  <a:cubicBezTo>
                    <a:pt x="179416" y="13490"/>
                    <a:pt x="178273" y="6644"/>
                    <a:pt x="176951" y="36"/>
                  </a:cubicBezTo>
                  <a:cubicBezTo>
                    <a:pt x="176820" y="24"/>
                    <a:pt x="176689" y="12"/>
                    <a:pt x="176558" y="0"/>
                  </a:cubicBezTo>
                  <a:close/>
                </a:path>
              </a:pathLst>
            </a:custGeom>
            <a:solidFill>
              <a:srgbClr val="E3C98E">
                <a:alpha val="246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8" name="Google Shape;298;p29"/>
          <p:cNvSpPr txBox="1"/>
          <p:nvPr>
            <p:ph type="title"/>
          </p:nvPr>
        </p:nvSpPr>
        <p:spPr>
          <a:xfrm>
            <a:off x="1215300" y="1094175"/>
            <a:ext cx="3556800" cy="181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99" name="Google Shape;299;p29"/>
          <p:cNvSpPr txBox="1"/>
          <p:nvPr>
            <p:ph idx="1" type="subTitle"/>
          </p:nvPr>
        </p:nvSpPr>
        <p:spPr>
          <a:xfrm>
            <a:off x="1215300" y="2933025"/>
            <a:ext cx="3556800" cy="11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0" name="Google Shape;300;p29"/>
          <p:cNvSpPr/>
          <p:nvPr>
            <p:ph idx="2" type="pic"/>
          </p:nvPr>
        </p:nvSpPr>
        <p:spPr>
          <a:xfrm>
            <a:off x="4893225" y="1200150"/>
            <a:ext cx="2812500" cy="2610000"/>
          </a:xfrm>
          <a:prstGeom prst="ellipse">
            <a:avLst/>
          </a:prstGeom>
          <a:noFill/>
          <a:ln>
            <a:noFill/>
          </a:ln>
        </p:spPr>
      </p:sp>
      <p:grpSp>
        <p:nvGrpSpPr>
          <p:cNvPr id="301" name="Google Shape;301;p29"/>
          <p:cNvGrpSpPr/>
          <p:nvPr/>
        </p:nvGrpSpPr>
        <p:grpSpPr>
          <a:xfrm>
            <a:off x="153433" y="3969798"/>
            <a:ext cx="1448589" cy="1096968"/>
            <a:chOff x="153433" y="3969798"/>
            <a:chExt cx="1448589" cy="1096968"/>
          </a:xfrm>
        </p:grpSpPr>
        <p:sp>
          <p:nvSpPr>
            <p:cNvPr id="302" name="Google Shape;302;p29"/>
            <p:cNvSpPr/>
            <p:nvPr/>
          </p:nvSpPr>
          <p:spPr>
            <a:xfrm>
              <a:off x="522837" y="4953024"/>
              <a:ext cx="709800" cy="54900"/>
            </a:xfrm>
            <a:prstGeom prst="ellipse">
              <a:avLst/>
            </a:prstGeom>
            <a:solidFill>
              <a:srgbClr val="033342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03" name="Google Shape;303;p29"/>
            <p:cNvGrpSpPr/>
            <p:nvPr/>
          </p:nvGrpSpPr>
          <p:grpSpPr>
            <a:xfrm>
              <a:off x="153433" y="3969798"/>
              <a:ext cx="1448589" cy="1096968"/>
              <a:chOff x="3321225" y="6290500"/>
              <a:chExt cx="645050" cy="488475"/>
            </a:xfrm>
          </p:grpSpPr>
          <p:sp>
            <p:nvSpPr>
              <p:cNvPr id="304" name="Google Shape;304;p29"/>
              <p:cNvSpPr/>
              <p:nvPr/>
            </p:nvSpPr>
            <p:spPr>
              <a:xfrm>
                <a:off x="3321225" y="6290500"/>
                <a:ext cx="645050" cy="488475"/>
              </a:xfrm>
              <a:custGeom>
                <a:rect b="b" l="l" r="r" t="t"/>
                <a:pathLst>
                  <a:path extrusionOk="0" h="19539" w="25802">
                    <a:moveTo>
                      <a:pt x="16824" y="0"/>
                    </a:moveTo>
                    <a:lnTo>
                      <a:pt x="11752" y="5001"/>
                    </a:lnTo>
                    <a:lnTo>
                      <a:pt x="4883" y="2405"/>
                    </a:lnTo>
                    <a:lnTo>
                      <a:pt x="1" y="6513"/>
                    </a:lnTo>
                    <a:lnTo>
                      <a:pt x="3859" y="19538"/>
                    </a:lnTo>
                    <a:lnTo>
                      <a:pt x="9050" y="15919"/>
                    </a:lnTo>
                    <a:lnTo>
                      <a:pt x="15681" y="18264"/>
                    </a:lnTo>
                    <a:lnTo>
                      <a:pt x="19896" y="14050"/>
                    </a:lnTo>
                    <a:lnTo>
                      <a:pt x="25802" y="16038"/>
                    </a:lnTo>
                    <a:lnTo>
                      <a:pt x="23337" y="1751"/>
                    </a:lnTo>
                    <a:lnTo>
                      <a:pt x="1682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" name="Google Shape;305;p29"/>
              <p:cNvSpPr/>
              <p:nvPr/>
            </p:nvSpPr>
            <p:spPr>
              <a:xfrm>
                <a:off x="3356350" y="6321150"/>
                <a:ext cx="591775" cy="436100"/>
              </a:xfrm>
              <a:custGeom>
                <a:rect b="b" l="l" r="r" t="t"/>
                <a:pathLst>
                  <a:path extrusionOk="0" h="17444" w="23671">
                    <a:moveTo>
                      <a:pt x="14872" y="1"/>
                    </a:moveTo>
                    <a:lnTo>
                      <a:pt x="10383" y="4263"/>
                    </a:lnTo>
                    <a:lnTo>
                      <a:pt x="9585" y="3977"/>
                    </a:lnTo>
                    <a:lnTo>
                      <a:pt x="5002" y="4858"/>
                    </a:lnTo>
                    <a:lnTo>
                      <a:pt x="4347" y="4358"/>
                    </a:lnTo>
                    <a:lnTo>
                      <a:pt x="1" y="7918"/>
                    </a:lnTo>
                    <a:lnTo>
                      <a:pt x="2823" y="17443"/>
                    </a:lnTo>
                    <a:lnTo>
                      <a:pt x="7454" y="14002"/>
                    </a:lnTo>
                    <a:lnTo>
                      <a:pt x="9121" y="14657"/>
                    </a:lnTo>
                    <a:lnTo>
                      <a:pt x="18229" y="12455"/>
                    </a:lnTo>
                    <a:lnTo>
                      <a:pt x="18396" y="12276"/>
                    </a:lnTo>
                    <a:lnTo>
                      <a:pt x="23671" y="13693"/>
                    </a:lnTo>
                    <a:lnTo>
                      <a:pt x="22658" y="8025"/>
                    </a:lnTo>
                    <a:cubicBezTo>
                      <a:pt x="22635" y="8014"/>
                      <a:pt x="22599" y="8002"/>
                      <a:pt x="22575" y="7990"/>
                    </a:cubicBezTo>
                    <a:lnTo>
                      <a:pt x="20623" y="2346"/>
                    </a:lnTo>
                    <a:lnTo>
                      <a:pt x="16646" y="1263"/>
                    </a:lnTo>
                    <a:lnTo>
                      <a:pt x="1487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" name="Google Shape;306;p29"/>
              <p:cNvSpPr/>
              <p:nvPr/>
            </p:nvSpPr>
            <p:spPr>
              <a:xfrm>
                <a:off x="3584375" y="6505575"/>
                <a:ext cx="229800" cy="230525"/>
              </a:xfrm>
              <a:custGeom>
                <a:rect b="b" l="l" r="r" t="t"/>
                <a:pathLst>
                  <a:path extrusionOk="0" h="9221" w="9192">
                    <a:moveTo>
                      <a:pt x="5374" y="1"/>
                    </a:moveTo>
                    <a:cubicBezTo>
                      <a:pt x="4795" y="1"/>
                      <a:pt x="4238" y="65"/>
                      <a:pt x="3786" y="160"/>
                    </a:cubicBezTo>
                    <a:cubicBezTo>
                      <a:pt x="2739" y="375"/>
                      <a:pt x="1322" y="827"/>
                      <a:pt x="834" y="1887"/>
                    </a:cubicBezTo>
                    <a:cubicBezTo>
                      <a:pt x="536" y="2482"/>
                      <a:pt x="476" y="3089"/>
                      <a:pt x="1226" y="3184"/>
                    </a:cubicBezTo>
                    <a:cubicBezTo>
                      <a:pt x="1281" y="3190"/>
                      <a:pt x="1338" y="3192"/>
                      <a:pt x="1398" y="3192"/>
                    </a:cubicBezTo>
                    <a:cubicBezTo>
                      <a:pt x="1665" y="3192"/>
                      <a:pt x="1977" y="3145"/>
                      <a:pt x="2275" y="3145"/>
                    </a:cubicBezTo>
                    <a:cubicBezTo>
                      <a:pt x="2605" y="3145"/>
                      <a:pt x="2916" y="3203"/>
                      <a:pt x="3131" y="3446"/>
                    </a:cubicBezTo>
                    <a:cubicBezTo>
                      <a:pt x="3524" y="3899"/>
                      <a:pt x="3131" y="4804"/>
                      <a:pt x="2703" y="5113"/>
                    </a:cubicBezTo>
                    <a:cubicBezTo>
                      <a:pt x="2498" y="5269"/>
                      <a:pt x="2307" y="5338"/>
                      <a:pt x="2133" y="5338"/>
                    </a:cubicBezTo>
                    <a:cubicBezTo>
                      <a:pt x="1802" y="5338"/>
                      <a:pt x="1538" y="5083"/>
                      <a:pt x="1381" y="4685"/>
                    </a:cubicBezTo>
                    <a:cubicBezTo>
                      <a:pt x="1278" y="4376"/>
                      <a:pt x="1183" y="4154"/>
                      <a:pt x="1087" y="4154"/>
                    </a:cubicBezTo>
                    <a:cubicBezTo>
                      <a:pt x="1016" y="4154"/>
                      <a:pt x="945" y="4273"/>
                      <a:pt x="869" y="4566"/>
                    </a:cubicBezTo>
                    <a:cubicBezTo>
                      <a:pt x="667" y="5292"/>
                      <a:pt x="488" y="6471"/>
                      <a:pt x="0" y="7268"/>
                    </a:cubicBezTo>
                    <a:lnTo>
                      <a:pt x="5001" y="9221"/>
                    </a:lnTo>
                    <a:lnTo>
                      <a:pt x="9108" y="5078"/>
                    </a:lnTo>
                    <a:cubicBezTo>
                      <a:pt x="9120" y="4947"/>
                      <a:pt x="9120" y="4816"/>
                      <a:pt x="9132" y="4685"/>
                    </a:cubicBezTo>
                    <a:cubicBezTo>
                      <a:pt x="9156" y="3637"/>
                      <a:pt x="9192" y="2161"/>
                      <a:pt x="8561" y="1220"/>
                    </a:cubicBezTo>
                    <a:cubicBezTo>
                      <a:pt x="7944" y="296"/>
                      <a:pt x="6610" y="1"/>
                      <a:pt x="537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" name="Google Shape;307;p29"/>
              <p:cNvSpPr/>
              <p:nvPr/>
            </p:nvSpPr>
            <p:spPr>
              <a:xfrm>
                <a:off x="3338200" y="6368175"/>
                <a:ext cx="257800" cy="298275"/>
              </a:xfrm>
              <a:custGeom>
                <a:rect b="b" l="l" r="r" t="t"/>
                <a:pathLst>
                  <a:path extrusionOk="0" h="11931" w="10312">
                    <a:moveTo>
                      <a:pt x="4251" y="1"/>
                    </a:moveTo>
                    <a:lnTo>
                      <a:pt x="1" y="3573"/>
                    </a:lnTo>
                    <a:lnTo>
                      <a:pt x="727" y="6037"/>
                    </a:lnTo>
                    <a:cubicBezTo>
                      <a:pt x="1040" y="5956"/>
                      <a:pt x="1370" y="5911"/>
                      <a:pt x="1681" y="5911"/>
                    </a:cubicBezTo>
                    <a:cubicBezTo>
                      <a:pt x="2279" y="5911"/>
                      <a:pt x="2805" y="6078"/>
                      <a:pt x="3001" y="6478"/>
                    </a:cubicBezTo>
                    <a:cubicBezTo>
                      <a:pt x="3144" y="6775"/>
                      <a:pt x="2787" y="7895"/>
                      <a:pt x="3120" y="8038"/>
                    </a:cubicBezTo>
                    <a:cubicBezTo>
                      <a:pt x="3149" y="8055"/>
                      <a:pt x="3177" y="8063"/>
                      <a:pt x="3203" y="8063"/>
                    </a:cubicBezTo>
                    <a:cubicBezTo>
                      <a:pt x="3554" y="8063"/>
                      <a:pt x="3669" y="6607"/>
                      <a:pt x="3692" y="6418"/>
                    </a:cubicBezTo>
                    <a:cubicBezTo>
                      <a:pt x="3870" y="5537"/>
                      <a:pt x="4263" y="4728"/>
                      <a:pt x="5204" y="4489"/>
                    </a:cubicBezTo>
                    <a:cubicBezTo>
                      <a:pt x="5357" y="4448"/>
                      <a:pt x="5534" y="4424"/>
                      <a:pt x="5716" y="4424"/>
                    </a:cubicBezTo>
                    <a:cubicBezTo>
                      <a:pt x="6213" y="4424"/>
                      <a:pt x="6744" y="4599"/>
                      <a:pt x="6918" y="5061"/>
                    </a:cubicBezTo>
                    <a:cubicBezTo>
                      <a:pt x="7156" y="5728"/>
                      <a:pt x="6311" y="6323"/>
                      <a:pt x="5954" y="6775"/>
                    </a:cubicBezTo>
                    <a:cubicBezTo>
                      <a:pt x="5287" y="7502"/>
                      <a:pt x="4596" y="8526"/>
                      <a:pt x="4299" y="9466"/>
                    </a:cubicBezTo>
                    <a:cubicBezTo>
                      <a:pt x="3852" y="10818"/>
                      <a:pt x="4532" y="11931"/>
                      <a:pt x="5736" y="11931"/>
                    </a:cubicBezTo>
                    <a:cubicBezTo>
                      <a:pt x="6007" y="11931"/>
                      <a:pt x="6304" y="11875"/>
                      <a:pt x="6620" y="11752"/>
                    </a:cubicBezTo>
                    <a:cubicBezTo>
                      <a:pt x="8371" y="11086"/>
                      <a:pt x="8275" y="9192"/>
                      <a:pt x="8275" y="7597"/>
                    </a:cubicBezTo>
                    <a:cubicBezTo>
                      <a:pt x="8275" y="6752"/>
                      <a:pt x="8240" y="5906"/>
                      <a:pt x="8549" y="5120"/>
                    </a:cubicBezTo>
                    <a:cubicBezTo>
                      <a:pt x="8823" y="4430"/>
                      <a:pt x="9359" y="3942"/>
                      <a:pt x="9752" y="3311"/>
                    </a:cubicBezTo>
                    <a:cubicBezTo>
                      <a:pt x="10002" y="2930"/>
                      <a:pt x="10180" y="2513"/>
                      <a:pt x="10311" y="2096"/>
                    </a:cubicBezTo>
                    <a:lnTo>
                      <a:pt x="425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" name="Google Shape;308;p29"/>
              <p:cNvSpPr/>
              <p:nvPr/>
            </p:nvSpPr>
            <p:spPr>
              <a:xfrm>
                <a:off x="3682900" y="6303300"/>
                <a:ext cx="239925" cy="227075"/>
              </a:xfrm>
              <a:custGeom>
                <a:rect b="b" l="l" r="r" t="t"/>
                <a:pathLst>
                  <a:path extrusionOk="0" h="9083" w="9597">
                    <a:moveTo>
                      <a:pt x="2572" y="0"/>
                    </a:moveTo>
                    <a:lnTo>
                      <a:pt x="1810" y="715"/>
                    </a:lnTo>
                    <a:cubicBezTo>
                      <a:pt x="1774" y="917"/>
                      <a:pt x="1643" y="1108"/>
                      <a:pt x="1453" y="1358"/>
                    </a:cubicBezTo>
                    <a:cubicBezTo>
                      <a:pt x="822" y="2131"/>
                      <a:pt x="0" y="3072"/>
                      <a:pt x="1000" y="3917"/>
                    </a:cubicBezTo>
                    <a:cubicBezTo>
                      <a:pt x="1417" y="4282"/>
                      <a:pt x="1934" y="4464"/>
                      <a:pt x="2479" y="4464"/>
                    </a:cubicBezTo>
                    <a:cubicBezTo>
                      <a:pt x="2557" y="4464"/>
                      <a:pt x="2636" y="4461"/>
                      <a:pt x="2715" y="4453"/>
                    </a:cubicBezTo>
                    <a:cubicBezTo>
                      <a:pt x="3596" y="4370"/>
                      <a:pt x="3322" y="4036"/>
                      <a:pt x="3500" y="3405"/>
                    </a:cubicBezTo>
                    <a:cubicBezTo>
                      <a:pt x="3620" y="3024"/>
                      <a:pt x="3940" y="2934"/>
                      <a:pt x="4295" y="2934"/>
                    </a:cubicBezTo>
                    <a:cubicBezTo>
                      <a:pt x="4473" y="2934"/>
                      <a:pt x="4659" y="2957"/>
                      <a:pt x="4834" y="2977"/>
                    </a:cubicBezTo>
                    <a:cubicBezTo>
                      <a:pt x="5429" y="3096"/>
                      <a:pt x="5977" y="3167"/>
                      <a:pt x="5798" y="3822"/>
                    </a:cubicBezTo>
                    <a:cubicBezTo>
                      <a:pt x="5548" y="4763"/>
                      <a:pt x="5036" y="5632"/>
                      <a:pt x="4739" y="6537"/>
                    </a:cubicBezTo>
                    <a:cubicBezTo>
                      <a:pt x="4251" y="7894"/>
                      <a:pt x="5036" y="8442"/>
                      <a:pt x="6215" y="8894"/>
                    </a:cubicBezTo>
                    <a:cubicBezTo>
                      <a:pt x="6455" y="8970"/>
                      <a:pt x="6796" y="9083"/>
                      <a:pt x="7092" y="9083"/>
                    </a:cubicBezTo>
                    <a:cubicBezTo>
                      <a:pt x="7353" y="9083"/>
                      <a:pt x="7578" y="8995"/>
                      <a:pt x="7668" y="8716"/>
                    </a:cubicBezTo>
                    <a:cubicBezTo>
                      <a:pt x="7811" y="8323"/>
                      <a:pt x="7394" y="7715"/>
                      <a:pt x="7215" y="7382"/>
                    </a:cubicBezTo>
                    <a:cubicBezTo>
                      <a:pt x="6903" y="6791"/>
                      <a:pt x="6215" y="5011"/>
                      <a:pt x="7419" y="5011"/>
                    </a:cubicBezTo>
                    <a:cubicBezTo>
                      <a:pt x="7500" y="5011"/>
                      <a:pt x="7591" y="5019"/>
                      <a:pt x="7691" y="5037"/>
                    </a:cubicBezTo>
                    <a:cubicBezTo>
                      <a:pt x="8596" y="5179"/>
                      <a:pt x="7632" y="6965"/>
                      <a:pt x="8120" y="7656"/>
                    </a:cubicBezTo>
                    <a:cubicBezTo>
                      <a:pt x="8501" y="8192"/>
                      <a:pt x="9013" y="8537"/>
                      <a:pt x="9596" y="8739"/>
                    </a:cubicBezTo>
                    <a:lnTo>
                      <a:pt x="8323" y="1655"/>
                    </a:lnTo>
                    <a:lnTo>
                      <a:pt x="257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" name="Google Shape;309;p29"/>
              <p:cNvSpPr/>
              <p:nvPr/>
            </p:nvSpPr>
            <p:spPr>
              <a:xfrm>
                <a:off x="3355475" y="6296150"/>
                <a:ext cx="581050" cy="443825"/>
              </a:xfrm>
              <a:custGeom>
                <a:rect b="b" l="l" r="r" t="t"/>
                <a:pathLst>
                  <a:path extrusionOk="0" h="17753" w="23242">
                    <a:moveTo>
                      <a:pt x="16371" y="3775"/>
                    </a:moveTo>
                    <a:lnTo>
                      <a:pt x="17538" y="9156"/>
                    </a:lnTo>
                    <a:lnTo>
                      <a:pt x="12752" y="12716"/>
                    </a:lnTo>
                    <a:lnTo>
                      <a:pt x="11263" y="7692"/>
                    </a:lnTo>
                    <a:lnTo>
                      <a:pt x="16371" y="3775"/>
                    </a:lnTo>
                    <a:close/>
                    <a:moveTo>
                      <a:pt x="4703" y="6097"/>
                    </a:moveTo>
                    <a:lnTo>
                      <a:pt x="11144" y="7716"/>
                    </a:lnTo>
                    <a:lnTo>
                      <a:pt x="12633" y="12728"/>
                    </a:lnTo>
                    <a:lnTo>
                      <a:pt x="12633" y="12728"/>
                    </a:lnTo>
                    <a:lnTo>
                      <a:pt x="6299" y="11061"/>
                    </a:lnTo>
                    <a:lnTo>
                      <a:pt x="4703" y="6097"/>
                    </a:lnTo>
                    <a:close/>
                    <a:moveTo>
                      <a:pt x="15669" y="1"/>
                    </a:moveTo>
                    <a:lnTo>
                      <a:pt x="15550" y="24"/>
                    </a:lnTo>
                    <a:lnTo>
                      <a:pt x="16347" y="3644"/>
                    </a:lnTo>
                    <a:lnTo>
                      <a:pt x="11228" y="7573"/>
                    </a:lnTo>
                    <a:lnTo>
                      <a:pt x="10442" y="4954"/>
                    </a:lnTo>
                    <a:lnTo>
                      <a:pt x="10335" y="4989"/>
                    </a:lnTo>
                    <a:lnTo>
                      <a:pt x="11097" y="7585"/>
                    </a:lnTo>
                    <a:lnTo>
                      <a:pt x="4656" y="5966"/>
                    </a:lnTo>
                    <a:lnTo>
                      <a:pt x="3584" y="2620"/>
                    </a:lnTo>
                    <a:lnTo>
                      <a:pt x="3477" y="2668"/>
                    </a:lnTo>
                    <a:lnTo>
                      <a:pt x="4548" y="5989"/>
                    </a:lnTo>
                    <a:lnTo>
                      <a:pt x="0" y="9776"/>
                    </a:lnTo>
                    <a:lnTo>
                      <a:pt x="72" y="9871"/>
                    </a:lnTo>
                    <a:lnTo>
                      <a:pt x="4584" y="6120"/>
                    </a:lnTo>
                    <a:lnTo>
                      <a:pt x="6180" y="11085"/>
                    </a:lnTo>
                    <a:lnTo>
                      <a:pt x="1369" y="14478"/>
                    </a:lnTo>
                    <a:lnTo>
                      <a:pt x="1441" y="14586"/>
                    </a:lnTo>
                    <a:lnTo>
                      <a:pt x="6215" y="11204"/>
                    </a:lnTo>
                    <a:lnTo>
                      <a:pt x="7561" y="15383"/>
                    </a:lnTo>
                    <a:lnTo>
                      <a:pt x="7668" y="15348"/>
                    </a:lnTo>
                    <a:lnTo>
                      <a:pt x="6334" y="11192"/>
                    </a:lnTo>
                    <a:lnTo>
                      <a:pt x="12668" y="12871"/>
                    </a:lnTo>
                    <a:lnTo>
                      <a:pt x="14133" y="17753"/>
                    </a:lnTo>
                    <a:lnTo>
                      <a:pt x="14240" y="17729"/>
                    </a:lnTo>
                    <a:lnTo>
                      <a:pt x="12787" y="12847"/>
                    </a:lnTo>
                    <a:lnTo>
                      <a:pt x="17574" y="9287"/>
                    </a:lnTo>
                    <a:lnTo>
                      <a:pt x="18514" y="13586"/>
                    </a:lnTo>
                    <a:lnTo>
                      <a:pt x="18622" y="13562"/>
                    </a:lnTo>
                    <a:lnTo>
                      <a:pt x="17693" y="9264"/>
                    </a:lnTo>
                    <a:lnTo>
                      <a:pt x="17693" y="9264"/>
                    </a:lnTo>
                    <a:lnTo>
                      <a:pt x="23217" y="10442"/>
                    </a:lnTo>
                    <a:lnTo>
                      <a:pt x="23241" y="10323"/>
                    </a:lnTo>
                    <a:lnTo>
                      <a:pt x="17657" y="9133"/>
                    </a:lnTo>
                    <a:lnTo>
                      <a:pt x="16490" y="3739"/>
                    </a:lnTo>
                    <a:lnTo>
                      <a:pt x="22158" y="4656"/>
                    </a:lnTo>
                    <a:lnTo>
                      <a:pt x="22182" y="4537"/>
                    </a:lnTo>
                    <a:lnTo>
                      <a:pt x="16467" y="3620"/>
                    </a:lnTo>
                    <a:lnTo>
                      <a:pt x="1566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" name="Google Shape;310;p29"/>
              <p:cNvSpPr/>
              <p:nvPr/>
            </p:nvSpPr>
            <p:spPr>
              <a:xfrm>
                <a:off x="3355475" y="6475250"/>
                <a:ext cx="31875" cy="26900"/>
              </a:xfrm>
              <a:custGeom>
                <a:rect b="b" l="l" r="r" t="t"/>
                <a:pathLst>
                  <a:path extrusionOk="0" h="1076" w="1275">
                    <a:moveTo>
                      <a:pt x="705" y="128"/>
                    </a:moveTo>
                    <a:cubicBezTo>
                      <a:pt x="755" y="128"/>
                      <a:pt x="805" y="162"/>
                      <a:pt x="834" y="218"/>
                    </a:cubicBezTo>
                    <a:cubicBezTo>
                      <a:pt x="869" y="290"/>
                      <a:pt x="857" y="361"/>
                      <a:pt x="810" y="397"/>
                    </a:cubicBezTo>
                    <a:cubicBezTo>
                      <a:pt x="800" y="402"/>
                      <a:pt x="789" y="404"/>
                      <a:pt x="777" y="404"/>
                    </a:cubicBezTo>
                    <a:cubicBezTo>
                      <a:pt x="733" y="404"/>
                      <a:pt x="681" y="370"/>
                      <a:pt x="643" y="314"/>
                    </a:cubicBezTo>
                    <a:cubicBezTo>
                      <a:pt x="607" y="242"/>
                      <a:pt x="619" y="171"/>
                      <a:pt x="667" y="135"/>
                    </a:cubicBezTo>
                    <a:cubicBezTo>
                      <a:pt x="679" y="130"/>
                      <a:pt x="692" y="128"/>
                      <a:pt x="705" y="128"/>
                    </a:cubicBezTo>
                    <a:close/>
                    <a:moveTo>
                      <a:pt x="827" y="1"/>
                    </a:moveTo>
                    <a:cubicBezTo>
                      <a:pt x="767" y="1"/>
                      <a:pt x="694" y="20"/>
                      <a:pt x="607" y="64"/>
                    </a:cubicBezTo>
                    <a:cubicBezTo>
                      <a:pt x="0" y="361"/>
                      <a:pt x="1024" y="1076"/>
                      <a:pt x="1024" y="1076"/>
                    </a:cubicBezTo>
                    <a:cubicBezTo>
                      <a:pt x="1024" y="1076"/>
                      <a:pt x="1274" y="1"/>
                      <a:pt x="82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" name="Google Shape;311;p29"/>
              <p:cNvSpPr/>
              <p:nvPr/>
            </p:nvSpPr>
            <p:spPr>
              <a:xfrm>
                <a:off x="3832025" y="6493900"/>
                <a:ext cx="34775" cy="27300"/>
              </a:xfrm>
              <a:custGeom>
                <a:rect b="b" l="l" r="r" t="t"/>
                <a:pathLst>
                  <a:path extrusionOk="0" h="1092" w="1391">
                    <a:moveTo>
                      <a:pt x="730" y="102"/>
                    </a:moveTo>
                    <a:cubicBezTo>
                      <a:pt x="776" y="102"/>
                      <a:pt x="835" y="148"/>
                      <a:pt x="845" y="222"/>
                    </a:cubicBezTo>
                    <a:cubicBezTo>
                      <a:pt x="869" y="294"/>
                      <a:pt x="845" y="377"/>
                      <a:pt x="786" y="389"/>
                    </a:cubicBezTo>
                    <a:cubicBezTo>
                      <a:pt x="780" y="390"/>
                      <a:pt x="774" y="391"/>
                      <a:pt x="768" y="391"/>
                    </a:cubicBezTo>
                    <a:cubicBezTo>
                      <a:pt x="715" y="391"/>
                      <a:pt x="664" y="345"/>
                      <a:pt x="643" y="270"/>
                    </a:cubicBezTo>
                    <a:cubicBezTo>
                      <a:pt x="631" y="199"/>
                      <a:pt x="655" y="127"/>
                      <a:pt x="714" y="103"/>
                    </a:cubicBezTo>
                    <a:cubicBezTo>
                      <a:pt x="719" y="102"/>
                      <a:pt x="724" y="102"/>
                      <a:pt x="730" y="102"/>
                    </a:cubicBezTo>
                    <a:close/>
                    <a:moveTo>
                      <a:pt x="817" y="0"/>
                    </a:moveTo>
                    <a:cubicBezTo>
                      <a:pt x="773" y="0"/>
                      <a:pt x="724" y="7"/>
                      <a:pt x="667" y="20"/>
                    </a:cubicBezTo>
                    <a:cubicBezTo>
                      <a:pt x="0" y="175"/>
                      <a:pt x="845" y="1092"/>
                      <a:pt x="845" y="1092"/>
                    </a:cubicBezTo>
                    <a:cubicBezTo>
                      <a:pt x="845" y="1092"/>
                      <a:pt x="1391" y="0"/>
                      <a:pt x="81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" name="Google Shape;312;p29"/>
              <p:cNvSpPr/>
              <p:nvPr/>
            </p:nvSpPr>
            <p:spPr>
              <a:xfrm>
                <a:off x="3704925" y="6362225"/>
                <a:ext cx="31900" cy="26825"/>
              </a:xfrm>
              <a:custGeom>
                <a:rect b="b" l="l" r="r" t="t"/>
                <a:pathLst>
                  <a:path extrusionOk="0" h="1073" w="1276">
                    <a:moveTo>
                      <a:pt x="716" y="130"/>
                    </a:moveTo>
                    <a:cubicBezTo>
                      <a:pt x="762" y="130"/>
                      <a:pt x="807" y="163"/>
                      <a:pt x="834" y="215"/>
                    </a:cubicBezTo>
                    <a:cubicBezTo>
                      <a:pt x="869" y="286"/>
                      <a:pt x="857" y="370"/>
                      <a:pt x="810" y="394"/>
                    </a:cubicBezTo>
                    <a:cubicBezTo>
                      <a:pt x="800" y="399"/>
                      <a:pt x="788" y="401"/>
                      <a:pt x="777" y="401"/>
                    </a:cubicBezTo>
                    <a:cubicBezTo>
                      <a:pt x="733" y="401"/>
                      <a:pt x="683" y="369"/>
                      <a:pt x="655" y="322"/>
                    </a:cubicBezTo>
                    <a:cubicBezTo>
                      <a:pt x="607" y="251"/>
                      <a:pt x="619" y="167"/>
                      <a:pt x="667" y="144"/>
                    </a:cubicBezTo>
                    <a:cubicBezTo>
                      <a:pt x="683" y="134"/>
                      <a:pt x="700" y="130"/>
                      <a:pt x="716" y="130"/>
                    </a:cubicBezTo>
                    <a:close/>
                    <a:moveTo>
                      <a:pt x="823" y="1"/>
                    </a:moveTo>
                    <a:cubicBezTo>
                      <a:pt x="764" y="1"/>
                      <a:pt x="692" y="19"/>
                      <a:pt x="607" y="60"/>
                    </a:cubicBezTo>
                    <a:cubicBezTo>
                      <a:pt x="0" y="370"/>
                      <a:pt x="1024" y="1072"/>
                      <a:pt x="1024" y="1072"/>
                    </a:cubicBezTo>
                    <a:cubicBezTo>
                      <a:pt x="1024" y="1072"/>
                      <a:pt x="1276" y="1"/>
                      <a:pt x="82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" name="Google Shape;313;p29"/>
              <p:cNvSpPr/>
              <p:nvPr/>
            </p:nvSpPr>
            <p:spPr>
              <a:xfrm>
                <a:off x="3476025" y="6620825"/>
                <a:ext cx="31875" cy="26875"/>
              </a:xfrm>
              <a:custGeom>
                <a:rect b="b" l="l" r="r" t="t"/>
                <a:pathLst>
                  <a:path extrusionOk="0" h="1075" w="1275">
                    <a:moveTo>
                      <a:pt x="709" y="132"/>
                    </a:moveTo>
                    <a:cubicBezTo>
                      <a:pt x="751" y="132"/>
                      <a:pt x="799" y="165"/>
                      <a:pt x="834" y="218"/>
                    </a:cubicBezTo>
                    <a:cubicBezTo>
                      <a:pt x="869" y="289"/>
                      <a:pt x="857" y="360"/>
                      <a:pt x="810" y="396"/>
                    </a:cubicBezTo>
                    <a:cubicBezTo>
                      <a:pt x="797" y="401"/>
                      <a:pt x="784" y="403"/>
                      <a:pt x="771" y="403"/>
                    </a:cubicBezTo>
                    <a:cubicBezTo>
                      <a:pt x="722" y="403"/>
                      <a:pt x="671" y="369"/>
                      <a:pt x="643" y="313"/>
                    </a:cubicBezTo>
                    <a:cubicBezTo>
                      <a:pt x="607" y="241"/>
                      <a:pt x="619" y="170"/>
                      <a:pt x="667" y="146"/>
                    </a:cubicBezTo>
                    <a:cubicBezTo>
                      <a:pt x="680" y="137"/>
                      <a:pt x="694" y="132"/>
                      <a:pt x="709" y="132"/>
                    </a:cubicBezTo>
                    <a:close/>
                    <a:moveTo>
                      <a:pt x="827" y="0"/>
                    </a:moveTo>
                    <a:cubicBezTo>
                      <a:pt x="767" y="0"/>
                      <a:pt x="694" y="19"/>
                      <a:pt x="607" y="63"/>
                    </a:cubicBezTo>
                    <a:cubicBezTo>
                      <a:pt x="0" y="360"/>
                      <a:pt x="1024" y="1075"/>
                      <a:pt x="1024" y="1075"/>
                    </a:cubicBezTo>
                    <a:cubicBezTo>
                      <a:pt x="1024" y="1075"/>
                      <a:pt x="1274" y="0"/>
                      <a:pt x="8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" name="Google Shape;314;p29"/>
              <p:cNvSpPr/>
              <p:nvPr/>
            </p:nvSpPr>
            <p:spPr>
              <a:xfrm>
                <a:off x="3753425" y="6627150"/>
                <a:ext cx="35050" cy="27400"/>
              </a:xfrm>
              <a:custGeom>
                <a:rect b="b" l="l" r="r" t="t"/>
                <a:pathLst>
                  <a:path extrusionOk="0" h="1096" w="1402">
                    <a:moveTo>
                      <a:pt x="721" y="106"/>
                    </a:moveTo>
                    <a:cubicBezTo>
                      <a:pt x="774" y="106"/>
                      <a:pt x="824" y="152"/>
                      <a:pt x="834" y="226"/>
                    </a:cubicBezTo>
                    <a:cubicBezTo>
                      <a:pt x="846" y="298"/>
                      <a:pt x="822" y="381"/>
                      <a:pt x="763" y="393"/>
                    </a:cubicBezTo>
                    <a:cubicBezTo>
                      <a:pt x="703" y="393"/>
                      <a:pt x="644" y="346"/>
                      <a:pt x="632" y="262"/>
                    </a:cubicBezTo>
                    <a:cubicBezTo>
                      <a:pt x="620" y="191"/>
                      <a:pt x="644" y="119"/>
                      <a:pt x="703" y="107"/>
                    </a:cubicBezTo>
                    <a:cubicBezTo>
                      <a:pt x="709" y="106"/>
                      <a:pt x="715" y="106"/>
                      <a:pt x="721" y="106"/>
                    </a:cubicBezTo>
                    <a:close/>
                    <a:moveTo>
                      <a:pt x="788" y="1"/>
                    </a:moveTo>
                    <a:cubicBezTo>
                      <a:pt x="752" y="1"/>
                      <a:pt x="712" y="4"/>
                      <a:pt x="668" y="12"/>
                    </a:cubicBezTo>
                    <a:cubicBezTo>
                      <a:pt x="1" y="131"/>
                      <a:pt x="775" y="1096"/>
                      <a:pt x="775" y="1096"/>
                    </a:cubicBezTo>
                    <a:cubicBezTo>
                      <a:pt x="775" y="1096"/>
                      <a:pt x="1402" y="1"/>
                      <a:pt x="78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5" name="Google Shape;315;p29"/>
              <p:cNvSpPr/>
              <p:nvPr/>
            </p:nvSpPr>
            <p:spPr>
              <a:xfrm>
                <a:off x="3663250" y="6553325"/>
                <a:ext cx="31900" cy="26825"/>
              </a:xfrm>
              <a:custGeom>
                <a:rect b="b" l="l" r="r" t="t"/>
                <a:pathLst>
                  <a:path extrusionOk="0" h="1073" w="1276">
                    <a:moveTo>
                      <a:pt x="713" y="134"/>
                    </a:moveTo>
                    <a:cubicBezTo>
                      <a:pt x="760" y="134"/>
                      <a:pt x="807" y="161"/>
                      <a:pt x="834" y="215"/>
                    </a:cubicBezTo>
                    <a:cubicBezTo>
                      <a:pt x="869" y="286"/>
                      <a:pt x="857" y="370"/>
                      <a:pt x="810" y="393"/>
                    </a:cubicBezTo>
                    <a:cubicBezTo>
                      <a:pt x="798" y="399"/>
                      <a:pt x="785" y="402"/>
                      <a:pt x="771" y="402"/>
                    </a:cubicBezTo>
                    <a:cubicBezTo>
                      <a:pt x="729" y="402"/>
                      <a:pt x="682" y="376"/>
                      <a:pt x="655" y="322"/>
                    </a:cubicBezTo>
                    <a:cubicBezTo>
                      <a:pt x="607" y="251"/>
                      <a:pt x="619" y="167"/>
                      <a:pt x="667" y="143"/>
                    </a:cubicBezTo>
                    <a:cubicBezTo>
                      <a:pt x="682" y="137"/>
                      <a:pt x="697" y="134"/>
                      <a:pt x="713" y="134"/>
                    </a:cubicBezTo>
                    <a:close/>
                    <a:moveTo>
                      <a:pt x="823" y="1"/>
                    </a:moveTo>
                    <a:cubicBezTo>
                      <a:pt x="764" y="1"/>
                      <a:pt x="693" y="19"/>
                      <a:pt x="607" y="60"/>
                    </a:cubicBezTo>
                    <a:cubicBezTo>
                      <a:pt x="0" y="370"/>
                      <a:pt x="1024" y="1072"/>
                      <a:pt x="1024" y="1072"/>
                    </a:cubicBezTo>
                    <a:cubicBezTo>
                      <a:pt x="1024" y="1072"/>
                      <a:pt x="1276" y="1"/>
                      <a:pt x="82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7" name="Google Shape;317;p30"/>
          <p:cNvGrpSpPr/>
          <p:nvPr/>
        </p:nvGrpSpPr>
        <p:grpSpPr>
          <a:xfrm>
            <a:off x="0" y="0"/>
            <a:ext cx="9144003" cy="5143501"/>
            <a:chOff x="0" y="0"/>
            <a:chExt cx="9144003" cy="5143501"/>
          </a:xfrm>
        </p:grpSpPr>
        <p:pic>
          <p:nvPicPr>
            <p:cNvPr id="318" name="Google Shape;318;p30"/>
            <p:cNvPicPr preferRelativeResize="0"/>
            <p:nvPr/>
          </p:nvPicPr>
          <p:blipFill rotWithShape="1">
            <a:blip r:embed="rId2">
              <a:alphaModFix/>
            </a:blip>
            <a:srcRect b="8068" l="0" r="0" t="8060"/>
            <a:stretch/>
          </p:blipFill>
          <p:spPr>
            <a:xfrm>
              <a:off x="0" y="0"/>
              <a:ext cx="9144003" cy="5143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9" name="Google Shape;319;p30"/>
            <p:cNvSpPr/>
            <p:nvPr/>
          </p:nvSpPr>
          <p:spPr>
            <a:xfrm>
              <a:off x="209980" y="194500"/>
              <a:ext cx="8763466" cy="4752275"/>
            </a:xfrm>
            <a:custGeom>
              <a:rect b="b" l="l" r="r" t="t"/>
              <a:pathLst>
                <a:path extrusionOk="0" h="147209" w="271904">
                  <a:moveTo>
                    <a:pt x="596" y="0"/>
                  </a:moveTo>
                  <a:lnTo>
                    <a:pt x="596" y="0"/>
                  </a:lnTo>
                  <a:cubicBezTo>
                    <a:pt x="2025" y="5965"/>
                    <a:pt x="3072" y="13895"/>
                    <a:pt x="3644" y="22312"/>
                  </a:cubicBezTo>
                  <a:cubicBezTo>
                    <a:pt x="7942" y="23515"/>
                    <a:pt x="13609" y="23932"/>
                    <a:pt x="5085" y="25063"/>
                  </a:cubicBezTo>
                  <a:cubicBezTo>
                    <a:pt x="5096" y="25110"/>
                    <a:pt x="5108" y="25146"/>
                    <a:pt x="5120" y="25194"/>
                  </a:cubicBezTo>
                  <a:cubicBezTo>
                    <a:pt x="5263" y="25301"/>
                    <a:pt x="5394" y="25396"/>
                    <a:pt x="5525" y="25503"/>
                  </a:cubicBezTo>
                  <a:cubicBezTo>
                    <a:pt x="5692" y="25539"/>
                    <a:pt x="5954" y="25479"/>
                    <a:pt x="6037" y="25658"/>
                  </a:cubicBezTo>
                  <a:cubicBezTo>
                    <a:pt x="8561" y="26230"/>
                    <a:pt x="4561" y="26670"/>
                    <a:pt x="3894" y="26789"/>
                  </a:cubicBezTo>
                  <a:cubicBezTo>
                    <a:pt x="4203" y="33719"/>
                    <a:pt x="4192" y="40803"/>
                    <a:pt x="3787" y="47256"/>
                  </a:cubicBezTo>
                  <a:cubicBezTo>
                    <a:pt x="2560" y="47137"/>
                    <a:pt x="1298" y="47006"/>
                    <a:pt x="1" y="46875"/>
                  </a:cubicBezTo>
                  <a:lnTo>
                    <a:pt x="1" y="46875"/>
                  </a:lnTo>
                  <a:cubicBezTo>
                    <a:pt x="1429" y="52840"/>
                    <a:pt x="2477" y="60770"/>
                    <a:pt x="3049" y="69199"/>
                  </a:cubicBezTo>
                  <a:cubicBezTo>
                    <a:pt x="7347" y="70402"/>
                    <a:pt x="13014" y="70818"/>
                    <a:pt x="4489" y="71949"/>
                  </a:cubicBezTo>
                  <a:cubicBezTo>
                    <a:pt x="4501" y="71985"/>
                    <a:pt x="4513" y="72033"/>
                    <a:pt x="4525" y="72069"/>
                  </a:cubicBezTo>
                  <a:cubicBezTo>
                    <a:pt x="4668" y="72176"/>
                    <a:pt x="4787" y="72283"/>
                    <a:pt x="4930" y="72390"/>
                  </a:cubicBezTo>
                  <a:cubicBezTo>
                    <a:pt x="5096" y="72414"/>
                    <a:pt x="5358" y="72366"/>
                    <a:pt x="5442" y="72545"/>
                  </a:cubicBezTo>
                  <a:cubicBezTo>
                    <a:pt x="7966" y="73104"/>
                    <a:pt x="3965" y="73557"/>
                    <a:pt x="3299" y="73664"/>
                  </a:cubicBezTo>
                  <a:cubicBezTo>
                    <a:pt x="3513" y="78510"/>
                    <a:pt x="3572" y="83427"/>
                    <a:pt x="3453" y="88154"/>
                  </a:cubicBezTo>
                  <a:cubicBezTo>
                    <a:pt x="2322" y="88047"/>
                    <a:pt x="1179" y="87928"/>
                    <a:pt x="1" y="87809"/>
                  </a:cubicBezTo>
                  <a:lnTo>
                    <a:pt x="1" y="87809"/>
                  </a:lnTo>
                  <a:cubicBezTo>
                    <a:pt x="989" y="91940"/>
                    <a:pt x="1798" y="97036"/>
                    <a:pt x="2394" y="102584"/>
                  </a:cubicBezTo>
                  <a:cubicBezTo>
                    <a:pt x="2239" y="103727"/>
                    <a:pt x="2072" y="104834"/>
                    <a:pt x="1882" y="105894"/>
                  </a:cubicBezTo>
                  <a:cubicBezTo>
                    <a:pt x="2156" y="105870"/>
                    <a:pt x="2429" y="105846"/>
                    <a:pt x="2715" y="105811"/>
                  </a:cubicBezTo>
                  <a:cubicBezTo>
                    <a:pt x="2834" y="107228"/>
                    <a:pt x="2953" y="108668"/>
                    <a:pt x="3049" y="110121"/>
                  </a:cubicBezTo>
                  <a:cubicBezTo>
                    <a:pt x="7347" y="111323"/>
                    <a:pt x="13014" y="111740"/>
                    <a:pt x="4489" y="112871"/>
                  </a:cubicBezTo>
                  <a:cubicBezTo>
                    <a:pt x="4501" y="112919"/>
                    <a:pt x="4513" y="112954"/>
                    <a:pt x="4525" y="113002"/>
                  </a:cubicBezTo>
                  <a:cubicBezTo>
                    <a:pt x="4668" y="113109"/>
                    <a:pt x="4799" y="113205"/>
                    <a:pt x="4930" y="113312"/>
                  </a:cubicBezTo>
                  <a:cubicBezTo>
                    <a:pt x="5096" y="113347"/>
                    <a:pt x="5358" y="113288"/>
                    <a:pt x="5442" y="113466"/>
                  </a:cubicBezTo>
                  <a:cubicBezTo>
                    <a:pt x="7966" y="114038"/>
                    <a:pt x="3965" y="114478"/>
                    <a:pt x="3299" y="114598"/>
                  </a:cubicBezTo>
                  <a:cubicBezTo>
                    <a:pt x="3822" y="126123"/>
                    <a:pt x="4668" y="127147"/>
                    <a:pt x="3120" y="135886"/>
                  </a:cubicBezTo>
                  <a:cubicBezTo>
                    <a:pt x="4608" y="136338"/>
                    <a:pt x="14133" y="147209"/>
                    <a:pt x="14133" y="147209"/>
                  </a:cubicBezTo>
                  <a:cubicBezTo>
                    <a:pt x="14133" y="147209"/>
                    <a:pt x="16765" y="146220"/>
                    <a:pt x="20479" y="146137"/>
                  </a:cubicBezTo>
                  <a:cubicBezTo>
                    <a:pt x="20503" y="146054"/>
                    <a:pt x="20539" y="145959"/>
                    <a:pt x="20563" y="145875"/>
                  </a:cubicBezTo>
                  <a:lnTo>
                    <a:pt x="20563" y="145875"/>
                  </a:lnTo>
                  <a:cubicBezTo>
                    <a:pt x="20491" y="146340"/>
                    <a:pt x="23242" y="146363"/>
                    <a:pt x="23158" y="146816"/>
                  </a:cubicBezTo>
                  <a:cubicBezTo>
                    <a:pt x="29516" y="146220"/>
                    <a:pt x="36481" y="145875"/>
                    <a:pt x="44589" y="145697"/>
                  </a:cubicBezTo>
                  <a:cubicBezTo>
                    <a:pt x="44613" y="145625"/>
                    <a:pt x="44637" y="145554"/>
                    <a:pt x="44661" y="145494"/>
                  </a:cubicBezTo>
                  <a:cubicBezTo>
                    <a:pt x="45090" y="145494"/>
                    <a:pt x="45530" y="145494"/>
                    <a:pt x="45959" y="145482"/>
                  </a:cubicBezTo>
                  <a:cubicBezTo>
                    <a:pt x="45959" y="145542"/>
                    <a:pt x="45959" y="145601"/>
                    <a:pt x="45959" y="145661"/>
                  </a:cubicBezTo>
                  <a:cubicBezTo>
                    <a:pt x="46173" y="145661"/>
                    <a:pt x="46387" y="145661"/>
                    <a:pt x="46602" y="145649"/>
                  </a:cubicBezTo>
                  <a:cubicBezTo>
                    <a:pt x="46637" y="145601"/>
                    <a:pt x="46661" y="145542"/>
                    <a:pt x="46685" y="145482"/>
                  </a:cubicBezTo>
                  <a:cubicBezTo>
                    <a:pt x="47197" y="145482"/>
                    <a:pt x="47709" y="145482"/>
                    <a:pt x="48221" y="145494"/>
                  </a:cubicBezTo>
                  <a:cubicBezTo>
                    <a:pt x="48221" y="145530"/>
                    <a:pt x="48221" y="145578"/>
                    <a:pt x="48221" y="145625"/>
                  </a:cubicBezTo>
                  <a:cubicBezTo>
                    <a:pt x="50912" y="145578"/>
                    <a:pt x="53900" y="145542"/>
                    <a:pt x="57031" y="145518"/>
                  </a:cubicBezTo>
                  <a:cubicBezTo>
                    <a:pt x="59651" y="145542"/>
                    <a:pt x="62151" y="145566"/>
                    <a:pt x="64461" y="145601"/>
                  </a:cubicBezTo>
                  <a:cubicBezTo>
                    <a:pt x="64461" y="145566"/>
                    <a:pt x="64461" y="145530"/>
                    <a:pt x="64461" y="145494"/>
                  </a:cubicBezTo>
                  <a:cubicBezTo>
                    <a:pt x="65592" y="145488"/>
                    <a:pt x="66726" y="145485"/>
                    <a:pt x="67860" y="145485"/>
                  </a:cubicBezTo>
                  <a:cubicBezTo>
                    <a:pt x="68994" y="145485"/>
                    <a:pt x="70128" y="145488"/>
                    <a:pt x="71259" y="145494"/>
                  </a:cubicBezTo>
                  <a:cubicBezTo>
                    <a:pt x="71402" y="145578"/>
                    <a:pt x="71545" y="145661"/>
                    <a:pt x="71700" y="145744"/>
                  </a:cubicBezTo>
                  <a:cubicBezTo>
                    <a:pt x="78891" y="145947"/>
                    <a:pt x="85190" y="146268"/>
                    <a:pt x="90976" y="146816"/>
                  </a:cubicBezTo>
                  <a:cubicBezTo>
                    <a:pt x="90845" y="146054"/>
                    <a:pt x="90714" y="145256"/>
                    <a:pt x="90595" y="144435"/>
                  </a:cubicBezTo>
                  <a:lnTo>
                    <a:pt x="90595" y="144435"/>
                  </a:lnTo>
                  <a:cubicBezTo>
                    <a:pt x="91429" y="144792"/>
                    <a:pt x="92191" y="145304"/>
                    <a:pt x="92976" y="145744"/>
                  </a:cubicBezTo>
                  <a:cubicBezTo>
                    <a:pt x="96596" y="145851"/>
                    <a:pt x="99989" y="145982"/>
                    <a:pt x="103204" y="146161"/>
                  </a:cubicBezTo>
                  <a:cubicBezTo>
                    <a:pt x="103156" y="146375"/>
                    <a:pt x="103121" y="146601"/>
                    <a:pt x="103085" y="146828"/>
                  </a:cubicBezTo>
                  <a:cubicBezTo>
                    <a:pt x="104573" y="146685"/>
                    <a:pt x="106109" y="146554"/>
                    <a:pt x="107669" y="146447"/>
                  </a:cubicBezTo>
                  <a:cubicBezTo>
                    <a:pt x="109240" y="146554"/>
                    <a:pt x="110764" y="146685"/>
                    <a:pt x="112265" y="146828"/>
                  </a:cubicBezTo>
                  <a:cubicBezTo>
                    <a:pt x="112217" y="146601"/>
                    <a:pt x="112181" y="146375"/>
                    <a:pt x="112146" y="146161"/>
                  </a:cubicBezTo>
                  <a:cubicBezTo>
                    <a:pt x="115979" y="145947"/>
                    <a:pt x="120075" y="145792"/>
                    <a:pt x="124504" y="145697"/>
                  </a:cubicBezTo>
                  <a:cubicBezTo>
                    <a:pt x="125022" y="144156"/>
                    <a:pt x="125413" y="143165"/>
                    <a:pt x="125645" y="143165"/>
                  </a:cubicBezTo>
                  <a:cubicBezTo>
                    <a:pt x="125846" y="143165"/>
                    <a:pt x="125929" y="143902"/>
                    <a:pt x="125873" y="145661"/>
                  </a:cubicBezTo>
                  <a:cubicBezTo>
                    <a:pt x="126100" y="145661"/>
                    <a:pt x="126302" y="145661"/>
                    <a:pt x="126528" y="145649"/>
                  </a:cubicBezTo>
                  <a:cubicBezTo>
                    <a:pt x="127181" y="144357"/>
                    <a:pt x="127670" y="143321"/>
                    <a:pt x="127939" y="143321"/>
                  </a:cubicBezTo>
                  <a:cubicBezTo>
                    <a:pt x="128150" y="143321"/>
                    <a:pt x="128225" y="143963"/>
                    <a:pt x="128136" y="145625"/>
                  </a:cubicBezTo>
                  <a:cubicBezTo>
                    <a:pt x="130541" y="145589"/>
                    <a:pt x="133184" y="145554"/>
                    <a:pt x="135946" y="145530"/>
                  </a:cubicBezTo>
                  <a:cubicBezTo>
                    <a:pt x="138720" y="145554"/>
                    <a:pt x="141352" y="145589"/>
                    <a:pt x="143757" y="145625"/>
                  </a:cubicBezTo>
                  <a:cubicBezTo>
                    <a:pt x="143667" y="143963"/>
                    <a:pt x="143745" y="143321"/>
                    <a:pt x="143959" y="143321"/>
                  </a:cubicBezTo>
                  <a:cubicBezTo>
                    <a:pt x="144230" y="143321"/>
                    <a:pt x="144723" y="144357"/>
                    <a:pt x="145376" y="145649"/>
                  </a:cubicBezTo>
                  <a:cubicBezTo>
                    <a:pt x="145590" y="145661"/>
                    <a:pt x="145804" y="145661"/>
                    <a:pt x="146019" y="145661"/>
                  </a:cubicBezTo>
                  <a:cubicBezTo>
                    <a:pt x="145964" y="143902"/>
                    <a:pt x="146046" y="143165"/>
                    <a:pt x="146247" y="143165"/>
                  </a:cubicBezTo>
                  <a:cubicBezTo>
                    <a:pt x="146479" y="143165"/>
                    <a:pt x="146870" y="144156"/>
                    <a:pt x="147388" y="145697"/>
                  </a:cubicBezTo>
                  <a:cubicBezTo>
                    <a:pt x="151817" y="145792"/>
                    <a:pt x="155913" y="145947"/>
                    <a:pt x="159759" y="146161"/>
                  </a:cubicBezTo>
                  <a:cubicBezTo>
                    <a:pt x="159711" y="146375"/>
                    <a:pt x="159675" y="146601"/>
                    <a:pt x="159640" y="146828"/>
                  </a:cubicBezTo>
                  <a:cubicBezTo>
                    <a:pt x="161128" y="146685"/>
                    <a:pt x="162664" y="146554"/>
                    <a:pt x="164223" y="146447"/>
                  </a:cubicBezTo>
                  <a:cubicBezTo>
                    <a:pt x="165795" y="146554"/>
                    <a:pt x="167319" y="146685"/>
                    <a:pt x="168819" y="146828"/>
                  </a:cubicBezTo>
                  <a:cubicBezTo>
                    <a:pt x="168772" y="146601"/>
                    <a:pt x="168736" y="146375"/>
                    <a:pt x="168700" y="146161"/>
                  </a:cubicBezTo>
                  <a:cubicBezTo>
                    <a:pt x="171915" y="145982"/>
                    <a:pt x="175296" y="145851"/>
                    <a:pt x="178916" y="145744"/>
                  </a:cubicBezTo>
                  <a:cubicBezTo>
                    <a:pt x="179702" y="145304"/>
                    <a:pt x="180464" y="144792"/>
                    <a:pt x="181309" y="144435"/>
                  </a:cubicBezTo>
                  <a:lnTo>
                    <a:pt x="181309" y="144435"/>
                  </a:lnTo>
                  <a:cubicBezTo>
                    <a:pt x="181190" y="145256"/>
                    <a:pt x="181059" y="146054"/>
                    <a:pt x="180916" y="146816"/>
                  </a:cubicBezTo>
                  <a:cubicBezTo>
                    <a:pt x="186714" y="146268"/>
                    <a:pt x="193001" y="145947"/>
                    <a:pt x="200204" y="145744"/>
                  </a:cubicBezTo>
                  <a:cubicBezTo>
                    <a:pt x="200347" y="145661"/>
                    <a:pt x="200490" y="145578"/>
                    <a:pt x="200645" y="145494"/>
                  </a:cubicBezTo>
                  <a:cubicBezTo>
                    <a:pt x="201770" y="145488"/>
                    <a:pt x="202904" y="145485"/>
                    <a:pt x="204039" y="145485"/>
                  </a:cubicBezTo>
                  <a:cubicBezTo>
                    <a:pt x="205175" y="145485"/>
                    <a:pt x="206312" y="145488"/>
                    <a:pt x="207443" y="145494"/>
                  </a:cubicBezTo>
                  <a:cubicBezTo>
                    <a:pt x="207443" y="145530"/>
                    <a:pt x="207443" y="145566"/>
                    <a:pt x="207431" y="145601"/>
                  </a:cubicBezTo>
                  <a:cubicBezTo>
                    <a:pt x="209741" y="145566"/>
                    <a:pt x="212253" y="145542"/>
                    <a:pt x="214873" y="145518"/>
                  </a:cubicBezTo>
                  <a:cubicBezTo>
                    <a:pt x="218004" y="145542"/>
                    <a:pt x="220981" y="145578"/>
                    <a:pt x="223683" y="145625"/>
                  </a:cubicBezTo>
                  <a:cubicBezTo>
                    <a:pt x="223671" y="145578"/>
                    <a:pt x="223671" y="145530"/>
                    <a:pt x="223671" y="145494"/>
                  </a:cubicBezTo>
                  <a:cubicBezTo>
                    <a:pt x="224183" y="145494"/>
                    <a:pt x="224695" y="145482"/>
                    <a:pt x="225207" y="145482"/>
                  </a:cubicBezTo>
                  <a:cubicBezTo>
                    <a:pt x="225243" y="145542"/>
                    <a:pt x="225267" y="145601"/>
                    <a:pt x="225291" y="145649"/>
                  </a:cubicBezTo>
                  <a:cubicBezTo>
                    <a:pt x="225517" y="145661"/>
                    <a:pt x="225731" y="145661"/>
                    <a:pt x="225945" y="145661"/>
                  </a:cubicBezTo>
                  <a:cubicBezTo>
                    <a:pt x="225945" y="145601"/>
                    <a:pt x="225934" y="145542"/>
                    <a:pt x="225934" y="145482"/>
                  </a:cubicBezTo>
                  <a:cubicBezTo>
                    <a:pt x="226374" y="145482"/>
                    <a:pt x="226803" y="145482"/>
                    <a:pt x="227243" y="145494"/>
                  </a:cubicBezTo>
                  <a:cubicBezTo>
                    <a:pt x="227267" y="145554"/>
                    <a:pt x="227291" y="145625"/>
                    <a:pt x="227315" y="145697"/>
                  </a:cubicBezTo>
                  <a:cubicBezTo>
                    <a:pt x="235411" y="145875"/>
                    <a:pt x="242376" y="146220"/>
                    <a:pt x="248734" y="146816"/>
                  </a:cubicBezTo>
                  <a:cubicBezTo>
                    <a:pt x="248651" y="146363"/>
                    <a:pt x="248579" y="145899"/>
                    <a:pt x="248508" y="145423"/>
                  </a:cubicBezTo>
                  <a:lnTo>
                    <a:pt x="248508" y="145423"/>
                  </a:lnTo>
                  <a:cubicBezTo>
                    <a:pt x="248532" y="145506"/>
                    <a:pt x="248567" y="145601"/>
                    <a:pt x="248591" y="145697"/>
                  </a:cubicBezTo>
                  <a:cubicBezTo>
                    <a:pt x="256699" y="145875"/>
                    <a:pt x="263664" y="146220"/>
                    <a:pt x="270022" y="146816"/>
                  </a:cubicBezTo>
                  <a:cubicBezTo>
                    <a:pt x="268463" y="138065"/>
                    <a:pt x="268082" y="126123"/>
                    <a:pt x="268606" y="114598"/>
                  </a:cubicBezTo>
                  <a:cubicBezTo>
                    <a:pt x="267939" y="114478"/>
                    <a:pt x="263926" y="114038"/>
                    <a:pt x="266462" y="113466"/>
                  </a:cubicBezTo>
                  <a:cubicBezTo>
                    <a:pt x="266546" y="113288"/>
                    <a:pt x="266808" y="113347"/>
                    <a:pt x="266974" y="113312"/>
                  </a:cubicBezTo>
                  <a:cubicBezTo>
                    <a:pt x="267105" y="113205"/>
                    <a:pt x="267236" y="113109"/>
                    <a:pt x="267367" y="113002"/>
                  </a:cubicBezTo>
                  <a:cubicBezTo>
                    <a:pt x="267391" y="112954"/>
                    <a:pt x="267403" y="112919"/>
                    <a:pt x="267415" y="112871"/>
                  </a:cubicBezTo>
                  <a:cubicBezTo>
                    <a:pt x="258878" y="111740"/>
                    <a:pt x="264557" y="111323"/>
                    <a:pt x="268856" y="110121"/>
                  </a:cubicBezTo>
                  <a:cubicBezTo>
                    <a:pt x="268951" y="108668"/>
                    <a:pt x="269070" y="107228"/>
                    <a:pt x="269189" y="105811"/>
                  </a:cubicBezTo>
                  <a:cubicBezTo>
                    <a:pt x="269463" y="105846"/>
                    <a:pt x="269749" y="105870"/>
                    <a:pt x="270022" y="105894"/>
                  </a:cubicBezTo>
                  <a:cubicBezTo>
                    <a:pt x="269832" y="104834"/>
                    <a:pt x="269653" y="103727"/>
                    <a:pt x="269510" y="102584"/>
                  </a:cubicBezTo>
                  <a:cubicBezTo>
                    <a:pt x="270094" y="97036"/>
                    <a:pt x="270903" y="91940"/>
                    <a:pt x="271904" y="87809"/>
                  </a:cubicBezTo>
                  <a:lnTo>
                    <a:pt x="271904" y="87809"/>
                  </a:lnTo>
                  <a:cubicBezTo>
                    <a:pt x="270725" y="87928"/>
                    <a:pt x="269570" y="88047"/>
                    <a:pt x="268451" y="88154"/>
                  </a:cubicBezTo>
                  <a:cubicBezTo>
                    <a:pt x="268320" y="83427"/>
                    <a:pt x="268379" y="78510"/>
                    <a:pt x="268606" y="73664"/>
                  </a:cubicBezTo>
                  <a:cubicBezTo>
                    <a:pt x="267939" y="73557"/>
                    <a:pt x="263926" y="73104"/>
                    <a:pt x="266462" y="72545"/>
                  </a:cubicBezTo>
                  <a:cubicBezTo>
                    <a:pt x="266546" y="72366"/>
                    <a:pt x="266808" y="72426"/>
                    <a:pt x="266974" y="72390"/>
                  </a:cubicBezTo>
                  <a:cubicBezTo>
                    <a:pt x="267105" y="72283"/>
                    <a:pt x="267236" y="72176"/>
                    <a:pt x="267367" y="72069"/>
                  </a:cubicBezTo>
                  <a:cubicBezTo>
                    <a:pt x="267391" y="72033"/>
                    <a:pt x="267403" y="71985"/>
                    <a:pt x="267415" y="71949"/>
                  </a:cubicBezTo>
                  <a:cubicBezTo>
                    <a:pt x="258878" y="70818"/>
                    <a:pt x="264557" y="70402"/>
                    <a:pt x="268856" y="69199"/>
                  </a:cubicBezTo>
                  <a:cubicBezTo>
                    <a:pt x="269415" y="60770"/>
                    <a:pt x="270463" y="52840"/>
                    <a:pt x="271904" y="46875"/>
                  </a:cubicBezTo>
                  <a:lnTo>
                    <a:pt x="271904" y="46875"/>
                  </a:lnTo>
                  <a:cubicBezTo>
                    <a:pt x="270606" y="47006"/>
                    <a:pt x="269344" y="47137"/>
                    <a:pt x="268105" y="47256"/>
                  </a:cubicBezTo>
                  <a:cubicBezTo>
                    <a:pt x="267713" y="40803"/>
                    <a:pt x="267689" y="33719"/>
                    <a:pt x="268010" y="26789"/>
                  </a:cubicBezTo>
                  <a:cubicBezTo>
                    <a:pt x="267343" y="26670"/>
                    <a:pt x="263331" y="26230"/>
                    <a:pt x="265867" y="25658"/>
                  </a:cubicBezTo>
                  <a:cubicBezTo>
                    <a:pt x="265950" y="25479"/>
                    <a:pt x="266212" y="25539"/>
                    <a:pt x="266379" y="25503"/>
                  </a:cubicBezTo>
                  <a:cubicBezTo>
                    <a:pt x="266510" y="25396"/>
                    <a:pt x="266641" y="25301"/>
                    <a:pt x="266772" y="25194"/>
                  </a:cubicBezTo>
                  <a:cubicBezTo>
                    <a:pt x="266796" y="25146"/>
                    <a:pt x="266808" y="25110"/>
                    <a:pt x="266820" y="25063"/>
                  </a:cubicBezTo>
                  <a:cubicBezTo>
                    <a:pt x="258283" y="23932"/>
                    <a:pt x="263962" y="23515"/>
                    <a:pt x="268260" y="22312"/>
                  </a:cubicBezTo>
                  <a:cubicBezTo>
                    <a:pt x="268415" y="19919"/>
                    <a:pt x="268856" y="15300"/>
                    <a:pt x="268856" y="15300"/>
                  </a:cubicBezTo>
                  <a:lnTo>
                    <a:pt x="254901" y="1453"/>
                  </a:lnTo>
                  <a:cubicBezTo>
                    <a:pt x="254901" y="1453"/>
                    <a:pt x="251413" y="1679"/>
                    <a:pt x="249615" y="1774"/>
                  </a:cubicBezTo>
                  <a:cubicBezTo>
                    <a:pt x="249746" y="1167"/>
                    <a:pt x="249889" y="572"/>
                    <a:pt x="250020" y="0"/>
                  </a:cubicBezTo>
                  <a:lnTo>
                    <a:pt x="250020" y="0"/>
                  </a:lnTo>
                  <a:cubicBezTo>
                    <a:pt x="240828" y="929"/>
                    <a:pt x="233577" y="1572"/>
                    <a:pt x="225017" y="1929"/>
                  </a:cubicBezTo>
                  <a:cubicBezTo>
                    <a:pt x="224814" y="2179"/>
                    <a:pt x="224600" y="2441"/>
                    <a:pt x="224386" y="2715"/>
                  </a:cubicBezTo>
                  <a:cubicBezTo>
                    <a:pt x="223731" y="2953"/>
                    <a:pt x="223112" y="3274"/>
                    <a:pt x="222647" y="3751"/>
                  </a:cubicBezTo>
                  <a:cubicBezTo>
                    <a:pt x="222755" y="3346"/>
                    <a:pt x="222945" y="2774"/>
                    <a:pt x="223219" y="2000"/>
                  </a:cubicBezTo>
                  <a:cubicBezTo>
                    <a:pt x="223094" y="1992"/>
                    <a:pt x="222968" y="1988"/>
                    <a:pt x="222843" y="1988"/>
                  </a:cubicBezTo>
                  <a:cubicBezTo>
                    <a:pt x="221740" y="1988"/>
                    <a:pt x="220632" y="2285"/>
                    <a:pt x="219537" y="2285"/>
                  </a:cubicBezTo>
                  <a:cubicBezTo>
                    <a:pt x="219371" y="2285"/>
                    <a:pt x="219205" y="2278"/>
                    <a:pt x="219040" y="2262"/>
                  </a:cubicBezTo>
                  <a:cubicBezTo>
                    <a:pt x="218567" y="2506"/>
                    <a:pt x="218202" y="2952"/>
                    <a:pt x="217926" y="2952"/>
                  </a:cubicBezTo>
                  <a:cubicBezTo>
                    <a:pt x="217744" y="2952"/>
                    <a:pt x="217601" y="2757"/>
                    <a:pt x="217492" y="2179"/>
                  </a:cubicBezTo>
                  <a:cubicBezTo>
                    <a:pt x="216420" y="2203"/>
                    <a:pt x="215337" y="2227"/>
                    <a:pt x="214218" y="2239"/>
                  </a:cubicBezTo>
                  <a:cubicBezTo>
                    <a:pt x="210515" y="2179"/>
                    <a:pt x="207169" y="2084"/>
                    <a:pt x="204002" y="1965"/>
                  </a:cubicBezTo>
                  <a:cubicBezTo>
                    <a:pt x="203967" y="2131"/>
                    <a:pt x="203943" y="2298"/>
                    <a:pt x="203919" y="2453"/>
                  </a:cubicBezTo>
                  <a:cubicBezTo>
                    <a:pt x="203550" y="2560"/>
                    <a:pt x="203181" y="2679"/>
                    <a:pt x="202824" y="2822"/>
                  </a:cubicBezTo>
                  <a:cubicBezTo>
                    <a:pt x="202776" y="2548"/>
                    <a:pt x="202728" y="2239"/>
                    <a:pt x="202681" y="1905"/>
                  </a:cubicBezTo>
                  <a:cubicBezTo>
                    <a:pt x="194453" y="1524"/>
                    <a:pt x="187357" y="905"/>
                    <a:pt x="178440" y="0"/>
                  </a:cubicBezTo>
                  <a:lnTo>
                    <a:pt x="178440" y="0"/>
                  </a:lnTo>
                  <a:cubicBezTo>
                    <a:pt x="178582" y="572"/>
                    <a:pt x="178713" y="1167"/>
                    <a:pt x="178844" y="1774"/>
                  </a:cubicBezTo>
                  <a:cubicBezTo>
                    <a:pt x="175773" y="1607"/>
                    <a:pt x="172832" y="1417"/>
                    <a:pt x="169831" y="1179"/>
                  </a:cubicBezTo>
                  <a:cubicBezTo>
                    <a:pt x="169927" y="774"/>
                    <a:pt x="170010" y="381"/>
                    <a:pt x="170105" y="0"/>
                  </a:cubicBezTo>
                  <a:lnTo>
                    <a:pt x="170105" y="0"/>
                  </a:lnTo>
                  <a:cubicBezTo>
                    <a:pt x="167843" y="226"/>
                    <a:pt x="165700" y="441"/>
                    <a:pt x="163628" y="631"/>
                  </a:cubicBezTo>
                  <a:cubicBezTo>
                    <a:pt x="161556" y="441"/>
                    <a:pt x="159413" y="226"/>
                    <a:pt x="157163" y="0"/>
                  </a:cubicBezTo>
                  <a:lnTo>
                    <a:pt x="157163" y="0"/>
                  </a:lnTo>
                  <a:cubicBezTo>
                    <a:pt x="157246" y="381"/>
                    <a:pt x="157342" y="774"/>
                    <a:pt x="157425" y="1179"/>
                  </a:cubicBezTo>
                  <a:cubicBezTo>
                    <a:pt x="153377" y="1500"/>
                    <a:pt x="149400" y="1750"/>
                    <a:pt x="145102" y="1929"/>
                  </a:cubicBezTo>
                  <a:cubicBezTo>
                    <a:pt x="144154" y="3043"/>
                    <a:pt x="143049" y="4616"/>
                    <a:pt x="142712" y="4616"/>
                  </a:cubicBezTo>
                  <a:cubicBezTo>
                    <a:pt x="142491" y="4616"/>
                    <a:pt x="142601" y="3936"/>
                    <a:pt x="143304" y="2000"/>
                  </a:cubicBezTo>
                  <a:cubicBezTo>
                    <a:pt x="143179" y="1992"/>
                    <a:pt x="143053" y="1988"/>
                    <a:pt x="142928" y="1988"/>
                  </a:cubicBezTo>
                  <a:cubicBezTo>
                    <a:pt x="141825" y="1988"/>
                    <a:pt x="140718" y="2285"/>
                    <a:pt x="139622" y="2285"/>
                  </a:cubicBezTo>
                  <a:cubicBezTo>
                    <a:pt x="139456" y="2285"/>
                    <a:pt x="139290" y="2278"/>
                    <a:pt x="139125" y="2262"/>
                  </a:cubicBezTo>
                  <a:cubicBezTo>
                    <a:pt x="138780" y="2441"/>
                    <a:pt x="138494" y="2715"/>
                    <a:pt x="138256" y="2858"/>
                  </a:cubicBezTo>
                  <a:lnTo>
                    <a:pt x="138256" y="2250"/>
                  </a:lnTo>
                  <a:cubicBezTo>
                    <a:pt x="138030" y="2250"/>
                    <a:pt x="137803" y="2239"/>
                    <a:pt x="137589" y="2239"/>
                  </a:cubicBezTo>
                  <a:cubicBezTo>
                    <a:pt x="137577" y="2215"/>
                    <a:pt x="137577" y="2203"/>
                    <a:pt x="137565" y="2179"/>
                  </a:cubicBezTo>
                  <a:cubicBezTo>
                    <a:pt x="137041" y="2191"/>
                    <a:pt x="136494" y="2203"/>
                    <a:pt x="135946" y="2215"/>
                  </a:cubicBezTo>
                  <a:cubicBezTo>
                    <a:pt x="135410" y="2203"/>
                    <a:pt x="134863" y="2191"/>
                    <a:pt x="134327" y="2179"/>
                  </a:cubicBezTo>
                  <a:cubicBezTo>
                    <a:pt x="134327" y="2203"/>
                    <a:pt x="134327" y="2215"/>
                    <a:pt x="134315" y="2239"/>
                  </a:cubicBezTo>
                  <a:cubicBezTo>
                    <a:pt x="134089" y="2239"/>
                    <a:pt x="133874" y="2250"/>
                    <a:pt x="133648" y="2250"/>
                  </a:cubicBezTo>
                  <a:lnTo>
                    <a:pt x="133648" y="2858"/>
                  </a:lnTo>
                  <a:cubicBezTo>
                    <a:pt x="133410" y="2715"/>
                    <a:pt x="133124" y="2441"/>
                    <a:pt x="132779" y="2262"/>
                  </a:cubicBezTo>
                  <a:cubicBezTo>
                    <a:pt x="132604" y="2280"/>
                    <a:pt x="132429" y="2288"/>
                    <a:pt x="132254" y="2288"/>
                  </a:cubicBezTo>
                  <a:cubicBezTo>
                    <a:pt x="131165" y="2288"/>
                    <a:pt x="130064" y="1988"/>
                    <a:pt x="128968" y="1988"/>
                  </a:cubicBezTo>
                  <a:cubicBezTo>
                    <a:pt x="128845" y="1988"/>
                    <a:pt x="128723" y="1992"/>
                    <a:pt x="128600" y="2000"/>
                  </a:cubicBezTo>
                  <a:cubicBezTo>
                    <a:pt x="129303" y="3936"/>
                    <a:pt x="129413" y="4616"/>
                    <a:pt x="129192" y="4616"/>
                  </a:cubicBezTo>
                  <a:cubicBezTo>
                    <a:pt x="128855" y="4616"/>
                    <a:pt x="127750" y="3043"/>
                    <a:pt x="126802" y="1929"/>
                  </a:cubicBezTo>
                  <a:cubicBezTo>
                    <a:pt x="122492" y="1750"/>
                    <a:pt x="118527" y="1500"/>
                    <a:pt x="114467" y="1179"/>
                  </a:cubicBezTo>
                  <a:cubicBezTo>
                    <a:pt x="114562" y="774"/>
                    <a:pt x="114646" y="381"/>
                    <a:pt x="114741" y="0"/>
                  </a:cubicBezTo>
                  <a:lnTo>
                    <a:pt x="114741" y="0"/>
                  </a:lnTo>
                  <a:cubicBezTo>
                    <a:pt x="112491" y="226"/>
                    <a:pt x="110348" y="441"/>
                    <a:pt x="108276" y="631"/>
                  </a:cubicBezTo>
                  <a:cubicBezTo>
                    <a:pt x="106192" y="441"/>
                    <a:pt x="104061" y="226"/>
                    <a:pt x="101799" y="0"/>
                  </a:cubicBezTo>
                  <a:lnTo>
                    <a:pt x="101799" y="0"/>
                  </a:lnTo>
                  <a:cubicBezTo>
                    <a:pt x="101894" y="381"/>
                    <a:pt x="101978" y="774"/>
                    <a:pt x="102073" y="1179"/>
                  </a:cubicBezTo>
                  <a:cubicBezTo>
                    <a:pt x="99072" y="1417"/>
                    <a:pt x="96132" y="1607"/>
                    <a:pt x="93060" y="1774"/>
                  </a:cubicBezTo>
                  <a:cubicBezTo>
                    <a:pt x="93191" y="1167"/>
                    <a:pt x="93322" y="572"/>
                    <a:pt x="93465" y="0"/>
                  </a:cubicBezTo>
                  <a:lnTo>
                    <a:pt x="93465" y="0"/>
                  </a:lnTo>
                  <a:cubicBezTo>
                    <a:pt x="84535" y="905"/>
                    <a:pt x="77439" y="1524"/>
                    <a:pt x="69212" y="1905"/>
                  </a:cubicBezTo>
                  <a:cubicBezTo>
                    <a:pt x="69164" y="2239"/>
                    <a:pt x="69116" y="2548"/>
                    <a:pt x="69081" y="2822"/>
                  </a:cubicBezTo>
                  <a:cubicBezTo>
                    <a:pt x="68723" y="2667"/>
                    <a:pt x="68342" y="2548"/>
                    <a:pt x="67973" y="2453"/>
                  </a:cubicBezTo>
                  <a:cubicBezTo>
                    <a:pt x="67950" y="2298"/>
                    <a:pt x="67926" y="2131"/>
                    <a:pt x="67902" y="1953"/>
                  </a:cubicBezTo>
                  <a:cubicBezTo>
                    <a:pt x="64735" y="2084"/>
                    <a:pt x="61377" y="2179"/>
                    <a:pt x="57686" y="2239"/>
                  </a:cubicBezTo>
                  <a:cubicBezTo>
                    <a:pt x="56567" y="2227"/>
                    <a:pt x="55472" y="2203"/>
                    <a:pt x="54412" y="2179"/>
                  </a:cubicBezTo>
                  <a:cubicBezTo>
                    <a:pt x="54303" y="2757"/>
                    <a:pt x="54160" y="2952"/>
                    <a:pt x="53977" y="2952"/>
                  </a:cubicBezTo>
                  <a:cubicBezTo>
                    <a:pt x="53701" y="2952"/>
                    <a:pt x="53333" y="2506"/>
                    <a:pt x="52852" y="2262"/>
                  </a:cubicBezTo>
                  <a:cubicBezTo>
                    <a:pt x="52687" y="2278"/>
                    <a:pt x="52522" y="2285"/>
                    <a:pt x="52356" y="2285"/>
                  </a:cubicBezTo>
                  <a:cubicBezTo>
                    <a:pt x="51262" y="2285"/>
                    <a:pt x="50161" y="1988"/>
                    <a:pt x="49052" y="1988"/>
                  </a:cubicBezTo>
                  <a:cubicBezTo>
                    <a:pt x="48926" y="1988"/>
                    <a:pt x="48800" y="1992"/>
                    <a:pt x="48673" y="2000"/>
                  </a:cubicBezTo>
                  <a:cubicBezTo>
                    <a:pt x="48959" y="2774"/>
                    <a:pt x="49138" y="3346"/>
                    <a:pt x="49257" y="3751"/>
                  </a:cubicBezTo>
                  <a:cubicBezTo>
                    <a:pt x="48792" y="3274"/>
                    <a:pt x="48173" y="2953"/>
                    <a:pt x="47518" y="2703"/>
                  </a:cubicBezTo>
                  <a:cubicBezTo>
                    <a:pt x="47304" y="2441"/>
                    <a:pt x="47090" y="2179"/>
                    <a:pt x="46875" y="1929"/>
                  </a:cubicBezTo>
                  <a:cubicBezTo>
                    <a:pt x="38315" y="1572"/>
                    <a:pt x="31064" y="929"/>
                    <a:pt x="21872" y="0"/>
                  </a:cubicBezTo>
                  <a:lnTo>
                    <a:pt x="21872" y="0"/>
                  </a:lnTo>
                  <a:cubicBezTo>
                    <a:pt x="22015" y="572"/>
                    <a:pt x="22146" y="1167"/>
                    <a:pt x="22277" y="1774"/>
                  </a:cubicBezTo>
                  <a:cubicBezTo>
                    <a:pt x="15098" y="1393"/>
                    <a:pt x="8573" y="810"/>
                    <a:pt x="5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30"/>
            <p:cNvSpPr/>
            <p:nvPr/>
          </p:nvSpPr>
          <p:spPr>
            <a:xfrm>
              <a:off x="283950" y="193150"/>
              <a:ext cx="8615526" cy="4752359"/>
            </a:xfrm>
            <a:custGeom>
              <a:rect b="b" l="l" r="r" t="t"/>
              <a:pathLst>
                <a:path extrusionOk="0" h="146757" w="269046">
                  <a:moveTo>
                    <a:pt x="21241" y="131"/>
                  </a:moveTo>
                  <a:cubicBezTo>
                    <a:pt x="20884" y="346"/>
                    <a:pt x="20527" y="572"/>
                    <a:pt x="20170" y="798"/>
                  </a:cubicBezTo>
                  <a:cubicBezTo>
                    <a:pt x="20217" y="953"/>
                    <a:pt x="20253" y="1120"/>
                    <a:pt x="20289" y="1286"/>
                  </a:cubicBezTo>
                  <a:cubicBezTo>
                    <a:pt x="20860" y="929"/>
                    <a:pt x="21432" y="560"/>
                    <a:pt x="22015" y="203"/>
                  </a:cubicBezTo>
                  <a:cubicBezTo>
                    <a:pt x="21753" y="179"/>
                    <a:pt x="21503" y="155"/>
                    <a:pt x="21241" y="131"/>
                  </a:cubicBezTo>
                  <a:close/>
                  <a:moveTo>
                    <a:pt x="18777" y="1691"/>
                  </a:moveTo>
                  <a:cubicBezTo>
                    <a:pt x="18515" y="1858"/>
                    <a:pt x="18265" y="2012"/>
                    <a:pt x="18015" y="2179"/>
                  </a:cubicBezTo>
                  <a:cubicBezTo>
                    <a:pt x="11788" y="6263"/>
                    <a:pt x="6156" y="10644"/>
                    <a:pt x="1155" y="15252"/>
                  </a:cubicBezTo>
                  <a:cubicBezTo>
                    <a:pt x="1179" y="15455"/>
                    <a:pt x="1203" y="15657"/>
                    <a:pt x="1215" y="15848"/>
                  </a:cubicBezTo>
                  <a:cubicBezTo>
                    <a:pt x="6263" y="11156"/>
                    <a:pt x="11966" y="6727"/>
                    <a:pt x="18277" y="2584"/>
                  </a:cubicBezTo>
                  <a:cubicBezTo>
                    <a:pt x="18705" y="2298"/>
                    <a:pt x="19146" y="2012"/>
                    <a:pt x="19574" y="1739"/>
                  </a:cubicBezTo>
                  <a:cubicBezTo>
                    <a:pt x="19312" y="1727"/>
                    <a:pt x="19039" y="1703"/>
                    <a:pt x="18777" y="1691"/>
                  </a:cubicBezTo>
                  <a:close/>
                  <a:moveTo>
                    <a:pt x="257199" y="5608"/>
                  </a:moveTo>
                  <a:cubicBezTo>
                    <a:pt x="259819" y="11180"/>
                    <a:pt x="262128" y="16943"/>
                    <a:pt x="264105" y="22884"/>
                  </a:cubicBezTo>
                  <a:cubicBezTo>
                    <a:pt x="264307" y="22836"/>
                    <a:pt x="264522" y="22789"/>
                    <a:pt x="264736" y="22741"/>
                  </a:cubicBezTo>
                  <a:cubicBezTo>
                    <a:pt x="262950" y="17360"/>
                    <a:pt x="260890" y="12085"/>
                    <a:pt x="258557" y="6942"/>
                  </a:cubicBezTo>
                  <a:lnTo>
                    <a:pt x="257199" y="5608"/>
                  </a:lnTo>
                  <a:close/>
                  <a:moveTo>
                    <a:pt x="234685" y="1239"/>
                  </a:moveTo>
                  <a:cubicBezTo>
                    <a:pt x="234423" y="1262"/>
                    <a:pt x="234149" y="1286"/>
                    <a:pt x="233887" y="1298"/>
                  </a:cubicBezTo>
                  <a:cubicBezTo>
                    <a:pt x="234554" y="1727"/>
                    <a:pt x="235220" y="2143"/>
                    <a:pt x="235875" y="2584"/>
                  </a:cubicBezTo>
                  <a:cubicBezTo>
                    <a:pt x="245662" y="9001"/>
                    <a:pt x="253961" y="16145"/>
                    <a:pt x="260676" y="23813"/>
                  </a:cubicBezTo>
                  <a:cubicBezTo>
                    <a:pt x="260783" y="23741"/>
                    <a:pt x="260938" y="23682"/>
                    <a:pt x="261140" y="23610"/>
                  </a:cubicBezTo>
                  <a:cubicBezTo>
                    <a:pt x="254377" y="15871"/>
                    <a:pt x="246007" y="8656"/>
                    <a:pt x="236137" y="2179"/>
                  </a:cubicBezTo>
                  <a:cubicBezTo>
                    <a:pt x="235649" y="1870"/>
                    <a:pt x="235173" y="1548"/>
                    <a:pt x="234685" y="1239"/>
                  </a:cubicBezTo>
                  <a:close/>
                  <a:moveTo>
                    <a:pt x="264807" y="25051"/>
                  </a:moveTo>
                  <a:lnTo>
                    <a:pt x="264867" y="25218"/>
                  </a:lnTo>
                  <a:cubicBezTo>
                    <a:pt x="264879" y="25218"/>
                    <a:pt x="264879" y="25206"/>
                    <a:pt x="264891" y="25194"/>
                  </a:cubicBezTo>
                  <a:cubicBezTo>
                    <a:pt x="264914" y="25158"/>
                    <a:pt x="264926" y="25111"/>
                    <a:pt x="264938" y="25075"/>
                  </a:cubicBezTo>
                  <a:cubicBezTo>
                    <a:pt x="264891" y="25063"/>
                    <a:pt x="264855" y="25063"/>
                    <a:pt x="264807" y="25051"/>
                  </a:cubicBezTo>
                  <a:close/>
                  <a:moveTo>
                    <a:pt x="265319" y="26670"/>
                  </a:moveTo>
                  <a:lnTo>
                    <a:pt x="265319" y="26670"/>
                  </a:lnTo>
                  <a:cubicBezTo>
                    <a:pt x="265557" y="27480"/>
                    <a:pt x="265807" y="28290"/>
                    <a:pt x="266034" y="29099"/>
                  </a:cubicBezTo>
                  <a:cubicBezTo>
                    <a:pt x="266057" y="28444"/>
                    <a:pt x="266081" y="27789"/>
                    <a:pt x="266117" y="27135"/>
                  </a:cubicBezTo>
                  <a:cubicBezTo>
                    <a:pt x="266081" y="27016"/>
                    <a:pt x="266046" y="26896"/>
                    <a:pt x="266010" y="26777"/>
                  </a:cubicBezTo>
                  <a:cubicBezTo>
                    <a:pt x="265843" y="26754"/>
                    <a:pt x="265593" y="26718"/>
                    <a:pt x="265319" y="26670"/>
                  </a:cubicBezTo>
                  <a:close/>
                  <a:moveTo>
                    <a:pt x="261188" y="24408"/>
                  </a:moveTo>
                  <a:lnTo>
                    <a:pt x="261188" y="24408"/>
                  </a:lnTo>
                  <a:cubicBezTo>
                    <a:pt x="262902" y="26396"/>
                    <a:pt x="264498" y="28409"/>
                    <a:pt x="265998" y="30456"/>
                  </a:cubicBezTo>
                  <a:cubicBezTo>
                    <a:pt x="265998" y="30195"/>
                    <a:pt x="266010" y="29944"/>
                    <a:pt x="266022" y="29683"/>
                  </a:cubicBezTo>
                  <a:cubicBezTo>
                    <a:pt x="265153" y="28516"/>
                    <a:pt x="264260" y="27361"/>
                    <a:pt x="263331" y="26218"/>
                  </a:cubicBezTo>
                  <a:cubicBezTo>
                    <a:pt x="263200" y="26158"/>
                    <a:pt x="263140" y="26087"/>
                    <a:pt x="263164" y="26015"/>
                  </a:cubicBezTo>
                  <a:cubicBezTo>
                    <a:pt x="262771" y="25539"/>
                    <a:pt x="262378" y="25075"/>
                    <a:pt x="261986" y="24599"/>
                  </a:cubicBezTo>
                  <a:cubicBezTo>
                    <a:pt x="261664" y="24539"/>
                    <a:pt x="261402" y="24468"/>
                    <a:pt x="261188" y="24408"/>
                  </a:cubicBezTo>
                  <a:close/>
                  <a:moveTo>
                    <a:pt x="127076" y="17431"/>
                  </a:moveTo>
                  <a:cubicBezTo>
                    <a:pt x="133339" y="17431"/>
                    <a:pt x="139506" y="17574"/>
                    <a:pt x="145578" y="17848"/>
                  </a:cubicBezTo>
                  <a:cubicBezTo>
                    <a:pt x="146150" y="29278"/>
                    <a:pt x="146554" y="41363"/>
                    <a:pt x="146769" y="53924"/>
                  </a:cubicBezTo>
                  <a:cubicBezTo>
                    <a:pt x="140292" y="53816"/>
                    <a:pt x="133720" y="53769"/>
                    <a:pt x="127076" y="53769"/>
                  </a:cubicBezTo>
                  <a:cubicBezTo>
                    <a:pt x="120432" y="53769"/>
                    <a:pt x="113860" y="53816"/>
                    <a:pt x="107371" y="53924"/>
                  </a:cubicBezTo>
                  <a:cubicBezTo>
                    <a:pt x="107585" y="41363"/>
                    <a:pt x="107990" y="29278"/>
                    <a:pt x="108562" y="17848"/>
                  </a:cubicBezTo>
                  <a:cubicBezTo>
                    <a:pt x="114634" y="17574"/>
                    <a:pt x="120813" y="17431"/>
                    <a:pt x="127076" y="17431"/>
                  </a:cubicBezTo>
                  <a:close/>
                  <a:moveTo>
                    <a:pt x="108359" y="17848"/>
                  </a:moveTo>
                  <a:cubicBezTo>
                    <a:pt x="107776" y="29385"/>
                    <a:pt x="107371" y="41482"/>
                    <a:pt x="107169" y="53924"/>
                  </a:cubicBezTo>
                  <a:cubicBezTo>
                    <a:pt x="94727" y="54138"/>
                    <a:pt x="82630" y="54531"/>
                    <a:pt x="71093" y="55114"/>
                  </a:cubicBezTo>
                  <a:cubicBezTo>
                    <a:pt x="71617" y="43244"/>
                    <a:pt x="72640" y="31766"/>
                    <a:pt x="74117" y="20872"/>
                  </a:cubicBezTo>
                  <a:cubicBezTo>
                    <a:pt x="85011" y="19407"/>
                    <a:pt x="96477" y="18384"/>
                    <a:pt x="108359" y="17848"/>
                  </a:cubicBezTo>
                  <a:close/>
                  <a:moveTo>
                    <a:pt x="145792" y="17860"/>
                  </a:moveTo>
                  <a:lnTo>
                    <a:pt x="145792" y="17860"/>
                  </a:lnTo>
                  <a:cubicBezTo>
                    <a:pt x="157675" y="18384"/>
                    <a:pt x="169141" y="19407"/>
                    <a:pt x="180035" y="20884"/>
                  </a:cubicBezTo>
                  <a:cubicBezTo>
                    <a:pt x="181499" y="31766"/>
                    <a:pt x="182523" y="43244"/>
                    <a:pt x="183059" y="55114"/>
                  </a:cubicBezTo>
                  <a:cubicBezTo>
                    <a:pt x="171522" y="54531"/>
                    <a:pt x="159425" y="54138"/>
                    <a:pt x="146983" y="53924"/>
                  </a:cubicBezTo>
                  <a:cubicBezTo>
                    <a:pt x="146781" y="41482"/>
                    <a:pt x="146376" y="29385"/>
                    <a:pt x="145792" y="17860"/>
                  </a:cubicBezTo>
                  <a:close/>
                  <a:moveTo>
                    <a:pt x="73724" y="20931"/>
                  </a:moveTo>
                  <a:lnTo>
                    <a:pt x="73724" y="20931"/>
                  </a:lnTo>
                  <a:cubicBezTo>
                    <a:pt x="72259" y="31909"/>
                    <a:pt x="71247" y="43375"/>
                    <a:pt x="70724" y="55138"/>
                  </a:cubicBezTo>
                  <a:cubicBezTo>
                    <a:pt x="54805" y="55948"/>
                    <a:pt x="39958" y="57103"/>
                    <a:pt x="26742" y="58579"/>
                  </a:cubicBezTo>
                  <a:cubicBezTo>
                    <a:pt x="27373" y="48816"/>
                    <a:pt x="28599" y="39255"/>
                    <a:pt x="30397" y="29992"/>
                  </a:cubicBezTo>
                  <a:cubicBezTo>
                    <a:pt x="43292" y="26158"/>
                    <a:pt x="57901" y="23086"/>
                    <a:pt x="73724" y="20931"/>
                  </a:cubicBezTo>
                  <a:close/>
                  <a:moveTo>
                    <a:pt x="180416" y="20931"/>
                  </a:moveTo>
                  <a:lnTo>
                    <a:pt x="180416" y="20931"/>
                  </a:lnTo>
                  <a:cubicBezTo>
                    <a:pt x="196251" y="23086"/>
                    <a:pt x="210860" y="26170"/>
                    <a:pt x="223755" y="29992"/>
                  </a:cubicBezTo>
                  <a:cubicBezTo>
                    <a:pt x="225552" y="39255"/>
                    <a:pt x="226779" y="48816"/>
                    <a:pt x="227410" y="58579"/>
                  </a:cubicBezTo>
                  <a:cubicBezTo>
                    <a:pt x="214194" y="57103"/>
                    <a:pt x="199335" y="55948"/>
                    <a:pt x="183416" y="55138"/>
                  </a:cubicBezTo>
                  <a:cubicBezTo>
                    <a:pt x="182904" y="43375"/>
                    <a:pt x="181892" y="31909"/>
                    <a:pt x="180416" y="20931"/>
                  </a:cubicBezTo>
                  <a:close/>
                  <a:moveTo>
                    <a:pt x="70724" y="55352"/>
                  </a:moveTo>
                  <a:cubicBezTo>
                    <a:pt x="70450" y="61436"/>
                    <a:pt x="70319" y="67616"/>
                    <a:pt x="70319" y="73843"/>
                  </a:cubicBezTo>
                  <a:cubicBezTo>
                    <a:pt x="70319" y="80070"/>
                    <a:pt x="70450" y="86237"/>
                    <a:pt x="70724" y="92321"/>
                  </a:cubicBezTo>
                  <a:cubicBezTo>
                    <a:pt x="54543" y="91500"/>
                    <a:pt x="39696" y="90333"/>
                    <a:pt x="26730" y="88892"/>
                  </a:cubicBezTo>
                  <a:cubicBezTo>
                    <a:pt x="26420" y="83915"/>
                    <a:pt x="26254" y="78891"/>
                    <a:pt x="26254" y="73843"/>
                  </a:cubicBezTo>
                  <a:cubicBezTo>
                    <a:pt x="26254" y="68783"/>
                    <a:pt x="26420" y="63758"/>
                    <a:pt x="26730" y="58781"/>
                  </a:cubicBezTo>
                  <a:cubicBezTo>
                    <a:pt x="39696" y="57341"/>
                    <a:pt x="54543" y="56174"/>
                    <a:pt x="70724" y="55352"/>
                  </a:cubicBezTo>
                  <a:close/>
                  <a:moveTo>
                    <a:pt x="183428" y="55352"/>
                  </a:moveTo>
                  <a:cubicBezTo>
                    <a:pt x="199609" y="56174"/>
                    <a:pt x="214444" y="57341"/>
                    <a:pt x="227410" y="58781"/>
                  </a:cubicBezTo>
                  <a:cubicBezTo>
                    <a:pt x="227731" y="63758"/>
                    <a:pt x="227886" y="68783"/>
                    <a:pt x="227886" y="73843"/>
                  </a:cubicBezTo>
                  <a:cubicBezTo>
                    <a:pt x="227886" y="78903"/>
                    <a:pt x="227731" y="83915"/>
                    <a:pt x="227410" y="88892"/>
                  </a:cubicBezTo>
                  <a:cubicBezTo>
                    <a:pt x="214444" y="90333"/>
                    <a:pt x="199609" y="91500"/>
                    <a:pt x="183428" y="92321"/>
                  </a:cubicBezTo>
                  <a:cubicBezTo>
                    <a:pt x="183690" y="86237"/>
                    <a:pt x="183833" y="80070"/>
                    <a:pt x="183833" y="73843"/>
                  </a:cubicBezTo>
                  <a:cubicBezTo>
                    <a:pt x="183833" y="67616"/>
                    <a:pt x="183690" y="61436"/>
                    <a:pt x="183428" y="55352"/>
                  </a:cubicBezTo>
                  <a:close/>
                  <a:moveTo>
                    <a:pt x="107157" y="54138"/>
                  </a:moveTo>
                  <a:cubicBezTo>
                    <a:pt x="107050" y="60627"/>
                    <a:pt x="107002" y="67199"/>
                    <a:pt x="107002" y="73843"/>
                  </a:cubicBezTo>
                  <a:cubicBezTo>
                    <a:pt x="107002" y="80475"/>
                    <a:pt x="107050" y="87047"/>
                    <a:pt x="107157" y="93536"/>
                  </a:cubicBezTo>
                  <a:cubicBezTo>
                    <a:pt x="94596" y="93321"/>
                    <a:pt x="82511" y="92917"/>
                    <a:pt x="71081" y="92345"/>
                  </a:cubicBezTo>
                  <a:cubicBezTo>
                    <a:pt x="70807" y="86273"/>
                    <a:pt x="70676" y="80105"/>
                    <a:pt x="70676" y="73843"/>
                  </a:cubicBezTo>
                  <a:cubicBezTo>
                    <a:pt x="70676" y="67580"/>
                    <a:pt x="70807" y="61401"/>
                    <a:pt x="71081" y="55329"/>
                  </a:cubicBezTo>
                  <a:cubicBezTo>
                    <a:pt x="82511" y="54757"/>
                    <a:pt x="94596" y="54352"/>
                    <a:pt x="107157" y="54138"/>
                  </a:cubicBezTo>
                  <a:close/>
                  <a:moveTo>
                    <a:pt x="146983" y="54138"/>
                  </a:moveTo>
                  <a:cubicBezTo>
                    <a:pt x="159544" y="54352"/>
                    <a:pt x="171641" y="54757"/>
                    <a:pt x="183071" y="55329"/>
                  </a:cubicBezTo>
                  <a:cubicBezTo>
                    <a:pt x="183333" y="61401"/>
                    <a:pt x="183476" y="67568"/>
                    <a:pt x="183476" y="73831"/>
                  </a:cubicBezTo>
                  <a:cubicBezTo>
                    <a:pt x="183476" y="80094"/>
                    <a:pt x="183333" y="86273"/>
                    <a:pt x="183071" y="92345"/>
                  </a:cubicBezTo>
                  <a:cubicBezTo>
                    <a:pt x="171641" y="92917"/>
                    <a:pt x="159544" y="93321"/>
                    <a:pt x="146983" y="93536"/>
                  </a:cubicBezTo>
                  <a:cubicBezTo>
                    <a:pt x="147090" y="87047"/>
                    <a:pt x="147150" y="80475"/>
                    <a:pt x="147150" y="73843"/>
                  </a:cubicBezTo>
                  <a:cubicBezTo>
                    <a:pt x="147150" y="67199"/>
                    <a:pt x="147090" y="60627"/>
                    <a:pt x="146983" y="54138"/>
                  </a:cubicBezTo>
                  <a:close/>
                  <a:moveTo>
                    <a:pt x="127076" y="53971"/>
                  </a:moveTo>
                  <a:cubicBezTo>
                    <a:pt x="133743" y="53971"/>
                    <a:pt x="140327" y="54031"/>
                    <a:pt x="146781" y="54138"/>
                  </a:cubicBezTo>
                  <a:cubicBezTo>
                    <a:pt x="146876" y="60591"/>
                    <a:pt x="146935" y="67163"/>
                    <a:pt x="146935" y="73843"/>
                  </a:cubicBezTo>
                  <a:cubicBezTo>
                    <a:pt x="146935" y="80510"/>
                    <a:pt x="146888" y="87082"/>
                    <a:pt x="146781" y="93536"/>
                  </a:cubicBezTo>
                  <a:cubicBezTo>
                    <a:pt x="140327" y="93643"/>
                    <a:pt x="133743" y="93702"/>
                    <a:pt x="127076" y="93702"/>
                  </a:cubicBezTo>
                  <a:cubicBezTo>
                    <a:pt x="120396" y="93702"/>
                    <a:pt x="113824" y="93643"/>
                    <a:pt x="107371" y="93536"/>
                  </a:cubicBezTo>
                  <a:cubicBezTo>
                    <a:pt x="107264" y="87082"/>
                    <a:pt x="107204" y="80510"/>
                    <a:pt x="107204" y="73843"/>
                  </a:cubicBezTo>
                  <a:cubicBezTo>
                    <a:pt x="107204" y="67163"/>
                    <a:pt x="107264" y="60591"/>
                    <a:pt x="107371" y="54138"/>
                  </a:cubicBezTo>
                  <a:cubicBezTo>
                    <a:pt x="113824" y="54031"/>
                    <a:pt x="120396" y="53971"/>
                    <a:pt x="127076" y="53971"/>
                  </a:cubicBezTo>
                  <a:close/>
                  <a:moveTo>
                    <a:pt x="48" y="105632"/>
                  </a:moveTo>
                  <a:cubicBezTo>
                    <a:pt x="36" y="105716"/>
                    <a:pt x="12" y="105811"/>
                    <a:pt x="0" y="105894"/>
                  </a:cubicBezTo>
                  <a:cubicBezTo>
                    <a:pt x="155" y="105882"/>
                    <a:pt x="310" y="105870"/>
                    <a:pt x="477" y="105859"/>
                  </a:cubicBezTo>
                  <a:cubicBezTo>
                    <a:pt x="334" y="105775"/>
                    <a:pt x="191" y="105704"/>
                    <a:pt x="48" y="105632"/>
                  </a:cubicBezTo>
                  <a:close/>
                  <a:moveTo>
                    <a:pt x="26742" y="89095"/>
                  </a:moveTo>
                  <a:cubicBezTo>
                    <a:pt x="39958" y="90571"/>
                    <a:pt x="54805" y="91726"/>
                    <a:pt x="70724" y="92536"/>
                  </a:cubicBezTo>
                  <a:cubicBezTo>
                    <a:pt x="71247" y="104299"/>
                    <a:pt x="72259" y="115765"/>
                    <a:pt x="73724" y="126742"/>
                  </a:cubicBezTo>
                  <a:cubicBezTo>
                    <a:pt x="57901" y="124587"/>
                    <a:pt x="43292" y="121515"/>
                    <a:pt x="30397" y="117681"/>
                  </a:cubicBezTo>
                  <a:cubicBezTo>
                    <a:pt x="28599" y="108418"/>
                    <a:pt x="27373" y="98858"/>
                    <a:pt x="26742" y="89095"/>
                  </a:cubicBezTo>
                  <a:close/>
                  <a:moveTo>
                    <a:pt x="227410" y="89095"/>
                  </a:moveTo>
                  <a:cubicBezTo>
                    <a:pt x="226779" y="98858"/>
                    <a:pt x="225552" y="108418"/>
                    <a:pt x="223755" y="117681"/>
                  </a:cubicBezTo>
                  <a:cubicBezTo>
                    <a:pt x="210860" y="121515"/>
                    <a:pt x="196251" y="124587"/>
                    <a:pt x="180416" y="126742"/>
                  </a:cubicBezTo>
                  <a:cubicBezTo>
                    <a:pt x="181892" y="115765"/>
                    <a:pt x="182904" y="104299"/>
                    <a:pt x="183416" y="92536"/>
                  </a:cubicBezTo>
                  <a:cubicBezTo>
                    <a:pt x="199347" y="91726"/>
                    <a:pt x="214194" y="90571"/>
                    <a:pt x="227410" y="89095"/>
                  </a:cubicBezTo>
                  <a:close/>
                  <a:moveTo>
                    <a:pt x="71093" y="92559"/>
                  </a:moveTo>
                  <a:lnTo>
                    <a:pt x="71093" y="92559"/>
                  </a:lnTo>
                  <a:cubicBezTo>
                    <a:pt x="82630" y="93143"/>
                    <a:pt x="94715" y="93536"/>
                    <a:pt x="107169" y="93750"/>
                  </a:cubicBezTo>
                  <a:cubicBezTo>
                    <a:pt x="107371" y="106192"/>
                    <a:pt x="107776" y="118289"/>
                    <a:pt x="108347" y="129826"/>
                  </a:cubicBezTo>
                  <a:cubicBezTo>
                    <a:pt x="96477" y="129290"/>
                    <a:pt x="85011" y="128266"/>
                    <a:pt x="74117" y="126790"/>
                  </a:cubicBezTo>
                  <a:cubicBezTo>
                    <a:pt x="72640" y="115907"/>
                    <a:pt x="71617" y="104442"/>
                    <a:pt x="71093" y="92559"/>
                  </a:cubicBezTo>
                  <a:close/>
                  <a:moveTo>
                    <a:pt x="183059" y="92559"/>
                  </a:moveTo>
                  <a:lnTo>
                    <a:pt x="183059" y="92559"/>
                  </a:lnTo>
                  <a:cubicBezTo>
                    <a:pt x="182523" y="104442"/>
                    <a:pt x="181499" y="115907"/>
                    <a:pt x="180035" y="126802"/>
                  </a:cubicBezTo>
                  <a:cubicBezTo>
                    <a:pt x="169141" y="128266"/>
                    <a:pt x="157675" y="129290"/>
                    <a:pt x="145792" y="129826"/>
                  </a:cubicBezTo>
                  <a:cubicBezTo>
                    <a:pt x="146376" y="118289"/>
                    <a:pt x="146769" y="106192"/>
                    <a:pt x="146983" y="93750"/>
                  </a:cubicBezTo>
                  <a:cubicBezTo>
                    <a:pt x="159425" y="93536"/>
                    <a:pt x="171522" y="93143"/>
                    <a:pt x="183059" y="92559"/>
                  </a:cubicBezTo>
                  <a:close/>
                  <a:moveTo>
                    <a:pt x="107371" y="93750"/>
                  </a:moveTo>
                  <a:cubicBezTo>
                    <a:pt x="113860" y="93857"/>
                    <a:pt x="120432" y="93917"/>
                    <a:pt x="127076" y="93917"/>
                  </a:cubicBezTo>
                  <a:cubicBezTo>
                    <a:pt x="133708" y="93917"/>
                    <a:pt x="140292" y="93857"/>
                    <a:pt x="146769" y="93750"/>
                  </a:cubicBezTo>
                  <a:lnTo>
                    <a:pt x="146769" y="93750"/>
                  </a:lnTo>
                  <a:cubicBezTo>
                    <a:pt x="146566" y="106311"/>
                    <a:pt x="146150" y="118396"/>
                    <a:pt x="145578" y="129826"/>
                  </a:cubicBezTo>
                  <a:cubicBezTo>
                    <a:pt x="139506" y="130100"/>
                    <a:pt x="133339" y="130243"/>
                    <a:pt x="127076" y="130243"/>
                  </a:cubicBezTo>
                  <a:cubicBezTo>
                    <a:pt x="120813" y="130243"/>
                    <a:pt x="114634" y="130100"/>
                    <a:pt x="108574" y="129826"/>
                  </a:cubicBezTo>
                  <a:cubicBezTo>
                    <a:pt x="107990" y="118396"/>
                    <a:pt x="107585" y="106311"/>
                    <a:pt x="107371" y="93750"/>
                  </a:cubicBezTo>
                  <a:close/>
                  <a:moveTo>
                    <a:pt x="266653" y="116300"/>
                  </a:moveTo>
                  <a:lnTo>
                    <a:pt x="266653" y="116300"/>
                  </a:lnTo>
                  <a:cubicBezTo>
                    <a:pt x="259152" y="126861"/>
                    <a:pt x="248817" y="136600"/>
                    <a:pt x="235875" y="145101"/>
                  </a:cubicBezTo>
                  <a:cubicBezTo>
                    <a:pt x="235411" y="145399"/>
                    <a:pt x="234946" y="145697"/>
                    <a:pt x="234482" y="145994"/>
                  </a:cubicBezTo>
                  <a:cubicBezTo>
                    <a:pt x="234756" y="146006"/>
                    <a:pt x="235030" y="146018"/>
                    <a:pt x="235304" y="146030"/>
                  </a:cubicBezTo>
                  <a:cubicBezTo>
                    <a:pt x="235577" y="145852"/>
                    <a:pt x="235851" y="145673"/>
                    <a:pt x="236137" y="145494"/>
                  </a:cubicBezTo>
                  <a:cubicBezTo>
                    <a:pt x="248710" y="137243"/>
                    <a:pt x="258854" y="127814"/>
                    <a:pt x="266319" y="117586"/>
                  </a:cubicBezTo>
                  <a:lnTo>
                    <a:pt x="266319" y="117586"/>
                  </a:lnTo>
                  <a:cubicBezTo>
                    <a:pt x="263533" y="127504"/>
                    <a:pt x="259831" y="137005"/>
                    <a:pt x="255306" y="145971"/>
                  </a:cubicBezTo>
                  <a:cubicBezTo>
                    <a:pt x="255544" y="145983"/>
                    <a:pt x="255794" y="145994"/>
                    <a:pt x="256032" y="146006"/>
                  </a:cubicBezTo>
                  <a:cubicBezTo>
                    <a:pt x="260354" y="137374"/>
                    <a:pt x="263879" y="128338"/>
                    <a:pt x="266569" y="118991"/>
                  </a:cubicBezTo>
                  <a:cubicBezTo>
                    <a:pt x="266593" y="118098"/>
                    <a:pt x="266617" y="117193"/>
                    <a:pt x="266653" y="116300"/>
                  </a:cubicBezTo>
                  <a:close/>
                  <a:moveTo>
                    <a:pt x="1798" y="132362"/>
                  </a:moveTo>
                  <a:cubicBezTo>
                    <a:pt x="1774" y="132540"/>
                    <a:pt x="1739" y="132731"/>
                    <a:pt x="1715" y="132933"/>
                  </a:cubicBezTo>
                  <a:cubicBezTo>
                    <a:pt x="6573" y="137362"/>
                    <a:pt x="12014" y="141553"/>
                    <a:pt x="18015" y="145494"/>
                  </a:cubicBezTo>
                  <a:cubicBezTo>
                    <a:pt x="18229" y="145637"/>
                    <a:pt x="18455" y="145780"/>
                    <a:pt x="18669" y="145923"/>
                  </a:cubicBezTo>
                  <a:cubicBezTo>
                    <a:pt x="18681" y="145899"/>
                    <a:pt x="18681" y="145887"/>
                    <a:pt x="18693" y="145875"/>
                  </a:cubicBezTo>
                  <a:lnTo>
                    <a:pt x="18693" y="145875"/>
                  </a:lnTo>
                  <a:cubicBezTo>
                    <a:pt x="18681" y="145899"/>
                    <a:pt x="18693" y="145911"/>
                    <a:pt x="18693" y="145935"/>
                  </a:cubicBezTo>
                  <a:cubicBezTo>
                    <a:pt x="18800" y="146006"/>
                    <a:pt x="18908" y="146066"/>
                    <a:pt x="19015" y="146137"/>
                  </a:cubicBezTo>
                  <a:cubicBezTo>
                    <a:pt x="19348" y="146256"/>
                    <a:pt x="19872" y="146328"/>
                    <a:pt x="20336" y="146423"/>
                  </a:cubicBezTo>
                  <a:cubicBezTo>
                    <a:pt x="19646" y="145983"/>
                    <a:pt x="18955" y="145542"/>
                    <a:pt x="18277" y="145090"/>
                  </a:cubicBezTo>
                  <a:cubicBezTo>
                    <a:pt x="12204" y="141113"/>
                    <a:pt x="6692" y="136850"/>
                    <a:pt x="1798" y="132362"/>
                  </a:cubicBezTo>
                  <a:close/>
                  <a:moveTo>
                    <a:pt x="176558" y="0"/>
                  </a:moveTo>
                  <a:cubicBezTo>
                    <a:pt x="176701" y="572"/>
                    <a:pt x="176832" y="1167"/>
                    <a:pt x="176963" y="1774"/>
                  </a:cubicBezTo>
                  <a:lnTo>
                    <a:pt x="176903" y="1774"/>
                  </a:lnTo>
                  <a:cubicBezTo>
                    <a:pt x="178070" y="7787"/>
                    <a:pt x="179106" y="14038"/>
                    <a:pt x="179975" y="20491"/>
                  </a:cubicBezTo>
                  <a:cubicBezTo>
                    <a:pt x="168998" y="19015"/>
                    <a:pt x="157544" y="18003"/>
                    <a:pt x="145781" y="17491"/>
                  </a:cubicBezTo>
                  <a:cubicBezTo>
                    <a:pt x="145507" y="12157"/>
                    <a:pt x="145197" y="6942"/>
                    <a:pt x="144852" y="1858"/>
                  </a:cubicBezTo>
                  <a:cubicBezTo>
                    <a:pt x="144780" y="1870"/>
                    <a:pt x="144697" y="1870"/>
                    <a:pt x="144626" y="1870"/>
                  </a:cubicBezTo>
                  <a:cubicBezTo>
                    <a:pt x="144971" y="6918"/>
                    <a:pt x="145292" y="12121"/>
                    <a:pt x="145554" y="17479"/>
                  </a:cubicBezTo>
                  <a:cubicBezTo>
                    <a:pt x="139470" y="17217"/>
                    <a:pt x="133303" y="17074"/>
                    <a:pt x="127076" y="17074"/>
                  </a:cubicBezTo>
                  <a:cubicBezTo>
                    <a:pt x="120849" y="17074"/>
                    <a:pt x="114681" y="17217"/>
                    <a:pt x="108585" y="17479"/>
                  </a:cubicBezTo>
                  <a:cubicBezTo>
                    <a:pt x="108895" y="11573"/>
                    <a:pt x="109240" y="5846"/>
                    <a:pt x="109621" y="322"/>
                  </a:cubicBezTo>
                  <a:lnTo>
                    <a:pt x="109621" y="322"/>
                  </a:lnTo>
                  <a:cubicBezTo>
                    <a:pt x="109550" y="334"/>
                    <a:pt x="109478" y="334"/>
                    <a:pt x="109407" y="346"/>
                  </a:cubicBezTo>
                  <a:cubicBezTo>
                    <a:pt x="109014" y="5894"/>
                    <a:pt x="108669" y="11621"/>
                    <a:pt x="108371" y="17491"/>
                  </a:cubicBezTo>
                  <a:cubicBezTo>
                    <a:pt x="96608" y="18003"/>
                    <a:pt x="85142" y="19015"/>
                    <a:pt x="74164" y="20491"/>
                  </a:cubicBezTo>
                  <a:cubicBezTo>
                    <a:pt x="75069" y="13871"/>
                    <a:pt x="76129" y="7454"/>
                    <a:pt x="77343" y="1298"/>
                  </a:cubicBezTo>
                  <a:lnTo>
                    <a:pt x="77343" y="1298"/>
                  </a:lnTo>
                  <a:cubicBezTo>
                    <a:pt x="77212" y="1310"/>
                    <a:pt x="77081" y="1322"/>
                    <a:pt x="76951" y="1334"/>
                  </a:cubicBezTo>
                  <a:cubicBezTo>
                    <a:pt x="75724" y="7537"/>
                    <a:pt x="74665" y="13954"/>
                    <a:pt x="73783" y="20539"/>
                  </a:cubicBezTo>
                  <a:cubicBezTo>
                    <a:pt x="58198" y="22646"/>
                    <a:pt x="43601" y="25682"/>
                    <a:pt x="30480" y="29575"/>
                  </a:cubicBezTo>
                  <a:cubicBezTo>
                    <a:pt x="32374" y="19872"/>
                    <a:pt x="34910" y="10502"/>
                    <a:pt x="38029" y="1560"/>
                  </a:cubicBezTo>
                  <a:cubicBezTo>
                    <a:pt x="37874" y="1548"/>
                    <a:pt x="37708" y="1548"/>
                    <a:pt x="37541" y="1536"/>
                  </a:cubicBezTo>
                  <a:cubicBezTo>
                    <a:pt x="34409" y="10525"/>
                    <a:pt x="31862" y="19955"/>
                    <a:pt x="29968" y="29718"/>
                  </a:cubicBezTo>
                  <a:cubicBezTo>
                    <a:pt x="25849" y="30957"/>
                    <a:pt x="21884" y="32266"/>
                    <a:pt x="18086" y="33659"/>
                  </a:cubicBezTo>
                  <a:cubicBezTo>
                    <a:pt x="12252" y="35802"/>
                    <a:pt x="6942" y="38088"/>
                    <a:pt x="2191" y="40493"/>
                  </a:cubicBezTo>
                  <a:lnTo>
                    <a:pt x="2179" y="40934"/>
                  </a:lnTo>
                  <a:cubicBezTo>
                    <a:pt x="10097" y="36910"/>
                    <a:pt x="19420" y="33278"/>
                    <a:pt x="29885" y="30147"/>
                  </a:cubicBezTo>
                  <a:lnTo>
                    <a:pt x="29885" y="30147"/>
                  </a:lnTo>
                  <a:cubicBezTo>
                    <a:pt x="28111" y="39386"/>
                    <a:pt x="26885" y="48911"/>
                    <a:pt x="26266" y="58627"/>
                  </a:cubicBezTo>
                  <a:cubicBezTo>
                    <a:pt x="23480" y="58948"/>
                    <a:pt x="20765" y="59270"/>
                    <a:pt x="18134" y="59615"/>
                  </a:cubicBezTo>
                  <a:cubicBezTo>
                    <a:pt x="11621" y="60460"/>
                    <a:pt x="5763" y="61365"/>
                    <a:pt x="584" y="62329"/>
                  </a:cubicBezTo>
                  <a:cubicBezTo>
                    <a:pt x="596" y="62389"/>
                    <a:pt x="596" y="62460"/>
                    <a:pt x="608" y="62520"/>
                  </a:cubicBezTo>
                  <a:cubicBezTo>
                    <a:pt x="7942" y="61163"/>
                    <a:pt x="16574" y="59924"/>
                    <a:pt x="26254" y="58841"/>
                  </a:cubicBezTo>
                  <a:lnTo>
                    <a:pt x="26254" y="58841"/>
                  </a:lnTo>
                  <a:cubicBezTo>
                    <a:pt x="25944" y="63794"/>
                    <a:pt x="25777" y="68794"/>
                    <a:pt x="25777" y="73843"/>
                  </a:cubicBezTo>
                  <a:cubicBezTo>
                    <a:pt x="25777" y="78879"/>
                    <a:pt x="25944" y="83880"/>
                    <a:pt x="26254" y="88833"/>
                  </a:cubicBezTo>
                  <a:cubicBezTo>
                    <a:pt x="17014" y="87797"/>
                    <a:pt x="8740" y="86618"/>
                    <a:pt x="1620" y="85332"/>
                  </a:cubicBezTo>
                  <a:cubicBezTo>
                    <a:pt x="1620" y="85404"/>
                    <a:pt x="1620" y="85475"/>
                    <a:pt x="1620" y="85535"/>
                  </a:cubicBezTo>
                  <a:cubicBezTo>
                    <a:pt x="6537" y="86428"/>
                    <a:pt x="12050" y="87273"/>
                    <a:pt x="18134" y="88059"/>
                  </a:cubicBezTo>
                  <a:cubicBezTo>
                    <a:pt x="20765" y="88404"/>
                    <a:pt x="23480" y="88726"/>
                    <a:pt x="26266" y="89047"/>
                  </a:cubicBezTo>
                  <a:cubicBezTo>
                    <a:pt x="26885" y="98762"/>
                    <a:pt x="28099" y="108287"/>
                    <a:pt x="29885" y="117527"/>
                  </a:cubicBezTo>
                  <a:cubicBezTo>
                    <a:pt x="18824" y="114217"/>
                    <a:pt x="9037" y="110359"/>
                    <a:pt x="846" y="106049"/>
                  </a:cubicBezTo>
                  <a:lnTo>
                    <a:pt x="846" y="106049"/>
                  </a:lnTo>
                  <a:cubicBezTo>
                    <a:pt x="858" y="106204"/>
                    <a:pt x="870" y="106359"/>
                    <a:pt x="881" y="106513"/>
                  </a:cubicBezTo>
                  <a:cubicBezTo>
                    <a:pt x="5977" y="109169"/>
                    <a:pt x="11716" y="111669"/>
                    <a:pt x="18086" y="114014"/>
                  </a:cubicBezTo>
                  <a:cubicBezTo>
                    <a:pt x="21884" y="115407"/>
                    <a:pt x="25849" y="116717"/>
                    <a:pt x="29968" y="117955"/>
                  </a:cubicBezTo>
                  <a:cubicBezTo>
                    <a:pt x="31850" y="127611"/>
                    <a:pt x="34350" y="136946"/>
                    <a:pt x="37446" y="145852"/>
                  </a:cubicBezTo>
                  <a:cubicBezTo>
                    <a:pt x="37600" y="145840"/>
                    <a:pt x="37767" y="145840"/>
                    <a:pt x="37934" y="145828"/>
                  </a:cubicBezTo>
                  <a:cubicBezTo>
                    <a:pt x="34862" y="136981"/>
                    <a:pt x="32362" y="127706"/>
                    <a:pt x="30480" y="118098"/>
                  </a:cubicBezTo>
                  <a:lnTo>
                    <a:pt x="30480" y="118098"/>
                  </a:lnTo>
                  <a:cubicBezTo>
                    <a:pt x="43589" y="121992"/>
                    <a:pt x="58198" y="125028"/>
                    <a:pt x="73783" y="127135"/>
                  </a:cubicBezTo>
                  <a:cubicBezTo>
                    <a:pt x="74653" y="133600"/>
                    <a:pt x="75688" y="139910"/>
                    <a:pt x="76879" y="146006"/>
                  </a:cubicBezTo>
                  <a:cubicBezTo>
                    <a:pt x="77010" y="146006"/>
                    <a:pt x="77141" y="146018"/>
                    <a:pt x="77272" y="146018"/>
                  </a:cubicBezTo>
                  <a:cubicBezTo>
                    <a:pt x="76093" y="139970"/>
                    <a:pt x="75046" y="133683"/>
                    <a:pt x="74164" y="127183"/>
                  </a:cubicBezTo>
                  <a:lnTo>
                    <a:pt x="74164" y="127183"/>
                  </a:lnTo>
                  <a:cubicBezTo>
                    <a:pt x="85154" y="128659"/>
                    <a:pt x="96608" y="129659"/>
                    <a:pt x="108371" y="130183"/>
                  </a:cubicBezTo>
                  <a:cubicBezTo>
                    <a:pt x="108657" y="135850"/>
                    <a:pt x="108990" y="141375"/>
                    <a:pt x="109371" y="146733"/>
                  </a:cubicBezTo>
                  <a:cubicBezTo>
                    <a:pt x="109443" y="146745"/>
                    <a:pt x="109514" y="146745"/>
                    <a:pt x="109586" y="146756"/>
                  </a:cubicBezTo>
                  <a:cubicBezTo>
                    <a:pt x="109205" y="141411"/>
                    <a:pt x="108883" y="135886"/>
                    <a:pt x="108585" y="130195"/>
                  </a:cubicBezTo>
                  <a:lnTo>
                    <a:pt x="108585" y="130195"/>
                  </a:lnTo>
                  <a:cubicBezTo>
                    <a:pt x="114681" y="130457"/>
                    <a:pt x="120849" y="130600"/>
                    <a:pt x="127076" y="130600"/>
                  </a:cubicBezTo>
                  <a:cubicBezTo>
                    <a:pt x="133303" y="130600"/>
                    <a:pt x="139470" y="130457"/>
                    <a:pt x="145554" y="130195"/>
                  </a:cubicBezTo>
                  <a:lnTo>
                    <a:pt x="145554" y="130195"/>
                  </a:lnTo>
                  <a:cubicBezTo>
                    <a:pt x="145328" y="134815"/>
                    <a:pt x="145066" y="139327"/>
                    <a:pt x="144769" y="143720"/>
                  </a:cubicBezTo>
                  <a:cubicBezTo>
                    <a:pt x="144828" y="143851"/>
                    <a:pt x="144888" y="143994"/>
                    <a:pt x="144959" y="144161"/>
                  </a:cubicBezTo>
                  <a:cubicBezTo>
                    <a:pt x="145257" y="139613"/>
                    <a:pt x="145531" y="134945"/>
                    <a:pt x="145781" y="130183"/>
                  </a:cubicBezTo>
                  <a:cubicBezTo>
                    <a:pt x="157544" y="129671"/>
                    <a:pt x="168998" y="128659"/>
                    <a:pt x="179975" y="127183"/>
                  </a:cubicBezTo>
                  <a:lnTo>
                    <a:pt x="179975" y="127183"/>
                  </a:lnTo>
                  <a:cubicBezTo>
                    <a:pt x="179106" y="133588"/>
                    <a:pt x="178094" y="139791"/>
                    <a:pt x="176927" y="145756"/>
                  </a:cubicBezTo>
                  <a:lnTo>
                    <a:pt x="177034" y="145756"/>
                  </a:lnTo>
                  <a:cubicBezTo>
                    <a:pt x="177142" y="145697"/>
                    <a:pt x="177249" y="145625"/>
                    <a:pt x="177356" y="145566"/>
                  </a:cubicBezTo>
                  <a:cubicBezTo>
                    <a:pt x="178511" y="139601"/>
                    <a:pt x="179511" y="133445"/>
                    <a:pt x="180368" y="127135"/>
                  </a:cubicBezTo>
                  <a:cubicBezTo>
                    <a:pt x="195953" y="125028"/>
                    <a:pt x="210551" y="121992"/>
                    <a:pt x="223671" y="118098"/>
                  </a:cubicBezTo>
                  <a:lnTo>
                    <a:pt x="223671" y="118098"/>
                  </a:lnTo>
                  <a:cubicBezTo>
                    <a:pt x="221814" y="127599"/>
                    <a:pt x="219337" y="136791"/>
                    <a:pt x="216301" y="145554"/>
                  </a:cubicBezTo>
                  <a:lnTo>
                    <a:pt x="216801" y="145554"/>
                  </a:lnTo>
                  <a:cubicBezTo>
                    <a:pt x="219849" y="136743"/>
                    <a:pt x="222326" y="127504"/>
                    <a:pt x="224183" y="117943"/>
                  </a:cubicBezTo>
                  <a:cubicBezTo>
                    <a:pt x="228291" y="116717"/>
                    <a:pt x="232268" y="115407"/>
                    <a:pt x="236066" y="114002"/>
                  </a:cubicBezTo>
                  <a:cubicBezTo>
                    <a:pt x="249877" y="108930"/>
                    <a:pt x="260747" y="103073"/>
                    <a:pt x="268367" y="96679"/>
                  </a:cubicBezTo>
                  <a:cubicBezTo>
                    <a:pt x="268391" y="96476"/>
                    <a:pt x="268427" y="96286"/>
                    <a:pt x="268451" y="96084"/>
                  </a:cubicBezTo>
                  <a:lnTo>
                    <a:pt x="268451" y="96084"/>
                  </a:lnTo>
                  <a:cubicBezTo>
                    <a:pt x="258592" y="104477"/>
                    <a:pt x="243317" y="111824"/>
                    <a:pt x="224267" y="117527"/>
                  </a:cubicBezTo>
                  <a:cubicBezTo>
                    <a:pt x="226041" y="108287"/>
                    <a:pt x="227267" y="98762"/>
                    <a:pt x="227886" y="89047"/>
                  </a:cubicBezTo>
                  <a:cubicBezTo>
                    <a:pt x="230672" y="88726"/>
                    <a:pt x="233387" y="88404"/>
                    <a:pt x="236018" y="88059"/>
                  </a:cubicBezTo>
                  <a:cubicBezTo>
                    <a:pt x="248770" y="86404"/>
                    <a:pt x="259009" y="84511"/>
                    <a:pt x="266510" y="82451"/>
                  </a:cubicBezTo>
                  <a:cubicBezTo>
                    <a:pt x="266510" y="82379"/>
                    <a:pt x="266510" y="82308"/>
                    <a:pt x="266510" y="82249"/>
                  </a:cubicBezTo>
                  <a:cubicBezTo>
                    <a:pt x="257306" y="84773"/>
                    <a:pt x="244079" y="87023"/>
                    <a:pt x="227898" y="88833"/>
                  </a:cubicBezTo>
                  <a:cubicBezTo>
                    <a:pt x="228208" y="83880"/>
                    <a:pt x="228362" y="78867"/>
                    <a:pt x="228362" y="73831"/>
                  </a:cubicBezTo>
                  <a:cubicBezTo>
                    <a:pt x="228362" y="68794"/>
                    <a:pt x="228208" y="63782"/>
                    <a:pt x="227898" y="58829"/>
                  </a:cubicBezTo>
                  <a:lnTo>
                    <a:pt x="227898" y="58829"/>
                  </a:lnTo>
                  <a:cubicBezTo>
                    <a:pt x="244519" y="60698"/>
                    <a:pt x="258009" y="63008"/>
                    <a:pt x="267248" y="65627"/>
                  </a:cubicBezTo>
                  <a:cubicBezTo>
                    <a:pt x="267248" y="65556"/>
                    <a:pt x="267260" y="65496"/>
                    <a:pt x="267260" y="65425"/>
                  </a:cubicBezTo>
                  <a:cubicBezTo>
                    <a:pt x="259711" y="63282"/>
                    <a:pt x="249210" y="61317"/>
                    <a:pt x="236018" y="59603"/>
                  </a:cubicBezTo>
                  <a:cubicBezTo>
                    <a:pt x="233387" y="59270"/>
                    <a:pt x="230672" y="58936"/>
                    <a:pt x="227886" y="58627"/>
                  </a:cubicBezTo>
                  <a:cubicBezTo>
                    <a:pt x="227267" y="48899"/>
                    <a:pt x="226041" y="39374"/>
                    <a:pt x="224267" y="30135"/>
                  </a:cubicBezTo>
                  <a:lnTo>
                    <a:pt x="224267" y="30135"/>
                  </a:lnTo>
                  <a:cubicBezTo>
                    <a:pt x="243650" y="35945"/>
                    <a:pt x="259116" y="43446"/>
                    <a:pt x="268963" y="52019"/>
                  </a:cubicBezTo>
                  <a:cubicBezTo>
                    <a:pt x="268986" y="51864"/>
                    <a:pt x="269010" y="51709"/>
                    <a:pt x="269046" y="51566"/>
                  </a:cubicBezTo>
                  <a:cubicBezTo>
                    <a:pt x="261390" y="44946"/>
                    <a:pt x="250294" y="38886"/>
                    <a:pt x="236066" y="33659"/>
                  </a:cubicBezTo>
                  <a:cubicBezTo>
                    <a:pt x="232268" y="32266"/>
                    <a:pt x="228291" y="30945"/>
                    <a:pt x="224183" y="29718"/>
                  </a:cubicBezTo>
                  <a:cubicBezTo>
                    <a:pt x="222338" y="20277"/>
                    <a:pt x="219909" y="11133"/>
                    <a:pt x="216908" y="2417"/>
                  </a:cubicBezTo>
                  <a:cubicBezTo>
                    <a:pt x="216766" y="2513"/>
                    <a:pt x="216635" y="2620"/>
                    <a:pt x="216504" y="2715"/>
                  </a:cubicBezTo>
                  <a:cubicBezTo>
                    <a:pt x="219456" y="11299"/>
                    <a:pt x="221850" y="20277"/>
                    <a:pt x="223671" y="29563"/>
                  </a:cubicBezTo>
                  <a:cubicBezTo>
                    <a:pt x="210551" y="25682"/>
                    <a:pt x="195953" y="22646"/>
                    <a:pt x="180368" y="20539"/>
                  </a:cubicBezTo>
                  <a:cubicBezTo>
                    <a:pt x="179416" y="13490"/>
                    <a:pt x="178273" y="6644"/>
                    <a:pt x="176951" y="36"/>
                  </a:cubicBezTo>
                  <a:cubicBezTo>
                    <a:pt x="176820" y="24"/>
                    <a:pt x="176689" y="12"/>
                    <a:pt x="176558" y="0"/>
                  </a:cubicBezTo>
                  <a:close/>
                </a:path>
              </a:pathLst>
            </a:custGeom>
            <a:solidFill>
              <a:srgbClr val="E3C98E">
                <a:alpha val="246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1" name="Google Shape;321;p30"/>
          <p:cNvSpPr txBox="1"/>
          <p:nvPr>
            <p:ph type="title"/>
          </p:nvPr>
        </p:nvSpPr>
        <p:spPr>
          <a:xfrm>
            <a:off x="1196507" y="1365075"/>
            <a:ext cx="2750700" cy="106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22" name="Google Shape;322;p30"/>
          <p:cNvSpPr txBox="1"/>
          <p:nvPr>
            <p:ph idx="1" type="subTitle"/>
          </p:nvPr>
        </p:nvSpPr>
        <p:spPr>
          <a:xfrm>
            <a:off x="1196507" y="2548725"/>
            <a:ext cx="2750700" cy="122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23" name="Google Shape;323;p30"/>
          <p:cNvGrpSpPr/>
          <p:nvPr/>
        </p:nvGrpSpPr>
        <p:grpSpPr>
          <a:xfrm>
            <a:off x="318377" y="4183583"/>
            <a:ext cx="789682" cy="723827"/>
            <a:chOff x="318377" y="4183583"/>
            <a:chExt cx="789682" cy="723827"/>
          </a:xfrm>
        </p:grpSpPr>
        <p:sp>
          <p:nvSpPr>
            <p:cNvPr id="324" name="Google Shape;324;p30"/>
            <p:cNvSpPr/>
            <p:nvPr/>
          </p:nvSpPr>
          <p:spPr>
            <a:xfrm>
              <a:off x="457913" y="4803900"/>
              <a:ext cx="258300" cy="103500"/>
            </a:xfrm>
            <a:prstGeom prst="ellipse">
              <a:avLst/>
            </a:prstGeom>
            <a:solidFill>
              <a:srgbClr val="033342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30"/>
            <p:cNvSpPr/>
            <p:nvPr/>
          </p:nvSpPr>
          <p:spPr>
            <a:xfrm>
              <a:off x="788438" y="4569325"/>
              <a:ext cx="258300" cy="103500"/>
            </a:xfrm>
            <a:prstGeom prst="ellipse">
              <a:avLst/>
            </a:prstGeom>
            <a:solidFill>
              <a:srgbClr val="033342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6" name="Google Shape;326;p30"/>
            <p:cNvGrpSpPr/>
            <p:nvPr/>
          </p:nvGrpSpPr>
          <p:grpSpPr>
            <a:xfrm flipH="1">
              <a:off x="318377" y="4183583"/>
              <a:ext cx="789682" cy="723827"/>
              <a:chOff x="4896425" y="6632275"/>
              <a:chExt cx="319425" cy="279125"/>
            </a:xfrm>
          </p:grpSpPr>
          <p:sp>
            <p:nvSpPr>
              <p:cNvPr id="327" name="Google Shape;327;p30"/>
              <p:cNvSpPr/>
              <p:nvPr/>
            </p:nvSpPr>
            <p:spPr>
              <a:xfrm>
                <a:off x="5083950" y="6632275"/>
                <a:ext cx="46175" cy="31500"/>
              </a:xfrm>
              <a:custGeom>
                <a:rect b="b" l="l" r="r" t="t"/>
                <a:pathLst>
                  <a:path extrusionOk="0" h="1260" w="1847">
                    <a:moveTo>
                      <a:pt x="461" y="0"/>
                    </a:moveTo>
                    <a:cubicBezTo>
                      <a:pt x="367" y="0"/>
                      <a:pt x="310" y="10"/>
                      <a:pt x="310" y="10"/>
                    </a:cubicBezTo>
                    <a:lnTo>
                      <a:pt x="1" y="617"/>
                    </a:lnTo>
                    <a:lnTo>
                      <a:pt x="1191" y="1260"/>
                    </a:lnTo>
                    <a:lnTo>
                      <a:pt x="1846" y="795"/>
                    </a:lnTo>
                    <a:cubicBezTo>
                      <a:pt x="1380" y="88"/>
                      <a:pt x="746" y="0"/>
                      <a:pt x="4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" name="Google Shape;328;p30"/>
              <p:cNvSpPr/>
              <p:nvPr/>
            </p:nvSpPr>
            <p:spPr>
              <a:xfrm>
                <a:off x="5172075" y="6684900"/>
                <a:ext cx="39600" cy="37825"/>
              </a:xfrm>
              <a:custGeom>
                <a:rect b="b" l="l" r="r" t="t"/>
                <a:pathLst>
                  <a:path extrusionOk="0" h="1513" w="1584">
                    <a:moveTo>
                      <a:pt x="548" y="0"/>
                    </a:moveTo>
                    <a:lnTo>
                      <a:pt x="0" y="405"/>
                    </a:lnTo>
                    <a:lnTo>
                      <a:pt x="786" y="1512"/>
                    </a:lnTo>
                    <a:lnTo>
                      <a:pt x="1584" y="1393"/>
                    </a:lnTo>
                    <a:cubicBezTo>
                      <a:pt x="1441" y="274"/>
                      <a:pt x="548" y="0"/>
                      <a:pt x="54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" name="Google Shape;329;p30"/>
              <p:cNvSpPr/>
              <p:nvPr/>
            </p:nvSpPr>
            <p:spPr>
              <a:xfrm>
                <a:off x="4896425" y="6635175"/>
                <a:ext cx="319425" cy="276225"/>
              </a:xfrm>
              <a:custGeom>
                <a:rect b="b" l="l" r="r" t="t"/>
                <a:pathLst>
                  <a:path extrusionOk="0" h="11049" w="12777">
                    <a:moveTo>
                      <a:pt x="6573" y="1"/>
                    </a:moveTo>
                    <a:lnTo>
                      <a:pt x="1" y="4442"/>
                    </a:lnTo>
                    <a:cubicBezTo>
                      <a:pt x="346" y="7088"/>
                      <a:pt x="2248" y="7133"/>
                      <a:pt x="2375" y="7133"/>
                    </a:cubicBezTo>
                    <a:cubicBezTo>
                      <a:pt x="2380" y="7133"/>
                      <a:pt x="2382" y="7133"/>
                      <a:pt x="2382" y="7133"/>
                    </a:cubicBezTo>
                    <a:lnTo>
                      <a:pt x="5490" y="4061"/>
                    </a:lnTo>
                    <a:cubicBezTo>
                      <a:pt x="6311" y="4073"/>
                      <a:pt x="7454" y="4406"/>
                      <a:pt x="8299" y="5930"/>
                    </a:cubicBezTo>
                    <a:lnTo>
                      <a:pt x="5537" y="8728"/>
                    </a:lnTo>
                    <a:cubicBezTo>
                      <a:pt x="6093" y="10805"/>
                      <a:pt x="7534" y="11049"/>
                      <a:pt x="8180" y="11049"/>
                    </a:cubicBezTo>
                    <a:cubicBezTo>
                      <a:pt x="8378" y="11049"/>
                      <a:pt x="8502" y="11026"/>
                      <a:pt x="8502" y="11026"/>
                    </a:cubicBezTo>
                    <a:lnTo>
                      <a:pt x="12776" y="4906"/>
                    </a:lnTo>
                    <a:cubicBezTo>
                      <a:pt x="11836" y="822"/>
                      <a:pt x="6573" y="1"/>
                      <a:pt x="657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" name="Google Shape;330;p30"/>
              <p:cNvSpPr/>
              <p:nvPr/>
            </p:nvSpPr>
            <p:spPr>
              <a:xfrm>
                <a:off x="4902100" y="6738800"/>
                <a:ext cx="69950" cy="68950"/>
              </a:xfrm>
              <a:custGeom>
                <a:rect b="b" l="l" r="r" t="t"/>
                <a:pathLst>
                  <a:path extrusionOk="0" h="2758" w="2798">
                    <a:moveTo>
                      <a:pt x="870" y="0"/>
                    </a:moveTo>
                    <a:cubicBezTo>
                      <a:pt x="704" y="0"/>
                      <a:pt x="552" y="46"/>
                      <a:pt x="429" y="142"/>
                    </a:cubicBezTo>
                    <a:cubicBezTo>
                      <a:pt x="0" y="475"/>
                      <a:pt x="83" y="1309"/>
                      <a:pt x="619" y="1987"/>
                    </a:cubicBezTo>
                    <a:cubicBezTo>
                      <a:pt x="1003" y="2473"/>
                      <a:pt x="1515" y="2758"/>
                      <a:pt x="1932" y="2758"/>
                    </a:cubicBezTo>
                    <a:cubicBezTo>
                      <a:pt x="2097" y="2758"/>
                      <a:pt x="2248" y="2713"/>
                      <a:pt x="2369" y="2618"/>
                    </a:cubicBezTo>
                    <a:cubicBezTo>
                      <a:pt x="2798" y="2273"/>
                      <a:pt x="2703" y="1452"/>
                      <a:pt x="2167" y="773"/>
                    </a:cubicBezTo>
                    <a:cubicBezTo>
                      <a:pt x="1785" y="281"/>
                      <a:pt x="1283" y="0"/>
                      <a:pt x="87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" name="Google Shape;331;p30"/>
              <p:cNvSpPr/>
              <p:nvPr/>
            </p:nvSpPr>
            <p:spPr>
              <a:xfrm>
                <a:off x="5038725" y="6840600"/>
                <a:ext cx="77700" cy="65750"/>
              </a:xfrm>
              <a:custGeom>
                <a:rect b="b" l="l" r="r" t="t"/>
                <a:pathLst>
                  <a:path extrusionOk="0" h="2630" w="3108">
                    <a:moveTo>
                      <a:pt x="967" y="0"/>
                    </a:moveTo>
                    <a:cubicBezTo>
                      <a:pt x="731" y="0"/>
                      <a:pt x="524" y="73"/>
                      <a:pt x="381" y="225"/>
                    </a:cubicBezTo>
                    <a:cubicBezTo>
                      <a:pt x="0" y="630"/>
                      <a:pt x="214" y="1452"/>
                      <a:pt x="869" y="2047"/>
                    </a:cubicBezTo>
                    <a:cubicBezTo>
                      <a:pt x="1271" y="2426"/>
                      <a:pt x="1747" y="2629"/>
                      <a:pt x="2141" y="2629"/>
                    </a:cubicBezTo>
                    <a:cubicBezTo>
                      <a:pt x="2377" y="2629"/>
                      <a:pt x="2584" y="2556"/>
                      <a:pt x="2727" y="2404"/>
                    </a:cubicBezTo>
                    <a:cubicBezTo>
                      <a:pt x="3108" y="1999"/>
                      <a:pt x="2881" y="1178"/>
                      <a:pt x="2238" y="582"/>
                    </a:cubicBezTo>
                    <a:cubicBezTo>
                      <a:pt x="1837" y="203"/>
                      <a:pt x="1361" y="0"/>
                      <a:pt x="96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" name="Google Shape;332;p30"/>
              <p:cNvSpPr/>
              <p:nvPr/>
            </p:nvSpPr>
            <p:spPr>
              <a:xfrm>
                <a:off x="4924700" y="6640250"/>
                <a:ext cx="284000" cy="247075"/>
              </a:xfrm>
              <a:custGeom>
                <a:rect b="b" l="l" r="r" t="t"/>
                <a:pathLst>
                  <a:path extrusionOk="0" h="9883" w="11360">
                    <a:moveTo>
                      <a:pt x="6287" y="3298"/>
                    </a:moveTo>
                    <a:cubicBezTo>
                      <a:pt x="6192" y="3298"/>
                      <a:pt x="6121" y="3453"/>
                      <a:pt x="6121" y="3655"/>
                    </a:cubicBezTo>
                    <a:cubicBezTo>
                      <a:pt x="6121" y="3846"/>
                      <a:pt x="6192" y="4013"/>
                      <a:pt x="6287" y="4013"/>
                    </a:cubicBezTo>
                    <a:cubicBezTo>
                      <a:pt x="6371" y="4013"/>
                      <a:pt x="6454" y="3846"/>
                      <a:pt x="6454" y="3655"/>
                    </a:cubicBezTo>
                    <a:cubicBezTo>
                      <a:pt x="6454" y="3453"/>
                      <a:pt x="6371" y="3298"/>
                      <a:pt x="6287" y="3298"/>
                    </a:cubicBezTo>
                    <a:close/>
                    <a:moveTo>
                      <a:pt x="6264" y="2893"/>
                    </a:moveTo>
                    <a:cubicBezTo>
                      <a:pt x="6454" y="2893"/>
                      <a:pt x="6621" y="3215"/>
                      <a:pt x="6621" y="3584"/>
                    </a:cubicBezTo>
                    <a:cubicBezTo>
                      <a:pt x="6621" y="3965"/>
                      <a:pt x="6454" y="4274"/>
                      <a:pt x="6264" y="4274"/>
                    </a:cubicBezTo>
                    <a:cubicBezTo>
                      <a:pt x="6061" y="4274"/>
                      <a:pt x="5906" y="3965"/>
                      <a:pt x="5906" y="3584"/>
                    </a:cubicBezTo>
                    <a:cubicBezTo>
                      <a:pt x="5906" y="3215"/>
                      <a:pt x="6061" y="2893"/>
                      <a:pt x="6264" y="2893"/>
                    </a:cubicBezTo>
                    <a:close/>
                    <a:moveTo>
                      <a:pt x="6264" y="2798"/>
                    </a:moveTo>
                    <a:cubicBezTo>
                      <a:pt x="6002" y="2798"/>
                      <a:pt x="5799" y="3143"/>
                      <a:pt x="5799" y="3584"/>
                    </a:cubicBezTo>
                    <a:cubicBezTo>
                      <a:pt x="5799" y="4024"/>
                      <a:pt x="6002" y="4382"/>
                      <a:pt x="6264" y="4382"/>
                    </a:cubicBezTo>
                    <a:cubicBezTo>
                      <a:pt x="6514" y="4382"/>
                      <a:pt x="6716" y="4036"/>
                      <a:pt x="6716" y="3584"/>
                    </a:cubicBezTo>
                    <a:cubicBezTo>
                      <a:pt x="6716" y="3143"/>
                      <a:pt x="6514" y="2798"/>
                      <a:pt x="6264" y="2798"/>
                    </a:cubicBezTo>
                    <a:close/>
                    <a:moveTo>
                      <a:pt x="5061" y="0"/>
                    </a:moveTo>
                    <a:lnTo>
                      <a:pt x="5049" y="107"/>
                    </a:lnTo>
                    <a:cubicBezTo>
                      <a:pt x="5109" y="107"/>
                      <a:pt x="10645" y="834"/>
                      <a:pt x="11264" y="5191"/>
                    </a:cubicBezTo>
                    <a:lnTo>
                      <a:pt x="11359" y="5167"/>
                    </a:lnTo>
                    <a:cubicBezTo>
                      <a:pt x="10728" y="750"/>
                      <a:pt x="5121" y="12"/>
                      <a:pt x="5061" y="0"/>
                    </a:cubicBezTo>
                    <a:close/>
                    <a:moveTo>
                      <a:pt x="3015" y="1619"/>
                    </a:moveTo>
                    <a:cubicBezTo>
                      <a:pt x="2984" y="1619"/>
                      <a:pt x="2967" y="1619"/>
                      <a:pt x="2966" y="1619"/>
                    </a:cubicBezTo>
                    <a:lnTo>
                      <a:pt x="2966" y="1715"/>
                    </a:lnTo>
                    <a:cubicBezTo>
                      <a:pt x="2968" y="1715"/>
                      <a:pt x="2981" y="1714"/>
                      <a:pt x="3003" y="1714"/>
                    </a:cubicBezTo>
                    <a:cubicBezTo>
                      <a:pt x="3480" y="1714"/>
                      <a:pt x="8310" y="1823"/>
                      <a:pt x="10038" y="6596"/>
                    </a:cubicBezTo>
                    <a:lnTo>
                      <a:pt x="10133" y="6572"/>
                    </a:lnTo>
                    <a:cubicBezTo>
                      <a:pt x="9181" y="3917"/>
                      <a:pt x="7276" y="2715"/>
                      <a:pt x="5859" y="2167"/>
                    </a:cubicBezTo>
                    <a:cubicBezTo>
                      <a:pt x="4480" y="1647"/>
                      <a:pt x="3271" y="1619"/>
                      <a:pt x="3015" y="1619"/>
                    </a:cubicBezTo>
                    <a:close/>
                    <a:moveTo>
                      <a:pt x="275" y="3395"/>
                    </a:moveTo>
                    <a:cubicBezTo>
                      <a:pt x="117" y="3395"/>
                      <a:pt x="13" y="3413"/>
                      <a:pt x="1" y="3417"/>
                    </a:cubicBezTo>
                    <a:lnTo>
                      <a:pt x="25" y="3512"/>
                    </a:lnTo>
                    <a:cubicBezTo>
                      <a:pt x="25" y="3512"/>
                      <a:pt x="116" y="3497"/>
                      <a:pt x="261" y="3497"/>
                    </a:cubicBezTo>
                    <a:cubicBezTo>
                      <a:pt x="544" y="3497"/>
                      <a:pt x="1032" y="3555"/>
                      <a:pt x="1442" y="3893"/>
                    </a:cubicBezTo>
                    <a:cubicBezTo>
                      <a:pt x="1918" y="4298"/>
                      <a:pt x="2168" y="4989"/>
                      <a:pt x="2168" y="5941"/>
                    </a:cubicBezTo>
                    <a:lnTo>
                      <a:pt x="1215" y="6894"/>
                    </a:lnTo>
                    <a:lnTo>
                      <a:pt x="1287" y="6965"/>
                    </a:lnTo>
                    <a:lnTo>
                      <a:pt x="4394" y="3893"/>
                    </a:lnTo>
                    <a:lnTo>
                      <a:pt x="4323" y="3822"/>
                    </a:lnTo>
                    <a:lnTo>
                      <a:pt x="2275" y="5846"/>
                    </a:lnTo>
                    <a:cubicBezTo>
                      <a:pt x="2251" y="4917"/>
                      <a:pt x="2001" y="4227"/>
                      <a:pt x="1501" y="3822"/>
                    </a:cubicBezTo>
                    <a:cubicBezTo>
                      <a:pt x="1078" y="3462"/>
                      <a:pt x="578" y="3395"/>
                      <a:pt x="275" y="3395"/>
                    </a:cubicBezTo>
                    <a:close/>
                    <a:moveTo>
                      <a:pt x="7728" y="5072"/>
                    </a:moveTo>
                    <a:lnTo>
                      <a:pt x="4371" y="8489"/>
                    </a:lnTo>
                    <a:lnTo>
                      <a:pt x="4442" y="8561"/>
                    </a:lnTo>
                    <a:lnTo>
                      <a:pt x="5442" y="7549"/>
                    </a:lnTo>
                    <a:cubicBezTo>
                      <a:pt x="5680" y="7549"/>
                      <a:pt x="7740" y="7668"/>
                      <a:pt x="7978" y="9882"/>
                    </a:cubicBezTo>
                    <a:lnTo>
                      <a:pt x="8073" y="9870"/>
                    </a:lnTo>
                    <a:cubicBezTo>
                      <a:pt x="7847" y="7787"/>
                      <a:pt x="6014" y="7489"/>
                      <a:pt x="5537" y="7453"/>
                    </a:cubicBezTo>
                    <a:lnTo>
                      <a:pt x="7800" y="5144"/>
                    </a:lnTo>
                    <a:lnTo>
                      <a:pt x="7728" y="507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" name="Google Shape;333;p30"/>
              <p:cNvSpPr/>
              <p:nvPr/>
            </p:nvSpPr>
            <p:spPr>
              <a:xfrm>
                <a:off x="5041700" y="6658100"/>
                <a:ext cx="152700" cy="108375"/>
              </a:xfrm>
              <a:custGeom>
                <a:rect b="b" l="l" r="r" t="t"/>
                <a:pathLst>
                  <a:path extrusionOk="0" h="4335" w="6108">
                    <a:moveTo>
                      <a:pt x="369" y="0"/>
                    </a:moveTo>
                    <a:cubicBezTo>
                      <a:pt x="167" y="0"/>
                      <a:pt x="0" y="84"/>
                      <a:pt x="0" y="179"/>
                    </a:cubicBezTo>
                    <a:cubicBezTo>
                      <a:pt x="0" y="274"/>
                      <a:pt x="167" y="346"/>
                      <a:pt x="369" y="346"/>
                    </a:cubicBezTo>
                    <a:cubicBezTo>
                      <a:pt x="572" y="346"/>
                      <a:pt x="738" y="274"/>
                      <a:pt x="738" y="179"/>
                    </a:cubicBezTo>
                    <a:cubicBezTo>
                      <a:pt x="738" y="84"/>
                      <a:pt x="572" y="0"/>
                      <a:pt x="369" y="0"/>
                    </a:cubicBezTo>
                    <a:close/>
                    <a:moveTo>
                      <a:pt x="2417" y="548"/>
                    </a:moveTo>
                    <a:cubicBezTo>
                      <a:pt x="2215" y="548"/>
                      <a:pt x="2048" y="643"/>
                      <a:pt x="2048" y="751"/>
                    </a:cubicBezTo>
                    <a:cubicBezTo>
                      <a:pt x="2048" y="858"/>
                      <a:pt x="2215" y="953"/>
                      <a:pt x="2417" y="953"/>
                    </a:cubicBezTo>
                    <a:cubicBezTo>
                      <a:pt x="2631" y="953"/>
                      <a:pt x="2798" y="858"/>
                      <a:pt x="2798" y="751"/>
                    </a:cubicBezTo>
                    <a:cubicBezTo>
                      <a:pt x="2798" y="643"/>
                      <a:pt x="2619" y="548"/>
                      <a:pt x="2417" y="548"/>
                    </a:cubicBezTo>
                    <a:close/>
                    <a:moveTo>
                      <a:pt x="4655" y="2132"/>
                    </a:moveTo>
                    <a:cubicBezTo>
                      <a:pt x="4465" y="2132"/>
                      <a:pt x="4310" y="2227"/>
                      <a:pt x="4310" y="2358"/>
                    </a:cubicBezTo>
                    <a:cubicBezTo>
                      <a:pt x="4310" y="2477"/>
                      <a:pt x="4465" y="2572"/>
                      <a:pt x="4655" y="2572"/>
                    </a:cubicBezTo>
                    <a:cubicBezTo>
                      <a:pt x="4666" y="2573"/>
                      <a:pt x="4676" y="2573"/>
                      <a:pt x="4686" y="2573"/>
                    </a:cubicBezTo>
                    <a:cubicBezTo>
                      <a:pt x="4873" y="2573"/>
                      <a:pt x="5013" y="2471"/>
                      <a:pt x="5013" y="2358"/>
                    </a:cubicBezTo>
                    <a:cubicBezTo>
                      <a:pt x="5013" y="2227"/>
                      <a:pt x="4858" y="2132"/>
                      <a:pt x="4655" y="2132"/>
                    </a:cubicBezTo>
                    <a:close/>
                    <a:moveTo>
                      <a:pt x="5763" y="3906"/>
                    </a:moveTo>
                    <a:cubicBezTo>
                      <a:pt x="5572" y="3906"/>
                      <a:pt x="5406" y="4001"/>
                      <a:pt x="5406" y="4120"/>
                    </a:cubicBezTo>
                    <a:cubicBezTo>
                      <a:pt x="5406" y="4227"/>
                      <a:pt x="5572" y="4334"/>
                      <a:pt x="5763" y="4334"/>
                    </a:cubicBezTo>
                    <a:cubicBezTo>
                      <a:pt x="5953" y="4334"/>
                      <a:pt x="6108" y="4227"/>
                      <a:pt x="6108" y="4120"/>
                    </a:cubicBezTo>
                    <a:cubicBezTo>
                      <a:pt x="6108" y="4001"/>
                      <a:pt x="5953" y="3906"/>
                      <a:pt x="5763" y="390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" name="Google Shape;334;p30"/>
              <p:cNvSpPr/>
              <p:nvPr/>
            </p:nvSpPr>
            <p:spPr>
              <a:xfrm>
                <a:off x="4935125" y="6752050"/>
                <a:ext cx="29800" cy="35375"/>
              </a:xfrm>
              <a:custGeom>
                <a:rect b="b" l="l" r="r" t="t"/>
                <a:pathLst>
                  <a:path extrusionOk="0" h="1415" w="1192">
                    <a:moveTo>
                      <a:pt x="189" y="0"/>
                    </a:moveTo>
                    <a:cubicBezTo>
                      <a:pt x="167" y="0"/>
                      <a:pt x="148" y="6"/>
                      <a:pt x="132" y="17"/>
                    </a:cubicBezTo>
                    <a:cubicBezTo>
                      <a:pt x="1" y="100"/>
                      <a:pt x="120" y="481"/>
                      <a:pt x="382" y="862"/>
                    </a:cubicBezTo>
                    <a:cubicBezTo>
                      <a:pt x="598" y="1192"/>
                      <a:pt x="859" y="1414"/>
                      <a:pt x="1010" y="1414"/>
                    </a:cubicBezTo>
                    <a:cubicBezTo>
                      <a:pt x="1034" y="1414"/>
                      <a:pt x="1055" y="1409"/>
                      <a:pt x="1072" y="1398"/>
                    </a:cubicBezTo>
                    <a:cubicBezTo>
                      <a:pt x="1191" y="1315"/>
                      <a:pt x="1084" y="934"/>
                      <a:pt x="822" y="553"/>
                    </a:cubicBezTo>
                    <a:cubicBezTo>
                      <a:pt x="596" y="223"/>
                      <a:pt x="333" y="0"/>
                      <a:pt x="1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" name="Google Shape;335;p30"/>
              <p:cNvSpPr/>
              <p:nvPr/>
            </p:nvSpPr>
            <p:spPr>
              <a:xfrm>
                <a:off x="5079800" y="6853250"/>
                <a:ext cx="29775" cy="35375"/>
              </a:xfrm>
              <a:custGeom>
                <a:rect b="b" l="l" r="r" t="t"/>
                <a:pathLst>
                  <a:path extrusionOk="0" h="1415" w="1191">
                    <a:moveTo>
                      <a:pt x="189" y="0"/>
                    </a:moveTo>
                    <a:cubicBezTo>
                      <a:pt x="167" y="0"/>
                      <a:pt x="147" y="6"/>
                      <a:pt x="131" y="17"/>
                    </a:cubicBezTo>
                    <a:cubicBezTo>
                      <a:pt x="0" y="100"/>
                      <a:pt x="119" y="481"/>
                      <a:pt x="381" y="862"/>
                    </a:cubicBezTo>
                    <a:cubicBezTo>
                      <a:pt x="597" y="1192"/>
                      <a:pt x="858" y="1415"/>
                      <a:pt x="1010" y="1415"/>
                    </a:cubicBezTo>
                    <a:cubicBezTo>
                      <a:pt x="1033" y="1415"/>
                      <a:pt x="1054" y="1409"/>
                      <a:pt x="1072" y="1398"/>
                    </a:cubicBezTo>
                    <a:cubicBezTo>
                      <a:pt x="1191" y="1315"/>
                      <a:pt x="1084" y="934"/>
                      <a:pt x="822" y="553"/>
                    </a:cubicBezTo>
                    <a:cubicBezTo>
                      <a:pt x="595" y="223"/>
                      <a:pt x="333" y="0"/>
                      <a:pt x="1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" name="Google Shape;337;p31"/>
          <p:cNvGrpSpPr/>
          <p:nvPr/>
        </p:nvGrpSpPr>
        <p:grpSpPr>
          <a:xfrm>
            <a:off x="0" y="0"/>
            <a:ext cx="9144003" cy="5143501"/>
            <a:chOff x="0" y="0"/>
            <a:chExt cx="9144003" cy="5143501"/>
          </a:xfrm>
        </p:grpSpPr>
        <p:pic>
          <p:nvPicPr>
            <p:cNvPr id="338" name="Google Shape;338;p31"/>
            <p:cNvPicPr preferRelativeResize="0"/>
            <p:nvPr/>
          </p:nvPicPr>
          <p:blipFill rotWithShape="1">
            <a:blip r:embed="rId2">
              <a:alphaModFix/>
            </a:blip>
            <a:srcRect b="8068" l="0" r="0" t="8060"/>
            <a:stretch/>
          </p:blipFill>
          <p:spPr>
            <a:xfrm>
              <a:off x="0" y="0"/>
              <a:ext cx="9144003" cy="5143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9" name="Google Shape;339;p31"/>
            <p:cNvSpPr/>
            <p:nvPr/>
          </p:nvSpPr>
          <p:spPr>
            <a:xfrm>
              <a:off x="209980" y="194500"/>
              <a:ext cx="8763466" cy="4752275"/>
            </a:xfrm>
            <a:custGeom>
              <a:rect b="b" l="l" r="r" t="t"/>
              <a:pathLst>
                <a:path extrusionOk="0" h="147209" w="271904">
                  <a:moveTo>
                    <a:pt x="596" y="0"/>
                  </a:moveTo>
                  <a:lnTo>
                    <a:pt x="596" y="0"/>
                  </a:lnTo>
                  <a:cubicBezTo>
                    <a:pt x="2025" y="5965"/>
                    <a:pt x="3072" y="13895"/>
                    <a:pt x="3644" y="22312"/>
                  </a:cubicBezTo>
                  <a:cubicBezTo>
                    <a:pt x="7942" y="23515"/>
                    <a:pt x="13609" y="23932"/>
                    <a:pt x="5085" y="25063"/>
                  </a:cubicBezTo>
                  <a:cubicBezTo>
                    <a:pt x="5096" y="25110"/>
                    <a:pt x="5108" y="25146"/>
                    <a:pt x="5120" y="25194"/>
                  </a:cubicBezTo>
                  <a:cubicBezTo>
                    <a:pt x="5263" y="25301"/>
                    <a:pt x="5394" y="25396"/>
                    <a:pt x="5525" y="25503"/>
                  </a:cubicBezTo>
                  <a:cubicBezTo>
                    <a:pt x="5692" y="25539"/>
                    <a:pt x="5954" y="25479"/>
                    <a:pt x="6037" y="25658"/>
                  </a:cubicBezTo>
                  <a:cubicBezTo>
                    <a:pt x="8561" y="26230"/>
                    <a:pt x="4561" y="26670"/>
                    <a:pt x="3894" y="26789"/>
                  </a:cubicBezTo>
                  <a:cubicBezTo>
                    <a:pt x="4203" y="33719"/>
                    <a:pt x="4192" y="40803"/>
                    <a:pt x="3787" y="47256"/>
                  </a:cubicBezTo>
                  <a:cubicBezTo>
                    <a:pt x="2560" y="47137"/>
                    <a:pt x="1298" y="47006"/>
                    <a:pt x="1" y="46875"/>
                  </a:cubicBezTo>
                  <a:lnTo>
                    <a:pt x="1" y="46875"/>
                  </a:lnTo>
                  <a:cubicBezTo>
                    <a:pt x="1429" y="52840"/>
                    <a:pt x="2477" y="60770"/>
                    <a:pt x="3049" y="69199"/>
                  </a:cubicBezTo>
                  <a:cubicBezTo>
                    <a:pt x="7347" y="70402"/>
                    <a:pt x="13014" y="70818"/>
                    <a:pt x="4489" y="71949"/>
                  </a:cubicBezTo>
                  <a:cubicBezTo>
                    <a:pt x="4501" y="71985"/>
                    <a:pt x="4513" y="72033"/>
                    <a:pt x="4525" y="72069"/>
                  </a:cubicBezTo>
                  <a:cubicBezTo>
                    <a:pt x="4668" y="72176"/>
                    <a:pt x="4787" y="72283"/>
                    <a:pt x="4930" y="72390"/>
                  </a:cubicBezTo>
                  <a:cubicBezTo>
                    <a:pt x="5096" y="72414"/>
                    <a:pt x="5358" y="72366"/>
                    <a:pt x="5442" y="72545"/>
                  </a:cubicBezTo>
                  <a:cubicBezTo>
                    <a:pt x="7966" y="73104"/>
                    <a:pt x="3965" y="73557"/>
                    <a:pt x="3299" y="73664"/>
                  </a:cubicBezTo>
                  <a:cubicBezTo>
                    <a:pt x="3513" y="78510"/>
                    <a:pt x="3572" y="83427"/>
                    <a:pt x="3453" y="88154"/>
                  </a:cubicBezTo>
                  <a:cubicBezTo>
                    <a:pt x="2322" y="88047"/>
                    <a:pt x="1179" y="87928"/>
                    <a:pt x="1" y="87809"/>
                  </a:cubicBezTo>
                  <a:lnTo>
                    <a:pt x="1" y="87809"/>
                  </a:lnTo>
                  <a:cubicBezTo>
                    <a:pt x="989" y="91940"/>
                    <a:pt x="1798" y="97036"/>
                    <a:pt x="2394" y="102584"/>
                  </a:cubicBezTo>
                  <a:cubicBezTo>
                    <a:pt x="2239" y="103727"/>
                    <a:pt x="2072" y="104834"/>
                    <a:pt x="1882" y="105894"/>
                  </a:cubicBezTo>
                  <a:cubicBezTo>
                    <a:pt x="2156" y="105870"/>
                    <a:pt x="2429" y="105846"/>
                    <a:pt x="2715" y="105811"/>
                  </a:cubicBezTo>
                  <a:cubicBezTo>
                    <a:pt x="2834" y="107228"/>
                    <a:pt x="2953" y="108668"/>
                    <a:pt x="3049" y="110121"/>
                  </a:cubicBezTo>
                  <a:cubicBezTo>
                    <a:pt x="7347" y="111323"/>
                    <a:pt x="13014" y="111740"/>
                    <a:pt x="4489" y="112871"/>
                  </a:cubicBezTo>
                  <a:cubicBezTo>
                    <a:pt x="4501" y="112919"/>
                    <a:pt x="4513" y="112954"/>
                    <a:pt x="4525" y="113002"/>
                  </a:cubicBezTo>
                  <a:cubicBezTo>
                    <a:pt x="4668" y="113109"/>
                    <a:pt x="4799" y="113205"/>
                    <a:pt x="4930" y="113312"/>
                  </a:cubicBezTo>
                  <a:cubicBezTo>
                    <a:pt x="5096" y="113347"/>
                    <a:pt x="5358" y="113288"/>
                    <a:pt x="5442" y="113466"/>
                  </a:cubicBezTo>
                  <a:cubicBezTo>
                    <a:pt x="7966" y="114038"/>
                    <a:pt x="3965" y="114478"/>
                    <a:pt x="3299" y="114598"/>
                  </a:cubicBezTo>
                  <a:cubicBezTo>
                    <a:pt x="3822" y="126123"/>
                    <a:pt x="4668" y="127147"/>
                    <a:pt x="3120" y="135886"/>
                  </a:cubicBezTo>
                  <a:cubicBezTo>
                    <a:pt x="4608" y="136338"/>
                    <a:pt x="14133" y="147209"/>
                    <a:pt x="14133" y="147209"/>
                  </a:cubicBezTo>
                  <a:cubicBezTo>
                    <a:pt x="14133" y="147209"/>
                    <a:pt x="16765" y="146220"/>
                    <a:pt x="20479" y="146137"/>
                  </a:cubicBezTo>
                  <a:cubicBezTo>
                    <a:pt x="20503" y="146054"/>
                    <a:pt x="20539" y="145959"/>
                    <a:pt x="20563" y="145875"/>
                  </a:cubicBezTo>
                  <a:lnTo>
                    <a:pt x="20563" y="145875"/>
                  </a:lnTo>
                  <a:cubicBezTo>
                    <a:pt x="20491" y="146340"/>
                    <a:pt x="23242" y="146363"/>
                    <a:pt x="23158" y="146816"/>
                  </a:cubicBezTo>
                  <a:cubicBezTo>
                    <a:pt x="29516" y="146220"/>
                    <a:pt x="36481" y="145875"/>
                    <a:pt x="44589" y="145697"/>
                  </a:cubicBezTo>
                  <a:cubicBezTo>
                    <a:pt x="44613" y="145625"/>
                    <a:pt x="44637" y="145554"/>
                    <a:pt x="44661" y="145494"/>
                  </a:cubicBezTo>
                  <a:cubicBezTo>
                    <a:pt x="45090" y="145494"/>
                    <a:pt x="45530" y="145494"/>
                    <a:pt x="45959" y="145482"/>
                  </a:cubicBezTo>
                  <a:cubicBezTo>
                    <a:pt x="45959" y="145542"/>
                    <a:pt x="45959" y="145601"/>
                    <a:pt x="45959" y="145661"/>
                  </a:cubicBezTo>
                  <a:cubicBezTo>
                    <a:pt x="46173" y="145661"/>
                    <a:pt x="46387" y="145661"/>
                    <a:pt x="46602" y="145649"/>
                  </a:cubicBezTo>
                  <a:cubicBezTo>
                    <a:pt x="46637" y="145601"/>
                    <a:pt x="46661" y="145542"/>
                    <a:pt x="46685" y="145482"/>
                  </a:cubicBezTo>
                  <a:cubicBezTo>
                    <a:pt x="47197" y="145482"/>
                    <a:pt x="47709" y="145482"/>
                    <a:pt x="48221" y="145494"/>
                  </a:cubicBezTo>
                  <a:cubicBezTo>
                    <a:pt x="48221" y="145530"/>
                    <a:pt x="48221" y="145578"/>
                    <a:pt x="48221" y="145625"/>
                  </a:cubicBezTo>
                  <a:cubicBezTo>
                    <a:pt x="50912" y="145578"/>
                    <a:pt x="53900" y="145542"/>
                    <a:pt x="57031" y="145518"/>
                  </a:cubicBezTo>
                  <a:cubicBezTo>
                    <a:pt x="59651" y="145542"/>
                    <a:pt x="62151" y="145566"/>
                    <a:pt x="64461" y="145601"/>
                  </a:cubicBezTo>
                  <a:cubicBezTo>
                    <a:pt x="64461" y="145566"/>
                    <a:pt x="64461" y="145530"/>
                    <a:pt x="64461" y="145494"/>
                  </a:cubicBezTo>
                  <a:cubicBezTo>
                    <a:pt x="65592" y="145488"/>
                    <a:pt x="66726" y="145485"/>
                    <a:pt x="67860" y="145485"/>
                  </a:cubicBezTo>
                  <a:cubicBezTo>
                    <a:pt x="68994" y="145485"/>
                    <a:pt x="70128" y="145488"/>
                    <a:pt x="71259" y="145494"/>
                  </a:cubicBezTo>
                  <a:cubicBezTo>
                    <a:pt x="71402" y="145578"/>
                    <a:pt x="71545" y="145661"/>
                    <a:pt x="71700" y="145744"/>
                  </a:cubicBezTo>
                  <a:cubicBezTo>
                    <a:pt x="78891" y="145947"/>
                    <a:pt x="85190" y="146268"/>
                    <a:pt x="90976" y="146816"/>
                  </a:cubicBezTo>
                  <a:cubicBezTo>
                    <a:pt x="90845" y="146054"/>
                    <a:pt x="90714" y="145256"/>
                    <a:pt x="90595" y="144435"/>
                  </a:cubicBezTo>
                  <a:lnTo>
                    <a:pt x="90595" y="144435"/>
                  </a:lnTo>
                  <a:cubicBezTo>
                    <a:pt x="91429" y="144792"/>
                    <a:pt x="92191" y="145304"/>
                    <a:pt x="92976" y="145744"/>
                  </a:cubicBezTo>
                  <a:cubicBezTo>
                    <a:pt x="96596" y="145851"/>
                    <a:pt x="99989" y="145982"/>
                    <a:pt x="103204" y="146161"/>
                  </a:cubicBezTo>
                  <a:cubicBezTo>
                    <a:pt x="103156" y="146375"/>
                    <a:pt x="103121" y="146601"/>
                    <a:pt x="103085" y="146828"/>
                  </a:cubicBezTo>
                  <a:cubicBezTo>
                    <a:pt x="104573" y="146685"/>
                    <a:pt x="106109" y="146554"/>
                    <a:pt x="107669" y="146447"/>
                  </a:cubicBezTo>
                  <a:cubicBezTo>
                    <a:pt x="109240" y="146554"/>
                    <a:pt x="110764" y="146685"/>
                    <a:pt x="112265" y="146828"/>
                  </a:cubicBezTo>
                  <a:cubicBezTo>
                    <a:pt x="112217" y="146601"/>
                    <a:pt x="112181" y="146375"/>
                    <a:pt x="112146" y="146161"/>
                  </a:cubicBezTo>
                  <a:cubicBezTo>
                    <a:pt x="115979" y="145947"/>
                    <a:pt x="120075" y="145792"/>
                    <a:pt x="124504" y="145697"/>
                  </a:cubicBezTo>
                  <a:cubicBezTo>
                    <a:pt x="125022" y="144156"/>
                    <a:pt x="125413" y="143165"/>
                    <a:pt x="125645" y="143165"/>
                  </a:cubicBezTo>
                  <a:cubicBezTo>
                    <a:pt x="125846" y="143165"/>
                    <a:pt x="125929" y="143902"/>
                    <a:pt x="125873" y="145661"/>
                  </a:cubicBezTo>
                  <a:cubicBezTo>
                    <a:pt x="126100" y="145661"/>
                    <a:pt x="126302" y="145661"/>
                    <a:pt x="126528" y="145649"/>
                  </a:cubicBezTo>
                  <a:cubicBezTo>
                    <a:pt x="127181" y="144357"/>
                    <a:pt x="127670" y="143321"/>
                    <a:pt x="127939" y="143321"/>
                  </a:cubicBezTo>
                  <a:cubicBezTo>
                    <a:pt x="128150" y="143321"/>
                    <a:pt x="128225" y="143963"/>
                    <a:pt x="128136" y="145625"/>
                  </a:cubicBezTo>
                  <a:cubicBezTo>
                    <a:pt x="130541" y="145589"/>
                    <a:pt x="133184" y="145554"/>
                    <a:pt x="135946" y="145530"/>
                  </a:cubicBezTo>
                  <a:cubicBezTo>
                    <a:pt x="138720" y="145554"/>
                    <a:pt x="141352" y="145589"/>
                    <a:pt x="143757" y="145625"/>
                  </a:cubicBezTo>
                  <a:cubicBezTo>
                    <a:pt x="143667" y="143963"/>
                    <a:pt x="143745" y="143321"/>
                    <a:pt x="143959" y="143321"/>
                  </a:cubicBezTo>
                  <a:cubicBezTo>
                    <a:pt x="144230" y="143321"/>
                    <a:pt x="144723" y="144357"/>
                    <a:pt x="145376" y="145649"/>
                  </a:cubicBezTo>
                  <a:cubicBezTo>
                    <a:pt x="145590" y="145661"/>
                    <a:pt x="145804" y="145661"/>
                    <a:pt x="146019" y="145661"/>
                  </a:cubicBezTo>
                  <a:cubicBezTo>
                    <a:pt x="145964" y="143902"/>
                    <a:pt x="146046" y="143165"/>
                    <a:pt x="146247" y="143165"/>
                  </a:cubicBezTo>
                  <a:cubicBezTo>
                    <a:pt x="146479" y="143165"/>
                    <a:pt x="146870" y="144156"/>
                    <a:pt x="147388" y="145697"/>
                  </a:cubicBezTo>
                  <a:cubicBezTo>
                    <a:pt x="151817" y="145792"/>
                    <a:pt x="155913" y="145947"/>
                    <a:pt x="159759" y="146161"/>
                  </a:cubicBezTo>
                  <a:cubicBezTo>
                    <a:pt x="159711" y="146375"/>
                    <a:pt x="159675" y="146601"/>
                    <a:pt x="159640" y="146828"/>
                  </a:cubicBezTo>
                  <a:cubicBezTo>
                    <a:pt x="161128" y="146685"/>
                    <a:pt x="162664" y="146554"/>
                    <a:pt x="164223" y="146447"/>
                  </a:cubicBezTo>
                  <a:cubicBezTo>
                    <a:pt x="165795" y="146554"/>
                    <a:pt x="167319" y="146685"/>
                    <a:pt x="168819" y="146828"/>
                  </a:cubicBezTo>
                  <a:cubicBezTo>
                    <a:pt x="168772" y="146601"/>
                    <a:pt x="168736" y="146375"/>
                    <a:pt x="168700" y="146161"/>
                  </a:cubicBezTo>
                  <a:cubicBezTo>
                    <a:pt x="171915" y="145982"/>
                    <a:pt x="175296" y="145851"/>
                    <a:pt x="178916" y="145744"/>
                  </a:cubicBezTo>
                  <a:cubicBezTo>
                    <a:pt x="179702" y="145304"/>
                    <a:pt x="180464" y="144792"/>
                    <a:pt x="181309" y="144435"/>
                  </a:cubicBezTo>
                  <a:lnTo>
                    <a:pt x="181309" y="144435"/>
                  </a:lnTo>
                  <a:cubicBezTo>
                    <a:pt x="181190" y="145256"/>
                    <a:pt x="181059" y="146054"/>
                    <a:pt x="180916" y="146816"/>
                  </a:cubicBezTo>
                  <a:cubicBezTo>
                    <a:pt x="186714" y="146268"/>
                    <a:pt x="193001" y="145947"/>
                    <a:pt x="200204" y="145744"/>
                  </a:cubicBezTo>
                  <a:cubicBezTo>
                    <a:pt x="200347" y="145661"/>
                    <a:pt x="200490" y="145578"/>
                    <a:pt x="200645" y="145494"/>
                  </a:cubicBezTo>
                  <a:cubicBezTo>
                    <a:pt x="201770" y="145488"/>
                    <a:pt x="202904" y="145485"/>
                    <a:pt x="204039" y="145485"/>
                  </a:cubicBezTo>
                  <a:cubicBezTo>
                    <a:pt x="205175" y="145485"/>
                    <a:pt x="206312" y="145488"/>
                    <a:pt x="207443" y="145494"/>
                  </a:cubicBezTo>
                  <a:cubicBezTo>
                    <a:pt x="207443" y="145530"/>
                    <a:pt x="207443" y="145566"/>
                    <a:pt x="207431" y="145601"/>
                  </a:cubicBezTo>
                  <a:cubicBezTo>
                    <a:pt x="209741" y="145566"/>
                    <a:pt x="212253" y="145542"/>
                    <a:pt x="214873" y="145518"/>
                  </a:cubicBezTo>
                  <a:cubicBezTo>
                    <a:pt x="218004" y="145542"/>
                    <a:pt x="220981" y="145578"/>
                    <a:pt x="223683" y="145625"/>
                  </a:cubicBezTo>
                  <a:cubicBezTo>
                    <a:pt x="223671" y="145578"/>
                    <a:pt x="223671" y="145530"/>
                    <a:pt x="223671" y="145494"/>
                  </a:cubicBezTo>
                  <a:cubicBezTo>
                    <a:pt x="224183" y="145494"/>
                    <a:pt x="224695" y="145482"/>
                    <a:pt x="225207" y="145482"/>
                  </a:cubicBezTo>
                  <a:cubicBezTo>
                    <a:pt x="225243" y="145542"/>
                    <a:pt x="225267" y="145601"/>
                    <a:pt x="225291" y="145649"/>
                  </a:cubicBezTo>
                  <a:cubicBezTo>
                    <a:pt x="225517" y="145661"/>
                    <a:pt x="225731" y="145661"/>
                    <a:pt x="225945" y="145661"/>
                  </a:cubicBezTo>
                  <a:cubicBezTo>
                    <a:pt x="225945" y="145601"/>
                    <a:pt x="225934" y="145542"/>
                    <a:pt x="225934" y="145482"/>
                  </a:cubicBezTo>
                  <a:cubicBezTo>
                    <a:pt x="226374" y="145482"/>
                    <a:pt x="226803" y="145482"/>
                    <a:pt x="227243" y="145494"/>
                  </a:cubicBezTo>
                  <a:cubicBezTo>
                    <a:pt x="227267" y="145554"/>
                    <a:pt x="227291" y="145625"/>
                    <a:pt x="227315" y="145697"/>
                  </a:cubicBezTo>
                  <a:cubicBezTo>
                    <a:pt x="235411" y="145875"/>
                    <a:pt x="242376" y="146220"/>
                    <a:pt x="248734" y="146816"/>
                  </a:cubicBezTo>
                  <a:cubicBezTo>
                    <a:pt x="248651" y="146363"/>
                    <a:pt x="248579" y="145899"/>
                    <a:pt x="248508" y="145423"/>
                  </a:cubicBezTo>
                  <a:lnTo>
                    <a:pt x="248508" y="145423"/>
                  </a:lnTo>
                  <a:cubicBezTo>
                    <a:pt x="248532" y="145506"/>
                    <a:pt x="248567" y="145601"/>
                    <a:pt x="248591" y="145697"/>
                  </a:cubicBezTo>
                  <a:cubicBezTo>
                    <a:pt x="256699" y="145875"/>
                    <a:pt x="263664" y="146220"/>
                    <a:pt x="270022" y="146816"/>
                  </a:cubicBezTo>
                  <a:cubicBezTo>
                    <a:pt x="268463" y="138065"/>
                    <a:pt x="268082" y="126123"/>
                    <a:pt x="268606" y="114598"/>
                  </a:cubicBezTo>
                  <a:cubicBezTo>
                    <a:pt x="267939" y="114478"/>
                    <a:pt x="263926" y="114038"/>
                    <a:pt x="266462" y="113466"/>
                  </a:cubicBezTo>
                  <a:cubicBezTo>
                    <a:pt x="266546" y="113288"/>
                    <a:pt x="266808" y="113347"/>
                    <a:pt x="266974" y="113312"/>
                  </a:cubicBezTo>
                  <a:cubicBezTo>
                    <a:pt x="267105" y="113205"/>
                    <a:pt x="267236" y="113109"/>
                    <a:pt x="267367" y="113002"/>
                  </a:cubicBezTo>
                  <a:cubicBezTo>
                    <a:pt x="267391" y="112954"/>
                    <a:pt x="267403" y="112919"/>
                    <a:pt x="267415" y="112871"/>
                  </a:cubicBezTo>
                  <a:cubicBezTo>
                    <a:pt x="258878" y="111740"/>
                    <a:pt x="264557" y="111323"/>
                    <a:pt x="268856" y="110121"/>
                  </a:cubicBezTo>
                  <a:cubicBezTo>
                    <a:pt x="268951" y="108668"/>
                    <a:pt x="269070" y="107228"/>
                    <a:pt x="269189" y="105811"/>
                  </a:cubicBezTo>
                  <a:cubicBezTo>
                    <a:pt x="269463" y="105846"/>
                    <a:pt x="269749" y="105870"/>
                    <a:pt x="270022" y="105894"/>
                  </a:cubicBezTo>
                  <a:cubicBezTo>
                    <a:pt x="269832" y="104834"/>
                    <a:pt x="269653" y="103727"/>
                    <a:pt x="269510" y="102584"/>
                  </a:cubicBezTo>
                  <a:cubicBezTo>
                    <a:pt x="270094" y="97036"/>
                    <a:pt x="270903" y="91940"/>
                    <a:pt x="271904" y="87809"/>
                  </a:cubicBezTo>
                  <a:lnTo>
                    <a:pt x="271904" y="87809"/>
                  </a:lnTo>
                  <a:cubicBezTo>
                    <a:pt x="270725" y="87928"/>
                    <a:pt x="269570" y="88047"/>
                    <a:pt x="268451" y="88154"/>
                  </a:cubicBezTo>
                  <a:cubicBezTo>
                    <a:pt x="268320" y="83427"/>
                    <a:pt x="268379" y="78510"/>
                    <a:pt x="268606" y="73664"/>
                  </a:cubicBezTo>
                  <a:cubicBezTo>
                    <a:pt x="267939" y="73557"/>
                    <a:pt x="263926" y="73104"/>
                    <a:pt x="266462" y="72545"/>
                  </a:cubicBezTo>
                  <a:cubicBezTo>
                    <a:pt x="266546" y="72366"/>
                    <a:pt x="266808" y="72426"/>
                    <a:pt x="266974" y="72390"/>
                  </a:cubicBezTo>
                  <a:cubicBezTo>
                    <a:pt x="267105" y="72283"/>
                    <a:pt x="267236" y="72176"/>
                    <a:pt x="267367" y="72069"/>
                  </a:cubicBezTo>
                  <a:cubicBezTo>
                    <a:pt x="267391" y="72033"/>
                    <a:pt x="267403" y="71985"/>
                    <a:pt x="267415" y="71949"/>
                  </a:cubicBezTo>
                  <a:cubicBezTo>
                    <a:pt x="258878" y="70818"/>
                    <a:pt x="264557" y="70402"/>
                    <a:pt x="268856" y="69199"/>
                  </a:cubicBezTo>
                  <a:cubicBezTo>
                    <a:pt x="269415" y="60770"/>
                    <a:pt x="270463" y="52840"/>
                    <a:pt x="271904" y="46875"/>
                  </a:cubicBezTo>
                  <a:lnTo>
                    <a:pt x="271904" y="46875"/>
                  </a:lnTo>
                  <a:cubicBezTo>
                    <a:pt x="270606" y="47006"/>
                    <a:pt x="269344" y="47137"/>
                    <a:pt x="268105" y="47256"/>
                  </a:cubicBezTo>
                  <a:cubicBezTo>
                    <a:pt x="267713" y="40803"/>
                    <a:pt x="267689" y="33719"/>
                    <a:pt x="268010" y="26789"/>
                  </a:cubicBezTo>
                  <a:cubicBezTo>
                    <a:pt x="267343" y="26670"/>
                    <a:pt x="263331" y="26230"/>
                    <a:pt x="265867" y="25658"/>
                  </a:cubicBezTo>
                  <a:cubicBezTo>
                    <a:pt x="265950" y="25479"/>
                    <a:pt x="266212" y="25539"/>
                    <a:pt x="266379" y="25503"/>
                  </a:cubicBezTo>
                  <a:cubicBezTo>
                    <a:pt x="266510" y="25396"/>
                    <a:pt x="266641" y="25301"/>
                    <a:pt x="266772" y="25194"/>
                  </a:cubicBezTo>
                  <a:cubicBezTo>
                    <a:pt x="266796" y="25146"/>
                    <a:pt x="266808" y="25110"/>
                    <a:pt x="266820" y="25063"/>
                  </a:cubicBezTo>
                  <a:cubicBezTo>
                    <a:pt x="258283" y="23932"/>
                    <a:pt x="263962" y="23515"/>
                    <a:pt x="268260" y="22312"/>
                  </a:cubicBezTo>
                  <a:cubicBezTo>
                    <a:pt x="268415" y="19919"/>
                    <a:pt x="268856" y="15300"/>
                    <a:pt x="268856" y="15300"/>
                  </a:cubicBezTo>
                  <a:lnTo>
                    <a:pt x="254901" y="1453"/>
                  </a:lnTo>
                  <a:cubicBezTo>
                    <a:pt x="254901" y="1453"/>
                    <a:pt x="251413" y="1679"/>
                    <a:pt x="249615" y="1774"/>
                  </a:cubicBezTo>
                  <a:cubicBezTo>
                    <a:pt x="249746" y="1167"/>
                    <a:pt x="249889" y="572"/>
                    <a:pt x="250020" y="0"/>
                  </a:cubicBezTo>
                  <a:lnTo>
                    <a:pt x="250020" y="0"/>
                  </a:lnTo>
                  <a:cubicBezTo>
                    <a:pt x="240828" y="929"/>
                    <a:pt x="233577" y="1572"/>
                    <a:pt x="225017" y="1929"/>
                  </a:cubicBezTo>
                  <a:cubicBezTo>
                    <a:pt x="224814" y="2179"/>
                    <a:pt x="224600" y="2441"/>
                    <a:pt x="224386" y="2715"/>
                  </a:cubicBezTo>
                  <a:cubicBezTo>
                    <a:pt x="223731" y="2953"/>
                    <a:pt x="223112" y="3274"/>
                    <a:pt x="222647" y="3751"/>
                  </a:cubicBezTo>
                  <a:cubicBezTo>
                    <a:pt x="222755" y="3346"/>
                    <a:pt x="222945" y="2774"/>
                    <a:pt x="223219" y="2000"/>
                  </a:cubicBezTo>
                  <a:cubicBezTo>
                    <a:pt x="223094" y="1992"/>
                    <a:pt x="222968" y="1988"/>
                    <a:pt x="222843" y="1988"/>
                  </a:cubicBezTo>
                  <a:cubicBezTo>
                    <a:pt x="221740" y="1988"/>
                    <a:pt x="220632" y="2285"/>
                    <a:pt x="219537" y="2285"/>
                  </a:cubicBezTo>
                  <a:cubicBezTo>
                    <a:pt x="219371" y="2285"/>
                    <a:pt x="219205" y="2278"/>
                    <a:pt x="219040" y="2262"/>
                  </a:cubicBezTo>
                  <a:cubicBezTo>
                    <a:pt x="218567" y="2506"/>
                    <a:pt x="218202" y="2952"/>
                    <a:pt x="217926" y="2952"/>
                  </a:cubicBezTo>
                  <a:cubicBezTo>
                    <a:pt x="217744" y="2952"/>
                    <a:pt x="217601" y="2757"/>
                    <a:pt x="217492" y="2179"/>
                  </a:cubicBezTo>
                  <a:cubicBezTo>
                    <a:pt x="216420" y="2203"/>
                    <a:pt x="215337" y="2227"/>
                    <a:pt x="214218" y="2239"/>
                  </a:cubicBezTo>
                  <a:cubicBezTo>
                    <a:pt x="210515" y="2179"/>
                    <a:pt x="207169" y="2084"/>
                    <a:pt x="204002" y="1965"/>
                  </a:cubicBezTo>
                  <a:cubicBezTo>
                    <a:pt x="203967" y="2131"/>
                    <a:pt x="203943" y="2298"/>
                    <a:pt x="203919" y="2453"/>
                  </a:cubicBezTo>
                  <a:cubicBezTo>
                    <a:pt x="203550" y="2560"/>
                    <a:pt x="203181" y="2679"/>
                    <a:pt x="202824" y="2822"/>
                  </a:cubicBezTo>
                  <a:cubicBezTo>
                    <a:pt x="202776" y="2548"/>
                    <a:pt x="202728" y="2239"/>
                    <a:pt x="202681" y="1905"/>
                  </a:cubicBezTo>
                  <a:cubicBezTo>
                    <a:pt x="194453" y="1524"/>
                    <a:pt x="187357" y="905"/>
                    <a:pt x="178440" y="0"/>
                  </a:cubicBezTo>
                  <a:lnTo>
                    <a:pt x="178440" y="0"/>
                  </a:lnTo>
                  <a:cubicBezTo>
                    <a:pt x="178582" y="572"/>
                    <a:pt x="178713" y="1167"/>
                    <a:pt x="178844" y="1774"/>
                  </a:cubicBezTo>
                  <a:cubicBezTo>
                    <a:pt x="175773" y="1607"/>
                    <a:pt x="172832" y="1417"/>
                    <a:pt x="169831" y="1179"/>
                  </a:cubicBezTo>
                  <a:cubicBezTo>
                    <a:pt x="169927" y="774"/>
                    <a:pt x="170010" y="381"/>
                    <a:pt x="170105" y="0"/>
                  </a:cubicBezTo>
                  <a:lnTo>
                    <a:pt x="170105" y="0"/>
                  </a:lnTo>
                  <a:cubicBezTo>
                    <a:pt x="167843" y="226"/>
                    <a:pt x="165700" y="441"/>
                    <a:pt x="163628" y="631"/>
                  </a:cubicBezTo>
                  <a:cubicBezTo>
                    <a:pt x="161556" y="441"/>
                    <a:pt x="159413" y="226"/>
                    <a:pt x="157163" y="0"/>
                  </a:cubicBezTo>
                  <a:lnTo>
                    <a:pt x="157163" y="0"/>
                  </a:lnTo>
                  <a:cubicBezTo>
                    <a:pt x="157246" y="381"/>
                    <a:pt x="157342" y="774"/>
                    <a:pt x="157425" y="1179"/>
                  </a:cubicBezTo>
                  <a:cubicBezTo>
                    <a:pt x="153377" y="1500"/>
                    <a:pt x="149400" y="1750"/>
                    <a:pt x="145102" y="1929"/>
                  </a:cubicBezTo>
                  <a:cubicBezTo>
                    <a:pt x="144154" y="3043"/>
                    <a:pt x="143049" y="4616"/>
                    <a:pt x="142712" y="4616"/>
                  </a:cubicBezTo>
                  <a:cubicBezTo>
                    <a:pt x="142491" y="4616"/>
                    <a:pt x="142601" y="3936"/>
                    <a:pt x="143304" y="2000"/>
                  </a:cubicBezTo>
                  <a:cubicBezTo>
                    <a:pt x="143179" y="1992"/>
                    <a:pt x="143053" y="1988"/>
                    <a:pt x="142928" y="1988"/>
                  </a:cubicBezTo>
                  <a:cubicBezTo>
                    <a:pt x="141825" y="1988"/>
                    <a:pt x="140718" y="2285"/>
                    <a:pt x="139622" y="2285"/>
                  </a:cubicBezTo>
                  <a:cubicBezTo>
                    <a:pt x="139456" y="2285"/>
                    <a:pt x="139290" y="2278"/>
                    <a:pt x="139125" y="2262"/>
                  </a:cubicBezTo>
                  <a:cubicBezTo>
                    <a:pt x="138780" y="2441"/>
                    <a:pt x="138494" y="2715"/>
                    <a:pt x="138256" y="2858"/>
                  </a:cubicBezTo>
                  <a:lnTo>
                    <a:pt x="138256" y="2250"/>
                  </a:lnTo>
                  <a:cubicBezTo>
                    <a:pt x="138030" y="2250"/>
                    <a:pt x="137803" y="2239"/>
                    <a:pt x="137589" y="2239"/>
                  </a:cubicBezTo>
                  <a:cubicBezTo>
                    <a:pt x="137577" y="2215"/>
                    <a:pt x="137577" y="2203"/>
                    <a:pt x="137565" y="2179"/>
                  </a:cubicBezTo>
                  <a:cubicBezTo>
                    <a:pt x="137041" y="2191"/>
                    <a:pt x="136494" y="2203"/>
                    <a:pt x="135946" y="2215"/>
                  </a:cubicBezTo>
                  <a:cubicBezTo>
                    <a:pt x="135410" y="2203"/>
                    <a:pt x="134863" y="2191"/>
                    <a:pt x="134327" y="2179"/>
                  </a:cubicBezTo>
                  <a:cubicBezTo>
                    <a:pt x="134327" y="2203"/>
                    <a:pt x="134327" y="2215"/>
                    <a:pt x="134315" y="2239"/>
                  </a:cubicBezTo>
                  <a:cubicBezTo>
                    <a:pt x="134089" y="2239"/>
                    <a:pt x="133874" y="2250"/>
                    <a:pt x="133648" y="2250"/>
                  </a:cubicBezTo>
                  <a:lnTo>
                    <a:pt x="133648" y="2858"/>
                  </a:lnTo>
                  <a:cubicBezTo>
                    <a:pt x="133410" y="2715"/>
                    <a:pt x="133124" y="2441"/>
                    <a:pt x="132779" y="2262"/>
                  </a:cubicBezTo>
                  <a:cubicBezTo>
                    <a:pt x="132604" y="2280"/>
                    <a:pt x="132429" y="2288"/>
                    <a:pt x="132254" y="2288"/>
                  </a:cubicBezTo>
                  <a:cubicBezTo>
                    <a:pt x="131165" y="2288"/>
                    <a:pt x="130064" y="1988"/>
                    <a:pt x="128968" y="1988"/>
                  </a:cubicBezTo>
                  <a:cubicBezTo>
                    <a:pt x="128845" y="1988"/>
                    <a:pt x="128723" y="1992"/>
                    <a:pt x="128600" y="2000"/>
                  </a:cubicBezTo>
                  <a:cubicBezTo>
                    <a:pt x="129303" y="3936"/>
                    <a:pt x="129413" y="4616"/>
                    <a:pt x="129192" y="4616"/>
                  </a:cubicBezTo>
                  <a:cubicBezTo>
                    <a:pt x="128855" y="4616"/>
                    <a:pt x="127750" y="3043"/>
                    <a:pt x="126802" y="1929"/>
                  </a:cubicBezTo>
                  <a:cubicBezTo>
                    <a:pt x="122492" y="1750"/>
                    <a:pt x="118527" y="1500"/>
                    <a:pt x="114467" y="1179"/>
                  </a:cubicBezTo>
                  <a:cubicBezTo>
                    <a:pt x="114562" y="774"/>
                    <a:pt x="114646" y="381"/>
                    <a:pt x="114741" y="0"/>
                  </a:cubicBezTo>
                  <a:lnTo>
                    <a:pt x="114741" y="0"/>
                  </a:lnTo>
                  <a:cubicBezTo>
                    <a:pt x="112491" y="226"/>
                    <a:pt x="110348" y="441"/>
                    <a:pt x="108276" y="631"/>
                  </a:cubicBezTo>
                  <a:cubicBezTo>
                    <a:pt x="106192" y="441"/>
                    <a:pt x="104061" y="226"/>
                    <a:pt x="101799" y="0"/>
                  </a:cubicBezTo>
                  <a:lnTo>
                    <a:pt x="101799" y="0"/>
                  </a:lnTo>
                  <a:cubicBezTo>
                    <a:pt x="101894" y="381"/>
                    <a:pt x="101978" y="774"/>
                    <a:pt x="102073" y="1179"/>
                  </a:cubicBezTo>
                  <a:cubicBezTo>
                    <a:pt x="99072" y="1417"/>
                    <a:pt x="96132" y="1607"/>
                    <a:pt x="93060" y="1774"/>
                  </a:cubicBezTo>
                  <a:cubicBezTo>
                    <a:pt x="93191" y="1167"/>
                    <a:pt x="93322" y="572"/>
                    <a:pt x="93465" y="0"/>
                  </a:cubicBezTo>
                  <a:lnTo>
                    <a:pt x="93465" y="0"/>
                  </a:lnTo>
                  <a:cubicBezTo>
                    <a:pt x="84535" y="905"/>
                    <a:pt x="77439" y="1524"/>
                    <a:pt x="69212" y="1905"/>
                  </a:cubicBezTo>
                  <a:cubicBezTo>
                    <a:pt x="69164" y="2239"/>
                    <a:pt x="69116" y="2548"/>
                    <a:pt x="69081" y="2822"/>
                  </a:cubicBezTo>
                  <a:cubicBezTo>
                    <a:pt x="68723" y="2667"/>
                    <a:pt x="68342" y="2548"/>
                    <a:pt x="67973" y="2453"/>
                  </a:cubicBezTo>
                  <a:cubicBezTo>
                    <a:pt x="67950" y="2298"/>
                    <a:pt x="67926" y="2131"/>
                    <a:pt x="67902" y="1953"/>
                  </a:cubicBezTo>
                  <a:cubicBezTo>
                    <a:pt x="64735" y="2084"/>
                    <a:pt x="61377" y="2179"/>
                    <a:pt x="57686" y="2239"/>
                  </a:cubicBezTo>
                  <a:cubicBezTo>
                    <a:pt x="56567" y="2227"/>
                    <a:pt x="55472" y="2203"/>
                    <a:pt x="54412" y="2179"/>
                  </a:cubicBezTo>
                  <a:cubicBezTo>
                    <a:pt x="54303" y="2757"/>
                    <a:pt x="54160" y="2952"/>
                    <a:pt x="53977" y="2952"/>
                  </a:cubicBezTo>
                  <a:cubicBezTo>
                    <a:pt x="53701" y="2952"/>
                    <a:pt x="53333" y="2506"/>
                    <a:pt x="52852" y="2262"/>
                  </a:cubicBezTo>
                  <a:cubicBezTo>
                    <a:pt x="52687" y="2278"/>
                    <a:pt x="52522" y="2285"/>
                    <a:pt x="52356" y="2285"/>
                  </a:cubicBezTo>
                  <a:cubicBezTo>
                    <a:pt x="51262" y="2285"/>
                    <a:pt x="50161" y="1988"/>
                    <a:pt x="49052" y="1988"/>
                  </a:cubicBezTo>
                  <a:cubicBezTo>
                    <a:pt x="48926" y="1988"/>
                    <a:pt x="48800" y="1992"/>
                    <a:pt x="48673" y="2000"/>
                  </a:cubicBezTo>
                  <a:cubicBezTo>
                    <a:pt x="48959" y="2774"/>
                    <a:pt x="49138" y="3346"/>
                    <a:pt x="49257" y="3751"/>
                  </a:cubicBezTo>
                  <a:cubicBezTo>
                    <a:pt x="48792" y="3274"/>
                    <a:pt x="48173" y="2953"/>
                    <a:pt x="47518" y="2703"/>
                  </a:cubicBezTo>
                  <a:cubicBezTo>
                    <a:pt x="47304" y="2441"/>
                    <a:pt x="47090" y="2179"/>
                    <a:pt x="46875" y="1929"/>
                  </a:cubicBezTo>
                  <a:cubicBezTo>
                    <a:pt x="38315" y="1572"/>
                    <a:pt x="31064" y="929"/>
                    <a:pt x="21872" y="0"/>
                  </a:cubicBezTo>
                  <a:lnTo>
                    <a:pt x="21872" y="0"/>
                  </a:lnTo>
                  <a:cubicBezTo>
                    <a:pt x="22015" y="572"/>
                    <a:pt x="22146" y="1167"/>
                    <a:pt x="22277" y="1774"/>
                  </a:cubicBezTo>
                  <a:cubicBezTo>
                    <a:pt x="15098" y="1393"/>
                    <a:pt x="8573" y="810"/>
                    <a:pt x="5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31"/>
            <p:cNvSpPr/>
            <p:nvPr/>
          </p:nvSpPr>
          <p:spPr>
            <a:xfrm>
              <a:off x="283950" y="193150"/>
              <a:ext cx="8615526" cy="4752359"/>
            </a:xfrm>
            <a:custGeom>
              <a:rect b="b" l="l" r="r" t="t"/>
              <a:pathLst>
                <a:path extrusionOk="0" h="146757" w="269046">
                  <a:moveTo>
                    <a:pt x="21241" y="131"/>
                  </a:moveTo>
                  <a:cubicBezTo>
                    <a:pt x="20884" y="346"/>
                    <a:pt x="20527" y="572"/>
                    <a:pt x="20170" y="798"/>
                  </a:cubicBezTo>
                  <a:cubicBezTo>
                    <a:pt x="20217" y="953"/>
                    <a:pt x="20253" y="1120"/>
                    <a:pt x="20289" y="1286"/>
                  </a:cubicBezTo>
                  <a:cubicBezTo>
                    <a:pt x="20860" y="929"/>
                    <a:pt x="21432" y="560"/>
                    <a:pt x="22015" y="203"/>
                  </a:cubicBezTo>
                  <a:cubicBezTo>
                    <a:pt x="21753" y="179"/>
                    <a:pt x="21503" y="155"/>
                    <a:pt x="21241" y="131"/>
                  </a:cubicBezTo>
                  <a:close/>
                  <a:moveTo>
                    <a:pt x="18777" y="1691"/>
                  </a:moveTo>
                  <a:cubicBezTo>
                    <a:pt x="18515" y="1858"/>
                    <a:pt x="18265" y="2012"/>
                    <a:pt x="18015" y="2179"/>
                  </a:cubicBezTo>
                  <a:cubicBezTo>
                    <a:pt x="11788" y="6263"/>
                    <a:pt x="6156" y="10644"/>
                    <a:pt x="1155" y="15252"/>
                  </a:cubicBezTo>
                  <a:cubicBezTo>
                    <a:pt x="1179" y="15455"/>
                    <a:pt x="1203" y="15657"/>
                    <a:pt x="1215" y="15848"/>
                  </a:cubicBezTo>
                  <a:cubicBezTo>
                    <a:pt x="6263" y="11156"/>
                    <a:pt x="11966" y="6727"/>
                    <a:pt x="18277" y="2584"/>
                  </a:cubicBezTo>
                  <a:cubicBezTo>
                    <a:pt x="18705" y="2298"/>
                    <a:pt x="19146" y="2012"/>
                    <a:pt x="19574" y="1739"/>
                  </a:cubicBezTo>
                  <a:cubicBezTo>
                    <a:pt x="19312" y="1727"/>
                    <a:pt x="19039" y="1703"/>
                    <a:pt x="18777" y="1691"/>
                  </a:cubicBezTo>
                  <a:close/>
                  <a:moveTo>
                    <a:pt x="257199" y="5608"/>
                  </a:moveTo>
                  <a:cubicBezTo>
                    <a:pt x="259819" y="11180"/>
                    <a:pt x="262128" y="16943"/>
                    <a:pt x="264105" y="22884"/>
                  </a:cubicBezTo>
                  <a:cubicBezTo>
                    <a:pt x="264307" y="22836"/>
                    <a:pt x="264522" y="22789"/>
                    <a:pt x="264736" y="22741"/>
                  </a:cubicBezTo>
                  <a:cubicBezTo>
                    <a:pt x="262950" y="17360"/>
                    <a:pt x="260890" y="12085"/>
                    <a:pt x="258557" y="6942"/>
                  </a:cubicBezTo>
                  <a:lnTo>
                    <a:pt x="257199" y="5608"/>
                  </a:lnTo>
                  <a:close/>
                  <a:moveTo>
                    <a:pt x="234685" y="1239"/>
                  </a:moveTo>
                  <a:cubicBezTo>
                    <a:pt x="234423" y="1262"/>
                    <a:pt x="234149" y="1286"/>
                    <a:pt x="233887" y="1298"/>
                  </a:cubicBezTo>
                  <a:cubicBezTo>
                    <a:pt x="234554" y="1727"/>
                    <a:pt x="235220" y="2143"/>
                    <a:pt x="235875" y="2584"/>
                  </a:cubicBezTo>
                  <a:cubicBezTo>
                    <a:pt x="245662" y="9001"/>
                    <a:pt x="253961" y="16145"/>
                    <a:pt x="260676" y="23813"/>
                  </a:cubicBezTo>
                  <a:cubicBezTo>
                    <a:pt x="260783" y="23741"/>
                    <a:pt x="260938" y="23682"/>
                    <a:pt x="261140" y="23610"/>
                  </a:cubicBezTo>
                  <a:cubicBezTo>
                    <a:pt x="254377" y="15871"/>
                    <a:pt x="246007" y="8656"/>
                    <a:pt x="236137" y="2179"/>
                  </a:cubicBezTo>
                  <a:cubicBezTo>
                    <a:pt x="235649" y="1870"/>
                    <a:pt x="235173" y="1548"/>
                    <a:pt x="234685" y="1239"/>
                  </a:cubicBezTo>
                  <a:close/>
                  <a:moveTo>
                    <a:pt x="264807" y="25051"/>
                  </a:moveTo>
                  <a:lnTo>
                    <a:pt x="264867" y="25218"/>
                  </a:lnTo>
                  <a:cubicBezTo>
                    <a:pt x="264879" y="25218"/>
                    <a:pt x="264879" y="25206"/>
                    <a:pt x="264891" y="25194"/>
                  </a:cubicBezTo>
                  <a:cubicBezTo>
                    <a:pt x="264914" y="25158"/>
                    <a:pt x="264926" y="25111"/>
                    <a:pt x="264938" y="25075"/>
                  </a:cubicBezTo>
                  <a:cubicBezTo>
                    <a:pt x="264891" y="25063"/>
                    <a:pt x="264855" y="25063"/>
                    <a:pt x="264807" y="25051"/>
                  </a:cubicBezTo>
                  <a:close/>
                  <a:moveTo>
                    <a:pt x="265319" y="26670"/>
                  </a:moveTo>
                  <a:lnTo>
                    <a:pt x="265319" y="26670"/>
                  </a:lnTo>
                  <a:cubicBezTo>
                    <a:pt x="265557" y="27480"/>
                    <a:pt x="265807" y="28290"/>
                    <a:pt x="266034" y="29099"/>
                  </a:cubicBezTo>
                  <a:cubicBezTo>
                    <a:pt x="266057" y="28444"/>
                    <a:pt x="266081" y="27789"/>
                    <a:pt x="266117" y="27135"/>
                  </a:cubicBezTo>
                  <a:cubicBezTo>
                    <a:pt x="266081" y="27016"/>
                    <a:pt x="266046" y="26896"/>
                    <a:pt x="266010" y="26777"/>
                  </a:cubicBezTo>
                  <a:cubicBezTo>
                    <a:pt x="265843" y="26754"/>
                    <a:pt x="265593" y="26718"/>
                    <a:pt x="265319" y="26670"/>
                  </a:cubicBezTo>
                  <a:close/>
                  <a:moveTo>
                    <a:pt x="261188" y="24408"/>
                  </a:moveTo>
                  <a:lnTo>
                    <a:pt x="261188" y="24408"/>
                  </a:lnTo>
                  <a:cubicBezTo>
                    <a:pt x="262902" y="26396"/>
                    <a:pt x="264498" y="28409"/>
                    <a:pt x="265998" y="30456"/>
                  </a:cubicBezTo>
                  <a:cubicBezTo>
                    <a:pt x="265998" y="30195"/>
                    <a:pt x="266010" y="29944"/>
                    <a:pt x="266022" y="29683"/>
                  </a:cubicBezTo>
                  <a:cubicBezTo>
                    <a:pt x="265153" y="28516"/>
                    <a:pt x="264260" y="27361"/>
                    <a:pt x="263331" y="26218"/>
                  </a:cubicBezTo>
                  <a:cubicBezTo>
                    <a:pt x="263200" y="26158"/>
                    <a:pt x="263140" y="26087"/>
                    <a:pt x="263164" y="26015"/>
                  </a:cubicBezTo>
                  <a:cubicBezTo>
                    <a:pt x="262771" y="25539"/>
                    <a:pt x="262378" y="25075"/>
                    <a:pt x="261986" y="24599"/>
                  </a:cubicBezTo>
                  <a:cubicBezTo>
                    <a:pt x="261664" y="24539"/>
                    <a:pt x="261402" y="24468"/>
                    <a:pt x="261188" y="24408"/>
                  </a:cubicBezTo>
                  <a:close/>
                  <a:moveTo>
                    <a:pt x="127076" y="17431"/>
                  </a:moveTo>
                  <a:cubicBezTo>
                    <a:pt x="133339" y="17431"/>
                    <a:pt x="139506" y="17574"/>
                    <a:pt x="145578" y="17848"/>
                  </a:cubicBezTo>
                  <a:cubicBezTo>
                    <a:pt x="146150" y="29278"/>
                    <a:pt x="146554" y="41363"/>
                    <a:pt x="146769" y="53924"/>
                  </a:cubicBezTo>
                  <a:cubicBezTo>
                    <a:pt x="140292" y="53816"/>
                    <a:pt x="133720" y="53769"/>
                    <a:pt x="127076" y="53769"/>
                  </a:cubicBezTo>
                  <a:cubicBezTo>
                    <a:pt x="120432" y="53769"/>
                    <a:pt x="113860" y="53816"/>
                    <a:pt x="107371" y="53924"/>
                  </a:cubicBezTo>
                  <a:cubicBezTo>
                    <a:pt x="107585" y="41363"/>
                    <a:pt x="107990" y="29278"/>
                    <a:pt x="108562" y="17848"/>
                  </a:cubicBezTo>
                  <a:cubicBezTo>
                    <a:pt x="114634" y="17574"/>
                    <a:pt x="120813" y="17431"/>
                    <a:pt x="127076" y="17431"/>
                  </a:cubicBezTo>
                  <a:close/>
                  <a:moveTo>
                    <a:pt x="108359" y="17848"/>
                  </a:moveTo>
                  <a:cubicBezTo>
                    <a:pt x="107776" y="29385"/>
                    <a:pt x="107371" y="41482"/>
                    <a:pt x="107169" y="53924"/>
                  </a:cubicBezTo>
                  <a:cubicBezTo>
                    <a:pt x="94727" y="54138"/>
                    <a:pt x="82630" y="54531"/>
                    <a:pt x="71093" y="55114"/>
                  </a:cubicBezTo>
                  <a:cubicBezTo>
                    <a:pt x="71617" y="43244"/>
                    <a:pt x="72640" y="31766"/>
                    <a:pt x="74117" y="20872"/>
                  </a:cubicBezTo>
                  <a:cubicBezTo>
                    <a:pt x="85011" y="19407"/>
                    <a:pt x="96477" y="18384"/>
                    <a:pt x="108359" y="17848"/>
                  </a:cubicBezTo>
                  <a:close/>
                  <a:moveTo>
                    <a:pt x="145792" y="17860"/>
                  </a:moveTo>
                  <a:lnTo>
                    <a:pt x="145792" y="17860"/>
                  </a:lnTo>
                  <a:cubicBezTo>
                    <a:pt x="157675" y="18384"/>
                    <a:pt x="169141" y="19407"/>
                    <a:pt x="180035" y="20884"/>
                  </a:cubicBezTo>
                  <a:cubicBezTo>
                    <a:pt x="181499" y="31766"/>
                    <a:pt x="182523" y="43244"/>
                    <a:pt x="183059" y="55114"/>
                  </a:cubicBezTo>
                  <a:cubicBezTo>
                    <a:pt x="171522" y="54531"/>
                    <a:pt x="159425" y="54138"/>
                    <a:pt x="146983" y="53924"/>
                  </a:cubicBezTo>
                  <a:cubicBezTo>
                    <a:pt x="146781" y="41482"/>
                    <a:pt x="146376" y="29385"/>
                    <a:pt x="145792" y="17860"/>
                  </a:cubicBezTo>
                  <a:close/>
                  <a:moveTo>
                    <a:pt x="73724" y="20931"/>
                  </a:moveTo>
                  <a:lnTo>
                    <a:pt x="73724" y="20931"/>
                  </a:lnTo>
                  <a:cubicBezTo>
                    <a:pt x="72259" y="31909"/>
                    <a:pt x="71247" y="43375"/>
                    <a:pt x="70724" y="55138"/>
                  </a:cubicBezTo>
                  <a:cubicBezTo>
                    <a:pt x="54805" y="55948"/>
                    <a:pt x="39958" y="57103"/>
                    <a:pt x="26742" y="58579"/>
                  </a:cubicBezTo>
                  <a:cubicBezTo>
                    <a:pt x="27373" y="48816"/>
                    <a:pt x="28599" y="39255"/>
                    <a:pt x="30397" y="29992"/>
                  </a:cubicBezTo>
                  <a:cubicBezTo>
                    <a:pt x="43292" y="26158"/>
                    <a:pt x="57901" y="23086"/>
                    <a:pt x="73724" y="20931"/>
                  </a:cubicBezTo>
                  <a:close/>
                  <a:moveTo>
                    <a:pt x="180416" y="20931"/>
                  </a:moveTo>
                  <a:lnTo>
                    <a:pt x="180416" y="20931"/>
                  </a:lnTo>
                  <a:cubicBezTo>
                    <a:pt x="196251" y="23086"/>
                    <a:pt x="210860" y="26170"/>
                    <a:pt x="223755" y="29992"/>
                  </a:cubicBezTo>
                  <a:cubicBezTo>
                    <a:pt x="225552" y="39255"/>
                    <a:pt x="226779" y="48816"/>
                    <a:pt x="227410" y="58579"/>
                  </a:cubicBezTo>
                  <a:cubicBezTo>
                    <a:pt x="214194" y="57103"/>
                    <a:pt x="199335" y="55948"/>
                    <a:pt x="183416" y="55138"/>
                  </a:cubicBezTo>
                  <a:cubicBezTo>
                    <a:pt x="182904" y="43375"/>
                    <a:pt x="181892" y="31909"/>
                    <a:pt x="180416" y="20931"/>
                  </a:cubicBezTo>
                  <a:close/>
                  <a:moveTo>
                    <a:pt x="70724" y="55352"/>
                  </a:moveTo>
                  <a:cubicBezTo>
                    <a:pt x="70450" y="61436"/>
                    <a:pt x="70319" y="67616"/>
                    <a:pt x="70319" y="73843"/>
                  </a:cubicBezTo>
                  <a:cubicBezTo>
                    <a:pt x="70319" y="80070"/>
                    <a:pt x="70450" y="86237"/>
                    <a:pt x="70724" y="92321"/>
                  </a:cubicBezTo>
                  <a:cubicBezTo>
                    <a:pt x="54543" y="91500"/>
                    <a:pt x="39696" y="90333"/>
                    <a:pt x="26730" y="88892"/>
                  </a:cubicBezTo>
                  <a:cubicBezTo>
                    <a:pt x="26420" y="83915"/>
                    <a:pt x="26254" y="78891"/>
                    <a:pt x="26254" y="73843"/>
                  </a:cubicBezTo>
                  <a:cubicBezTo>
                    <a:pt x="26254" y="68783"/>
                    <a:pt x="26420" y="63758"/>
                    <a:pt x="26730" y="58781"/>
                  </a:cubicBezTo>
                  <a:cubicBezTo>
                    <a:pt x="39696" y="57341"/>
                    <a:pt x="54543" y="56174"/>
                    <a:pt x="70724" y="55352"/>
                  </a:cubicBezTo>
                  <a:close/>
                  <a:moveTo>
                    <a:pt x="183428" y="55352"/>
                  </a:moveTo>
                  <a:cubicBezTo>
                    <a:pt x="199609" y="56174"/>
                    <a:pt x="214444" y="57341"/>
                    <a:pt x="227410" y="58781"/>
                  </a:cubicBezTo>
                  <a:cubicBezTo>
                    <a:pt x="227731" y="63758"/>
                    <a:pt x="227886" y="68783"/>
                    <a:pt x="227886" y="73843"/>
                  </a:cubicBezTo>
                  <a:cubicBezTo>
                    <a:pt x="227886" y="78903"/>
                    <a:pt x="227731" y="83915"/>
                    <a:pt x="227410" y="88892"/>
                  </a:cubicBezTo>
                  <a:cubicBezTo>
                    <a:pt x="214444" y="90333"/>
                    <a:pt x="199609" y="91500"/>
                    <a:pt x="183428" y="92321"/>
                  </a:cubicBezTo>
                  <a:cubicBezTo>
                    <a:pt x="183690" y="86237"/>
                    <a:pt x="183833" y="80070"/>
                    <a:pt x="183833" y="73843"/>
                  </a:cubicBezTo>
                  <a:cubicBezTo>
                    <a:pt x="183833" y="67616"/>
                    <a:pt x="183690" y="61436"/>
                    <a:pt x="183428" y="55352"/>
                  </a:cubicBezTo>
                  <a:close/>
                  <a:moveTo>
                    <a:pt x="107157" y="54138"/>
                  </a:moveTo>
                  <a:cubicBezTo>
                    <a:pt x="107050" y="60627"/>
                    <a:pt x="107002" y="67199"/>
                    <a:pt x="107002" y="73843"/>
                  </a:cubicBezTo>
                  <a:cubicBezTo>
                    <a:pt x="107002" y="80475"/>
                    <a:pt x="107050" y="87047"/>
                    <a:pt x="107157" y="93536"/>
                  </a:cubicBezTo>
                  <a:cubicBezTo>
                    <a:pt x="94596" y="93321"/>
                    <a:pt x="82511" y="92917"/>
                    <a:pt x="71081" y="92345"/>
                  </a:cubicBezTo>
                  <a:cubicBezTo>
                    <a:pt x="70807" y="86273"/>
                    <a:pt x="70676" y="80105"/>
                    <a:pt x="70676" y="73843"/>
                  </a:cubicBezTo>
                  <a:cubicBezTo>
                    <a:pt x="70676" y="67580"/>
                    <a:pt x="70807" y="61401"/>
                    <a:pt x="71081" y="55329"/>
                  </a:cubicBezTo>
                  <a:cubicBezTo>
                    <a:pt x="82511" y="54757"/>
                    <a:pt x="94596" y="54352"/>
                    <a:pt x="107157" y="54138"/>
                  </a:cubicBezTo>
                  <a:close/>
                  <a:moveTo>
                    <a:pt x="146983" y="54138"/>
                  </a:moveTo>
                  <a:cubicBezTo>
                    <a:pt x="159544" y="54352"/>
                    <a:pt x="171641" y="54757"/>
                    <a:pt x="183071" y="55329"/>
                  </a:cubicBezTo>
                  <a:cubicBezTo>
                    <a:pt x="183333" y="61401"/>
                    <a:pt x="183476" y="67568"/>
                    <a:pt x="183476" y="73831"/>
                  </a:cubicBezTo>
                  <a:cubicBezTo>
                    <a:pt x="183476" y="80094"/>
                    <a:pt x="183333" y="86273"/>
                    <a:pt x="183071" y="92345"/>
                  </a:cubicBezTo>
                  <a:cubicBezTo>
                    <a:pt x="171641" y="92917"/>
                    <a:pt x="159544" y="93321"/>
                    <a:pt x="146983" y="93536"/>
                  </a:cubicBezTo>
                  <a:cubicBezTo>
                    <a:pt x="147090" y="87047"/>
                    <a:pt x="147150" y="80475"/>
                    <a:pt x="147150" y="73843"/>
                  </a:cubicBezTo>
                  <a:cubicBezTo>
                    <a:pt x="147150" y="67199"/>
                    <a:pt x="147090" y="60627"/>
                    <a:pt x="146983" y="54138"/>
                  </a:cubicBezTo>
                  <a:close/>
                  <a:moveTo>
                    <a:pt x="127076" y="53971"/>
                  </a:moveTo>
                  <a:cubicBezTo>
                    <a:pt x="133743" y="53971"/>
                    <a:pt x="140327" y="54031"/>
                    <a:pt x="146781" y="54138"/>
                  </a:cubicBezTo>
                  <a:cubicBezTo>
                    <a:pt x="146876" y="60591"/>
                    <a:pt x="146935" y="67163"/>
                    <a:pt x="146935" y="73843"/>
                  </a:cubicBezTo>
                  <a:cubicBezTo>
                    <a:pt x="146935" y="80510"/>
                    <a:pt x="146888" y="87082"/>
                    <a:pt x="146781" y="93536"/>
                  </a:cubicBezTo>
                  <a:cubicBezTo>
                    <a:pt x="140327" y="93643"/>
                    <a:pt x="133743" y="93702"/>
                    <a:pt x="127076" y="93702"/>
                  </a:cubicBezTo>
                  <a:cubicBezTo>
                    <a:pt x="120396" y="93702"/>
                    <a:pt x="113824" y="93643"/>
                    <a:pt x="107371" y="93536"/>
                  </a:cubicBezTo>
                  <a:cubicBezTo>
                    <a:pt x="107264" y="87082"/>
                    <a:pt x="107204" y="80510"/>
                    <a:pt x="107204" y="73843"/>
                  </a:cubicBezTo>
                  <a:cubicBezTo>
                    <a:pt x="107204" y="67163"/>
                    <a:pt x="107264" y="60591"/>
                    <a:pt x="107371" y="54138"/>
                  </a:cubicBezTo>
                  <a:cubicBezTo>
                    <a:pt x="113824" y="54031"/>
                    <a:pt x="120396" y="53971"/>
                    <a:pt x="127076" y="53971"/>
                  </a:cubicBezTo>
                  <a:close/>
                  <a:moveTo>
                    <a:pt x="48" y="105632"/>
                  </a:moveTo>
                  <a:cubicBezTo>
                    <a:pt x="36" y="105716"/>
                    <a:pt x="12" y="105811"/>
                    <a:pt x="0" y="105894"/>
                  </a:cubicBezTo>
                  <a:cubicBezTo>
                    <a:pt x="155" y="105882"/>
                    <a:pt x="310" y="105870"/>
                    <a:pt x="477" y="105859"/>
                  </a:cubicBezTo>
                  <a:cubicBezTo>
                    <a:pt x="334" y="105775"/>
                    <a:pt x="191" y="105704"/>
                    <a:pt x="48" y="105632"/>
                  </a:cubicBezTo>
                  <a:close/>
                  <a:moveTo>
                    <a:pt x="26742" y="89095"/>
                  </a:moveTo>
                  <a:cubicBezTo>
                    <a:pt x="39958" y="90571"/>
                    <a:pt x="54805" y="91726"/>
                    <a:pt x="70724" y="92536"/>
                  </a:cubicBezTo>
                  <a:cubicBezTo>
                    <a:pt x="71247" y="104299"/>
                    <a:pt x="72259" y="115765"/>
                    <a:pt x="73724" y="126742"/>
                  </a:cubicBezTo>
                  <a:cubicBezTo>
                    <a:pt x="57901" y="124587"/>
                    <a:pt x="43292" y="121515"/>
                    <a:pt x="30397" y="117681"/>
                  </a:cubicBezTo>
                  <a:cubicBezTo>
                    <a:pt x="28599" y="108418"/>
                    <a:pt x="27373" y="98858"/>
                    <a:pt x="26742" y="89095"/>
                  </a:cubicBezTo>
                  <a:close/>
                  <a:moveTo>
                    <a:pt x="227410" y="89095"/>
                  </a:moveTo>
                  <a:cubicBezTo>
                    <a:pt x="226779" y="98858"/>
                    <a:pt x="225552" y="108418"/>
                    <a:pt x="223755" y="117681"/>
                  </a:cubicBezTo>
                  <a:cubicBezTo>
                    <a:pt x="210860" y="121515"/>
                    <a:pt x="196251" y="124587"/>
                    <a:pt x="180416" y="126742"/>
                  </a:cubicBezTo>
                  <a:cubicBezTo>
                    <a:pt x="181892" y="115765"/>
                    <a:pt x="182904" y="104299"/>
                    <a:pt x="183416" y="92536"/>
                  </a:cubicBezTo>
                  <a:cubicBezTo>
                    <a:pt x="199347" y="91726"/>
                    <a:pt x="214194" y="90571"/>
                    <a:pt x="227410" y="89095"/>
                  </a:cubicBezTo>
                  <a:close/>
                  <a:moveTo>
                    <a:pt x="71093" y="92559"/>
                  </a:moveTo>
                  <a:lnTo>
                    <a:pt x="71093" y="92559"/>
                  </a:lnTo>
                  <a:cubicBezTo>
                    <a:pt x="82630" y="93143"/>
                    <a:pt x="94715" y="93536"/>
                    <a:pt x="107169" y="93750"/>
                  </a:cubicBezTo>
                  <a:cubicBezTo>
                    <a:pt x="107371" y="106192"/>
                    <a:pt x="107776" y="118289"/>
                    <a:pt x="108347" y="129826"/>
                  </a:cubicBezTo>
                  <a:cubicBezTo>
                    <a:pt x="96477" y="129290"/>
                    <a:pt x="85011" y="128266"/>
                    <a:pt x="74117" y="126790"/>
                  </a:cubicBezTo>
                  <a:cubicBezTo>
                    <a:pt x="72640" y="115907"/>
                    <a:pt x="71617" y="104442"/>
                    <a:pt x="71093" y="92559"/>
                  </a:cubicBezTo>
                  <a:close/>
                  <a:moveTo>
                    <a:pt x="183059" y="92559"/>
                  </a:moveTo>
                  <a:lnTo>
                    <a:pt x="183059" y="92559"/>
                  </a:lnTo>
                  <a:cubicBezTo>
                    <a:pt x="182523" y="104442"/>
                    <a:pt x="181499" y="115907"/>
                    <a:pt x="180035" y="126802"/>
                  </a:cubicBezTo>
                  <a:cubicBezTo>
                    <a:pt x="169141" y="128266"/>
                    <a:pt x="157675" y="129290"/>
                    <a:pt x="145792" y="129826"/>
                  </a:cubicBezTo>
                  <a:cubicBezTo>
                    <a:pt x="146376" y="118289"/>
                    <a:pt x="146769" y="106192"/>
                    <a:pt x="146983" y="93750"/>
                  </a:cubicBezTo>
                  <a:cubicBezTo>
                    <a:pt x="159425" y="93536"/>
                    <a:pt x="171522" y="93143"/>
                    <a:pt x="183059" y="92559"/>
                  </a:cubicBezTo>
                  <a:close/>
                  <a:moveTo>
                    <a:pt x="107371" y="93750"/>
                  </a:moveTo>
                  <a:cubicBezTo>
                    <a:pt x="113860" y="93857"/>
                    <a:pt x="120432" y="93917"/>
                    <a:pt x="127076" y="93917"/>
                  </a:cubicBezTo>
                  <a:cubicBezTo>
                    <a:pt x="133708" y="93917"/>
                    <a:pt x="140292" y="93857"/>
                    <a:pt x="146769" y="93750"/>
                  </a:cubicBezTo>
                  <a:lnTo>
                    <a:pt x="146769" y="93750"/>
                  </a:lnTo>
                  <a:cubicBezTo>
                    <a:pt x="146566" y="106311"/>
                    <a:pt x="146150" y="118396"/>
                    <a:pt x="145578" y="129826"/>
                  </a:cubicBezTo>
                  <a:cubicBezTo>
                    <a:pt x="139506" y="130100"/>
                    <a:pt x="133339" y="130243"/>
                    <a:pt x="127076" y="130243"/>
                  </a:cubicBezTo>
                  <a:cubicBezTo>
                    <a:pt x="120813" y="130243"/>
                    <a:pt x="114634" y="130100"/>
                    <a:pt x="108574" y="129826"/>
                  </a:cubicBezTo>
                  <a:cubicBezTo>
                    <a:pt x="107990" y="118396"/>
                    <a:pt x="107585" y="106311"/>
                    <a:pt x="107371" y="93750"/>
                  </a:cubicBezTo>
                  <a:close/>
                  <a:moveTo>
                    <a:pt x="266653" y="116300"/>
                  </a:moveTo>
                  <a:lnTo>
                    <a:pt x="266653" y="116300"/>
                  </a:lnTo>
                  <a:cubicBezTo>
                    <a:pt x="259152" y="126861"/>
                    <a:pt x="248817" y="136600"/>
                    <a:pt x="235875" y="145101"/>
                  </a:cubicBezTo>
                  <a:cubicBezTo>
                    <a:pt x="235411" y="145399"/>
                    <a:pt x="234946" y="145697"/>
                    <a:pt x="234482" y="145994"/>
                  </a:cubicBezTo>
                  <a:cubicBezTo>
                    <a:pt x="234756" y="146006"/>
                    <a:pt x="235030" y="146018"/>
                    <a:pt x="235304" y="146030"/>
                  </a:cubicBezTo>
                  <a:cubicBezTo>
                    <a:pt x="235577" y="145852"/>
                    <a:pt x="235851" y="145673"/>
                    <a:pt x="236137" y="145494"/>
                  </a:cubicBezTo>
                  <a:cubicBezTo>
                    <a:pt x="248710" y="137243"/>
                    <a:pt x="258854" y="127814"/>
                    <a:pt x="266319" y="117586"/>
                  </a:cubicBezTo>
                  <a:lnTo>
                    <a:pt x="266319" y="117586"/>
                  </a:lnTo>
                  <a:cubicBezTo>
                    <a:pt x="263533" y="127504"/>
                    <a:pt x="259831" y="137005"/>
                    <a:pt x="255306" y="145971"/>
                  </a:cubicBezTo>
                  <a:cubicBezTo>
                    <a:pt x="255544" y="145983"/>
                    <a:pt x="255794" y="145994"/>
                    <a:pt x="256032" y="146006"/>
                  </a:cubicBezTo>
                  <a:cubicBezTo>
                    <a:pt x="260354" y="137374"/>
                    <a:pt x="263879" y="128338"/>
                    <a:pt x="266569" y="118991"/>
                  </a:cubicBezTo>
                  <a:cubicBezTo>
                    <a:pt x="266593" y="118098"/>
                    <a:pt x="266617" y="117193"/>
                    <a:pt x="266653" y="116300"/>
                  </a:cubicBezTo>
                  <a:close/>
                  <a:moveTo>
                    <a:pt x="1798" y="132362"/>
                  </a:moveTo>
                  <a:cubicBezTo>
                    <a:pt x="1774" y="132540"/>
                    <a:pt x="1739" y="132731"/>
                    <a:pt x="1715" y="132933"/>
                  </a:cubicBezTo>
                  <a:cubicBezTo>
                    <a:pt x="6573" y="137362"/>
                    <a:pt x="12014" y="141553"/>
                    <a:pt x="18015" y="145494"/>
                  </a:cubicBezTo>
                  <a:cubicBezTo>
                    <a:pt x="18229" y="145637"/>
                    <a:pt x="18455" y="145780"/>
                    <a:pt x="18669" y="145923"/>
                  </a:cubicBezTo>
                  <a:cubicBezTo>
                    <a:pt x="18681" y="145899"/>
                    <a:pt x="18681" y="145887"/>
                    <a:pt x="18693" y="145875"/>
                  </a:cubicBezTo>
                  <a:lnTo>
                    <a:pt x="18693" y="145875"/>
                  </a:lnTo>
                  <a:cubicBezTo>
                    <a:pt x="18681" y="145899"/>
                    <a:pt x="18693" y="145911"/>
                    <a:pt x="18693" y="145935"/>
                  </a:cubicBezTo>
                  <a:cubicBezTo>
                    <a:pt x="18800" y="146006"/>
                    <a:pt x="18908" y="146066"/>
                    <a:pt x="19015" y="146137"/>
                  </a:cubicBezTo>
                  <a:cubicBezTo>
                    <a:pt x="19348" y="146256"/>
                    <a:pt x="19872" y="146328"/>
                    <a:pt x="20336" y="146423"/>
                  </a:cubicBezTo>
                  <a:cubicBezTo>
                    <a:pt x="19646" y="145983"/>
                    <a:pt x="18955" y="145542"/>
                    <a:pt x="18277" y="145090"/>
                  </a:cubicBezTo>
                  <a:cubicBezTo>
                    <a:pt x="12204" y="141113"/>
                    <a:pt x="6692" y="136850"/>
                    <a:pt x="1798" y="132362"/>
                  </a:cubicBezTo>
                  <a:close/>
                  <a:moveTo>
                    <a:pt x="176558" y="0"/>
                  </a:moveTo>
                  <a:cubicBezTo>
                    <a:pt x="176701" y="572"/>
                    <a:pt x="176832" y="1167"/>
                    <a:pt x="176963" y="1774"/>
                  </a:cubicBezTo>
                  <a:lnTo>
                    <a:pt x="176903" y="1774"/>
                  </a:lnTo>
                  <a:cubicBezTo>
                    <a:pt x="178070" y="7787"/>
                    <a:pt x="179106" y="14038"/>
                    <a:pt x="179975" y="20491"/>
                  </a:cubicBezTo>
                  <a:cubicBezTo>
                    <a:pt x="168998" y="19015"/>
                    <a:pt x="157544" y="18003"/>
                    <a:pt x="145781" y="17491"/>
                  </a:cubicBezTo>
                  <a:cubicBezTo>
                    <a:pt x="145507" y="12157"/>
                    <a:pt x="145197" y="6942"/>
                    <a:pt x="144852" y="1858"/>
                  </a:cubicBezTo>
                  <a:cubicBezTo>
                    <a:pt x="144780" y="1870"/>
                    <a:pt x="144697" y="1870"/>
                    <a:pt x="144626" y="1870"/>
                  </a:cubicBezTo>
                  <a:cubicBezTo>
                    <a:pt x="144971" y="6918"/>
                    <a:pt x="145292" y="12121"/>
                    <a:pt x="145554" y="17479"/>
                  </a:cubicBezTo>
                  <a:cubicBezTo>
                    <a:pt x="139470" y="17217"/>
                    <a:pt x="133303" y="17074"/>
                    <a:pt x="127076" y="17074"/>
                  </a:cubicBezTo>
                  <a:cubicBezTo>
                    <a:pt x="120849" y="17074"/>
                    <a:pt x="114681" y="17217"/>
                    <a:pt x="108585" y="17479"/>
                  </a:cubicBezTo>
                  <a:cubicBezTo>
                    <a:pt x="108895" y="11573"/>
                    <a:pt x="109240" y="5846"/>
                    <a:pt x="109621" y="322"/>
                  </a:cubicBezTo>
                  <a:lnTo>
                    <a:pt x="109621" y="322"/>
                  </a:lnTo>
                  <a:cubicBezTo>
                    <a:pt x="109550" y="334"/>
                    <a:pt x="109478" y="334"/>
                    <a:pt x="109407" y="346"/>
                  </a:cubicBezTo>
                  <a:cubicBezTo>
                    <a:pt x="109014" y="5894"/>
                    <a:pt x="108669" y="11621"/>
                    <a:pt x="108371" y="17491"/>
                  </a:cubicBezTo>
                  <a:cubicBezTo>
                    <a:pt x="96608" y="18003"/>
                    <a:pt x="85142" y="19015"/>
                    <a:pt x="74164" y="20491"/>
                  </a:cubicBezTo>
                  <a:cubicBezTo>
                    <a:pt x="75069" y="13871"/>
                    <a:pt x="76129" y="7454"/>
                    <a:pt x="77343" y="1298"/>
                  </a:cubicBezTo>
                  <a:lnTo>
                    <a:pt x="77343" y="1298"/>
                  </a:lnTo>
                  <a:cubicBezTo>
                    <a:pt x="77212" y="1310"/>
                    <a:pt x="77081" y="1322"/>
                    <a:pt x="76951" y="1334"/>
                  </a:cubicBezTo>
                  <a:cubicBezTo>
                    <a:pt x="75724" y="7537"/>
                    <a:pt x="74665" y="13954"/>
                    <a:pt x="73783" y="20539"/>
                  </a:cubicBezTo>
                  <a:cubicBezTo>
                    <a:pt x="58198" y="22646"/>
                    <a:pt x="43601" y="25682"/>
                    <a:pt x="30480" y="29575"/>
                  </a:cubicBezTo>
                  <a:cubicBezTo>
                    <a:pt x="32374" y="19872"/>
                    <a:pt x="34910" y="10502"/>
                    <a:pt x="38029" y="1560"/>
                  </a:cubicBezTo>
                  <a:cubicBezTo>
                    <a:pt x="37874" y="1548"/>
                    <a:pt x="37708" y="1548"/>
                    <a:pt x="37541" y="1536"/>
                  </a:cubicBezTo>
                  <a:cubicBezTo>
                    <a:pt x="34409" y="10525"/>
                    <a:pt x="31862" y="19955"/>
                    <a:pt x="29968" y="29718"/>
                  </a:cubicBezTo>
                  <a:cubicBezTo>
                    <a:pt x="25849" y="30957"/>
                    <a:pt x="21884" y="32266"/>
                    <a:pt x="18086" y="33659"/>
                  </a:cubicBezTo>
                  <a:cubicBezTo>
                    <a:pt x="12252" y="35802"/>
                    <a:pt x="6942" y="38088"/>
                    <a:pt x="2191" y="40493"/>
                  </a:cubicBezTo>
                  <a:lnTo>
                    <a:pt x="2179" y="40934"/>
                  </a:lnTo>
                  <a:cubicBezTo>
                    <a:pt x="10097" y="36910"/>
                    <a:pt x="19420" y="33278"/>
                    <a:pt x="29885" y="30147"/>
                  </a:cubicBezTo>
                  <a:lnTo>
                    <a:pt x="29885" y="30147"/>
                  </a:lnTo>
                  <a:cubicBezTo>
                    <a:pt x="28111" y="39386"/>
                    <a:pt x="26885" y="48911"/>
                    <a:pt x="26266" y="58627"/>
                  </a:cubicBezTo>
                  <a:cubicBezTo>
                    <a:pt x="23480" y="58948"/>
                    <a:pt x="20765" y="59270"/>
                    <a:pt x="18134" y="59615"/>
                  </a:cubicBezTo>
                  <a:cubicBezTo>
                    <a:pt x="11621" y="60460"/>
                    <a:pt x="5763" y="61365"/>
                    <a:pt x="584" y="62329"/>
                  </a:cubicBezTo>
                  <a:cubicBezTo>
                    <a:pt x="596" y="62389"/>
                    <a:pt x="596" y="62460"/>
                    <a:pt x="608" y="62520"/>
                  </a:cubicBezTo>
                  <a:cubicBezTo>
                    <a:pt x="7942" y="61163"/>
                    <a:pt x="16574" y="59924"/>
                    <a:pt x="26254" y="58841"/>
                  </a:cubicBezTo>
                  <a:lnTo>
                    <a:pt x="26254" y="58841"/>
                  </a:lnTo>
                  <a:cubicBezTo>
                    <a:pt x="25944" y="63794"/>
                    <a:pt x="25777" y="68794"/>
                    <a:pt x="25777" y="73843"/>
                  </a:cubicBezTo>
                  <a:cubicBezTo>
                    <a:pt x="25777" y="78879"/>
                    <a:pt x="25944" y="83880"/>
                    <a:pt x="26254" y="88833"/>
                  </a:cubicBezTo>
                  <a:cubicBezTo>
                    <a:pt x="17014" y="87797"/>
                    <a:pt x="8740" y="86618"/>
                    <a:pt x="1620" y="85332"/>
                  </a:cubicBezTo>
                  <a:cubicBezTo>
                    <a:pt x="1620" y="85404"/>
                    <a:pt x="1620" y="85475"/>
                    <a:pt x="1620" y="85535"/>
                  </a:cubicBezTo>
                  <a:cubicBezTo>
                    <a:pt x="6537" y="86428"/>
                    <a:pt x="12050" y="87273"/>
                    <a:pt x="18134" y="88059"/>
                  </a:cubicBezTo>
                  <a:cubicBezTo>
                    <a:pt x="20765" y="88404"/>
                    <a:pt x="23480" y="88726"/>
                    <a:pt x="26266" y="89047"/>
                  </a:cubicBezTo>
                  <a:cubicBezTo>
                    <a:pt x="26885" y="98762"/>
                    <a:pt x="28099" y="108287"/>
                    <a:pt x="29885" y="117527"/>
                  </a:cubicBezTo>
                  <a:cubicBezTo>
                    <a:pt x="18824" y="114217"/>
                    <a:pt x="9037" y="110359"/>
                    <a:pt x="846" y="106049"/>
                  </a:cubicBezTo>
                  <a:lnTo>
                    <a:pt x="846" y="106049"/>
                  </a:lnTo>
                  <a:cubicBezTo>
                    <a:pt x="858" y="106204"/>
                    <a:pt x="870" y="106359"/>
                    <a:pt x="881" y="106513"/>
                  </a:cubicBezTo>
                  <a:cubicBezTo>
                    <a:pt x="5977" y="109169"/>
                    <a:pt x="11716" y="111669"/>
                    <a:pt x="18086" y="114014"/>
                  </a:cubicBezTo>
                  <a:cubicBezTo>
                    <a:pt x="21884" y="115407"/>
                    <a:pt x="25849" y="116717"/>
                    <a:pt x="29968" y="117955"/>
                  </a:cubicBezTo>
                  <a:cubicBezTo>
                    <a:pt x="31850" y="127611"/>
                    <a:pt x="34350" y="136946"/>
                    <a:pt x="37446" y="145852"/>
                  </a:cubicBezTo>
                  <a:cubicBezTo>
                    <a:pt x="37600" y="145840"/>
                    <a:pt x="37767" y="145840"/>
                    <a:pt x="37934" y="145828"/>
                  </a:cubicBezTo>
                  <a:cubicBezTo>
                    <a:pt x="34862" y="136981"/>
                    <a:pt x="32362" y="127706"/>
                    <a:pt x="30480" y="118098"/>
                  </a:cubicBezTo>
                  <a:lnTo>
                    <a:pt x="30480" y="118098"/>
                  </a:lnTo>
                  <a:cubicBezTo>
                    <a:pt x="43589" y="121992"/>
                    <a:pt x="58198" y="125028"/>
                    <a:pt x="73783" y="127135"/>
                  </a:cubicBezTo>
                  <a:cubicBezTo>
                    <a:pt x="74653" y="133600"/>
                    <a:pt x="75688" y="139910"/>
                    <a:pt x="76879" y="146006"/>
                  </a:cubicBezTo>
                  <a:cubicBezTo>
                    <a:pt x="77010" y="146006"/>
                    <a:pt x="77141" y="146018"/>
                    <a:pt x="77272" y="146018"/>
                  </a:cubicBezTo>
                  <a:cubicBezTo>
                    <a:pt x="76093" y="139970"/>
                    <a:pt x="75046" y="133683"/>
                    <a:pt x="74164" y="127183"/>
                  </a:cubicBezTo>
                  <a:lnTo>
                    <a:pt x="74164" y="127183"/>
                  </a:lnTo>
                  <a:cubicBezTo>
                    <a:pt x="85154" y="128659"/>
                    <a:pt x="96608" y="129659"/>
                    <a:pt x="108371" y="130183"/>
                  </a:cubicBezTo>
                  <a:cubicBezTo>
                    <a:pt x="108657" y="135850"/>
                    <a:pt x="108990" y="141375"/>
                    <a:pt x="109371" y="146733"/>
                  </a:cubicBezTo>
                  <a:cubicBezTo>
                    <a:pt x="109443" y="146745"/>
                    <a:pt x="109514" y="146745"/>
                    <a:pt x="109586" y="146756"/>
                  </a:cubicBezTo>
                  <a:cubicBezTo>
                    <a:pt x="109205" y="141411"/>
                    <a:pt x="108883" y="135886"/>
                    <a:pt x="108585" y="130195"/>
                  </a:cubicBezTo>
                  <a:lnTo>
                    <a:pt x="108585" y="130195"/>
                  </a:lnTo>
                  <a:cubicBezTo>
                    <a:pt x="114681" y="130457"/>
                    <a:pt x="120849" y="130600"/>
                    <a:pt x="127076" y="130600"/>
                  </a:cubicBezTo>
                  <a:cubicBezTo>
                    <a:pt x="133303" y="130600"/>
                    <a:pt x="139470" y="130457"/>
                    <a:pt x="145554" y="130195"/>
                  </a:cubicBezTo>
                  <a:lnTo>
                    <a:pt x="145554" y="130195"/>
                  </a:lnTo>
                  <a:cubicBezTo>
                    <a:pt x="145328" y="134815"/>
                    <a:pt x="145066" y="139327"/>
                    <a:pt x="144769" y="143720"/>
                  </a:cubicBezTo>
                  <a:cubicBezTo>
                    <a:pt x="144828" y="143851"/>
                    <a:pt x="144888" y="143994"/>
                    <a:pt x="144959" y="144161"/>
                  </a:cubicBezTo>
                  <a:cubicBezTo>
                    <a:pt x="145257" y="139613"/>
                    <a:pt x="145531" y="134945"/>
                    <a:pt x="145781" y="130183"/>
                  </a:cubicBezTo>
                  <a:cubicBezTo>
                    <a:pt x="157544" y="129671"/>
                    <a:pt x="168998" y="128659"/>
                    <a:pt x="179975" y="127183"/>
                  </a:cubicBezTo>
                  <a:lnTo>
                    <a:pt x="179975" y="127183"/>
                  </a:lnTo>
                  <a:cubicBezTo>
                    <a:pt x="179106" y="133588"/>
                    <a:pt x="178094" y="139791"/>
                    <a:pt x="176927" y="145756"/>
                  </a:cubicBezTo>
                  <a:lnTo>
                    <a:pt x="177034" y="145756"/>
                  </a:lnTo>
                  <a:cubicBezTo>
                    <a:pt x="177142" y="145697"/>
                    <a:pt x="177249" y="145625"/>
                    <a:pt x="177356" y="145566"/>
                  </a:cubicBezTo>
                  <a:cubicBezTo>
                    <a:pt x="178511" y="139601"/>
                    <a:pt x="179511" y="133445"/>
                    <a:pt x="180368" y="127135"/>
                  </a:cubicBezTo>
                  <a:cubicBezTo>
                    <a:pt x="195953" y="125028"/>
                    <a:pt x="210551" y="121992"/>
                    <a:pt x="223671" y="118098"/>
                  </a:cubicBezTo>
                  <a:lnTo>
                    <a:pt x="223671" y="118098"/>
                  </a:lnTo>
                  <a:cubicBezTo>
                    <a:pt x="221814" y="127599"/>
                    <a:pt x="219337" y="136791"/>
                    <a:pt x="216301" y="145554"/>
                  </a:cubicBezTo>
                  <a:lnTo>
                    <a:pt x="216801" y="145554"/>
                  </a:lnTo>
                  <a:cubicBezTo>
                    <a:pt x="219849" y="136743"/>
                    <a:pt x="222326" y="127504"/>
                    <a:pt x="224183" y="117943"/>
                  </a:cubicBezTo>
                  <a:cubicBezTo>
                    <a:pt x="228291" y="116717"/>
                    <a:pt x="232268" y="115407"/>
                    <a:pt x="236066" y="114002"/>
                  </a:cubicBezTo>
                  <a:cubicBezTo>
                    <a:pt x="249877" y="108930"/>
                    <a:pt x="260747" y="103073"/>
                    <a:pt x="268367" y="96679"/>
                  </a:cubicBezTo>
                  <a:cubicBezTo>
                    <a:pt x="268391" y="96476"/>
                    <a:pt x="268427" y="96286"/>
                    <a:pt x="268451" y="96084"/>
                  </a:cubicBezTo>
                  <a:lnTo>
                    <a:pt x="268451" y="96084"/>
                  </a:lnTo>
                  <a:cubicBezTo>
                    <a:pt x="258592" y="104477"/>
                    <a:pt x="243317" y="111824"/>
                    <a:pt x="224267" y="117527"/>
                  </a:cubicBezTo>
                  <a:cubicBezTo>
                    <a:pt x="226041" y="108287"/>
                    <a:pt x="227267" y="98762"/>
                    <a:pt x="227886" y="89047"/>
                  </a:cubicBezTo>
                  <a:cubicBezTo>
                    <a:pt x="230672" y="88726"/>
                    <a:pt x="233387" y="88404"/>
                    <a:pt x="236018" y="88059"/>
                  </a:cubicBezTo>
                  <a:cubicBezTo>
                    <a:pt x="248770" y="86404"/>
                    <a:pt x="259009" y="84511"/>
                    <a:pt x="266510" y="82451"/>
                  </a:cubicBezTo>
                  <a:cubicBezTo>
                    <a:pt x="266510" y="82379"/>
                    <a:pt x="266510" y="82308"/>
                    <a:pt x="266510" y="82249"/>
                  </a:cubicBezTo>
                  <a:cubicBezTo>
                    <a:pt x="257306" y="84773"/>
                    <a:pt x="244079" y="87023"/>
                    <a:pt x="227898" y="88833"/>
                  </a:cubicBezTo>
                  <a:cubicBezTo>
                    <a:pt x="228208" y="83880"/>
                    <a:pt x="228362" y="78867"/>
                    <a:pt x="228362" y="73831"/>
                  </a:cubicBezTo>
                  <a:cubicBezTo>
                    <a:pt x="228362" y="68794"/>
                    <a:pt x="228208" y="63782"/>
                    <a:pt x="227898" y="58829"/>
                  </a:cubicBezTo>
                  <a:lnTo>
                    <a:pt x="227898" y="58829"/>
                  </a:lnTo>
                  <a:cubicBezTo>
                    <a:pt x="244519" y="60698"/>
                    <a:pt x="258009" y="63008"/>
                    <a:pt x="267248" y="65627"/>
                  </a:cubicBezTo>
                  <a:cubicBezTo>
                    <a:pt x="267248" y="65556"/>
                    <a:pt x="267260" y="65496"/>
                    <a:pt x="267260" y="65425"/>
                  </a:cubicBezTo>
                  <a:cubicBezTo>
                    <a:pt x="259711" y="63282"/>
                    <a:pt x="249210" y="61317"/>
                    <a:pt x="236018" y="59603"/>
                  </a:cubicBezTo>
                  <a:cubicBezTo>
                    <a:pt x="233387" y="59270"/>
                    <a:pt x="230672" y="58936"/>
                    <a:pt x="227886" y="58627"/>
                  </a:cubicBezTo>
                  <a:cubicBezTo>
                    <a:pt x="227267" y="48899"/>
                    <a:pt x="226041" y="39374"/>
                    <a:pt x="224267" y="30135"/>
                  </a:cubicBezTo>
                  <a:lnTo>
                    <a:pt x="224267" y="30135"/>
                  </a:lnTo>
                  <a:cubicBezTo>
                    <a:pt x="243650" y="35945"/>
                    <a:pt x="259116" y="43446"/>
                    <a:pt x="268963" y="52019"/>
                  </a:cubicBezTo>
                  <a:cubicBezTo>
                    <a:pt x="268986" y="51864"/>
                    <a:pt x="269010" y="51709"/>
                    <a:pt x="269046" y="51566"/>
                  </a:cubicBezTo>
                  <a:cubicBezTo>
                    <a:pt x="261390" y="44946"/>
                    <a:pt x="250294" y="38886"/>
                    <a:pt x="236066" y="33659"/>
                  </a:cubicBezTo>
                  <a:cubicBezTo>
                    <a:pt x="232268" y="32266"/>
                    <a:pt x="228291" y="30945"/>
                    <a:pt x="224183" y="29718"/>
                  </a:cubicBezTo>
                  <a:cubicBezTo>
                    <a:pt x="222338" y="20277"/>
                    <a:pt x="219909" y="11133"/>
                    <a:pt x="216908" y="2417"/>
                  </a:cubicBezTo>
                  <a:cubicBezTo>
                    <a:pt x="216766" y="2513"/>
                    <a:pt x="216635" y="2620"/>
                    <a:pt x="216504" y="2715"/>
                  </a:cubicBezTo>
                  <a:cubicBezTo>
                    <a:pt x="219456" y="11299"/>
                    <a:pt x="221850" y="20277"/>
                    <a:pt x="223671" y="29563"/>
                  </a:cubicBezTo>
                  <a:cubicBezTo>
                    <a:pt x="210551" y="25682"/>
                    <a:pt x="195953" y="22646"/>
                    <a:pt x="180368" y="20539"/>
                  </a:cubicBezTo>
                  <a:cubicBezTo>
                    <a:pt x="179416" y="13490"/>
                    <a:pt x="178273" y="6644"/>
                    <a:pt x="176951" y="36"/>
                  </a:cubicBezTo>
                  <a:cubicBezTo>
                    <a:pt x="176820" y="24"/>
                    <a:pt x="176689" y="12"/>
                    <a:pt x="176558" y="0"/>
                  </a:cubicBezTo>
                  <a:close/>
                </a:path>
              </a:pathLst>
            </a:custGeom>
            <a:solidFill>
              <a:srgbClr val="E3C98E">
                <a:alpha val="246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1" name="Google Shape;341;p31"/>
          <p:cNvSpPr txBox="1"/>
          <p:nvPr>
            <p:ph type="title"/>
          </p:nvPr>
        </p:nvSpPr>
        <p:spPr>
          <a:xfrm>
            <a:off x="4725575" y="1534050"/>
            <a:ext cx="2640300" cy="106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42" name="Google Shape;342;p31"/>
          <p:cNvSpPr txBox="1"/>
          <p:nvPr>
            <p:ph idx="1" type="subTitle"/>
          </p:nvPr>
        </p:nvSpPr>
        <p:spPr>
          <a:xfrm>
            <a:off x="4725574" y="2737175"/>
            <a:ext cx="2640300" cy="10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4_2"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4" name="Google Shape;344;p32"/>
          <p:cNvGrpSpPr/>
          <p:nvPr/>
        </p:nvGrpSpPr>
        <p:grpSpPr>
          <a:xfrm>
            <a:off x="0" y="0"/>
            <a:ext cx="9144003" cy="5143501"/>
            <a:chOff x="0" y="0"/>
            <a:chExt cx="9144003" cy="5143501"/>
          </a:xfrm>
        </p:grpSpPr>
        <p:pic>
          <p:nvPicPr>
            <p:cNvPr id="345" name="Google Shape;345;p32"/>
            <p:cNvPicPr preferRelativeResize="0"/>
            <p:nvPr/>
          </p:nvPicPr>
          <p:blipFill rotWithShape="1">
            <a:blip r:embed="rId2">
              <a:alphaModFix/>
            </a:blip>
            <a:srcRect b="8068" l="0" r="0" t="8060"/>
            <a:stretch/>
          </p:blipFill>
          <p:spPr>
            <a:xfrm>
              <a:off x="0" y="0"/>
              <a:ext cx="9144003" cy="5143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" name="Google Shape;346;p32"/>
            <p:cNvSpPr/>
            <p:nvPr/>
          </p:nvSpPr>
          <p:spPr>
            <a:xfrm>
              <a:off x="209980" y="194500"/>
              <a:ext cx="8763466" cy="4752275"/>
            </a:xfrm>
            <a:custGeom>
              <a:rect b="b" l="l" r="r" t="t"/>
              <a:pathLst>
                <a:path extrusionOk="0" h="147209" w="271904">
                  <a:moveTo>
                    <a:pt x="596" y="0"/>
                  </a:moveTo>
                  <a:lnTo>
                    <a:pt x="596" y="0"/>
                  </a:lnTo>
                  <a:cubicBezTo>
                    <a:pt x="2025" y="5965"/>
                    <a:pt x="3072" y="13895"/>
                    <a:pt x="3644" y="22312"/>
                  </a:cubicBezTo>
                  <a:cubicBezTo>
                    <a:pt x="7942" y="23515"/>
                    <a:pt x="13609" y="23932"/>
                    <a:pt x="5085" y="25063"/>
                  </a:cubicBezTo>
                  <a:cubicBezTo>
                    <a:pt x="5096" y="25110"/>
                    <a:pt x="5108" y="25146"/>
                    <a:pt x="5120" y="25194"/>
                  </a:cubicBezTo>
                  <a:cubicBezTo>
                    <a:pt x="5263" y="25301"/>
                    <a:pt x="5394" y="25396"/>
                    <a:pt x="5525" y="25503"/>
                  </a:cubicBezTo>
                  <a:cubicBezTo>
                    <a:pt x="5692" y="25539"/>
                    <a:pt x="5954" y="25479"/>
                    <a:pt x="6037" y="25658"/>
                  </a:cubicBezTo>
                  <a:cubicBezTo>
                    <a:pt x="8561" y="26230"/>
                    <a:pt x="4561" y="26670"/>
                    <a:pt x="3894" y="26789"/>
                  </a:cubicBezTo>
                  <a:cubicBezTo>
                    <a:pt x="4203" y="33719"/>
                    <a:pt x="4192" y="40803"/>
                    <a:pt x="3787" y="47256"/>
                  </a:cubicBezTo>
                  <a:cubicBezTo>
                    <a:pt x="2560" y="47137"/>
                    <a:pt x="1298" y="47006"/>
                    <a:pt x="1" y="46875"/>
                  </a:cubicBezTo>
                  <a:lnTo>
                    <a:pt x="1" y="46875"/>
                  </a:lnTo>
                  <a:cubicBezTo>
                    <a:pt x="1429" y="52840"/>
                    <a:pt x="2477" y="60770"/>
                    <a:pt x="3049" y="69199"/>
                  </a:cubicBezTo>
                  <a:cubicBezTo>
                    <a:pt x="7347" y="70402"/>
                    <a:pt x="13014" y="70818"/>
                    <a:pt x="4489" y="71949"/>
                  </a:cubicBezTo>
                  <a:cubicBezTo>
                    <a:pt x="4501" y="71985"/>
                    <a:pt x="4513" y="72033"/>
                    <a:pt x="4525" y="72069"/>
                  </a:cubicBezTo>
                  <a:cubicBezTo>
                    <a:pt x="4668" y="72176"/>
                    <a:pt x="4787" y="72283"/>
                    <a:pt x="4930" y="72390"/>
                  </a:cubicBezTo>
                  <a:cubicBezTo>
                    <a:pt x="5096" y="72414"/>
                    <a:pt x="5358" y="72366"/>
                    <a:pt x="5442" y="72545"/>
                  </a:cubicBezTo>
                  <a:cubicBezTo>
                    <a:pt x="7966" y="73104"/>
                    <a:pt x="3965" y="73557"/>
                    <a:pt x="3299" y="73664"/>
                  </a:cubicBezTo>
                  <a:cubicBezTo>
                    <a:pt x="3513" y="78510"/>
                    <a:pt x="3572" y="83427"/>
                    <a:pt x="3453" y="88154"/>
                  </a:cubicBezTo>
                  <a:cubicBezTo>
                    <a:pt x="2322" y="88047"/>
                    <a:pt x="1179" y="87928"/>
                    <a:pt x="1" y="87809"/>
                  </a:cubicBezTo>
                  <a:lnTo>
                    <a:pt x="1" y="87809"/>
                  </a:lnTo>
                  <a:cubicBezTo>
                    <a:pt x="989" y="91940"/>
                    <a:pt x="1798" y="97036"/>
                    <a:pt x="2394" y="102584"/>
                  </a:cubicBezTo>
                  <a:cubicBezTo>
                    <a:pt x="2239" y="103727"/>
                    <a:pt x="2072" y="104834"/>
                    <a:pt x="1882" y="105894"/>
                  </a:cubicBezTo>
                  <a:cubicBezTo>
                    <a:pt x="2156" y="105870"/>
                    <a:pt x="2429" y="105846"/>
                    <a:pt x="2715" y="105811"/>
                  </a:cubicBezTo>
                  <a:cubicBezTo>
                    <a:pt x="2834" y="107228"/>
                    <a:pt x="2953" y="108668"/>
                    <a:pt x="3049" y="110121"/>
                  </a:cubicBezTo>
                  <a:cubicBezTo>
                    <a:pt x="7347" y="111323"/>
                    <a:pt x="13014" y="111740"/>
                    <a:pt x="4489" y="112871"/>
                  </a:cubicBezTo>
                  <a:cubicBezTo>
                    <a:pt x="4501" y="112919"/>
                    <a:pt x="4513" y="112954"/>
                    <a:pt x="4525" y="113002"/>
                  </a:cubicBezTo>
                  <a:cubicBezTo>
                    <a:pt x="4668" y="113109"/>
                    <a:pt x="4799" y="113205"/>
                    <a:pt x="4930" y="113312"/>
                  </a:cubicBezTo>
                  <a:cubicBezTo>
                    <a:pt x="5096" y="113347"/>
                    <a:pt x="5358" y="113288"/>
                    <a:pt x="5442" y="113466"/>
                  </a:cubicBezTo>
                  <a:cubicBezTo>
                    <a:pt x="7966" y="114038"/>
                    <a:pt x="3965" y="114478"/>
                    <a:pt x="3299" y="114598"/>
                  </a:cubicBezTo>
                  <a:cubicBezTo>
                    <a:pt x="3822" y="126123"/>
                    <a:pt x="4668" y="127147"/>
                    <a:pt x="3120" y="135886"/>
                  </a:cubicBezTo>
                  <a:cubicBezTo>
                    <a:pt x="4608" y="136338"/>
                    <a:pt x="14133" y="147209"/>
                    <a:pt x="14133" y="147209"/>
                  </a:cubicBezTo>
                  <a:cubicBezTo>
                    <a:pt x="14133" y="147209"/>
                    <a:pt x="16765" y="146220"/>
                    <a:pt x="20479" y="146137"/>
                  </a:cubicBezTo>
                  <a:cubicBezTo>
                    <a:pt x="20503" y="146054"/>
                    <a:pt x="20539" y="145959"/>
                    <a:pt x="20563" y="145875"/>
                  </a:cubicBezTo>
                  <a:lnTo>
                    <a:pt x="20563" y="145875"/>
                  </a:lnTo>
                  <a:cubicBezTo>
                    <a:pt x="20491" y="146340"/>
                    <a:pt x="23242" y="146363"/>
                    <a:pt x="23158" y="146816"/>
                  </a:cubicBezTo>
                  <a:cubicBezTo>
                    <a:pt x="29516" y="146220"/>
                    <a:pt x="36481" y="145875"/>
                    <a:pt x="44589" y="145697"/>
                  </a:cubicBezTo>
                  <a:cubicBezTo>
                    <a:pt x="44613" y="145625"/>
                    <a:pt x="44637" y="145554"/>
                    <a:pt x="44661" y="145494"/>
                  </a:cubicBezTo>
                  <a:cubicBezTo>
                    <a:pt x="45090" y="145494"/>
                    <a:pt x="45530" y="145494"/>
                    <a:pt x="45959" y="145482"/>
                  </a:cubicBezTo>
                  <a:cubicBezTo>
                    <a:pt x="45959" y="145542"/>
                    <a:pt x="45959" y="145601"/>
                    <a:pt x="45959" y="145661"/>
                  </a:cubicBezTo>
                  <a:cubicBezTo>
                    <a:pt x="46173" y="145661"/>
                    <a:pt x="46387" y="145661"/>
                    <a:pt x="46602" y="145649"/>
                  </a:cubicBezTo>
                  <a:cubicBezTo>
                    <a:pt x="46637" y="145601"/>
                    <a:pt x="46661" y="145542"/>
                    <a:pt x="46685" y="145482"/>
                  </a:cubicBezTo>
                  <a:cubicBezTo>
                    <a:pt x="47197" y="145482"/>
                    <a:pt x="47709" y="145482"/>
                    <a:pt x="48221" y="145494"/>
                  </a:cubicBezTo>
                  <a:cubicBezTo>
                    <a:pt x="48221" y="145530"/>
                    <a:pt x="48221" y="145578"/>
                    <a:pt x="48221" y="145625"/>
                  </a:cubicBezTo>
                  <a:cubicBezTo>
                    <a:pt x="50912" y="145578"/>
                    <a:pt x="53900" y="145542"/>
                    <a:pt x="57031" y="145518"/>
                  </a:cubicBezTo>
                  <a:cubicBezTo>
                    <a:pt x="59651" y="145542"/>
                    <a:pt x="62151" y="145566"/>
                    <a:pt x="64461" y="145601"/>
                  </a:cubicBezTo>
                  <a:cubicBezTo>
                    <a:pt x="64461" y="145566"/>
                    <a:pt x="64461" y="145530"/>
                    <a:pt x="64461" y="145494"/>
                  </a:cubicBezTo>
                  <a:cubicBezTo>
                    <a:pt x="65592" y="145488"/>
                    <a:pt x="66726" y="145485"/>
                    <a:pt x="67860" y="145485"/>
                  </a:cubicBezTo>
                  <a:cubicBezTo>
                    <a:pt x="68994" y="145485"/>
                    <a:pt x="70128" y="145488"/>
                    <a:pt x="71259" y="145494"/>
                  </a:cubicBezTo>
                  <a:cubicBezTo>
                    <a:pt x="71402" y="145578"/>
                    <a:pt x="71545" y="145661"/>
                    <a:pt x="71700" y="145744"/>
                  </a:cubicBezTo>
                  <a:cubicBezTo>
                    <a:pt x="78891" y="145947"/>
                    <a:pt x="85190" y="146268"/>
                    <a:pt x="90976" y="146816"/>
                  </a:cubicBezTo>
                  <a:cubicBezTo>
                    <a:pt x="90845" y="146054"/>
                    <a:pt x="90714" y="145256"/>
                    <a:pt x="90595" y="144435"/>
                  </a:cubicBezTo>
                  <a:lnTo>
                    <a:pt x="90595" y="144435"/>
                  </a:lnTo>
                  <a:cubicBezTo>
                    <a:pt x="91429" y="144792"/>
                    <a:pt x="92191" y="145304"/>
                    <a:pt x="92976" y="145744"/>
                  </a:cubicBezTo>
                  <a:cubicBezTo>
                    <a:pt x="96596" y="145851"/>
                    <a:pt x="99989" y="145982"/>
                    <a:pt x="103204" y="146161"/>
                  </a:cubicBezTo>
                  <a:cubicBezTo>
                    <a:pt x="103156" y="146375"/>
                    <a:pt x="103121" y="146601"/>
                    <a:pt x="103085" y="146828"/>
                  </a:cubicBezTo>
                  <a:cubicBezTo>
                    <a:pt x="104573" y="146685"/>
                    <a:pt x="106109" y="146554"/>
                    <a:pt x="107669" y="146447"/>
                  </a:cubicBezTo>
                  <a:cubicBezTo>
                    <a:pt x="109240" y="146554"/>
                    <a:pt x="110764" y="146685"/>
                    <a:pt x="112265" y="146828"/>
                  </a:cubicBezTo>
                  <a:cubicBezTo>
                    <a:pt x="112217" y="146601"/>
                    <a:pt x="112181" y="146375"/>
                    <a:pt x="112146" y="146161"/>
                  </a:cubicBezTo>
                  <a:cubicBezTo>
                    <a:pt x="115979" y="145947"/>
                    <a:pt x="120075" y="145792"/>
                    <a:pt x="124504" y="145697"/>
                  </a:cubicBezTo>
                  <a:cubicBezTo>
                    <a:pt x="125022" y="144156"/>
                    <a:pt x="125413" y="143165"/>
                    <a:pt x="125645" y="143165"/>
                  </a:cubicBezTo>
                  <a:cubicBezTo>
                    <a:pt x="125846" y="143165"/>
                    <a:pt x="125929" y="143902"/>
                    <a:pt x="125873" y="145661"/>
                  </a:cubicBezTo>
                  <a:cubicBezTo>
                    <a:pt x="126100" y="145661"/>
                    <a:pt x="126302" y="145661"/>
                    <a:pt x="126528" y="145649"/>
                  </a:cubicBezTo>
                  <a:cubicBezTo>
                    <a:pt x="127181" y="144357"/>
                    <a:pt x="127670" y="143321"/>
                    <a:pt x="127939" y="143321"/>
                  </a:cubicBezTo>
                  <a:cubicBezTo>
                    <a:pt x="128150" y="143321"/>
                    <a:pt x="128225" y="143963"/>
                    <a:pt x="128136" y="145625"/>
                  </a:cubicBezTo>
                  <a:cubicBezTo>
                    <a:pt x="130541" y="145589"/>
                    <a:pt x="133184" y="145554"/>
                    <a:pt x="135946" y="145530"/>
                  </a:cubicBezTo>
                  <a:cubicBezTo>
                    <a:pt x="138720" y="145554"/>
                    <a:pt x="141352" y="145589"/>
                    <a:pt x="143757" y="145625"/>
                  </a:cubicBezTo>
                  <a:cubicBezTo>
                    <a:pt x="143667" y="143963"/>
                    <a:pt x="143745" y="143321"/>
                    <a:pt x="143959" y="143321"/>
                  </a:cubicBezTo>
                  <a:cubicBezTo>
                    <a:pt x="144230" y="143321"/>
                    <a:pt x="144723" y="144357"/>
                    <a:pt x="145376" y="145649"/>
                  </a:cubicBezTo>
                  <a:cubicBezTo>
                    <a:pt x="145590" y="145661"/>
                    <a:pt x="145804" y="145661"/>
                    <a:pt x="146019" y="145661"/>
                  </a:cubicBezTo>
                  <a:cubicBezTo>
                    <a:pt x="145964" y="143902"/>
                    <a:pt x="146046" y="143165"/>
                    <a:pt x="146247" y="143165"/>
                  </a:cubicBezTo>
                  <a:cubicBezTo>
                    <a:pt x="146479" y="143165"/>
                    <a:pt x="146870" y="144156"/>
                    <a:pt x="147388" y="145697"/>
                  </a:cubicBezTo>
                  <a:cubicBezTo>
                    <a:pt x="151817" y="145792"/>
                    <a:pt x="155913" y="145947"/>
                    <a:pt x="159759" y="146161"/>
                  </a:cubicBezTo>
                  <a:cubicBezTo>
                    <a:pt x="159711" y="146375"/>
                    <a:pt x="159675" y="146601"/>
                    <a:pt x="159640" y="146828"/>
                  </a:cubicBezTo>
                  <a:cubicBezTo>
                    <a:pt x="161128" y="146685"/>
                    <a:pt x="162664" y="146554"/>
                    <a:pt x="164223" y="146447"/>
                  </a:cubicBezTo>
                  <a:cubicBezTo>
                    <a:pt x="165795" y="146554"/>
                    <a:pt x="167319" y="146685"/>
                    <a:pt x="168819" y="146828"/>
                  </a:cubicBezTo>
                  <a:cubicBezTo>
                    <a:pt x="168772" y="146601"/>
                    <a:pt x="168736" y="146375"/>
                    <a:pt x="168700" y="146161"/>
                  </a:cubicBezTo>
                  <a:cubicBezTo>
                    <a:pt x="171915" y="145982"/>
                    <a:pt x="175296" y="145851"/>
                    <a:pt x="178916" y="145744"/>
                  </a:cubicBezTo>
                  <a:cubicBezTo>
                    <a:pt x="179702" y="145304"/>
                    <a:pt x="180464" y="144792"/>
                    <a:pt x="181309" y="144435"/>
                  </a:cubicBezTo>
                  <a:lnTo>
                    <a:pt x="181309" y="144435"/>
                  </a:lnTo>
                  <a:cubicBezTo>
                    <a:pt x="181190" y="145256"/>
                    <a:pt x="181059" y="146054"/>
                    <a:pt x="180916" y="146816"/>
                  </a:cubicBezTo>
                  <a:cubicBezTo>
                    <a:pt x="186714" y="146268"/>
                    <a:pt x="193001" y="145947"/>
                    <a:pt x="200204" y="145744"/>
                  </a:cubicBezTo>
                  <a:cubicBezTo>
                    <a:pt x="200347" y="145661"/>
                    <a:pt x="200490" y="145578"/>
                    <a:pt x="200645" y="145494"/>
                  </a:cubicBezTo>
                  <a:cubicBezTo>
                    <a:pt x="201770" y="145488"/>
                    <a:pt x="202904" y="145485"/>
                    <a:pt x="204039" y="145485"/>
                  </a:cubicBezTo>
                  <a:cubicBezTo>
                    <a:pt x="205175" y="145485"/>
                    <a:pt x="206312" y="145488"/>
                    <a:pt x="207443" y="145494"/>
                  </a:cubicBezTo>
                  <a:cubicBezTo>
                    <a:pt x="207443" y="145530"/>
                    <a:pt x="207443" y="145566"/>
                    <a:pt x="207431" y="145601"/>
                  </a:cubicBezTo>
                  <a:cubicBezTo>
                    <a:pt x="209741" y="145566"/>
                    <a:pt x="212253" y="145542"/>
                    <a:pt x="214873" y="145518"/>
                  </a:cubicBezTo>
                  <a:cubicBezTo>
                    <a:pt x="218004" y="145542"/>
                    <a:pt x="220981" y="145578"/>
                    <a:pt x="223683" y="145625"/>
                  </a:cubicBezTo>
                  <a:cubicBezTo>
                    <a:pt x="223671" y="145578"/>
                    <a:pt x="223671" y="145530"/>
                    <a:pt x="223671" y="145494"/>
                  </a:cubicBezTo>
                  <a:cubicBezTo>
                    <a:pt x="224183" y="145494"/>
                    <a:pt x="224695" y="145482"/>
                    <a:pt x="225207" y="145482"/>
                  </a:cubicBezTo>
                  <a:cubicBezTo>
                    <a:pt x="225243" y="145542"/>
                    <a:pt x="225267" y="145601"/>
                    <a:pt x="225291" y="145649"/>
                  </a:cubicBezTo>
                  <a:cubicBezTo>
                    <a:pt x="225517" y="145661"/>
                    <a:pt x="225731" y="145661"/>
                    <a:pt x="225945" y="145661"/>
                  </a:cubicBezTo>
                  <a:cubicBezTo>
                    <a:pt x="225945" y="145601"/>
                    <a:pt x="225934" y="145542"/>
                    <a:pt x="225934" y="145482"/>
                  </a:cubicBezTo>
                  <a:cubicBezTo>
                    <a:pt x="226374" y="145482"/>
                    <a:pt x="226803" y="145482"/>
                    <a:pt x="227243" y="145494"/>
                  </a:cubicBezTo>
                  <a:cubicBezTo>
                    <a:pt x="227267" y="145554"/>
                    <a:pt x="227291" y="145625"/>
                    <a:pt x="227315" y="145697"/>
                  </a:cubicBezTo>
                  <a:cubicBezTo>
                    <a:pt x="235411" y="145875"/>
                    <a:pt x="242376" y="146220"/>
                    <a:pt x="248734" y="146816"/>
                  </a:cubicBezTo>
                  <a:cubicBezTo>
                    <a:pt x="248651" y="146363"/>
                    <a:pt x="248579" y="145899"/>
                    <a:pt x="248508" y="145423"/>
                  </a:cubicBezTo>
                  <a:lnTo>
                    <a:pt x="248508" y="145423"/>
                  </a:lnTo>
                  <a:cubicBezTo>
                    <a:pt x="248532" y="145506"/>
                    <a:pt x="248567" y="145601"/>
                    <a:pt x="248591" y="145697"/>
                  </a:cubicBezTo>
                  <a:cubicBezTo>
                    <a:pt x="256699" y="145875"/>
                    <a:pt x="263664" y="146220"/>
                    <a:pt x="270022" y="146816"/>
                  </a:cubicBezTo>
                  <a:cubicBezTo>
                    <a:pt x="268463" y="138065"/>
                    <a:pt x="268082" y="126123"/>
                    <a:pt x="268606" y="114598"/>
                  </a:cubicBezTo>
                  <a:cubicBezTo>
                    <a:pt x="267939" y="114478"/>
                    <a:pt x="263926" y="114038"/>
                    <a:pt x="266462" y="113466"/>
                  </a:cubicBezTo>
                  <a:cubicBezTo>
                    <a:pt x="266546" y="113288"/>
                    <a:pt x="266808" y="113347"/>
                    <a:pt x="266974" y="113312"/>
                  </a:cubicBezTo>
                  <a:cubicBezTo>
                    <a:pt x="267105" y="113205"/>
                    <a:pt x="267236" y="113109"/>
                    <a:pt x="267367" y="113002"/>
                  </a:cubicBezTo>
                  <a:cubicBezTo>
                    <a:pt x="267391" y="112954"/>
                    <a:pt x="267403" y="112919"/>
                    <a:pt x="267415" y="112871"/>
                  </a:cubicBezTo>
                  <a:cubicBezTo>
                    <a:pt x="258878" y="111740"/>
                    <a:pt x="264557" y="111323"/>
                    <a:pt x="268856" y="110121"/>
                  </a:cubicBezTo>
                  <a:cubicBezTo>
                    <a:pt x="268951" y="108668"/>
                    <a:pt x="269070" y="107228"/>
                    <a:pt x="269189" y="105811"/>
                  </a:cubicBezTo>
                  <a:cubicBezTo>
                    <a:pt x="269463" y="105846"/>
                    <a:pt x="269749" y="105870"/>
                    <a:pt x="270022" y="105894"/>
                  </a:cubicBezTo>
                  <a:cubicBezTo>
                    <a:pt x="269832" y="104834"/>
                    <a:pt x="269653" y="103727"/>
                    <a:pt x="269510" y="102584"/>
                  </a:cubicBezTo>
                  <a:cubicBezTo>
                    <a:pt x="270094" y="97036"/>
                    <a:pt x="270903" y="91940"/>
                    <a:pt x="271904" y="87809"/>
                  </a:cubicBezTo>
                  <a:lnTo>
                    <a:pt x="271904" y="87809"/>
                  </a:lnTo>
                  <a:cubicBezTo>
                    <a:pt x="270725" y="87928"/>
                    <a:pt x="269570" y="88047"/>
                    <a:pt x="268451" y="88154"/>
                  </a:cubicBezTo>
                  <a:cubicBezTo>
                    <a:pt x="268320" y="83427"/>
                    <a:pt x="268379" y="78510"/>
                    <a:pt x="268606" y="73664"/>
                  </a:cubicBezTo>
                  <a:cubicBezTo>
                    <a:pt x="267939" y="73557"/>
                    <a:pt x="263926" y="73104"/>
                    <a:pt x="266462" y="72545"/>
                  </a:cubicBezTo>
                  <a:cubicBezTo>
                    <a:pt x="266546" y="72366"/>
                    <a:pt x="266808" y="72426"/>
                    <a:pt x="266974" y="72390"/>
                  </a:cubicBezTo>
                  <a:cubicBezTo>
                    <a:pt x="267105" y="72283"/>
                    <a:pt x="267236" y="72176"/>
                    <a:pt x="267367" y="72069"/>
                  </a:cubicBezTo>
                  <a:cubicBezTo>
                    <a:pt x="267391" y="72033"/>
                    <a:pt x="267403" y="71985"/>
                    <a:pt x="267415" y="71949"/>
                  </a:cubicBezTo>
                  <a:cubicBezTo>
                    <a:pt x="258878" y="70818"/>
                    <a:pt x="264557" y="70402"/>
                    <a:pt x="268856" y="69199"/>
                  </a:cubicBezTo>
                  <a:cubicBezTo>
                    <a:pt x="269415" y="60770"/>
                    <a:pt x="270463" y="52840"/>
                    <a:pt x="271904" y="46875"/>
                  </a:cubicBezTo>
                  <a:lnTo>
                    <a:pt x="271904" y="46875"/>
                  </a:lnTo>
                  <a:cubicBezTo>
                    <a:pt x="270606" y="47006"/>
                    <a:pt x="269344" y="47137"/>
                    <a:pt x="268105" y="47256"/>
                  </a:cubicBezTo>
                  <a:cubicBezTo>
                    <a:pt x="267713" y="40803"/>
                    <a:pt x="267689" y="33719"/>
                    <a:pt x="268010" y="26789"/>
                  </a:cubicBezTo>
                  <a:cubicBezTo>
                    <a:pt x="267343" y="26670"/>
                    <a:pt x="263331" y="26230"/>
                    <a:pt x="265867" y="25658"/>
                  </a:cubicBezTo>
                  <a:cubicBezTo>
                    <a:pt x="265950" y="25479"/>
                    <a:pt x="266212" y="25539"/>
                    <a:pt x="266379" y="25503"/>
                  </a:cubicBezTo>
                  <a:cubicBezTo>
                    <a:pt x="266510" y="25396"/>
                    <a:pt x="266641" y="25301"/>
                    <a:pt x="266772" y="25194"/>
                  </a:cubicBezTo>
                  <a:cubicBezTo>
                    <a:pt x="266796" y="25146"/>
                    <a:pt x="266808" y="25110"/>
                    <a:pt x="266820" y="25063"/>
                  </a:cubicBezTo>
                  <a:cubicBezTo>
                    <a:pt x="258283" y="23932"/>
                    <a:pt x="263962" y="23515"/>
                    <a:pt x="268260" y="22312"/>
                  </a:cubicBezTo>
                  <a:cubicBezTo>
                    <a:pt x="268415" y="19919"/>
                    <a:pt x="268856" y="15300"/>
                    <a:pt x="268856" y="15300"/>
                  </a:cubicBezTo>
                  <a:lnTo>
                    <a:pt x="254901" y="1453"/>
                  </a:lnTo>
                  <a:cubicBezTo>
                    <a:pt x="254901" y="1453"/>
                    <a:pt x="251413" y="1679"/>
                    <a:pt x="249615" y="1774"/>
                  </a:cubicBezTo>
                  <a:cubicBezTo>
                    <a:pt x="249746" y="1167"/>
                    <a:pt x="249889" y="572"/>
                    <a:pt x="250020" y="0"/>
                  </a:cubicBezTo>
                  <a:lnTo>
                    <a:pt x="250020" y="0"/>
                  </a:lnTo>
                  <a:cubicBezTo>
                    <a:pt x="240828" y="929"/>
                    <a:pt x="233577" y="1572"/>
                    <a:pt x="225017" y="1929"/>
                  </a:cubicBezTo>
                  <a:cubicBezTo>
                    <a:pt x="224814" y="2179"/>
                    <a:pt x="224600" y="2441"/>
                    <a:pt x="224386" y="2715"/>
                  </a:cubicBezTo>
                  <a:cubicBezTo>
                    <a:pt x="223731" y="2953"/>
                    <a:pt x="223112" y="3274"/>
                    <a:pt x="222647" y="3751"/>
                  </a:cubicBezTo>
                  <a:cubicBezTo>
                    <a:pt x="222755" y="3346"/>
                    <a:pt x="222945" y="2774"/>
                    <a:pt x="223219" y="2000"/>
                  </a:cubicBezTo>
                  <a:cubicBezTo>
                    <a:pt x="223094" y="1992"/>
                    <a:pt x="222968" y="1988"/>
                    <a:pt x="222843" y="1988"/>
                  </a:cubicBezTo>
                  <a:cubicBezTo>
                    <a:pt x="221740" y="1988"/>
                    <a:pt x="220632" y="2285"/>
                    <a:pt x="219537" y="2285"/>
                  </a:cubicBezTo>
                  <a:cubicBezTo>
                    <a:pt x="219371" y="2285"/>
                    <a:pt x="219205" y="2278"/>
                    <a:pt x="219040" y="2262"/>
                  </a:cubicBezTo>
                  <a:cubicBezTo>
                    <a:pt x="218567" y="2506"/>
                    <a:pt x="218202" y="2952"/>
                    <a:pt x="217926" y="2952"/>
                  </a:cubicBezTo>
                  <a:cubicBezTo>
                    <a:pt x="217744" y="2952"/>
                    <a:pt x="217601" y="2757"/>
                    <a:pt x="217492" y="2179"/>
                  </a:cubicBezTo>
                  <a:cubicBezTo>
                    <a:pt x="216420" y="2203"/>
                    <a:pt x="215337" y="2227"/>
                    <a:pt x="214218" y="2239"/>
                  </a:cubicBezTo>
                  <a:cubicBezTo>
                    <a:pt x="210515" y="2179"/>
                    <a:pt x="207169" y="2084"/>
                    <a:pt x="204002" y="1965"/>
                  </a:cubicBezTo>
                  <a:cubicBezTo>
                    <a:pt x="203967" y="2131"/>
                    <a:pt x="203943" y="2298"/>
                    <a:pt x="203919" y="2453"/>
                  </a:cubicBezTo>
                  <a:cubicBezTo>
                    <a:pt x="203550" y="2560"/>
                    <a:pt x="203181" y="2679"/>
                    <a:pt x="202824" y="2822"/>
                  </a:cubicBezTo>
                  <a:cubicBezTo>
                    <a:pt x="202776" y="2548"/>
                    <a:pt x="202728" y="2239"/>
                    <a:pt x="202681" y="1905"/>
                  </a:cubicBezTo>
                  <a:cubicBezTo>
                    <a:pt x="194453" y="1524"/>
                    <a:pt x="187357" y="905"/>
                    <a:pt x="178440" y="0"/>
                  </a:cubicBezTo>
                  <a:lnTo>
                    <a:pt x="178440" y="0"/>
                  </a:lnTo>
                  <a:cubicBezTo>
                    <a:pt x="178582" y="572"/>
                    <a:pt x="178713" y="1167"/>
                    <a:pt x="178844" y="1774"/>
                  </a:cubicBezTo>
                  <a:cubicBezTo>
                    <a:pt x="175773" y="1607"/>
                    <a:pt x="172832" y="1417"/>
                    <a:pt x="169831" y="1179"/>
                  </a:cubicBezTo>
                  <a:cubicBezTo>
                    <a:pt x="169927" y="774"/>
                    <a:pt x="170010" y="381"/>
                    <a:pt x="170105" y="0"/>
                  </a:cubicBezTo>
                  <a:lnTo>
                    <a:pt x="170105" y="0"/>
                  </a:lnTo>
                  <a:cubicBezTo>
                    <a:pt x="167843" y="226"/>
                    <a:pt x="165700" y="441"/>
                    <a:pt x="163628" y="631"/>
                  </a:cubicBezTo>
                  <a:cubicBezTo>
                    <a:pt x="161556" y="441"/>
                    <a:pt x="159413" y="226"/>
                    <a:pt x="157163" y="0"/>
                  </a:cubicBezTo>
                  <a:lnTo>
                    <a:pt x="157163" y="0"/>
                  </a:lnTo>
                  <a:cubicBezTo>
                    <a:pt x="157246" y="381"/>
                    <a:pt x="157342" y="774"/>
                    <a:pt x="157425" y="1179"/>
                  </a:cubicBezTo>
                  <a:cubicBezTo>
                    <a:pt x="153377" y="1500"/>
                    <a:pt x="149400" y="1750"/>
                    <a:pt x="145102" y="1929"/>
                  </a:cubicBezTo>
                  <a:cubicBezTo>
                    <a:pt x="144154" y="3043"/>
                    <a:pt x="143049" y="4616"/>
                    <a:pt x="142712" y="4616"/>
                  </a:cubicBezTo>
                  <a:cubicBezTo>
                    <a:pt x="142491" y="4616"/>
                    <a:pt x="142601" y="3936"/>
                    <a:pt x="143304" y="2000"/>
                  </a:cubicBezTo>
                  <a:cubicBezTo>
                    <a:pt x="143179" y="1992"/>
                    <a:pt x="143053" y="1988"/>
                    <a:pt x="142928" y="1988"/>
                  </a:cubicBezTo>
                  <a:cubicBezTo>
                    <a:pt x="141825" y="1988"/>
                    <a:pt x="140718" y="2285"/>
                    <a:pt x="139622" y="2285"/>
                  </a:cubicBezTo>
                  <a:cubicBezTo>
                    <a:pt x="139456" y="2285"/>
                    <a:pt x="139290" y="2278"/>
                    <a:pt x="139125" y="2262"/>
                  </a:cubicBezTo>
                  <a:cubicBezTo>
                    <a:pt x="138780" y="2441"/>
                    <a:pt x="138494" y="2715"/>
                    <a:pt x="138256" y="2858"/>
                  </a:cubicBezTo>
                  <a:lnTo>
                    <a:pt x="138256" y="2250"/>
                  </a:lnTo>
                  <a:cubicBezTo>
                    <a:pt x="138030" y="2250"/>
                    <a:pt x="137803" y="2239"/>
                    <a:pt x="137589" y="2239"/>
                  </a:cubicBezTo>
                  <a:cubicBezTo>
                    <a:pt x="137577" y="2215"/>
                    <a:pt x="137577" y="2203"/>
                    <a:pt x="137565" y="2179"/>
                  </a:cubicBezTo>
                  <a:cubicBezTo>
                    <a:pt x="137041" y="2191"/>
                    <a:pt x="136494" y="2203"/>
                    <a:pt x="135946" y="2215"/>
                  </a:cubicBezTo>
                  <a:cubicBezTo>
                    <a:pt x="135410" y="2203"/>
                    <a:pt x="134863" y="2191"/>
                    <a:pt x="134327" y="2179"/>
                  </a:cubicBezTo>
                  <a:cubicBezTo>
                    <a:pt x="134327" y="2203"/>
                    <a:pt x="134327" y="2215"/>
                    <a:pt x="134315" y="2239"/>
                  </a:cubicBezTo>
                  <a:cubicBezTo>
                    <a:pt x="134089" y="2239"/>
                    <a:pt x="133874" y="2250"/>
                    <a:pt x="133648" y="2250"/>
                  </a:cubicBezTo>
                  <a:lnTo>
                    <a:pt x="133648" y="2858"/>
                  </a:lnTo>
                  <a:cubicBezTo>
                    <a:pt x="133410" y="2715"/>
                    <a:pt x="133124" y="2441"/>
                    <a:pt x="132779" y="2262"/>
                  </a:cubicBezTo>
                  <a:cubicBezTo>
                    <a:pt x="132604" y="2280"/>
                    <a:pt x="132429" y="2288"/>
                    <a:pt x="132254" y="2288"/>
                  </a:cubicBezTo>
                  <a:cubicBezTo>
                    <a:pt x="131165" y="2288"/>
                    <a:pt x="130064" y="1988"/>
                    <a:pt x="128968" y="1988"/>
                  </a:cubicBezTo>
                  <a:cubicBezTo>
                    <a:pt x="128845" y="1988"/>
                    <a:pt x="128723" y="1992"/>
                    <a:pt x="128600" y="2000"/>
                  </a:cubicBezTo>
                  <a:cubicBezTo>
                    <a:pt x="129303" y="3936"/>
                    <a:pt x="129413" y="4616"/>
                    <a:pt x="129192" y="4616"/>
                  </a:cubicBezTo>
                  <a:cubicBezTo>
                    <a:pt x="128855" y="4616"/>
                    <a:pt x="127750" y="3043"/>
                    <a:pt x="126802" y="1929"/>
                  </a:cubicBezTo>
                  <a:cubicBezTo>
                    <a:pt x="122492" y="1750"/>
                    <a:pt x="118527" y="1500"/>
                    <a:pt x="114467" y="1179"/>
                  </a:cubicBezTo>
                  <a:cubicBezTo>
                    <a:pt x="114562" y="774"/>
                    <a:pt x="114646" y="381"/>
                    <a:pt x="114741" y="0"/>
                  </a:cubicBezTo>
                  <a:lnTo>
                    <a:pt x="114741" y="0"/>
                  </a:lnTo>
                  <a:cubicBezTo>
                    <a:pt x="112491" y="226"/>
                    <a:pt x="110348" y="441"/>
                    <a:pt x="108276" y="631"/>
                  </a:cubicBezTo>
                  <a:cubicBezTo>
                    <a:pt x="106192" y="441"/>
                    <a:pt x="104061" y="226"/>
                    <a:pt x="101799" y="0"/>
                  </a:cubicBezTo>
                  <a:lnTo>
                    <a:pt x="101799" y="0"/>
                  </a:lnTo>
                  <a:cubicBezTo>
                    <a:pt x="101894" y="381"/>
                    <a:pt x="101978" y="774"/>
                    <a:pt x="102073" y="1179"/>
                  </a:cubicBezTo>
                  <a:cubicBezTo>
                    <a:pt x="99072" y="1417"/>
                    <a:pt x="96132" y="1607"/>
                    <a:pt x="93060" y="1774"/>
                  </a:cubicBezTo>
                  <a:cubicBezTo>
                    <a:pt x="93191" y="1167"/>
                    <a:pt x="93322" y="572"/>
                    <a:pt x="93465" y="0"/>
                  </a:cubicBezTo>
                  <a:lnTo>
                    <a:pt x="93465" y="0"/>
                  </a:lnTo>
                  <a:cubicBezTo>
                    <a:pt x="84535" y="905"/>
                    <a:pt x="77439" y="1524"/>
                    <a:pt x="69212" y="1905"/>
                  </a:cubicBezTo>
                  <a:cubicBezTo>
                    <a:pt x="69164" y="2239"/>
                    <a:pt x="69116" y="2548"/>
                    <a:pt x="69081" y="2822"/>
                  </a:cubicBezTo>
                  <a:cubicBezTo>
                    <a:pt x="68723" y="2667"/>
                    <a:pt x="68342" y="2548"/>
                    <a:pt x="67973" y="2453"/>
                  </a:cubicBezTo>
                  <a:cubicBezTo>
                    <a:pt x="67950" y="2298"/>
                    <a:pt x="67926" y="2131"/>
                    <a:pt x="67902" y="1953"/>
                  </a:cubicBezTo>
                  <a:cubicBezTo>
                    <a:pt x="64735" y="2084"/>
                    <a:pt x="61377" y="2179"/>
                    <a:pt x="57686" y="2239"/>
                  </a:cubicBezTo>
                  <a:cubicBezTo>
                    <a:pt x="56567" y="2227"/>
                    <a:pt x="55472" y="2203"/>
                    <a:pt x="54412" y="2179"/>
                  </a:cubicBezTo>
                  <a:cubicBezTo>
                    <a:pt x="54303" y="2757"/>
                    <a:pt x="54160" y="2952"/>
                    <a:pt x="53977" y="2952"/>
                  </a:cubicBezTo>
                  <a:cubicBezTo>
                    <a:pt x="53701" y="2952"/>
                    <a:pt x="53333" y="2506"/>
                    <a:pt x="52852" y="2262"/>
                  </a:cubicBezTo>
                  <a:cubicBezTo>
                    <a:pt x="52687" y="2278"/>
                    <a:pt x="52522" y="2285"/>
                    <a:pt x="52356" y="2285"/>
                  </a:cubicBezTo>
                  <a:cubicBezTo>
                    <a:pt x="51262" y="2285"/>
                    <a:pt x="50161" y="1988"/>
                    <a:pt x="49052" y="1988"/>
                  </a:cubicBezTo>
                  <a:cubicBezTo>
                    <a:pt x="48926" y="1988"/>
                    <a:pt x="48800" y="1992"/>
                    <a:pt x="48673" y="2000"/>
                  </a:cubicBezTo>
                  <a:cubicBezTo>
                    <a:pt x="48959" y="2774"/>
                    <a:pt x="49138" y="3346"/>
                    <a:pt x="49257" y="3751"/>
                  </a:cubicBezTo>
                  <a:cubicBezTo>
                    <a:pt x="48792" y="3274"/>
                    <a:pt x="48173" y="2953"/>
                    <a:pt x="47518" y="2703"/>
                  </a:cubicBezTo>
                  <a:cubicBezTo>
                    <a:pt x="47304" y="2441"/>
                    <a:pt x="47090" y="2179"/>
                    <a:pt x="46875" y="1929"/>
                  </a:cubicBezTo>
                  <a:cubicBezTo>
                    <a:pt x="38315" y="1572"/>
                    <a:pt x="31064" y="929"/>
                    <a:pt x="21872" y="0"/>
                  </a:cubicBezTo>
                  <a:lnTo>
                    <a:pt x="21872" y="0"/>
                  </a:lnTo>
                  <a:cubicBezTo>
                    <a:pt x="22015" y="572"/>
                    <a:pt x="22146" y="1167"/>
                    <a:pt x="22277" y="1774"/>
                  </a:cubicBezTo>
                  <a:cubicBezTo>
                    <a:pt x="15098" y="1393"/>
                    <a:pt x="8573" y="810"/>
                    <a:pt x="5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32"/>
            <p:cNvSpPr/>
            <p:nvPr/>
          </p:nvSpPr>
          <p:spPr>
            <a:xfrm>
              <a:off x="283950" y="193150"/>
              <a:ext cx="8615526" cy="4752359"/>
            </a:xfrm>
            <a:custGeom>
              <a:rect b="b" l="l" r="r" t="t"/>
              <a:pathLst>
                <a:path extrusionOk="0" h="146757" w="269046">
                  <a:moveTo>
                    <a:pt x="21241" y="131"/>
                  </a:moveTo>
                  <a:cubicBezTo>
                    <a:pt x="20884" y="346"/>
                    <a:pt x="20527" y="572"/>
                    <a:pt x="20170" y="798"/>
                  </a:cubicBezTo>
                  <a:cubicBezTo>
                    <a:pt x="20217" y="953"/>
                    <a:pt x="20253" y="1120"/>
                    <a:pt x="20289" y="1286"/>
                  </a:cubicBezTo>
                  <a:cubicBezTo>
                    <a:pt x="20860" y="929"/>
                    <a:pt x="21432" y="560"/>
                    <a:pt x="22015" y="203"/>
                  </a:cubicBezTo>
                  <a:cubicBezTo>
                    <a:pt x="21753" y="179"/>
                    <a:pt x="21503" y="155"/>
                    <a:pt x="21241" y="131"/>
                  </a:cubicBezTo>
                  <a:close/>
                  <a:moveTo>
                    <a:pt x="18777" y="1691"/>
                  </a:moveTo>
                  <a:cubicBezTo>
                    <a:pt x="18515" y="1858"/>
                    <a:pt x="18265" y="2012"/>
                    <a:pt x="18015" y="2179"/>
                  </a:cubicBezTo>
                  <a:cubicBezTo>
                    <a:pt x="11788" y="6263"/>
                    <a:pt x="6156" y="10644"/>
                    <a:pt x="1155" y="15252"/>
                  </a:cubicBezTo>
                  <a:cubicBezTo>
                    <a:pt x="1179" y="15455"/>
                    <a:pt x="1203" y="15657"/>
                    <a:pt x="1215" y="15848"/>
                  </a:cubicBezTo>
                  <a:cubicBezTo>
                    <a:pt x="6263" y="11156"/>
                    <a:pt x="11966" y="6727"/>
                    <a:pt x="18277" y="2584"/>
                  </a:cubicBezTo>
                  <a:cubicBezTo>
                    <a:pt x="18705" y="2298"/>
                    <a:pt x="19146" y="2012"/>
                    <a:pt x="19574" y="1739"/>
                  </a:cubicBezTo>
                  <a:cubicBezTo>
                    <a:pt x="19312" y="1727"/>
                    <a:pt x="19039" y="1703"/>
                    <a:pt x="18777" y="1691"/>
                  </a:cubicBezTo>
                  <a:close/>
                  <a:moveTo>
                    <a:pt x="257199" y="5608"/>
                  </a:moveTo>
                  <a:cubicBezTo>
                    <a:pt x="259819" y="11180"/>
                    <a:pt x="262128" y="16943"/>
                    <a:pt x="264105" y="22884"/>
                  </a:cubicBezTo>
                  <a:cubicBezTo>
                    <a:pt x="264307" y="22836"/>
                    <a:pt x="264522" y="22789"/>
                    <a:pt x="264736" y="22741"/>
                  </a:cubicBezTo>
                  <a:cubicBezTo>
                    <a:pt x="262950" y="17360"/>
                    <a:pt x="260890" y="12085"/>
                    <a:pt x="258557" y="6942"/>
                  </a:cubicBezTo>
                  <a:lnTo>
                    <a:pt x="257199" y="5608"/>
                  </a:lnTo>
                  <a:close/>
                  <a:moveTo>
                    <a:pt x="234685" y="1239"/>
                  </a:moveTo>
                  <a:cubicBezTo>
                    <a:pt x="234423" y="1262"/>
                    <a:pt x="234149" y="1286"/>
                    <a:pt x="233887" y="1298"/>
                  </a:cubicBezTo>
                  <a:cubicBezTo>
                    <a:pt x="234554" y="1727"/>
                    <a:pt x="235220" y="2143"/>
                    <a:pt x="235875" y="2584"/>
                  </a:cubicBezTo>
                  <a:cubicBezTo>
                    <a:pt x="245662" y="9001"/>
                    <a:pt x="253961" y="16145"/>
                    <a:pt x="260676" y="23813"/>
                  </a:cubicBezTo>
                  <a:cubicBezTo>
                    <a:pt x="260783" y="23741"/>
                    <a:pt x="260938" y="23682"/>
                    <a:pt x="261140" y="23610"/>
                  </a:cubicBezTo>
                  <a:cubicBezTo>
                    <a:pt x="254377" y="15871"/>
                    <a:pt x="246007" y="8656"/>
                    <a:pt x="236137" y="2179"/>
                  </a:cubicBezTo>
                  <a:cubicBezTo>
                    <a:pt x="235649" y="1870"/>
                    <a:pt x="235173" y="1548"/>
                    <a:pt x="234685" y="1239"/>
                  </a:cubicBezTo>
                  <a:close/>
                  <a:moveTo>
                    <a:pt x="264807" y="25051"/>
                  </a:moveTo>
                  <a:lnTo>
                    <a:pt x="264867" y="25218"/>
                  </a:lnTo>
                  <a:cubicBezTo>
                    <a:pt x="264879" y="25218"/>
                    <a:pt x="264879" y="25206"/>
                    <a:pt x="264891" y="25194"/>
                  </a:cubicBezTo>
                  <a:cubicBezTo>
                    <a:pt x="264914" y="25158"/>
                    <a:pt x="264926" y="25111"/>
                    <a:pt x="264938" y="25075"/>
                  </a:cubicBezTo>
                  <a:cubicBezTo>
                    <a:pt x="264891" y="25063"/>
                    <a:pt x="264855" y="25063"/>
                    <a:pt x="264807" y="25051"/>
                  </a:cubicBezTo>
                  <a:close/>
                  <a:moveTo>
                    <a:pt x="265319" y="26670"/>
                  </a:moveTo>
                  <a:lnTo>
                    <a:pt x="265319" y="26670"/>
                  </a:lnTo>
                  <a:cubicBezTo>
                    <a:pt x="265557" y="27480"/>
                    <a:pt x="265807" y="28290"/>
                    <a:pt x="266034" y="29099"/>
                  </a:cubicBezTo>
                  <a:cubicBezTo>
                    <a:pt x="266057" y="28444"/>
                    <a:pt x="266081" y="27789"/>
                    <a:pt x="266117" y="27135"/>
                  </a:cubicBezTo>
                  <a:cubicBezTo>
                    <a:pt x="266081" y="27016"/>
                    <a:pt x="266046" y="26896"/>
                    <a:pt x="266010" y="26777"/>
                  </a:cubicBezTo>
                  <a:cubicBezTo>
                    <a:pt x="265843" y="26754"/>
                    <a:pt x="265593" y="26718"/>
                    <a:pt x="265319" y="26670"/>
                  </a:cubicBezTo>
                  <a:close/>
                  <a:moveTo>
                    <a:pt x="261188" y="24408"/>
                  </a:moveTo>
                  <a:lnTo>
                    <a:pt x="261188" y="24408"/>
                  </a:lnTo>
                  <a:cubicBezTo>
                    <a:pt x="262902" y="26396"/>
                    <a:pt x="264498" y="28409"/>
                    <a:pt x="265998" y="30456"/>
                  </a:cubicBezTo>
                  <a:cubicBezTo>
                    <a:pt x="265998" y="30195"/>
                    <a:pt x="266010" y="29944"/>
                    <a:pt x="266022" y="29683"/>
                  </a:cubicBezTo>
                  <a:cubicBezTo>
                    <a:pt x="265153" y="28516"/>
                    <a:pt x="264260" y="27361"/>
                    <a:pt x="263331" y="26218"/>
                  </a:cubicBezTo>
                  <a:cubicBezTo>
                    <a:pt x="263200" y="26158"/>
                    <a:pt x="263140" y="26087"/>
                    <a:pt x="263164" y="26015"/>
                  </a:cubicBezTo>
                  <a:cubicBezTo>
                    <a:pt x="262771" y="25539"/>
                    <a:pt x="262378" y="25075"/>
                    <a:pt x="261986" y="24599"/>
                  </a:cubicBezTo>
                  <a:cubicBezTo>
                    <a:pt x="261664" y="24539"/>
                    <a:pt x="261402" y="24468"/>
                    <a:pt x="261188" y="24408"/>
                  </a:cubicBezTo>
                  <a:close/>
                  <a:moveTo>
                    <a:pt x="127076" y="17431"/>
                  </a:moveTo>
                  <a:cubicBezTo>
                    <a:pt x="133339" y="17431"/>
                    <a:pt x="139506" y="17574"/>
                    <a:pt x="145578" y="17848"/>
                  </a:cubicBezTo>
                  <a:cubicBezTo>
                    <a:pt x="146150" y="29278"/>
                    <a:pt x="146554" y="41363"/>
                    <a:pt x="146769" y="53924"/>
                  </a:cubicBezTo>
                  <a:cubicBezTo>
                    <a:pt x="140292" y="53816"/>
                    <a:pt x="133720" y="53769"/>
                    <a:pt x="127076" y="53769"/>
                  </a:cubicBezTo>
                  <a:cubicBezTo>
                    <a:pt x="120432" y="53769"/>
                    <a:pt x="113860" y="53816"/>
                    <a:pt x="107371" y="53924"/>
                  </a:cubicBezTo>
                  <a:cubicBezTo>
                    <a:pt x="107585" y="41363"/>
                    <a:pt x="107990" y="29278"/>
                    <a:pt x="108562" y="17848"/>
                  </a:cubicBezTo>
                  <a:cubicBezTo>
                    <a:pt x="114634" y="17574"/>
                    <a:pt x="120813" y="17431"/>
                    <a:pt x="127076" y="17431"/>
                  </a:cubicBezTo>
                  <a:close/>
                  <a:moveTo>
                    <a:pt x="108359" y="17848"/>
                  </a:moveTo>
                  <a:cubicBezTo>
                    <a:pt x="107776" y="29385"/>
                    <a:pt x="107371" y="41482"/>
                    <a:pt x="107169" y="53924"/>
                  </a:cubicBezTo>
                  <a:cubicBezTo>
                    <a:pt x="94727" y="54138"/>
                    <a:pt x="82630" y="54531"/>
                    <a:pt x="71093" y="55114"/>
                  </a:cubicBezTo>
                  <a:cubicBezTo>
                    <a:pt x="71617" y="43244"/>
                    <a:pt x="72640" y="31766"/>
                    <a:pt x="74117" y="20872"/>
                  </a:cubicBezTo>
                  <a:cubicBezTo>
                    <a:pt x="85011" y="19407"/>
                    <a:pt x="96477" y="18384"/>
                    <a:pt x="108359" y="17848"/>
                  </a:cubicBezTo>
                  <a:close/>
                  <a:moveTo>
                    <a:pt x="145792" y="17860"/>
                  </a:moveTo>
                  <a:lnTo>
                    <a:pt x="145792" y="17860"/>
                  </a:lnTo>
                  <a:cubicBezTo>
                    <a:pt x="157675" y="18384"/>
                    <a:pt x="169141" y="19407"/>
                    <a:pt x="180035" y="20884"/>
                  </a:cubicBezTo>
                  <a:cubicBezTo>
                    <a:pt x="181499" y="31766"/>
                    <a:pt x="182523" y="43244"/>
                    <a:pt x="183059" y="55114"/>
                  </a:cubicBezTo>
                  <a:cubicBezTo>
                    <a:pt x="171522" y="54531"/>
                    <a:pt x="159425" y="54138"/>
                    <a:pt x="146983" y="53924"/>
                  </a:cubicBezTo>
                  <a:cubicBezTo>
                    <a:pt x="146781" y="41482"/>
                    <a:pt x="146376" y="29385"/>
                    <a:pt x="145792" y="17860"/>
                  </a:cubicBezTo>
                  <a:close/>
                  <a:moveTo>
                    <a:pt x="73724" y="20931"/>
                  </a:moveTo>
                  <a:lnTo>
                    <a:pt x="73724" y="20931"/>
                  </a:lnTo>
                  <a:cubicBezTo>
                    <a:pt x="72259" y="31909"/>
                    <a:pt x="71247" y="43375"/>
                    <a:pt x="70724" y="55138"/>
                  </a:cubicBezTo>
                  <a:cubicBezTo>
                    <a:pt x="54805" y="55948"/>
                    <a:pt x="39958" y="57103"/>
                    <a:pt x="26742" y="58579"/>
                  </a:cubicBezTo>
                  <a:cubicBezTo>
                    <a:pt x="27373" y="48816"/>
                    <a:pt x="28599" y="39255"/>
                    <a:pt x="30397" y="29992"/>
                  </a:cubicBezTo>
                  <a:cubicBezTo>
                    <a:pt x="43292" y="26158"/>
                    <a:pt x="57901" y="23086"/>
                    <a:pt x="73724" y="20931"/>
                  </a:cubicBezTo>
                  <a:close/>
                  <a:moveTo>
                    <a:pt x="180416" y="20931"/>
                  </a:moveTo>
                  <a:lnTo>
                    <a:pt x="180416" y="20931"/>
                  </a:lnTo>
                  <a:cubicBezTo>
                    <a:pt x="196251" y="23086"/>
                    <a:pt x="210860" y="26170"/>
                    <a:pt x="223755" y="29992"/>
                  </a:cubicBezTo>
                  <a:cubicBezTo>
                    <a:pt x="225552" y="39255"/>
                    <a:pt x="226779" y="48816"/>
                    <a:pt x="227410" y="58579"/>
                  </a:cubicBezTo>
                  <a:cubicBezTo>
                    <a:pt x="214194" y="57103"/>
                    <a:pt x="199335" y="55948"/>
                    <a:pt x="183416" y="55138"/>
                  </a:cubicBezTo>
                  <a:cubicBezTo>
                    <a:pt x="182904" y="43375"/>
                    <a:pt x="181892" y="31909"/>
                    <a:pt x="180416" y="20931"/>
                  </a:cubicBezTo>
                  <a:close/>
                  <a:moveTo>
                    <a:pt x="70724" y="55352"/>
                  </a:moveTo>
                  <a:cubicBezTo>
                    <a:pt x="70450" y="61436"/>
                    <a:pt x="70319" y="67616"/>
                    <a:pt x="70319" y="73843"/>
                  </a:cubicBezTo>
                  <a:cubicBezTo>
                    <a:pt x="70319" y="80070"/>
                    <a:pt x="70450" y="86237"/>
                    <a:pt x="70724" y="92321"/>
                  </a:cubicBezTo>
                  <a:cubicBezTo>
                    <a:pt x="54543" y="91500"/>
                    <a:pt x="39696" y="90333"/>
                    <a:pt x="26730" y="88892"/>
                  </a:cubicBezTo>
                  <a:cubicBezTo>
                    <a:pt x="26420" y="83915"/>
                    <a:pt x="26254" y="78891"/>
                    <a:pt x="26254" y="73843"/>
                  </a:cubicBezTo>
                  <a:cubicBezTo>
                    <a:pt x="26254" y="68783"/>
                    <a:pt x="26420" y="63758"/>
                    <a:pt x="26730" y="58781"/>
                  </a:cubicBezTo>
                  <a:cubicBezTo>
                    <a:pt x="39696" y="57341"/>
                    <a:pt x="54543" y="56174"/>
                    <a:pt x="70724" y="55352"/>
                  </a:cubicBezTo>
                  <a:close/>
                  <a:moveTo>
                    <a:pt x="183428" y="55352"/>
                  </a:moveTo>
                  <a:cubicBezTo>
                    <a:pt x="199609" y="56174"/>
                    <a:pt x="214444" y="57341"/>
                    <a:pt x="227410" y="58781"/>
                  </a:cubicBezTo>
                  <a:cubicBezTo>
                    <a:pt x="227731" y="63758"/>
                    <a:pt x="227886" y="68783"/>
                    <a:pt x="227886" y="73843"/>
                  </a:cubicBezTo>
                  <a:cubicBezTo>
                    <a:pt x="227886" y="78903"/>
                    <a:pt x="227731" y="83915"/>
                    <a:pt x="227410" y="88892"/>
                  </a:cubicBezTo>
                  <a:cubicBezTo>
                    <a:pt x="214444" y="90333"/>
                    <a:pt x="199609" y="91500"/>
                    <a:pt x="183428" y="92321"/>
                  </a:cubicBezTo>
                  <a:cubicBezTo>
                    <a:pt x="183690" y="86237"/>
                    <a:pt x="183833" y="80070"/>
                    <a:pt x="183833" y="73843"/>
                  </a:cubicBezTo>
                  <a:cubicBezTo>
                    <a:pt x="183833" y="67616"/>
                    <a:pt x="183690" y="61436"/>
                    <a:pt x="183428" y="55352"/>
                  </a:cubicBezTo>
                  <a:close/>
                  <a:moveTo>
                    <a:pt x="107157" y="54138"/>
                  </a:moveTo>
                  <a:cubicBezTo>
                    <a:pt x="107050" y="60627"/>
                    <a:pt x="107002" y="67199"/>
                    <a:pt x="107002" y="73843"/>
                  </a:cubicBezTo>
                  <a:cubicBezTo>
                    <a:pt x="107002" y="80475"/>
                    <a:pt x="107050" y="87047"/>
                    <a:pt x="107157" y="93536"/>
                  </a:cubicBezTo>
                  <a:cubicBezTo>
                    <a:pt x="94596" y="93321"/>
                    <a:pt x="82511" y="92917"/>
                    <a:pt x="71081" y="92345"/>
                  </a:cubicBezTo>
                  <a:cubicBezTo>
                    <a:pt x="70807" y="86273"/>
                    <a:pt x="70676" y="80105"/>
                    <a:pt x="70676" y="73843"/>
                  </a:cubicBezTo>
                  <a:cubicBezTo>
                    <a:pt x="70676" y="67580"/>
                    <a:pt x="70807" y="61401"/>
                    <a:pt x="71081" y="55329"/>
                  </a:cubicBezTo>
                  <a:cubicBezTo>
                    <a:pt x="82511" y="54757"/>
                    <a:pt x="94596" y="54352"/>
                    <a:pt x="107157" y="54138"/>
                  </a:cubicBezTo>
                  <a:close/>
                  <a:moveTo>
                    <a:pt x="146983" y="54138"/>
                  </a:moveTo>
                  <a:cubicBezTo>
                    <a:pt x="159544" y="54352"/>
                    <a:pt x="171641" y="54757"/>
                    <a:pt x="183071" y="55329"/>
                  </a:cubicBezTo>
                  <a:cubicBezTo>
                    <a:pt x="183333" y="61401"/>
                    <a:pt x="183476" y="67568"/>
                    <a:pt x="183476" y="73831"/>
                  </a:cubicBezTo>
                  <a:cubicBezTo>
                    <a:pt x="183476" y="80094"/>
                    <a:pt x="183333" y="86273"/>
                    <a:pt x="183071" y="92345"/>
                  </a:cubicBezTo>
                  <a:cubicBezTo>
                    <a:pt x="171641" y="92917"/>
                    <a:pt x="159544" y="93321"/>
                    <a:pt x="146983" y="93536"/>
                  </a:cubicBezTo>
                  <a:cubicBezTo>
                    <a:pt x="147090" y="87047"/>
                    <a:pt x="147150" y="80475"/>
                    <a:pt x="147150" y="73843"/>
                  </a:cubicBezTo>
                  <a:cubicBezTo>
                    <a:pt x="147150" y="67199"/>
                    <a:pt x="147090" y="60627"/>
                    <a:pt x="146983" y="54138"/>
                  </a:cubicBezTo>
                  <a:close/>
                  <a:moveTo>
                    <a:pt x="127076" y="53971"/>
                  </a:moveTo>
                  <a:cubicBezTo>
                    <a:pt x="133743" y="53971"/>
                    <a:pt x="140327" y="54031"/>
                    <a:pt x="146781" y="54138"/>
                  </a:cubicBezTo>
                  <a:cubicBezTo>
                    <a:pt x="146876" y="60591"/>
                    <a:pt x="146935" y="67163"/>
                    <a:pt x="146935" y="73843"/>
                  </a:cubicBezTo>
                  <a:cubicBezTo>
                    <a:pt x="146935" y="80510"/>
                    <a:pt x="146888" y="87082"/>
                    <a:pt x="146781" y="93536"/>
                  </a:cubicBezTo>
                  <a:cubicBezTo>
                    <a:pt x="140327" y="93643"/>
                    <a:pt x="133743" y="93702"/>
                    <a:pt x="127076" y="93702"/>
                  </a:cubicBezTo>
                  <a:cubicBezTo>
                    <a:pt x="120396" y="93702"/>
                    <a:pt x="113824" y="93643"/>
                    <a:pt x="107371" y="93536"/>
                  </a:cubicBezTo>
                  <a:cubicBezTo>
                    <a:pt x="107264" y="87082"/>
                    <a:pt x="107204" y="80510"/>
                    <a:pt x="107204" y="73843"/>
                  </a:cubicBezTo>
                  <a:cubicBezTo>
                    <a:pt x="107204" y="67163"/>
                    <a:pt x="107264" y="60591"/>
                    <a:pt x="107371" y="54138"/>
                  </a:cubicBezTo>
                  <a:cubicBezTo>
                    <a:pt x="113824" y="54031"/>
                    <a:pt x="120396" y="53971"/>
                    <a:pt x="127076" y="53971"/>
                  </a:cubicBezTo>
                  <a:close/>
                  <a:moveTo>
                    <a:pt x="48" y="105632"/>
                  </a:moveTo>
                  <a:cubicBezTo>
                    <a:pt x="36" y="105716"/>
                    <a:pt x="12" y="105811"/>
                    <a:pt x="0" y="105894"/>
                  </a:cubicBezTo>
                  <a:cubicBezTo>
                    <a:pt x="155" y="105882"/>
                    <a:pt x="310" y="105870"/>
                    <a:pt x="477" y="105859"/>
                  </a:cubicBezTo>
                  <a:cubicBezTo>
                    <a:pt x="334" y="105775"/>
                    <a:pt x="191" y="105704"/>
                    <a:pt x="48" y="105632"/>
                  </a:cubicBezTo>
                  <a:close/>
                  <a:moveTo>
                    <a:pt x="26742" y="89095"/>
                  </a:moveTo>
                  <a:cubicBezTo>
                    <a:pt x="39958" y="90571"/>
                    <a:pt x="54805" y="91726"/>
                    <a:pt x="70724" y="92536"/>
                  </a:cubicBezTo>
                  <a:cubicBezTo>
                    <a:pt x="71247" y="104299"/>
                    <a:pt x="72259" y="115765"/>
                    <a:pt x="73724" y="126742"/>
                  </a:cubicBezTo>
                  <a:cubicBezTo>
                    <a:pt x="57901" y="124587"/>
                    <a:pt x="43292" y="121515"/>
                    <a:pt x="30397" y="117681"/>
                  </a:cubicBezTo>
                  <a:cubicBezTo>
                    <a:pt x="28599" y="108418"/>
                    <a:pt x="27373" y="98858"/>
                    <a:pt x="26742" y="89095"/>
                  </a:cubicBezTo>
                  <a:close/>
                  <a:moveTo>
                    <a:pt x="227410" y="89095"/>
                  </a:moveTo>
                  <a:cubicBezTo>
                    <a:pt x="226779" y="98858"/>
                    <a:pt x="225552" y="108418"/>
                    <a:pt x="223755" y="117681"/>
                  </a:cubicBezTo>
                  <a:cubicBezTo>
                    <a:pt x="210860" y="121515"/>
                    <a:pt x="196251" y="124587"/>
                    <a:pt x="180416" y="126742"/>
                  </a:cubicBezTo>
                  <a:cubicBezTo>
                    <a:pt x="181892" y="115765"/>
                    <a:pt x="182904" y="104299"/>
                    <a:pt x="183416" y="92536"/>
                  </a:cubicBezTo>
                  <a:cubicBezTo>
                    <a:pt x="199347" y="91726"/>
                    <a:pt x="214194" y="90571"/>
                    <a:pt x="227410" y="89095"/>
                  </a:cubicBezTo>
                  <a:close/>
                  <a:moveTo>
                    <a:pt x="71093" y="92559"/>
                  </a:moveTo>
                  <a:lnTo>
                    <a:pt x="71093" y="92559"/>
                  </a:lnTo>
                  <a:cubicBezTo>
                    <a:pt x="82630" y="93143"/>
                    <a:pt x="94715" y="93536"/>
                    <a:pt x="107169" y="93750"/>
                  </a:cubicBezTo>
                  <a:cubicBezTo>
                    <a:pt x="107371" y="106192"/>
                    <a:pt x="107776" y="118289"/>
                    <a:pt x="108347" y="129826"/>
                  </a:cubicBezTo>
                  <a:cubicBezTo>
                    <a:pt x="96477" y="129290"/>
                    <a:pt x="85011" y="128266"/>
                    <a:pt x="74117" y="126790"/>
                  </a:cubicBezTo>
                  <a:cubicBezTo>
                    <a:pt x="72640" y="115907"/>
                    <a:pt x="71617" y="104442"/>
                    <a:pt x="71093" y="92559"/>
                  </a:cubicBezTo>
                  <a:close/>
                  <a:moveTo>
                    <a:pt x="183059" y="92559"/>
                  </a:moveTo>
                  <a:lnTo>
                    <a:pt x="183059" y="92559"/>
                  </a:lnTo>
                  <a:cubicBezTo>
                    <a:pt x="182523" y="104442"/>
                    <a:pt x="181499" y="115907"/>
                    <a:pt x="180035" y="126802"/>
                  </a:cubicBezTo>
                  <a:cubicBezTo>
                    <a:pt x="169141" y="128266"/>
                    <a:pt x="157675" y="129290"/>
                    <a:pt x="145792" y="129826"/>
                  </a:cubicBezTo>
                  <a:cubicBezTo>
                    <a:pt x="146376" y="118289"/>
                    <a:pt x="146769" y="106192"/>
                    <a:pt x="146983" y="93750"/>
                  </a:cubicBezTo>
                  <a:cubicBezTo>
                    <a:pt x="159425" y="93536"/>
                    <a:pt x="171522" y="93143"/>
                    <a:pt x="183059" y="92559"/>
                  </a:cubicBezTo>
                  <a:close/>
                  <a:moveTo>
                    <a:pt x="107371" y="93750"/>
                  </a:moveTo>
                  <a:cubicBezTo>
                    <a:pt x="113860" y="93857"/>
                    <a:pt x="120432" y="93917"/>
                    <a:pt x="127076" y="93917"/>
                  </a:cubicBezTo>
                  <a:cubicBezTo>
                    <a:pt x="133708" y="93917"/>
                    <a:pt x="140292" y="93857"/>
                    <a:pt x="146769" y="93750"/>
                  </a:cubicBezTo>
                  <a:lnTo>
                    <a:pt x="146769" y="93750"/>
                  </a:lnTo>
                  <a:cubicBezTo>
                    <a:pt x="146566" y="106311"/>
                    <a:pt x="146150" y="118396"/>
                    <a:pt x="145578" y="129826"/>
                  </a:cubicBezTo>
                  <a:cubicBezTo>
                    <a:pt x="139506" y="130100"/>
                    <a:pt x="133339" y="130243"/>
                    <a:pt x="127076" y="130243"/>
                  </a:cubicBezTo>
                  <a:cubicBezTo>
                    <a:pt x="120813" y="130243"/>
                    <a:pt x="114634" y="130100"/>
                    <a:pt x="108574" y="129826"/>
                  </a:cubicBezTo>
                  <a:cubicBezTo>
                    <a:pt x="107990" y="118396"/>
                    <a:pt x="107585" y="106311"/>
                    <a:pt x="107371" y="93750"/>
                  </a:cubicBezTo>
                  <a:close/>
                  <a:moveTo>
                    <a:pt x="266653" y="116300"/>
                  </a:moveTo>
                  <a:lnTo>
                    <a:pt x="266653" y="116300"/>
                  </a:lnTo>
                  <a:cubicBezTo>
                    <a:pt x="259152" y="126861"/>
                    <a:pt x="248817" y="136600"/>
                    <a:pt x="235875" y="145101"/>
                  </a:cubicBezTo>
                  <a:cubicBezTo>
                    <a:pt x="235411" y="145399"/>
                    <a:pt x="234946" y="145697"/>
                    <a:pt x="234482" y="145994"/>
                  </a:cubicBezTo>
                  <a:cubicBezTo>
                    <a:pt x="234756" y="146006"/>
                    <a:pt x="235030" y="146018"/>
                    <a:pt x="235304" y="146030"/>
                  </a:cubicBezTo>
                  <a:cubicBezTo>
                    <a:pt x="235577" y="145852"/>
                    <a:pt x="235851" y="145673"/>
                    <a:pt x="236137" y="145494"/>
                  </a:cubicBezTo>
                  <a:cubicBezTo>
                    <a:pt x="248710" y="137243"/>
                    <a:pt x="258854" y="127814"/>
                    <a:pt x="266319" y="117586"/>
                  </a:cubicBezTo>
                  <a:lnTo>
                    <a:pt x="266319" y="117586"/>
                  </a:lnTo>
                  <a:cubicBezTo>
                    <a:pt x="263533" y="127504"/>
                    <a:pt x="259831" y="137005"/>
                    <a:pt x="255306" y="145971"/>
                  </a:cubicBezTo>
                  <a:cubicBezTo>
                    <a:pt x="255544" y="145983"/>
                    <a:pt x="255794" y="145994"/>
                    <a:pt x="256032" y="146006"/>
                  </a:cubicBezTo>
                  <a:cubicBezTo>
                    <a:pt x="260354" y="137374"/>
                    <a:pt x="263879" y="128338"/>
                    <a:pt x="266569" y="118991"/>
                  </a:cubicBezTo>
                  <a:cubicBezTo>
                    <a:pt x="266593" y="118098"/>
                    <a:pt x="266617" y="117193"/>
                    <a:pt x="266653" y="116300"/>
                  </a:cubicBezTo>
                  <a:close/>
                  <a:moveTo>
                    <a:pt x="1798" y="132362"/>
                  </a:moveTo>
                  <a:cubicBezTo>
                    <a:pt x="1774" y="132540"/>
                    <a:pt x="1739" y="132731"/>
                    <a:pt x="1715" y="132933"/>
                  </a:cubicBezTo>
                  <a:cubicBezTo>
                    <a:pt x="6573" y="137362"/>
                    <a:pt x="12014" y="141553"/>
                    <a:pt x="18015" y="145494"/>
                  </a:cubicBezTo>
                  <a:cubicBezTo>
                    <a:pt x="18229" y="145637"/>
                    <a:pt x="18455" y="145780"/>
                    <a:pt x="18669" y="145923"/>
                  </a:cubicBezTo>
                  <a:cubicBezTo>
                    <a:pt x="18681" y="145899"/>
                    <a:pt x="18681" y="145887"/>
                    <a:pt x="18693" y="145875"/>
                  </a:cubicBezTo>
                  <a:lnTo>
                    <a:pt x="18693" y="145875"/>
                  </a:lnTo>
                  <a:cubicBezTo>
                    <a:pt x="18681" y="145899"/>
                    <a:pt x="18693" y="145911"/>
                    <a:pt x="18693" y="145935"/>
                  </a:cubicBezTo>
                  <a:cubicBezTo>
                    <a:pt x="18800" y="146006"/>
                    <a:pt x="18908" y="146066"/>
                    <a:pt x="19015" y="146137"/>
                  </a:cubicBezTo>
                  <a:cubicBezTo>
                    <a:pt x="19348" y="146256"/>
                    <a:pt x="19872" y="146328"/>
                    <a:pt x="20336" y="146423"/>
                  </a:cubicBezTo>
                  <a:cubicBezTo>
                    <a:pt x="19646" y="145983"/>
                    <a:pt x="18955" y="145542"/>
                    <a:pt x="18277" y="145090"/>
                  </a:cubicBezTo>
                  <a:cubicBezTo>
                    <a:pt x="12204" y="141113"/>
                    <a:pt x="6692" y="136850"/>
                    <a:pt x="1798" y="132362"/>
                  </a:cubicBezTo>
                  <a:close/>
                  <a:moveTo>
                    <a:pt x="176558" y="0"/>
                  </a:moveTo>
                  <a:cubicBezTo>
                    <a:pt x="176701" y="572"/>
                    <a:pt x="176832" y="1167"/>
                    <a:pt x="176963" y="1774"/>
                  </a:cubicBezTo>
                  <a:lnTo>
                    <a:pt x="176903" y="1774"/>
                  </a:lnTo>
                  <a:cubicBezTo>
                    <a:pt x="178070" y="7787"/>
                    <a:pt x="179106" y="14038"/>
                    <a:pt x="179975" y="20491"/>
                  </a:cubicBezTo>
                  <a:cubicBezTo>
                    <a:pt x="168998" y="19015"/>
                    <a:pt x="157544" y="18003"/>
                    <a:pt x="145781" y="17491"/>
                  </a:cubicBezTo>
                  <a:cubicBezTo>
                    <a:pt x="145507" y="12157"/>
                    <a:pt x="145197" y="6942"/>
                    <a:pt x="144852" y="1858"/>
                  </a:cubicBezTo>
                  <a:cubicBezTo>
                    <a:pt x="144780" y="1870"/>
                    <a:pt x="144697" y="1870"/>
                    <a:pt x="144626" y="1870"/>
                  </a:cubicBezTo>
                  <a:cubicBezTo>
                    <a:pt x="144971" y="6918"/>
                    <a:pt x="145292" y="12121"/>
                    <a:pt x="145554" y="17479"/>
                  </a:cubicBezTo>
                  <a:cubicBezTo>
                    <a:pt x="139470" y="17217"/>
                    <a:pt x="133303" y="17074"/>
                    <a:pt x="127076" y="17074"/>
                  </a:cubicBezTo>
                  <a:cubicBezTo>
                    <a:pt x="120849" y="17074"/>
                    <a:pt x="114681" y="17217"/>
                    <a:pt x="108585" y="17479"/>
                  </a:cubicBezTo>
                  <a:cubicBezTo>
                    <a:pt x="108895" y="11573"/>
                    <a:pt x="109240" y="5846"/>
                    <a:pt x="109621" y="322"/>
                  </a:cubicBezTo>
                  <a:lnTo>
                    <a:pt x="109621" y="322"/>
                  </a:lnTo>
                  <a:cubicBezTo>
                    <a:pt x="109550" y="334"/>
                    <a:pt x="109478" y="334"/>
                    <a:pt x="109407" y="346"/>
                  </a:cubicBezTo>
                  <a:cubicBezTo>
                    <a:pt x="109014" y="5894"/>
                    <a:pt x="108669" y="11621"/>
                    <a:pt x="108371" y="17491"/>
                  </a:cubicBezTo>
                  <a:cubicBezTo>
                    <a:pt x="96608" y="18003"/>
                    <a:pt x="85142" y="19015"/>
                    <a:pt x="74164" y="20491"/>
                  </a:cubicBezTo>
                  <a:cubicBezTo>
                    <a:pt x="75069" y="13871"/>
                    <a:pt x="76129" y="7454"/>
                    <a:pt x="77343" y="1298"/>
                  </a:cubicBezTo>
                  <a:lnTo>
                    <a:pt x="77343" y="1298"/>
                  </a:lnTo>
                  <a:cubicBezTo>
                    <a:pt x="77212" y="1310"/>
                    <a:pt x="77081" y="1322"/>
                    <a:pt x="76951" y="1334"/>
                  </a:cubicBezTo>
                  <a:cubicBezTo>
                    <a:pt x="75724" y="7537"/>
                    <a:pt x="74665" y="13954"/>
                    <a:pt x="73783" y="20539"/>
                  </a:cubicBezTo>
                  <a:cubicBezTo>
                    <a:pt x="58198" y="22646"/>
                    <a:pt x="43601" y="25682"/>
                    <a:pt x="30480" y="29575"/>
                  </a:cubicBezTo>
                  <a:cubicBezTo>
                    <a:pt x="32374" y="19872"/>
                    <a:pt x="34910" y="10502"/>
                    <a:pt x="38029" y="1560"/>
                  </a:cubicBezTo>
                  <a:cubicBezTo>
                    <a:pt x="37874" y="1548"/>
                    <a:pt x="37708" y="1548"/>
                    <a:pt x="37541" y="1536"/>
                  </a:cubicBezTo>
                  <a:cubicBezTo>
                    <a:pt x="34409" y="10525"/>
                    <a:pt x="31862" y="19955"/>
                    <a:pt x="29968" y="29718"/>
                  </a:cubicBezTo>
                  <a:cubicBezTo>
                    <a:pt x="25849" y="30957"/>
                    <a:pt x="21884" y="32266"/>
                    <a:pt x="18086" y="33659"/>
                  </a:cubicBezTo>
                  <a:cubicBezTo>
                    <a:pt x="12252" y="35802"/>
                    <a:pt x="6942" y="38088"/>
                    <a:pt x="2191" y="40493"/>
                  </a:cubicBezTo>
                  <a:lnTo>
                    <a:pt x="2179" y="40934"/>
                  </a:lnTo>
                  <a:cubicBezTo>
                    <a:pt x="10097" y="36910"/>
                    <a:pt x="19420" y="33278"/>
                    <a:pt x="29885" y="30147"/>
                  </a:cubicBezTo>
                  <a:lnTo>
                    <a:pt x="29885" y="30147"/>
                  </a:lnTo>
                  <a:cubicBezTo>
                    <a:pt x="28111" y="39386"/>
                    <a:pt x="26885" y="48911"/>
                    <a:pt x="26266" y="58627"/>
                  </a:cubicBezTo>
                  <a:cubicBezTo>
                    <a:pt x="23480" y="58948"/>
                    <a:pt x="20765" y="59270"/>
                    <a:pt x="18134" y="59615"/>
                  </a:cubicBezTo>
                  <a:cubicBezTo>
                    <a:pt x="11621" y="60460"/>
                    <a:pt x="5763" y="61365"/>
                    <a:pt x="584" y="62329"/>
                  </a:cubicBezTo>
                  <a:cubicBezTo>
                    <a:pt x="596" y="62389"/>
                    <a:pt x="596" y="62460"/>
                    <a:pt x="608" y="62520"/>
                  </a:cubicBezTo>
                  <a:cubicBezTo>
                    <a:pt x="7942" y="61163"/>
                    <a:pt x="16574" y="59924"/>
                    <a:pt x="26254" y="58841"/>
                  </a:cubicBezTo>
                  <a:lnTo>
                    <a:pt x="26254" y="58841"/>
                  </a:lnTo>
                  <a:cubicBezTo>
                    <a:pt x="25944" y="63794"/>
                    <a:pt x="25777" y="68794"/>
                    <a:pt x="25777" y="73843"/>
                  </a:cubicBezTo>
                  <a:cubicBezTo>
                    <a:pt x="25777" y="78879"/>
                    <a:pt x="25944" y="83880"/>
                    <a:pt x="26254" y="88833"/>
                  </a:cubicBezTo>
                  <a:cubicBezTo>
                    <a:pt x="17014" y="87797"/>
                    <a:pt x="8740" y="86618"/>
                    <a:pt x="1620" y="85332"/>
                  </a:cubicBezTo>
                  <a:cubicBezTo>
                    <a:pt x="1620" y="85404"/>
                    <a:pt x="1620" y="85475"/>
                    <a:pt x="1620" y="85535"/>
                  </a:cubicBezTo>
                  <a:cubicBezTo>
                    <a:pt x="6537" y="86428"/>
                    <a:pt x="12050" y="87273"/>
                    <a:pt x="18134" y="88059"/>
                  </a:cubicBezTo>
                  <a:cubicBezTo>
                    <a:pt x="20765" y="88404"/>
                    <a:pt x="23480" y="88726"/>
                    <a:pt x="26266" y="89047"/>
                  </a:cubicBezTo>
                  <a:cubicBezTo>
                    <a:pt x="26885" y="98762"/>
                    <a:pt x="28099" y="108287"/>
                    <a:pt x="29885" y="117527"/>
                  </a:cubicBezTo>
                  <a:cubicBezTo>
                    <a:pt x="18824" y="114217"/>
                    <a:pt x="9037" y="110359"/>
                    <a:pt x="846" y="106049"/>
                  </a:cubicBezTo>
                  <a:lnTo>
                    <a:pt x="846" y="106049"/>
                  </a:lnTo>
                  <a:cubicBezTo>
                    <a:pt x="858" y="106204"/>
                    <a:pt x="870" y="106359"/>
                    <a:pt x="881" y="106513"/>
                  </a:cubicBezTo>
                  <a:cubicBezTo>
                    <a:pt x="5977" y="109169"/>
                    <a:pt x="11716" y="111669"/>
                    <a:pt x="18086" y="114014"/>
                  </a:cubicBezTo>
                  <a:cubicBezTo>
                    <a:pt x="21884" y="115407"/>
                    <a:pt x="25849" y="116717"/>
                    <a:pt x="29968" y="117955"/>
                  </a:cubicBezTo>
                  <a:cubicBezTo>
                    <a:pt x="31850" y="127611"/>
                    <a:pt x="34350" y="136946"/>
                    <a:pt x="37446" y="145852"/>
                  </a:cubicBezTo>
                  <a:cubicBezTo>
                    <a:pt x="37600" y="145840"/>
                    <a:pt x="37767" y="145840"/>
                    <a:pt x="37934" y="145828"/>
                  </a:cubicBezTo>
                  <a:cubicBezTo>
                    <a:pt x="34862" y="136981"/>
                    <a:pt x="32362" y="127706"/>
                    <a:pt x="30480" y="118098"/>
                  </a:cubicBezTo>
                  <a:lnTo>
                    <a:pt x="30480" y="118098"/>
                  </a:lnTo>
                  <a:cubicBezTo>
                    <a:pt x="43589" y="121992"/>
                    <a:pt x="58198" y="125028"/>
                    <a:pt x="73783" y="127135"/>
                  </a:cubicBezTo>
                  <a:cubicBezTo>
                    <a:pt x="74653" y="133600"/>
                    <a:pt x="75688" y="139910"/>
                    <a:pt x="76879" y="146006"/>
                  </a:cubicBezTo>
                  <a:cubicBezTo>
                    <a:pt x="77010" y="146006"/>
                    <a:pt x="77141" y="146018"/>
                    <a:pt x="77272" y="146018"/>
                  </a:cubicBezTo>
                  <a:cubicBezTo>
                    <a:pt x="76093" y="139970"/>
                    <a:pt x="75046" y="133683"/>
                    <a:pt x="74164" y="127183"/>
                  </a:cubicBezTo>
                  <a:lnTo>
                    <a:pt x="74164" y="127183"/>
                  </a:lnTo>
                  <a:cubicBezTo>
                    <a:pt x="85154" y="128659"/>
                    <a:pt x="96608" y="129659"/>
                    <a:pt x="108371" y="130183"/>
                  </a:cubicBezTo>
                  <a:cubicBezTo>
                    <a:pt x="108657" y="135850"/>
                    <a:pt x="108990" y="141375"/>
                    <a:pt x="109371" y="146733"/>
                  </a:cubicBezTo>
                  <a:cubicBezTo>
                    <a:pt x="109443" y="146745"/>
                    <a:pt x="109514" y="146745"/>
                    <a:pt x="109586" y="146756"/>
                  </a:cubicBezTo>
                  <a:cubicBezTo>
                    <a:pt x="109205" y="141411"/>
                    <a:pt x="108883" y="135886"/>
                    <a:pt x="108585" y="130195"/>
                  </a:cubicBezTo>
                  <a:lnTo>
                    <a:pt x="108585" y="130195"/>
                  </a:lnTo>
                  <a:cubicBezTo>
                    <a:pt x="114681" y="130457"/>
                    <a:pt x="120849" y="130600"/>
                    <a:pt x="127076" y="130600"/>
                  </a:cubicBezTo>
                  <a:cubicBezTo>
                    <a:pt x="133303" y="130600"/>
                    <a:pt x="139470" y="130457"/>
                    <a:pt x="145554" y="130195"/>
                  </a:cubicBezTo>
                  <a:lnTo>
                    <a:pt x="145554" y="130195"/>
                  </a:lnTo>
                  <a:cubicBezTo>
                    <a:pt x="145328" y="134815"/>
                    <a:pt x="145066" y="139327"/>
                    <a:pt x="144769" y="143720"/>
                  </a:cubicBezTo>
                  <a:cubicBezTo>
                    <a:pt x="144828" y="143851"/>
                    <a:pt x="144888" y="143994"/>
                    <a:pt x="144959" y="144161"/>
                  </a:cubicBezTo>
                  <a:cubicBezTo>
                    <a:pt x="145257" y="139613"/>
                    <a:pt x="145531" y="134945"/>
                    <a:pt x="145781" y="130183"/>
                  </a:cubicBezTo>
                  <a:cubicBezTo>
                    <a:pt x="157544" y="129671"/>
                    <a:pt x="168998" y="128659"/>
                    <a:pt x="179975" y="127183"/>
                  </a:cubicBezTo>
                  <a:lnTo>
                    <a:pt x="179975" y="127183"/>
                  </a:lnTo>
                  <a:cubicBezTo>
                    <a:pt x="179106" y="133588"/>
                    <a:pt x="178094" y="139791"/>
                    <a:pt x="176927" y="145756"/>
                  </a:cubicBezTo>
                  <a:lnTo>
                    <a:pt x="177034" y="145756"/>
                  </a:lnTo>
                  <a:cubicBezTo>
                    <a:pt x="177142" y="145697"/>
                    <a:pt x="177249" y="145625"/>
                    <a:pt x="177356" y="145566"/>
                  </a:cubicBezTo>
                  <a:cubicBezTo>
                    <a:pt x="178511" y="139601"/>
                    <a:pt x="179511" y="133445"/>
                    <a:pt x="180368" y="127135"/>
                  </a:cubicBezTo>
                  <a:cubicBezTo>
                    <a:pt x="195953" y="125028"/>
                    <a:pt x="210551" y="121992"/>
                    <a:pt x="223671" y="118098"/>
                  </a:cubicBezTo>
                  <a:lnTo>
                    <a:pt x="223671" y="118098"/>
                  </a:lnTo>
                  <a:cubicBezTo>
                    <a:pt x="221814" y="127599"/>
                    <a:pt x="219337" y="136791"/>
                    <a:pt x="216301" y="145554"/>
                  </a:cubicBezTo>
                  <a:lnTo>
                    <a:pt x="216801" y="145554"/>
                  </a:lnTo>
                  <a:cubicBezTo>
                    <a:pt x="219849" y="136743"/>
                    <a:pt x="222326" y="127504"/>
                    <a:pt x="224183" y="117943"/>
                  </a:cubicBezTo>
                  <a:cubicBezTo>
                    <a:pt x="228291" y="116717"/>
                    <a:pt x="232268" y="115407"/>
                    <a:pt x="236066" y="114002"/>
                  </a:cubicBezTo>
                  <a:cubicBezTo>
                    <a:pt x="249877" y="108930"/>
                    <a:pt x="260747" y="103073"/>
                    <a:pt x="268367" y="96679"/>
                  </a:cubicBezTo>
                  <a:cubicBezTo>
                    <a:pt x="268391" y="96476"/>
                    <a:pt x="268427" y="96286"/>
                    <a:pt x="268451" y="96084"/>
                  </a:cubicBezTo>
                  <a:lnTo>
                    <a:pt x="268451" y="96084"/>
                  </a:lnTo>
                  <a:cubicBezTo>
                    <a:pt x="258592" y="104477"/>
                    <a:pt x="243317" y="111824"/>
                    <a:pt x="224267" y="117527"/>
                  </a:cubicBezTo>
                  <a:cubicBezTo>
                    <a:pt x="226041" y="108287"/>
                    <a:pt x="227267" y="98762"/>
                    <a:pt x="227886" y="89047"/>
                  </a:cubicBezTo>
                  <a:cubicBezTo>
                    <a:pt x="230672" y="88726"/>
                    <a:pt x="233387" y="88404"/>
                    <a:pt x="236018" y="88059"/>
                  </a:cubicBezTo>
                  <a:cubicBezTo>
                    <a:pt x="248770" y="86404"/>
                    <a:pt x="259009" y="84511"/>
                    <a:pt x="266510" y="82451"/>
                  </a:cubicBezTo>
                  <a:cubicBezTo>
                    <a:pt x="266510" y="82379"/>
                    <a:pt x="266510" y="82308"/>
                    <a:pt x="266510" y="82249"/>
                  </a:cubicBezTo>
                  <a:cubicBezTo>
                    <a:pt x="257306" y="84773"/>
                    <a:pt x="244079" y="87023"/>
                    <a:pt x="227898" y="88833"/>
                  </a:cubicBezTo>
                  <a:cubicBezTo>
                    <a:pt x="228208" y="83880"/>
                    <a:pt x="228362" y="78867"/>
                    <a:pt x="228362" y="73831"/>
                  </a:cubicBezTo>
                  <a:cubicBezTo>
                    <a:pt x="228362" y="68794"/>
                    <a:pt x="228208" y="63782"/>
                    <a:pt x="227898" y="58829"/>
                  </a:cubicBezTo>
                  <a:lnTo>
                    <a:pt x="227898" y="58829"/>
                  </a:lnTo>
                  <a:cubicBezTo>
                    <a:pt x="244519" y="60698"/>
                    <a:pt x="258009" y="63008"/>
                    <a:pt x="267248" y="65627"/>
                  </a:cubicBezTo>
                  <a:cubicBezTo>
                    <a:pt x="267248" y="65556"/>
                    <a:pt x="267260" y="65496"/>
                    <a:pt x="267260" y="65425"/>
                  </a:cubicBezTo>
                  <a:cubicBezTo>
                    <a:pt x="259711" y="63282"/>
                    <a:pt x="249210" y="61317"/>
                    <a:pt x="236018" y="59603"/>
                  </a:cubicBezTo>
                  <a:cubicBezTo>
                    <a:pt x="233387" y="59270"/>
                    <a:pt x="230672" y="58936"/>
                    <a:pt x="227886" y="58627"/>
                  </a:cubicBezTo>
                  <a:cubicBezTo>
                    <a:pt x="227267" y="48899"/>
                    <a:pt x="226041" y="39374"/>
                    <a:pt x="224267" y="30135"/>
                  </a:cubicBezTo>
                  <a:lnTo>
                    <a:pt x="224267" y="30135"/>
                  </a:lnTo>
                  <a:cubicBezTo>
                    <a:pt x="243650" y="35945"/>
                    <a:pt x="259116" y="43446"/>
                    <a:pt x="268963" y="52019"/>
                  </a:cubicBezTo>
                  <a:cubicBezTo>
                    <a:pt x="268986" y="51864"/>
                    <a:pt x="269010" y="51709"/>
                    <a:pt x="269046" y="51566"/>
                  </a:cubicBezTo>
                  <a:cubicBezTo>
                    <a:pt x="261390" y="44946"/>
                    <a:pt x="250294" y="38886"/>
                    <a:pt x="236066" y="33659"/>
                  </a:cubicBezTo>
                  <a:cubicBezTo>
                    <a:pt x="232268" y="32266"/>
                    <a:pt x="228291" y="30945"/>
                    <a:pt x="224183" y="29718"/>
                  </a:cubicBezTo>
                  <a:cubicBezTo>
                    <a:pt x="222338" y="20277"/>
                    <a:pt x="219909" y="11133"/>
                    <a:pt x="216908" y="2417"/>
                  </a:cubicBezTo>
                  <a:cubicBezTo>
                    <a:pt x="216766" y="2513"/>
                    <a:pt x="216635" y="2620"/>
                    <a:pt x="216504" y="2715"/>
                  </a:cubicBezTo>
                  <a:cubicBezTo>
                    <a:pt x="219456" y="11299"/>
                    <a:pt x="221850" y="20277"/>
                    <a:pt x="223671" y="29563"/>
                  </a:cubicBezTo>
                  <a:cubicBezTo>
                    <a:pt x="210551" y="25682"/>
                    <a:pt x="195953" y="22646"/>
                    <a:pt x="180368" y="20539"/>
                  </a:cubicBezTo>
                  <a:cubicBezTo>
                    <a:pt x="179416" y="13490"/>
                    <a:pt x="178273" y="6644"/>
                    <a:pt x="176951" y="36"/>
                  </a:cubicBezTo>
                  <a:cubicBezTo>
                    <a:pt x="176820" y="24"/>
                    <a:pt x="176689" y="12"/>
                    <a:pt x="176558" y="0"/>
                  </a:cubicBezTo>
                  <a:close/>
                </a:path>
              </a:pathLst>
            </a:custGeom>
            <a:solidFill>
              <a:srgbClr val="E3C98E">
                <a:alpha val="246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8" name="Google Shape;348;p32"/>
          <p:cNvSpPr txBox="1"/>
          <p:nvPr>
            <p:ph type="title"/>
          </p:nvPr>
        </p:nvSpPr>
        <p:spPr>
          <a:xfrm>
            <a:off x="2001577" y="1300350"/>
            <a:ext cx="2750700" cy="106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49" name="Google Shape;349;p32"/>
          <p:cNvSpPr txBox="1"/>
          <p:nvPr>
            <p:ph idx="1" type="subTitle"/>
          </p:nvPr>
        </p:nvSpPr>
        <p:spPr>
          <a:xfrm>
            <a:off x="2001577" y="2484000"/>
            <a:ext cx="2750700" cy="122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1" name="Google Shape;351;p33"/>
          <p:cNvGrpSpPr/>
          <p:nvPr/>
        </p:nvGrpSpPr>
        <p:grpSpPr>
          <a:xfrm>
            <a:off x="0" y="0"/>
            <a:ext cx="9144003" cy="5143501"/>
            <a:chOff x="0" y="0"/>
            <a:chExt cx="9144003" cy="5143501"/>
          </a:xfrm>
        </p:grpSpPr>
        <p:pic>
          <p:nvPicPr>
            <p:cNvPr id="352" name="Google Shape;352;p33"/>
            <p:cNvPicPr preferRelativeResize="0"/>
            <p:nvPr/>
          </p:nvPicPr>
          <p:blipFill rotWithShape="1">
            <a:blip r:embed="rId2">
              <a:alphaModFix/>
            </a:blip>
            <a:srcRect b="8068" l="0" r="0" t="8060"/>
            <a:stretch/>
          </p:blipFill>
          <p:spPr>
            <a:xfrm>
              <a:off x="0" y="0"/>
              <a:ext cx="9144003" cy="5143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3" name="Google Shape;353;p33"/>
            <p:cNvSpPr/>
            <p:nvPr/>
          </p:nvSpPr>
          <p:spPr>
            <a:xfrm>
              <a:off x="209980" y="194500"/>
              <a:ext cx="8763466" cy="4752275"/>
            </a:xfrm>
            <a:custGeom>
              <a:rect b="b" l="l" r="r" t="t"/>
              <a:pathLst>
                <a:path extrusionOk="0" h="147209" w="271904">
                  <a:moveTo>
                    <a:pt x="596" y="0"/>
                  </a:moveTo>
                  <a:lnTo>
                    <a:pt x="596" y="0"/>
                  </a:lnTo>
                  <a:cubicBezTo>
                    <a:pt x="2025" y="5965"/>
                    <a:pt x="3072" y="13895"/>
                    <a:pt x="3644" y="22312"/>
                  </a:cubicBezTo>
                  <a:cubicBezTo>
                    <a:pt x="7942" y="23515"/>
                    <a:pt x="13609" y="23932"/>
                    <a:pt x="5085" y="25063"/>
                  </a:cubicBezTo>
                  <a:cubicBezTo>
                    <a:pt x="5096" y="25110"/>
                    <a:pt x="5108" y="25146"/>
                    <a:pt x="5120" y="25194"/>
                  </a:cubicBezTo>
                  <a:cubicBezTo>
                    <a:pt x="5263" y="25301"/>
                    <a:pt x="5394" y="25396"/>
                    <a:pt x="5525" y="25503"/>
                  </a:cubicBezTo>
                  <a:cubicBezTo>
                    <a:pt x="5692" y="25539"/>
                    <a:pt x="5954" y="25479"/>
                    <a:pt x="6037" y="25658"/>
                  </a:cubicBezTo>
                  <a:cubicBezTo>
                    <a:pt x="8561" y="26230"/>
                    <a:pt x="4561" y="26670"/>
                    <a:pt x="3894" y="26789"/>
                  </a:cubicBezTo>
                  <a:cubicBezTo>
                    <a:pt x="4203" y="33719"/>
                    <a:pt x="4192" y="40803"/>
                    <a:pt x="3787" y="47256"/>
                  </a:cubicBezTo>
                  <a:cubicBezTo>
                    <a:pt x="2560" y="47137"/>
                    <a:pt x="1298" y="47006"/>
                    <a:pt x="1" y="46875"/>
                  </a:cubicBezTo>
                  <a:lnTo>
                    <a:pt x="1" y="46875"/>
                  </a:lnTo>
                  <a:cubicBezTo>
                    <a:pt x="1429" y="52840"/>
                    <a:pt x="2477" y="60770"/>
                    <a:pt x="3049" y="69199"/>
                  </a:cubicBezTo>
                  <a:cubicBezTo>
                    <a:pt x="7347" y="70402"/>
                    <a:pt x="13014" y="70818"/>
                    <a:pt x="4489" y="71949"/>
                  </a:cubicBezTo>
                  <a:cubicBezTo>
                    <a:pt x="4501" y="71985"/>
                    <a:pt x="4513" y="72033"/>
                    <a:pt x="4525" y="72069"/>
                  </a:cubicBezTo>
                  <a:cubicBezTo>
                    <a:pt x="4668" y="72176"/>
                    <a:pt x="4787" y="72283"/>
                    <a:pt x="4930" y="72390"/>
                  </a:cubicBezTo>
                  <a:cubicBezTo>
                    <a:pt x="5096" y="72414"/>
                    <a:pt x="5358" y="72366"/>
                    <a:pt x="5442" y="72545"/>
                  </a:cubicBezTo>
                  <a:cubicBezTo>
                    <a:pt x="7966" y="73104"/>
                    <a:pt x="3965" y="73557"/>
                    <a:pt x="3299" y="73664"/>
                  </a:cubicBezTo>
                  <a:cubicBezTo>
                    <a:pt x="3513" y="78510"/>
                    <a:pt x="3572" y="83427"/>
                    <a:pt x="3453" y="88154"/>
                  </a:cubicBezTo>
                  <a:cubicBezTo>
                    <a:pt x="2322" y="88047"/>
                    <a:pt x="1179" y="87928"/>
                    <a:pt x="1" y="87809"/>
                  </a:cubicBezTo>
                  <a:lnTo>
                    <a:pt x="1" y="87809"/>
                  </a:lnTo>
                  <a:cubicBezTo>
                    <a:pt x="989" y="91940"/>
                    <a:pt x="1798" y="97036"/>
                    <a:pt x="2394" y="102584"/>
                  </a:cubicBezTo>
                  <a:cubicBezTo>
                    <a:pt x="2239" y="103727"/>
                    <a:pt x="2072" y="104834"/>
                    <a:pt x="1882" y="105894"/>
                  </a:cubicBezTo>
                  <a:cubicBezTo>
                    <a:pt x="2156" y="105870"/>
                    <a:pt x="2429" y="105846"/>
                    <a:pt x="2715" y="105811"/>
                  </a:cubicBezTo>
                  <a:cubicBezTo>
                    <a:pt x="2834" y="107228"/>
                    <a:pt x="2953" y="108668"/>
                    <a:pt x="3049" y="110121"/>
                  </a:cubicBezTo>
                  <a:cubicBezTo>
                    <a:pt x="7347" y="111323"/>
                    <a:pt x="13014" y="111740"/>
                    <a:pt x="4489" y="112871"/>
                  </a:cubicBezTo>
                  <a:cubicBezTo>
                    <a:pt x="4501" y="112919"/>
                    <a:pt x="4513" y="112954"/>
                    <a:pt x="4525" y="113002"/>
                  </a:cubicBezTo>
                  <a:cubicBezTo>
                    <a:pt x="4668" y="113109"/>
                    <a:pt x="4799" y="113205"/>
                    <a:pt x="4930" y="113312"/>
                  </a:cubicBezTo>
                  <a:cubicBezTo>
                    <a:pt x="5096" y="113347"/>
                    <a:pt x="5358" y="113288"/>
                    <a:pt x="5442" y="113466"/>
                  </a:cubicBezTo>
                  <a:cubicBezTo>
                    <a:pt x="7966" y="114038"/>
                    <a:pt x="3965" y="114478"/>
                    <a:pt x="3299" y="114598"/>
                  </a:cubicBezTo>
                  <a:cubicBezTo>
                    <a:pt x="3822" y="126123"/>
                    <a:pt x="4668" y="127147"/>
                    <a:pt x="3120" y="135886"/>
                  </a:cubicBezTo>
                  <a:cubicBezTo>
                    <a:pt x="4608" y="136338"/>
                    <a:pt x="14133" y="147209"/>
                    <a:pt x="14133" y="147209"/>
                  </a:cubicBezTo>
                  <a:cubicBezTo>
                    <a:pt x="14133" y="147209"/>
                    <a:pt x="16765" y="146220"/>
                    <a:pt x="20479" y="146137"/>
                  </a:cubicBezTo>
                  <a:cubicBezTo>
                    <a:pt x="20503" y="146054"/>
                    <a:pt x="20539" y="145959"/>
                    <a:pt x="20563" y="145875"/>
                  </a:cubicBezTo>
                  <a:lnTo>
                    <a:pt x="20563" y="145875"/>
                  </a:lnTo>
                  <a:cubicBezTo>
                    <a:pt x="20491" y="146340"/>
                    <a:pt x="23242" y="146363"/>
                    <a:pt x="23158" y="146816"/>
                  </a:cubicBezTo>
                  <a:cubicBezTo>
                    <a:pt x="29516" y="146220"/>
                    <a:pt x="36481" y="145875"/>
                    <a:pt x="44589" y="145697"/>
                  </a:cubicBezTo>
                  <a:cubicBezTo>
                    <a:pt x="44613" y="145625"/>
                    <a:pt x="44637" y="145554"/>
                    <a:pt x="44661" y="145494"/>
                  </a:cubicBezTo>
                  <a:cubicBezTo>
                    <a:pt x="45090" y="145494"/>
                    <a:pt x="45530" y="145494"/>
                    <a:pt x="45959" y="145482"/>
                  </a:cubicBezTo>
                  <a:cubicBezTo>
                    <a:pt x="45959" y="145542"/>
                    <a:pt x="45959" y="145601"/>
                    <a:pt x="45959" y="145661"/>
                  </a:cubicBezTo>
                  <a:cubicBezTo>
                    <a:pt x="46173" y="145661"/>
                    <a:pt x="46387" y="145661"/>
                    <a:pt x="46602" y="145649"/>
                  </a:cubicBezTo>
                  <a:cubicBezTo>
                    <a:pt x="46637" y="145601"/>
                    <a:pt x="46661" y="145542"/>
                    <a:pt x="46685" y="145482"/>
                  </a:cubicBezTo>
                  <a:cubicBezTo>
                    <a:pt x="47197" y="145482"/>
                    <a:pt x="47709" y="145482"/>
                    <a:pt x="48221" y="145494"/>
                  </a:cubicBezTo>
                  <a:cubicBezTo>
                    <a:pt x="48221" y="145530"/>
                    <a:pt x="48221" y="145578"/>
                    <a:pt x="48221" y="145625"/>
                  </a:cubicBezTo>
                  <a:cubicBezTo>
                    <a:pt x="50912" y="145578"/>
                    <a:pt x="53900" y="145542"/>
                    <a:pt x="57031" y="145518"/>
                  </a:cubicBezTo>
                  <a:cubicBezTo>
                    <a:pt x="59651" y="145542"/>
                    <a:pt x="62151" y="145566"/>
                    <a:pt x="64461" y="145601"/>
                  </a:cubicBezTo>
                  <a:cubicBezTo>
                    <a:pt x="64461" y="145566"/>
                    <a:pt x="64461" y="145530"/>
                    <a:pt x="64461" y="145494"/>
                  </a:cubicBezTo>
                  <a:cubicBezTo>
                    <a:pt x="65592" y="145488"/>
                    <a:pt x="66726" y="145485"/>
                    <a:pt x="67860" y="145485"/>
                  </a:cubicBezTo>
                  <a:cubicBezTo>
                    <a:pt x="68994" y="145485"/>
                    <a:pt x="70128" y="145488"/>
                    <a:pt x="71259" y="145494"/>
                  </a:cubicBezTo>
                  <a:cubicBezTo>
                    <a:pt x="71402" y="145578"/>
                    <a:pt x="71545" y="145661"/>
                    <a:pt x="71700" y="145744"/>
                  </a:cubicBezTo>
                  <a:cubicBezTo>
                    <a:pt x="78891" y="145947"/>
                    <a:pt x="85190" y="146268"/>
                    <a:pt x="90976" y="146816"/>
                  </a:cubicBezTo>
                  <a:cubicBezTo>
                    <a:pt x="90845" y="146054"/>
                    <a:pt x="90714" y="145256"/>
                    <a:pt x="90595" y="144435"/>
                  </a:cubicBezTo>
                  <a:lnTo>
                    <a:pt x="90595" y="144435"/>
                  </a:lnTo>
                  <a:cubicBezTo>
                    <a:pt x="91429" y="144792"/>
                    <a:pt x="92191" y="145304"/>
                    <a:pt x="92976" y="145744"/>
                  </a:cubicBezTo>
                  <a:cubicBezTo>
                    <a:pt x="96596" y="145851"/>
                    <a:pt x="99989" y="145982"/>
                    <a:pt x="103204" y="146161"/>
                  </a:cubicBezTo>
                  <a:cubicBezTo>
                    <a:pt x="103156" y="146375"/>
                    <a:pt x="103121" y="146601"/>
                    <a:pt x="103085" y="146828"/>
                  </a:cubicBezTo>
                  <a:cubicBezTo>
                    <a:pt x="104573" y="146685"/>
                    <a:pt x="106109" y="146554"/>
                    <a:pt x="107669" y="146447"/>
                  </a:cubicBezTo>
                  <a:cubicBezTo>
                    <a:pt x="109240" y="146554"/>
                    <a:pt x="110764" y="146685"/>
                    <a:pt x="112265" y="146828"/>
                  </a:cubicBezTo>
                  <a:cubicBezTo>
                    <a:pt x="112217" y="146601"/>
                    <a:pt x="112181" y="146375"/>
                    <a:pt x="112146" y="146161"/>
                  </a:cubicBezTo>
                  <a:cubicBezTo>
                    <a:pt x="115979" y="145947"/>
                    <a:pt x="120075" y="145792"/>
                    <a:pt x="124504" y="145697"/>
                  </a:cubicBezTo>
                  <a:cubicBezTo>
                    <a:pt x="125022" y="144156"/>
                    <a:pt x="125413" y="143165"/>
                    <a:pt x="125645" y="143165"/>
                  </a:cubicBezTo>
                  <a:cubicBezTo>
                    <a:pt x="125846" y="143165"/>
                    <a:pt x="125929" y="143902"/>
                    <a:pt x="125873" y="145661"/>
                  </a:cubicBezTo>
                  <a:cubicBezTo>
                    <a:pt x="126100" y="145661"/>
                    <a:pt x="126302" y="145661"/>
                    <a:pt x="126528" y="145649"/>
                  </a:cubicBezTo>
                  <a:cubicBezTo>
                    <a:pt x="127181" y="144357"/>
                    <a:pt x="127670" y="143321"/>
                    <a:pt x="127939" y="143321"/>
                  </a:cubicBezTo>
                  <a:cubicBezTo>
                    <a:pt x="128150" y="143321"/>
                    <a:pt x="128225" y="143963"/>
                    <a:pt x="128136" y="145625"/>
                  </a:cubicBezTo>
                  <a:cubicBezTo>
                    <a:pt x="130541" y="145589"/>
                    <a:pt x="133184" y="145554"/>
                    <a:pt x="135946" y="145530"/>
                  </a:cubicBezTo>
                  <a:cubicBezTo>
                    <a:pt x="138720" y="145554"/>
                    <a:pt x="141352" y="145589"/>
                    <a:pt x="143757" y="145625"/>
                  </a:cubicBezTo>
                  <a:cubicBezTo>
                    <a:pt x="143667" y="143963"/>
                    <a:pt x="143745" y="143321"/>
                    <a:pt x="143959" y="143321"/>
                  </a:cubicBezTo>
                  <a:cubicBezTo>
                    <a:pt x="144230" y="143321"/>
                    <a:pt x="144723" y="144357"/>
                    <a:pt x="145376" y="145649"/>
                  </a:cubicBezTo>
                  <a:cubicBezTo>
                    <a:pt x="145590" y="145661"/>
                    <a:pt x="145804" y="145661"/>
                    <a:pt x="146019" y="145661"/>
                  </a:cubicBezTo>
                  <a:cubicBezTo>
                    <a:pt x="145964" y="143902"/>
                    <a:pt x="146046" y="143165"/>
                    <a:pt x="146247" y="143165"/>
                  </a:cubicBezTo>
                  <a:cubicBezTo>
                    <a:pt x="146479" y="143165"/>
                    <a:pt x="146870" y="144156"/>
                    <a:pt x="147388" y="145697"/>
                  </a:cubicBezTo>
                  <a:cubicBezTo>
                    <a:pt x="151817" y="145792"/>
                    <a:pt x="155913" y="145947"/>
                    <a:pt x="159759" y="146161"/>
                  </a:cubicBezTo>
                  <a:cubicBezTo>
                    <a:pt x="159711" y="146375"/>
                    <a:pt x="159675" y="146601"/>
                    <a:pt x="159640" y="146828"/>
                  </a:cubicBezTo>
                  <a:cubicBezTo>
                    <a:pt x="161128" y="146685"/>
                    <a:pt x="162664" y="146554"/>
                    <a:pt x="164223" y="146447"/>
                  </a:cubicBezTo>
                  <a:cubicBezTo>
                    <a:pt x="165795" y="146554"/>
                    <a:pt x="167319" y="146685"/>
                    <a:pt x="168819" y="146828"/>
                  </a:cubicBezTo>
                  <a:cubicBezTo>
                    <a:pt x="168772" y="146601"/>
                    <a:pt x="168736" y="146375"/>
                    <a:pt x="168700" y="146161"/>
                  </a:cubicBezTo>
                  <a:cubicBezTo>
                    <a:pt x="171915" y="145982"/>
                    <a:pt x="175296" y="145851"/>
                    <a:pt x="178916" y="145744"/>
                  </a:cubicBezTo>
                  <a:cubicBezTo>
                    <a:pt x="179702" y="145304"/>
                    <a:pt x="180464" y="144792"/>
                    <a:pt x="181309" y="144435"/>
                  </a:cubicBezTo>
                  <a:lnTo>
                    <a:pt x="181309" y="144435"/>
                  </a:lnTo>
                  <a:cubicBezTo>
                    <a:pt x="181190" y="145256"/>
                    <a:pt x="181059" y="146054"/>
                    <a:pt x="180916" y="146816"/>
                  </a:cubicBezTo>
                  <a:cubicBezTo>
                    <a:pt x="186714" y="146268"/>
                    <a:pt x="193001" y="145947"/>
                    <a:pt x="200204" y="145744"/>
                  </a:cubicBezTo>
                  <a:cubicBezTo>
                    <a:pt x="200347" y="145661"/>
                    <a:pt x="200490" y="145578"/>
                    <a:pt x="200645" y="145494"/>
                  </a:cubicBezTo>
                  <a:cubicBezTo>
                    <a:pt x="201770" y="145488"/>
                    <a:pt x="202904" y="145485"/>
                    <a:pt x="204039" y="145485"/>
                  </a:cubicBezTo>
                  <a:cubicBezTo>
                    <a:pt x="205175" y="145485"/>
                    <a:pt x="206312" y="145488"/>
                    <a:pt x="207443" y="145494"/>
                  </a:cubicBezTo>
                  <a:cubicBezTo>
                    <a:pt x="207443" y="145530"/>
                    <a:pt x="207443" y="145566"/>
                    <a:pt x="207431" y="145601"/>
                  </a:cubicBezTo>
                  <a:cubicBezTo>
                    <a:pt x="209741" y="145566"/>
                    <a:pt x="212253" y="145542"/>
                    <a:pt x="214873" y="145518"/>
                  </a:cubicBezTo>
                  <a:cubicBezTo>
                    <a:pt x="218004" y="145542"/>
                    <a:pt x="220981" y="145578"/>
                    <a:pt x="223683" y="145625"/>
                  </a:cubicBezTo>
                  <a:cubicBezTo>
                    <a:pt x="223671" y="145578"/>
                    <a:pt x="223671" y="145530"/>
                    <a:pt x="223671" y="145494"/>
                  </a:cubicBezTo>
                  <a:cubicBezTo>
                    <a:pt x="224183" y="145494"/>
                    <a:pt x="224695" y="145482"/>
                    <a:pt x="225207" y="145482"/>
                  </a:cubicBezTo>
                  <a:cubicBezTo>
                    <a:pt x="225243" y="145542"/>
                    <a:pt x="225267" y="145601"/>
                    <a:pt x="225291" y="145649"/>
                  </a:cubicBezTo>
                  <a:cubicBezTo>
                    <a:pt x="225517" y="145661"/>
                    <a:pt x="225731" y="145661"/>
                    <a:pt x="225945" y="145661"/>
                  </a:cubicBezTo>
                  <a:cubicBezTo>
                    <a:pt x="225945" y="145601"/>
                    <a:pt x="225934" y="145542"/>
                    <a:pt x="225934" y="145482"/>
                  </a:cubicBezTo>
                  <a:cubicBezTo>
                    <a:pt x="226374" y="145482"/>
                    <a:pt x="226803" y="145482"/>
                    <a:pt x="227243" y="145494"/>
                  </a:cubicBezTo>
                  <a:cubicBezTo>
                    <a:pt x="227267" y="145554"/>
                    <a:pt x="227291" y="145625"/>
                    <a:pt x="227315" y="145697"/>
                  </a:cubicBezTo>
                  <a:cubicBezTo>
                    <a:pt x="235411" y="145875"/>
                    <a:pt x="242376" y="146220"/>
                    <a:pt x="248734" y="146816"/>
                  </a:cubicBezTo>
                  <a:cubicBezTo>
                    <a:pt x="248651" y="146363"/>
                    <a:pt x="248579" y="145899"/>
                    <a:pt x="248508" y="145423"/>
                  </a:cubicBezTo>
                  <a:lnTo>
                    <a:pt x="248508" y="145423"/>
                  </a:lnTo>
                  <a:cubicBezTo>
                    <a:pt x="248532" y="145506"/>
                    <a:pt x="248567" y="145601"/>
                    <a:pt x="248591" y="145697"/>
                  </a:cubicBezTo>
                  <a:cubicBezTo>
                    <a:pt x="256699" y="145875"/>
                    <a:pt x="263664" y="146220"/>
                    <a:pt x="270022" y="146816"/>
                  </a:cubicBezTo>
                  <a:cubicBezTo>
                    <a:pt x="268463" y="138065"/>
                    <a:pt x="268082" y="126123"/>
                    <a:pt x="268606" y="114598"/>
                  </a:cubicBezTo>
                  <a:cubicBezTo>
                    <a:pt x="267939" y="114478"/>
                    <a:pt x="263926" y="114038"/>
                    <a:pt x="266462" y="113466"/>
                  </a:cubicBezTo>
                  <a:cubicBezTo>
                    <a:pt x="266546" y="113288"/>
                    <a:pt x="266808" y="113347"/>
                    <a:pt x="266974" y="113312"/>
                  </a:cubicBezTo>
                  <a:cubicBezTo>
                    <a:pt x="267105" y="113205"/>
                    <a:pt x="267236" y="113109"/>
                    <a:pt x="267367" y="113002"/>
                  </a:cubicBezTo>
                  <a:cubicBezTo>
                    <a:pt x="267391" y="112954"/>
                    <a:pt x="267403" y="112919"/>
                    <a:pt x="267415" y="112871"/>
                  </a:cubicBezTo>
                  <a:cubicBezTo>
                    <a:pt x="258878" y="111740"/>
                    <a:pt x="264557" y="111323"/>
                    <a:pt x="268856" y="110121"/>
                  </a:cubicBezTo>
                  <a:cubicBezTo>
                    <a:pt x="268951" y="108668"/>
                    <a:pt x="269070" y="107228"/>
                    <a:pt x="269189" y="105811"/>
                  </a:cubicBezTo>
                  <a:cubicBezTo>
                    <a:pt x="269463" y="105846"/>
                    <a:pt x="269749" y="105870"/>
                    <a:pt x="270022" y="105894"/>
                  </a:cubicBezTo>
                  <a:cubicBezTo>
                    <a:pt x="269832" y="104834"/>
                    <a:pt x="269653" y="103727"/>
                    <a:pt x="269510" y="102584"/>
                  </a:cubicBezTo>
                  <a:cubicBezTo>
                    <a:pt x="270094" y="97036"/>
                    <a:pt x="270903" y="91940"/>
                    <a:pt x="271904" y="87809"/>
                  </a:cubicBezTo>
                  <a:lnTo>
                    <a:pt x="271904" y="87809"/>
                  </a:lnTo>
                  <a:cubicBezTo>
                    <a:pt x="270725" y="87928"/>
                    <a:pt x="269570" y="88047"/>
                    <a:pt x="268451" y="88154"/>
                  </a:cubicBezTo>
                  <a:cubicBezTo>
                    <a:pt x="268320" y="83427"/>
                    <a:pt x="268379" y="78510"/>
                    <a:pt x="268606" y="73664"/>
                  </a:cubicBezTo>
                  <a:cubicBezTo>
                    <a:pt x="267939" y="73557"/>
                    <a:pt x="263926" y="73104"/>
                    <a:pt x="266462" y="72545"/>
                  </a:cubicBezTo>
                  <a:cubicBezTo>
                    <a:pt x="266546" y="72366"/>
                    <a:pt x="266808" y="72426"/>
                    <a:pt x="266974" y="72390"/>
                  </a:cubicBezTo>
                  <a:cubicBezTo>
                    <a:pt x="267105" y="72283"/>
                    <a:pt x="267236" y="72176"/>
                    <a:pt x="267367" y="72069"/>
                  </a:cubicBezTo>
                  <a:cubicBezTo>
                    <a:pt x="267391" y="72033"/>
                    <a:pt x="267403" y="71985"/>
                    <a:pt x="267415" y="71949"/>
                  </a:cubicBezTo>
                  <a:cubicBezTo>
                    <a:pt x="258878" y="70818"/>
                    <a:pt x="264557" y="70402"/>
                    <a:pt x="268856" y="69199"/>
                  </a:cubicBezTo>
                  <a:cubicBezTo>
                    <a:pt x="269415" y="60770"/>
                    <a:pt x="270463" y="52840"/>
                    <a:pt x="271904" y="46875"/>
                  </a:cubicBezTo>
                  <a:lnTo>
                    <a:pt x="271904" y="46875"/>
                  </a:lnTo>
                  <a:cubicBezTo>
                    <a:pt x="270606" y="47006"/>
                    <a:pt x="269344" y="47137"/>
                    <a:pt x="268105" y="47256"/>
                  </a:cubicBezTo>
                  <a:cubicBezTo>
                    <a:pt x="267713" y="40803"/>
                    <a:pt x="267689" y="33719"/>
                    <a:pt x="268010" y="26789"/>
                  </a:cubicBezTo>
                  <a:cubicBezTo>
                    <a:pt x="267343" y="26670"/>
                    <a:pt x="263331" y="26230"/>
                    <a:pt x="265867" y="25658"/>
                  </a:cubicBezTo>
                  <a:cubicBezTo>
                    <a:pt x="265950" y="25479"/>
                    <a:pt x="266212" y="25539"/>
                    <a:pt x="266379" y="25503"/>
                  </a:cubicBezTo>
                  <a:cubicBezTo>
                    <a:pt x="266510" y="25396"/>
                    <a:pt x="266641" y="25301"/>
                    <a:pt x="266772" y="25194"/>
                  </a:cubicBezTo>
                  <a:cubicBezTo>
                    <a:pt x="266796" y="25146"/>
                    <a:pt x="266808" y="25110"/>
                    <a:pt x="266820" y="25063"/>
                  </a:cubicBezTo>
                  <a:cubicBezTo>
                    <a:pt x="258283" y="23932"/>
                    <a:pt x="263962" y="23515"/>
                    <a:pt x="268260" y="22312"/>
                  </a:cubicBezTo>
                  <a:cubicBezTo>
                    <a:pt x="268415" y="19919"/>
                    <a:pt x="268856" y="15300"/>
                    <a:pt x="268856" y="15300"/>
                  </a:cubicBezTo>
                  <a:lnTo>
                    <a:pt x="254901" y="1453"/>
                  </a:lnTo>
                  <a:cubicBezTo>
                    <a:pt x="254901" y="1453"/>
                    <a:pt x="251413" y="1679"/>
                    <a:pt x="249615" y="1774"/>
                  </a:cubicBezTo>
                  <a:cubicBezTo>
                    <a:pt x="249746" y="1167"/>
                    <a:pt x="249889" y="572"/>
                    <a:pt x="250020" y="0"/>
                  </a:cubicBezTo>
                  <a:lnTo>
                    <a:pt x="250020" y="0"/>
                  </a:lnTo>
                  <a:cubicBezTo>
                    <a:pt x="240828" y="929"/>
                    <a:pt x="233577" y="1572"/>
                    <a:pt x="225017" y="1929"/>
                  </a:cubicBezTo>
                  <a:cubicBezTo>
                    <a:pt x="224814" y="2179"/>
                    <a:pt x="224600" y="2441"/>
                    <a:pt x="224386" y="2715"/>
                  </a:cubicBezTo>
                  <a:cubicBezTo>
                    <a:pt x="223731" y="2953"/>
                    <a:pt x="223112" y="3274"/>
                    <a:pt x="222647" y="3751"/>
                  </a:cubicBezTo>
                  <a:cubicBezTo>
                    <a:pt x="222755" y="3346"/>
                    <a:pt x="222945" y="2774"/>
                    <a:pt x="223219" y="2000"/>
                  </a:cubicBezTo>
                  <a:cubicBezTo>
                    <a:pt x="223094" y="1992"/>
                    <a:pt x="222968" y="1988"/>
                    <a:pt x="222843" y="1988"/>
                  </a:cubicBezTo>
                  <a:cubicBezTo>
                    <a:pt x="221740" y="1988"/>
                    <a:pt x="220632" y="2285"/>
                    <a:pt x="219537" y="2285"/>
                  </a:cubicBezTo>
                  <a:cubicBezTo>
                    <a:pt x="219371" y="2285"/>
                    <a:pt x="219205" y="2278"/>
                    <a:pt x="219040" y="2262"/>
                  </a:cubicBezTo>
                  <a:cubicBezTo>
                    <a:pt x="218567" y="2506"/>
                    <a:pt x="218202" y="2952"/>
                    <a:pt x="217926" y="2952"/>
                  </a:cubicBezTo>
                  <a:cubicBezTo>
                    <a:pt x="217744" y="2952"/>
                    <a:pt x="217601" y="2757"/>
                    <a:pt x="217492" y="2179"/>
                  </a:cubicBezTo>
                  <a:cubicBezTo>
                    <a:pt x="216420" y="2203"/>
                    <a:pt x="215337" y="2227"/>
                    <a:pt x="214218" y="2239"/>
                  </a:cubicBezTo>
                  <a:cubicBezTo>
                    <a:pt x="210515" y="2179"/>
                    <a:pt x="207169" y="2084"/>
                    <a:pt x="204002" y="1965"/>
                  </a:cubicBezTo>
                  <a:cubicBezTo>
                    <a:pt x="203967" y="2131"/>
                    <a:pt x="203943" y="2298"/>
                    <a:pt x="203919" y="2453"/>
                  </a:cubicBezTo>
                  <a:cubicBezTo>
                    <a:pt x="203550" y="2560"/>
                    <a:pt x="203181" y="2679"/>
                    <a:pt x="202824" y="2822"/>
                  </a:cubicBezTo>
                  <a:cubicBezTo>
                    <a:pt x="202776" y="2548"/>
                    <a:pt x="202728" y="2239"/>
                    <a:pt x="202681" y="1905"/>
                  </a:cubicBezTo>
                  <a:cubicBezTo>
                    <a:pt x="194453" y="1524"/>
                    <a:pt x="187357" y="905"/>
                    <a:pt x="178440" y="0"/>
                  </a:cubicBezTo>
                  <a:lnTo>
                    <a:pt x="178440" y="0"/>
                  </a:lnTo>
                  <a:cubicBezTo>
                    <a:pt x="178582" y="572"/>
                    <a:pt x="178713" y="1167"/>
                    <a:pt x="178844" y="1774"/>
                  </a:cubicBezTo>
                  <a:cubicBezTo>
                    <a:pt x="175773" y="1607"/>
                    <a:pt x="172832" y="1417"/>
                    <a:pt x="169831" y="1179"/>
                  </a:cubicBezTo>
                  <a:cubicBezTo>
                    <a:pt x="169927" y="774"/>
                    <a:pt x="170010" y="381"/>
                    <a:pt x="170105" y="0"/>
                  </a:cubicBezTo>
                  <a:lnTo>
                    <a:pt x="170105" y="0"/>
                  </a:lnTo>
                  <a:cubicBezTo>
                    <a:pt x="167843" y="226"/>
                    <a:pt x="165700" y="441"/>
                    <a:pt x="163628" y="631"/>
                  </a:cubicBezTo>
                  <a:cubicBezTo>
                    <a:pt x="161556" y="441"/>
                    <a:pt x="159413" y="226"/>
                    <a:pt x="157163" y="0"/>
                  </a:cubicBezTo>
                  <a:lnTo>
                    <a:pt x="157163" y="0"/>
                  </a:lnTo>
                  <a:cubicBezTo>
                    <a:pt x="157246" y="381"/>
                    <a:pt x="157342" y="774"/>
                    <a:pt x="157425" y="1179"/>
                  </a:cubicBezTo>
                  <a:cubicBezTo>
                    <a:pt x="153377" y="1500"/>
                    <a:pt x="149400" y="1750"/>
                    <a:pt x="145102" y="1929"/>
                  </a:cubicBezTo>
                  <a:cubicBezTo>
                    <a:pt x="144154" y="3043"/>
                    <a:pt x="143049" y="4616"/>
                    <a:pt x="142712" y="4616"/>
                  </a:cubicBezTo>
                  <a:cubicBezTo>
                    <a:pt x="142491" y="4616"/>
                    <a:pt x="142601" y="3936"/>
                    <a:pt x="143304" y="2000"/>
                  </a:cubicBezTo>
                  <a:cubicBezTo>
                    <a:pt x="143179" y="1992"/>
                    <a:pt x="143053" y="1988"/>
                    <a:pt x="142928" y="1988"/>
                  </a:cubicBezTo>
                  <a:cubicBezTo>
                    <a:pt x="141825" y="1988"/>
                    <a:pt x="140718" y="2285"/>
                    <a:pt x="139622" y="2285"/>
                  </a:cubicBezTo>
                  <a:cubicBezTo>
                    <a:pt x="139456" y="2285"/>
                    <a:pt x="139290" y="2278"/>
                    <a:pt x="139125" y="2262"/>
                  </a:cubicBezTo>
                  <a:cubicBezTo>
                    <a:pt x="138780" y="2441"/>
                    <a:pt x="138494" y="2715"/>
                    <a:pt x="138256" y="2858"/>
                  </a:cubicBezTo>
                  <a:lnTo>
                    <a:pt x="138256" y="2250"/>
                  </a:lnTo>
                  <a:cubicBezTo>
                    <a:pt x="138030" y="2250"/>
                    <a:pt x="137803" y="2239"/>
                    <a:pt x="137589" y="2239"/>
                  </a:cubicBezTo>
                  <a:cubicBezTo>
                    <a:pt x="137577" y="2215"/>
                    <a:pt x="137577" y="2203"/>
                    <a:pt x="137565" y="2179"/>
                  </a:cubicBezTo>
                  <a:cubicBezTo>
                    <a:pt x="137041" y="2191"/>
                    <a:pt x="136494" y="2203"/>
                    <a:pt x="135946" y="2215"/>
                  </a:cubicBezTo>
                  <a:cubicBezTo>
                    <a:pt x="135410" y="2203"/>
                    <a:pt x="134863" y="2191"/>
                    <a:pt x="134327" y="2179"/>
                  </a:cubicBezTo>
                  <a:cubicBezTo>
                    <a:pt x="134327" y="2203"/>
                    <a:pt x="134327" y="2215"/>
                    <a:pt x="134315" y="2239"/>
                  </a:cubicBezTo>
                  <a:cubicBezTo>
                    <a:pt x="134089" y="2239"/>
                    <a:pt x="133874" y="2250"/>
                    <a:pt x="133648" y="2250"/>
                  </a:cubicBezTo>
                  <a:lnTo>
                    <a:pt x="133648" y="2858"/>
                  </a:lnTo>
                  <a:cubicBezTo>
                    <a:pt x="133410" y="2715"/>
                    <a:pt x="133124" y="2441"/>
                    <a:pt x="132779" y="2262"/>
                  </a:cubicBezTo>
                  <a:cubicBezTo>
                    <a:pt x="132604" y="2280"/>
                    <a:pt x="132429" y="2288"/>
                    <a:pt x="132254" y="2288"/>
                  </a:cubicBezTo>
                  <a:cubicBezTo>
                    <a:pt x="131165" y="2288"/>
                    <a:pt x="130064" y="1988"/>
                    <a:pt x="128968" y="1988"/>
                  </a:cubicBezTo>
                  <a:cubicBezTo>
                    <a:pt x="128845" y="1988"/>
                    <a:pt x="128723" y="1992"/>
                    <a:pt x="128600" y="2000"/>
                  </a:cubicBezTo>
                  <a:cubicBezTo>
                    <a:pt x="129303" y="3936"/>
                    <a:pt x="129413" y="4616"/>
                    <a:pt x="129192" y="4616"/>
                  </a:cubicBezTo>
                  <a:cubicBezTo>
                    <a:pt x="128855" y="4616"/>
                    <a:pt x="127750" y="3043"/>
                    <a:pt x="126802" y="1929"/>
                  </a:cubicBezTo>
                  <a:cubicBezTo>
                    <a:pt x="122492" y="1750"/>
                    <a:pt x="118527" y="1500"/>
                    <a:pt x="114467" y="1179"/>
                  </a:cubicBezTo>
                  <a:cubicBezTo>
                    <a:pt x="114562" y="774"/>
                    <a:pt x="114646" y="381"/>
                    <a:pt x="114741" y="0"/>
                  </a:cubicBezTo>
                  <a:lnTo>
                    <a:pt x="114741" y="0"/>
                  </a:lnTo>
                  <a:cubicBezTo>
                    <a:pt x="112491" y="226"/>
                    <a:pt x="110348" y="441"/>
                    <a:pt x="108276" y="631"/>
                  </a:cubicBezTo>
                  <a:cubicBezTo>
                    <a:pt x="106192" y="441"/>
                    <a:pt x="104061" y="226"/>
                    <a:pt x="101799" y="0"/>
                  </a:cubicBezTo>
                  <a:lnTo>
                    <a:pt x="101799" y="0"/>
                  </a:lnTo>
                  <a:cubicBezTo>
                    <a:pt x="101894" y="381"/>
                    <a:pt x="101978" y="774"/>
                    <a:pt x="102073" y="1179"/>
                  </a:cubicBezTo>
                  <a:cubicBezTo>
                    <a:pt x="99072" y="1417"/>
                    <a:pt x="96132" y="1607"/>
                    <a:pt x="93060" y="1774"/>
                  </a:cubicBezTo>
                  <a:cubicBezTo>
                    <a:pt x="93191" y="1167"/>
                    <a:pt x="93322" y="572"/>
                    <a:pt x="93465" y="0"/>
                  </a:cubicBezTo>
                  <a:lnTo>
                    <a:pt x="93465" y="0"/>
                  </a:lnTo>
                  <a:cubicBezTo>
                    <a:pt x="84535" y="905"/>
                    <a:pt x="77439" y="1524"/>
                    <a:pt x="69212" y="1905"/>
                  </a:cubicBezTo>
                  <a:cubicBezTo>
                    <a:pt x="69164" y="2239"/>
                    <a:pt x="69116" y="2548"/>
                    <a:pt x="69081" y="2822"/>
                  </a:cubicBezTo>
                  <a:cubicBezTo>
                    <a:pt x="68723" y="2667"/>
                    <a:pt x="68342" y="2548"/>
                    <a:pt x="67973" y="2453"/>
                  </a:cubicBezTo>
                  <a:cubicBezTo>
                    <a:pt x="67950" y="2298"/>
                    <a:pt x="67926" y="2131"/>
                    <a:pt x="67902" y="1953"/>
                  </a:cubicBezTo>
                  <a:cubicBezTo>
                    <a:pt x="64735" y="2084"/>
                    <a:pt x="61377" y="2179"/>
                    <a:pt x="57686" y="2239"/>
                  </a:cubicBezTo>
                  <a:cubicBezTo>
                    <a:pt x="56567" y="2227"/>
                    <a:pt x="55472" y="2203"/>
                    <a:pt x="54412" y="2179"/>
                  </a:cubicBezTo>
                  <a:cubicBezTo>
                    <a:pt x="54303" y="2757"/>
                    <a:pt x="54160" y="2952"/>
                    <a:pt x="53977" y="2952"/>
                  </a:cubicBezTo>
                  <a:cubicBezTo>
                    <a:pt x="53701" y="2952"/>
                    <a:pt x="53333" y="2506"/>
                    <a:pt x="52852" y="2262"/>
                  </a:cubicBezTo>
                  <a:cubicBezTo>
                    <a:pt x="52687" y="2278"/>
                    <a:pt x="52522" y="2285"/>
                    <a:pt x="52356" y="2285"/>
                  </a:cubicBezTo>
                  <a:cubicBezTo>
                    <a:pt x="51262" y="2285"/>
                    <a:pt x="50161" y="1988"/>
                    <a:pt x="49052" y="1988"/>
                  </a:cubicBezTo>
                  <a:cubicBezTo>
                    <a:pt x="48926" y="1988"/>
                    <a:pt x="48800" y="1992"/>
                    <a:pt x="48673" y="2000"/>
                  </a:cubicBezTo>
                  <a:cubicBezTo>
                    <a:pt x="48959" y="2774"/>
                    <a:pt x="49138" y="3346"/>
                    <a:pt x="49257" y="3751"/>
                  </a:cubicBezTo>
                  <a:cubicBezTo>
                    <a:pt x="48792" y="3274"/>
                    <a:pt x="48173" y="2953"/>
                    <a:pt x="47518" y="2703"/>
                  </a:cubicBezTo>
                  <a:cubicBezTo>
                    <a:pt x="47304" y="2441"/>
                    <a:pt x="47090" y="2179"/>
                    <a:pt x="46875" y="1929"/>
                  </a:cubicBezTo>
                  <a:cubicBezTo>
                    <a:pt x="38315" y="1572"/>
                    <a:pt x="31064" y="929"/>
                    <a:pt x="21872" y="0"/>
                  </a:cubicBezTo>
                  <a:lnTo>
                    <a:pt x="21872" y="0"/>
                  </a:lnTo>
                  <a:cubicBezTo>
                    <a:pt x="22015" y="572"/>
                    <a:pt x="22146" y="1167"/>
                    <a:pt x="22277" y="1774"/>
                  </a:cubicBezTo>
                  <a:cubicBezTo>
                    <a:pt x="15098" y="1393"/>
                    <a:pt x="8573" y="810"/>
                    <a:pt x="5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33"/>
            <p:cNvSpPr/>
            <p:nvPr/>
          </p:nvSpPr>
          <p:spPr>
            <a:xfrm>
              <a:off x="283950" y="193150"/>
              <a:ext cx="8615526" cy="4752359"/>
            </a:xfrm>
            <a:custGeom>
              <a:rect b="b" l="l" r="r" t="t"/>
              <a:pathLst>
                <a:path extrusionOk="0" h="146757" w="269046">
                  <a:moveTo>
                    <a:pt x="21241" y="131"/>
                  </a:moveTo>
                  <a:cubicBezTo>
                    <a:pt x="20884" y="346"/>
                    <a:pt x="20527" y="572"/>
                    <a:pt x="20170" y="798"/>
                  </a:cubicBezTo>
                  <a:cubicBezTo>
                    <a:pt x="20217" y="953"/>
                    <a:pt x="20253" y="1120"/>
                    <a:pt x="20289" y="1286"/>
                  </a:cubicBezTo>
                  <a:cubicBezTo>
                    <a:pt x="20860" y="929"/>
                    <a:pt x="21432" y="560"/>
                    <a:pt x="22015" y="203"/>
                  </a:cubicBezTo>
                  <a:cubicBezTo>
                    <a:pt x="21753" y="179"/>
                    <a:pt x="21503" y="155"/>
                    <a:pt x="21241" y="131"/>
                  </a:cubicBezTo>
                  <a:close/>
                  <a:moveTo>
                    <a:pt x="18777" y="1691"/>
                  </a:moveTo>
                  <a:cubicBezTo>
                    <a:pt x="18515" y="1858"/>
                    <a:pt x="18265" y="2012"/>
                    <a:pt x="18015" y="2179"/>
                  </a:cubicBezTo>
                  <a:cubicBezTo>
                    <a:pt x="11788" y="6263"/>
                    <a:pt x="6156" y="10644"/>
                    <a:pt x="1155" y="15252"/>
                  </a:cubicBezTo>
                  <a:cubicBezTo>
                    <a:pt x="1179" y="15455"/>
                    <a:pt x="1203" y="15657"/>
                    <a:pt x="1215" y="15848"/>
                  </a:cubicBezTo>
                  <a:cubicBezTo>
                    <a:pt x="6263" y="11156"/>
                    <a:pt x="11966" y="6727"/>
                    <a:pt x="18277" y="2584"/>
                  </a:cubicBezTo>
                  <a:cubicBezTo>
                    <a:pt x="18705" y="2298"/>
                    <a:pt x="19146" y="2012"/>
                    <a:pt x="19574" y="1739"/>
                  </a:cubicBezTo>
                  <a:cubicBezTo>
                    <a:pt x="19312" y="1727"/>
                    <a:pt x="19039" y="1703"/>
                    <a:pt x="18777" y="1691"/>
                  </a:cubicBezTo>
                  <a:close/>
                  <a:moveTo>
                    <a:pt x="257199" y="5608"/>
                  </a:moveTo>
                  <a:cubicBezTo>
                    <a:pt x="259819" y="11180"/>
                    <a:pt x="262128" y="16943"/>
                    <a:pt x="264105" y="22884"/>
                  </a:cubicBezTo>
                  <a:cubicBezTo>
                    <a:pt x="264307" y="22836"/>
                    <a:pt x="264522" y="22789"/>
                    <a:pt x="264736" y="22741"/>
                  </a:cubicBezTo>
                  <a:cubicBezTo>
                    <a:pt x="262950" y="17360"/>
                    <a:pt x="260890" y="12085"/>
                    <a:pt x="258557" y="6942"/>
                  </a:cubicBezTo>
                  <a:lnTo>
                    <a:pt x="257199" y="5608"/>
                  </a:lnTo>
                  <a:close/>
                  <a:moveTo>
                    <a:pt x="234685" y="1239"/>
                  </a:moveTo>
                  <a:cubicBezTo>
                    <a:pt x="234423" y="1262"/>
                    <a:pt x="234149" y="1286"/>
                    <a:pt x="233887" y="1298"/>
                  </a:cubicBezTo>
                  <a:cubicBezTo>
                    <a:pt x="234554" y="1727"/>
                    <a:pt x="235220" y="2143"/>
                    <a:pt x="235875" y="2584"/>
                  </a:cubicBezTo>
                  <a:cubicBezTo>
                    <a:pt x="245662" y="9001"/>
                    <a:pt x="253961" y="16145"/>
                    <a:pt x="260676" y="23813"/>
                  </a:cubicBezTo>
                  <a:cubicBezTo>
                    <a:pt x="260783" y="23741"/>
                    <a:pt x="260938" y="23682"/>
                    <a:pt x="261140" y="23610"/>
                  </a:cubicBezTo>
                  <a:cubicBezTo>
                    <a:pt x="254377" y="15871"/>
                    <a:pt x="246007" y="8656"/>
                    <a:pt x="236137" y="2179"/>
                  </a:cubicBezTo>
                  <a:cubicBezTo>
                    <a:pt x="235649" y="1870"/>
                    <a:pt x="235173" y="1548"/>
                    <a:pt x="234685" y="1239"/>
                  </a:cubicBezTo>
                  <a:close/>
                  <a:moveTo>
                    <a:pt x="264807" y="25051"/>
                  </a:moveTo>
                  <a:lnTo>
                    <a:pt x="264867" y="25218"/>
                  </a:lnTo>
                  <a:cubicBezTo>
                    <a:pt x="264879" y="25218"/>
                    <a:pt x="264879" y="25206"/>
                    <a:pt x="264891" y="25194"/>
                  </a:cubicBezTo>
                  <a:cubicBezTo>
                    <a:pt x="264914" y="25158"/>
                    <a:pt x="264926" y="25111"/>
                    <a:pt x="264938" y="25075"/>
                  </a:cubicBezTo>
                  <a:cubicBezTo>
                    <a:pt x="264891" y="25063"/>
                    <a:pt x="264855" y="25063"/>
                    <a:pt x="264807" y="25051"/>
                  </a:cubicBezTo>
                  <a:close/>
                  <a:moveTo>
                    <a:pt x="265319" y="26670"/>
                  </a:moveTo>
                  <a:lnTo>
                    <a:pt x="265319" y="26670"/>
                  </a:lnTo>
                  <a:cubicBezTo>
                    <a:pt x="265557" y="27480"/>
                    <a:pt x="265807" y="28290"/>
                    <a:pt x="266034" y="29099"/>
                  </a:cubicBezTo>
                  <a:cubicBezTo>
                    <a:pt x="266057" y="28444"/>
                    <a:pt x="266081" y="27789"/>
                    <a:pt x="266117" y="27135"/>
                  </a:cubicBezTo>
                  <a:cubicBezTo>
                    <a:pt x="266081" y="27016"/>
                    <a:pt x="266046" y="26896"/>
                    <a:pt x="266010" y="26777"/>
                  </a:cubicBezTo>
                  <a:cubicBezTo>
                    <a:pt x="265843" y="26754"/>
                    <a:pt x="265593" y="26718"/>
                    <a:pt x="265319" y="26670"/>
                  </a:cubicBezTo>
                  <a:close/>
                  <a:moveTo>
                    <a:pt x="261188" y="24408"/>
                  </a:moveTo>
                  <a:lnTo>
                    <a:pt x="261188" y="24408"/>
                  </a:lnTo>
                  <a:cubicBezTo>
                    <a:pt x="262902" y="26396"/>
                    <a:pt x="264498" y="28409"/>
                    <a:pt x="265998" y="30456"/>
                  </a:cubicBezTo>
                  <a:cubicBezTo>
                    <a:pt x="265998" y="30195"/>
                    <a:pt x="266010" y="29944"/>
                    <a:pt x="266022" y="29683"/>
                  </a:cubicBezTo>
                  <a:cubicBezTo>
                    <a:pt x="265153" y="28516"/>
                    <a:pt x="264260" y="27361"/>
                    <a:pt x="263331" y="26218"/>
                  </a:cubicBezTo>
                  <a:cubicBezTo>
                    <a:pt x="263200" y="26158"/>
                    <a:pt x="263140" y="26087"/>
                    <a:pt x="263164" y="26015"/>
                  </a:cubicBezTo>
                  <a:cubicBezTo>
                    <a:pt x="262771" y="25539"/>
                    <a:pt x="262378" y="25075"/>
                    <a:pt x="261986" y="24599"/>
                  </a:cubicBezTo>
                  <a:cubicBezTo>
                    <a:pt x="261664" y="24539"/>
                    <a:pt x="261402" y="24468"/>
                    <a:pt x="261188" y="24408"/>
                  </a:cubicBezTo>
                  <a:close/>
                  <a:moveTo>
                    <a:pt x="127076" y="17431"/>
                  </a:moveTo>
                  <a:cubicBezTo>
                    <a:pt x="133339" y="17431"/>
                    <a:pt x="139506" y="17574"/>
                    <a:pt x="145578" y="17848"/>
                  </a:cubicBezTo>
                  <a:cubicBezTo>
                    <a:pt x="146150" y="29278"/>
                    <a:pt x="146554" y="41363"/>
                    <a:pt x="146769" y="53924"/>
                  </a:cubicBezTo>
                  <a:cubicBezTo>
                    <a:pt x="140292" y="53816"/>
                    <a:pt x="133720" y="53769"/>
                    <a:pt x="127076" y="53769"/>
                  </a:cubicBezTo>
                  <a:cubicBezTo>
                    <a:pt x="120432" y="53769"/>
                    <a:pt x="113860" y="53816"/>
                    <a:pt x="107371" y="53924"/>
                  </a:cubicBezTo>
                  <a:cubicBezTo>
                    <a:pt x="107585" y="41363"/>
                    <a:pt x="107990" y="29278"/>
                    <a:pt x="108562" y="17848"/>
                  </a:cubicBezTo>
                  <a:cubicBezTo>
                    <a:pt x="114634" y="17574"/>
                    <a:pt x="120813" y="17431"/>
                    <a:pt x="127076" y="17431"/>
                  </a:cubicBezTo>
                  <a:close/>
                  <a:moveTo>
                    <a:pt x="108359" y="17848"/>
                  </a:moveTo>
                  <a:cubicBezTo>
                    <a:pt x="107776" y="29385"/>
                    <a:pt x="107371" y="41482"/>
                    <a:pt x="107169" y="53924"/>
                  </a:cubicBezTo>
                  <a:cubicBezTo>
                    <a:pt x="94727" y="54138"/>
                    <a:pt x="82630" y="54531"/>
                    <a:pt x="71093" y="55114"/>
                  </a:cubicBezTo>
                  <a:cubicBezTo>
                    <a:pt x="71617" y="43244"/>
                    <a:pt x="72640" y="31766"/>
                    <a:pt x="74117" y="20872"/>
                  </a:cubicBezTo>
                  <a:cubicBezTo>
                    <a:pt x="85011" y="19407"/>
                    <a:pt x="96477" y="18384"/>
                    <a:pt x="108359" y="17848"/>
                  </a:cubicBezTo>
                  <a:close/>
                  <a:moveTo>
                    <a:pt x="145792" y="17860"/>
                  </a:moveTo>
                  <a:lnTo>
                    <a:pt x="145792" y="17860"/>
                  </a:lnTo>
                  <a:cubicBezTo>
                    <a:pt x="157675" y="18384"/>
                    <a:pt x="169141" y="19407"/>
                    <a:pt x="180035" y="20884"/>
                  </a:cubicBezTo>
                  <a:cubicBezTo>
                    <a:pt x="181499" y="31766"/>
                    <a:pt x="182523" y="43244"/>
                    <a:pt x="183059" y="55114"/>
                  </a:cubicBezTo>
                  <a:cubicBezTo>
                    <a:pt x="171522" y="54531"/>
                    <a:pt x="159425" y="54138"/>
                    <a:pt x="146983" y="53924"/>
                  </a:cubicBezTo>
                  <a:cubicBezTo>
                    <a:pt x="146781" y="41482"/>
                    <a:pt x="146376" y="29385"/>
                    <a:pt x="145792" y="17860"/>
                  </a:cubicBezTo>
                  <a:close/>
                  <a:moveTo>
                    <a:pt x="73724" y="20931"/>
                  </a:moveTo>
                  <a:lnTo>
                    <a:pt x="73724" y="20931"/>
                  </a:lnTo>
                  <a:cubicBezTo>
                    <a:pt x="72259" y="31909"/>
                    <a:pt x="71247" y="43375"/>
                    <a:pt x="70724" y="55138"/>
                  </a:cubicBezTo>
                  <a:cubicBezTo>
                    <a:pt x="54805" y="55948"/>
                    <a:pt x="39958" y="57103"/>
                    <a:pt x="26742" y="58579"/>
                  </a:cubicBezTo>
                  <a:cubicBezTo>
                    <a:pt x="27373" y="48816"/>
                    <a:pt x="28599" y="39255"/>
                    <a:pt x="30397" y="29992"/>
                  </a:cubicBezTo>
                  <a:cubicBezTo>
                    <a:pt x="43292" y="26158"/>
                    <a:pt x="57901" y="23086"/>
                    <a:pt x="73724" y="20931"/>
                  </a:cubicBezTo>
                  <a:close/>
                  <a:moveTo>
                    <a:pt x="180416" y="20931"/>
                  </a:moveTo>
                  <a:lnTo>
                    <a:pt x="180416" y="20931"/>
                  </a:lnTo>
                  <a:cubicBezTo>
                    <a:pt x="196251" y="23086"/>
                    <a:pt x="210860" y="26170"/>
                    <a:pt x="223755" y="29992"/>
                  </a:cubicBezTo>
                  <a:cubicBezTo>
                    <a:pt x="225552" y="39255"/>
                    <a:pt x="226779" y="48816"/>
                    <a:pt x="227410" y="58579"/>
                  </a:cubicBezTo>
                  <a:cubicBezTo>
                    <a:pt x="214194" y="57103"/>
                    <a:pt x="199335" y="55948"/>
                    <a:pt x="183416" y="55138"/>
                  </a:cubicBezTo>
                  <a:cubicBezTo>
                    <a:pt x="182904" y="43375"/>
                    <a:pt x="181892" y="31909"/>
                    <a:pt x="180416" y="20931"/>
                  </a:cubicBezTo>
                  <a:close/>
                  <a:moveTo>
                    <a:pt x="70724" y="55352"/>
                  </a:moveTo>
                  <a:cubicBezTo>
                    <a:pt x="70450" y="61436"/>
                    <a:pt x="70319" y="67616"/>
                    <a:pt x="70319" y="73843"/>
                  </a:cubicBezTo>
                  <a:cubicBezTo>
                    <a:pt x="70319" y="80070"/>
                    <a:pt x="70450" y="86237"/>
                    <a:pt x="70724" y="92321"/>
                  </a:cubicBezTo>
                  <a:cubicBezTo>
                    <a:pt x="54543" y="91500"/>
                    <a:pt x="39696" y="90333"/>
                    <a:pt x="26730" y="88892"/>
                  </a:cubicBezTo>
                  <a:cubicBezTo>
                    <a:pt x="26420" y="83915"/>
                    <a:pt x="26254" y="78891"/>
                    <a:pt x="26254" y="73843"/>
                  </a:cubicBezTo>
                  <a:cubicBezTo>
                    <a:pt x="26254" y="68783"/>
                    <a:pt x="26420" y="63758"/>
                    <a:pt x="26730" y="58781"/>
                  </a:cubicBezTo>
                  <a:cubicBezTo>
                    <a:pt x="39696" y="57341"/>
                    <a:pt x="54543" y="56174"/>
                    <a:pt x="70724" y="55352"/>
                  </a:cubicBezTo>
                  <a:close/>
                  <a:moveTo>
                    <a:pt x="183428" y="55352"/>
                  </a:moveTo>
                  <a:cubicBezTo>
                    <a:pt x="199609" y="56174"/>
                    <a:pt x="214444" y="57341"/>
                    <a:pt x="227410" y="58781"/>
                  </a:cubicBezTo>
                  <a:cubicBezTo>
                    <a:pt x="227731" y="63758"/>
                    <a:pt x="227886" y="68783"/>
                    <a:pt x="227886" y="73843"/>
                  </a:cubicBezTo>
                  <a:cubicBezTo>
                    <a:pt x="227886" y="78903"/>
                    <a:pt x="227731" y="83915"/>
                    <a:pt x="227410" y="88892"/>
                  </a:cubicBezTo>
                  <a:cubicBezTo>
                    <a:pt x="214444" y="90333"/>
                    <a:pt x="199609" y="91500"/>
                    <a:pt x="183428" y="92321"/>
                  </a:cubicBezTo>
                  <a:cubicBezTo>
                    <a:pt x="183690" y="86237"/>
                    <a:pt x="183833" y="80070"/>
                    <a:pt x="183833" y="73843"/>
                  </a:cubicBezTo>
                  <a:cubicBezTo>
                    <a:pt x="183833" y="67616"/>
                    <a:pt x="183690" y="61436"/>
                    <a:pt x="183428" y="55352"/>
                  </a:cubicBezTo>
                  <a:close/>
                  <a:moveTo>
                    <a:pt x="107157" y="54138"/>
                  </a:moveTo>
                  <a:cubicBezTo>
                    <a:pt x="107050" y="60627"/>
                    <a:pt x="107002" y="67199"/>
                    <a:pt x="107002" y="73843"/>
                  </a:cubicBezTo>
                  <a:cubicBezTo>
                    <a:pt x="107002" y="80475"/>
                    <a:pt x="107050" y="87047"/>
                    <a:pt x="107157" y="93536"/>
                  </a:cubicBezTo>
                  <a:cubicBezTo>
                    <a:pt x="94596" y="93321"/>
                    <a:pt x="82511" y="92917"/>
                    <a:pt x="71081" y="92345"/>
                  </a:cubicBezTo>
                  <a:cubicBezTo>
                    <a:pt x="70807" y="86273"/>
                    <a:pt x="70676" y="80105"/>
                    <a:pt x="70676" y="73843"/>
                  </a:cubicBezTo>
                  <a:cubicBezTo>
                    <a:pt x="70676" y="67580"/>
                    <a:pt x="70807" y="61401"/>
                    <a:pt x="71081" y="55329"/>
                  </a:cubicBezTo>
                  <a:cubicBezTo>
                    <a:pt x="82511" y="54757"/>
                    <a:pt x="94596" y="54352"/>
                    <a:pt x="107157" y="54138"/>
                  </a:cubicBezTo>
                  <a:close/>
                  <a:moveTo>
                    <a:pt x="146983" y="54138"/>
                  </a:moveTo>
                  <a:cubicBezTo>
                    <a:pt x="159544" y="54352"/>
                    <a:pt x="171641" y="54757"/>
                    <a:pt x="183071" y="55329"/>
                  </a:cubicBezTo>
                  <a:cubicBezTo>
                    <a:pt x="183333" y="61401"/>
                    <a:pt x="183476" y="67568"/>
                    <a:pt x="183476" y="73831"/>
                  </a:cubicBezTo>
                  <a:cubicBezTo>
                    <a:pt x="183476" y="80094"/>
                    <a:pt x="183333" y="86273"/>
                    <a:pt x="183071" y="92345"/>
                  </a:cubicBezTo>
                  <a:cubicBezTo>
                    <a:pt x="171641" y="92917"/>
                    <a:pt x="159544" y="93321"/>
                    <a:pt x="146983" y="93536"/>
                  </a:cubicBezTo>
                  <a:cubicBezTo>
                    <a:pt x="147090" y="87047"/>
                    <a:pt x="147150" y="80475"/>
                    <a:pt x="147150" y="73843"/>
                  </a:cubicBezTo>
                  <a:cubicBezTo>
                    <a:pt x="147150" y="67199"/>
                    <a:pt x="147090" y="60627"/>
                    <a:pt x="146983" y="54138"/>
                  </a:cubicBezTo>
                  <a:close/>
                  <a:moveTo>
                    <a:pt x="127076" y="53971"/>
                  </a:moveTo>
                  <a:cubicBezTo>
                    <a:pt x="133743" y="53971"/>
                    <a:pt x="140327" y="54031"/>
                    <a:pt x="146781" y="54138"/>
                  </a:cubicBezTo>
                  <a:cubicBezTo>
                    <a:pt x="146876" y="60591"/>
                    <a:pt x="146935" y="67163"/>
                    <a:pt x="146935" y="73843"/>
                  </a:cubicBezTo>
                  <a:cubicBezTo>
                    <a:pt x="146935" y="80510"/>
                    <a:pt x="146888" y="87082"/>
                    <a:pt x="146781" y="93536"/>
                  </a:cubicBezTo>
                  <a:cubicBezTo>
                    <a:pt x="140327" y="93643"/>
                    <a:pt x="133743" y="93702"/>
                    <a:pt x="127076" y="93702"/>
                  </a:cubicBezTo>
                  <a:cubicBezTo>
                    <a:pt x="120396" y="93702"/>
                    <a:pt x="113824" y="93643"/>
                    <a:pt x="107371" y="93536"/>
                  </a:cubicBezTo>
                  <a:cubicBezTo>
                    <a:pt x="107264" y="87082"/>
                    <a:pt x="107204" y="80510"/>
                    <a:pt x="107204" y="73843"/>
                  </a:cubicBezTo>
                  <a:cubicBezTo>
                    <a:pt x="107204" y="67163"/>
                    <a:pt x="107264" y="60591"/>
                    <a:pt x="107371" y="54138"/>
                  </a:cubicBezTo>
                  <a:cubicBezTo>
                    <a:pt x="113824" y="54031"/>
                    <a:pt x="120396" y="53971"/>
                    <a:pt x="127076" y="53971"/>
                  </a:cubicBezTo>
                  <a:close/>
                  <a:moveTo>
                    <a:pt x="48" y="105632"/>
                  </a:moveTo>
                  <a:cubicBezTo>
                    <a:pt x="36" y="105716"/>
                    <a:pt x="12" y="105811"/>
                    <a:pt x="0" y="105894"/>
                  </a:cubicBezTo>
                  <a:cubicBezTo>
                    <a:pt x="155" y="105882"/>
                    <a:pt x="310" y="105870"/>
                    <a:pt x="477" y="105859"/>
                  </a:cubicBezTo>
                  <a:cubicBezTo>
                    <a:pt x="334" y="105775"/>
                    <a:pt x="191" y="105704"/>
                    <a:pt x="48" y="105632"/>
                  </a:cubicBezTo>
                  <a:close/>
                  <a:moveTo>
                    <a:pt x="26742" y="89095"/>
                  </a:moveTo>
                  <a:cubicBezTo>
                    <a:pt x="39958" y="90571"/>
                    <a:pt x="54805" y="91726"/>
                    <a:pt x="70724" y="92536"/>
                  </a:cubicBezTo>
                  <a:cubicBezTo>
                    <a:pt x="71247" y="104299"/>
                    <a:pt x="72259" y="115765"/>
                    <a:pt x="73724" y="126742"/>
                  </a:cubicBezTo>
                  <a:cubicBezTo>
                    <a:pt x="57901" y="124587"/>
                    <a:pt x="43292" y="121515"/>
                    <a:pt x="30397" y="117681"/>
                  </a:cubicBezTo>
                  <a:cubicBezTo>
                    <a:pt x="28599" y="108418"/>
                    <a:pt x="27373" y="98858"/>
                    <a:pt x="26742" y="89095"/>
                  </a:cubicBezTo>
                  <a:close/>
                  <a:moveTo>
                    <a:pt x="227410" y="89095"/>
                  </a:moveTo>
                  <a:cubicBezTo>
                    <a:pt x="226779" y="98858"/>
                    <a:pt x="225552" y="108418"/>
                    <a:pt x="223755" y="117681"/>
                  </a:cubicBezTo>
                  <a:cubicBezTo>
                    <a:pt x="210860" y="121515"/>
                    <a:pt x="196251" y="124587"/>
                    <a:pt x="180416" y="126742"/>
                  </a:cubicBezTo>
                  <a:cubicBezTo>
                    <a:pt x="181892" y="115765"/>
                    <a:pt x="182904" y="104299"/>
                    <a:pt x="183416" y="92536"/>
                  </a:cubicBezTo>
                  <a:cubicBezTo>
                    <a:pt x="199347" y="91726"/>
                    <a:pt x="214194" y="90571"/>
                    <a:pt x="227410" y="89095"/>
                  </a:cubicBezTo>
                  <a:close/>
                  <a:moveTo>
                    <a:pt x="71093" y="92559"/>
                  </a:moveTo>
                  <a:lnTo>
                    <a:pt x="71093" y="92559"/>
                  </a:lnTo>
                  <a:cubicBezTo>
                    <a:pt x="82630" y="93143"/>
                    <a:pt x="94715" y="93536"/>
                    <a:pt x="107169" y="93750"/>
                  </a:cubicBezTo>
                  <a:cubicBezTo>
                    <a:pt x="107371" y="106192"/>
                    <a:pt x="107776" y="118289"/>
                    <a:pt x="108347" y="129826"/>
                  </a:cubicBezTo>
                  <a:cubicBezTo>
                    <a:pt x="96477" y="129290"/>
                    <a:pt x="85011" y="128266"/>
                    <a:pt x="74117" y="126790"/>
                  </a:cubicBezTo>
                  <a:cubicBezTo>
                    <a:pt x="72640" y="115907"/>
                    <a:pt x="71617" y="104442"/>
                    <a:pt x="71093" y="92559"/>
                  </a:cubicBezTo>
                  <a:close/>
                  <a:moveTo>
                    <a:pt x="183059" y="92559"/>
                  </a:moveTo>
                  <a:lnTo>
                    <a:pt x="183059" y="92559"/>
                  </a:lnTo>
                  <a:cubicBezTo>
                    <a:pt x="182523" y="104442"/>
                    <a:pt x="181499" y="115907"/>
                    <a:pt x="180035" y="126802"/>
                  </a:cubicBezTo>
                  <a:cubicBezTo>
                    <a:pt x="169141" y="128266"/>
                    <a:pt x="157675" y="129290"/>
                    <a:pt x="145792" y="129826"/>
                  </a:cubicBezTo>
                  <a:cubicBezTo>
                    <a:pt x="146376" y="118289"/>
                    <a:pt x="146769" y="106192"/>
                    <a:pt x="146983" y="93750"/>
                  </a:cubicBezTo>
                  <a:cubicBezTo>
                    <a:pt x="159425" y="93536"/>
                    <a:pt x="171522" y="93143"/>
                    <a:pt x="183059" y="92559"/>
                  </a:cubicBezTo>
                  <a:close/>
                  <a:moveTo>
                    <a:pt x="107371" y="93750"/>
                  </a:moveTo>
                  <a:cubicBezTo>
                    <a:pt x="113860" y="93857"/>
                    <a:pt x="120432" y="93917"/>
                    <a:pt x="127076" y="93917"/>
                  </a:cubicBezTo>
                  <a:cubicBezTo>
                    <a:pt x="133708" y="93917"/>
                    <a:pt x="140292" y="93857"/>
                    <a:pt x="146769" y="93750"/>
                  </a:cubicBezTo>
                  <a:lnTo>
                    <a:pt x="146769" y="93750"/>
                  </a:lnTo>
                  <a:cubicBezTo>
                    <a:pt x="146566" y="106311"/>
                    <a:pt x="146150" y="118396"/>
                    <a:pt x="145578" y="129826"/>
                  </a:cubicBezTo>
                  <a:cubicBezTo>
                    <a:pt x="139506" y="130100"/>
                    <a:pt x="133339" y="130243"/>
                    <a:pt x="127076" y="130243"/>
                  </a:cubicBezTo>
                  <a:cubicBezTo>
                    <a:pt x="120813" y="130243"/>
                    <a:pt x="114634" y="130100"/>
                    <a:pt x="108574" y="129826"/>
                  </a:cubicBezTo>
                  <a:cubicBezTo>
                    <a:pt x="107990" y="118396"/>
                    <a:pt x="107585" y="106311"/>
                    <a:pt x="107371" y="93750"/>
                  </a:cubicBezTo>
                  <a:close/>
                  <a:moveTo>
                    <a:pt x="266653" y="116300"/>
                  </a:moveTo>
                  <a:lnTo>
                    <a:pt x="266653" y="116300"/>
                  </a:lnTo>
                  <a:cubicBezTo>
                    <a:pt x="259152" y="126861"/>
                    <a:pt x="248817" y="136600"/>
                    <a:pt x="235875" y="145101"/>
                  </a:cubicBezTo>
                  <a:cubicBezTo>
                    <a:pt x="235411" y="145399"/>
                    <a:pt x="234946" y="145697"/>
                    <a:pt x="234482" y="145994"/>
                  </a:cubicBezTo>
                  <a:cubicBezTo>
                    <a:pt x="234756" y="146006"/>
                    <a:pt x="235030" y="146018"/>
                    <a:pt x="235304" y="146030"/>
                  </a:cubicBezTo>
                  <a:cubicBezTo>
                    <a:pt x="235577" y="145852"/>
                    <a:pt x="235851" y="145673"/>
                    <a:pt x="236137" y="145494"/>
                  </a:cubicBezTo>
                  <a:cubicBezTo>
                    <a:pt x="248710" y="137243"/>
                    <a:pt x="258854" y="127814"/>
                    <a:pt x="266319" y="117586"/>
                  </a:cubicBezTo>
                  <a:lnTo>
                    <a:pt x="266319" y="117586"/>
                  </a:lnTo>
                  <a:cubicBezTo>
                    <a:pt x="263533" y="127504"/>
                    <a:pt x="259831" y="137005"/>
                    <a:pt x="255306" y="145971"/>
                  </a:cubicBezTo>
                  <a:cubicBezTo>
                    <a:pt x="255544" y="145983"/>
                    <a:pt x="255794" y="145994"/>
                    <a:pt x="256032" y="146006"/>
                  </a:cubicBezTo>
                  <a:cubicBezTo>
                    <a:pt x="260354" y="137374"/>
                    <a:pt x="263879" y="128338"/>
                    <a:pt x="266569" y="118991"/>
                  </a:cubicBezTo>
                  <a:cubicBezTo>
                    <a:pt x="266593" y="118098"/>
                    <a:pt x="266617" y="117193"/>
                    <a:pt x="266653" y="116300"/>
                  </a:cubicBezTo>
                  <a:close/>
                  <a:moveTo>
                    <a:pt x="1798" y="132362"/>
                  </a:moveTo>
                  <a:cubicBezTo>
                    <a:pt x="1774" y="132540"/>
                    <a:pt x="1739" y="132731"/>
                    <a:pt x="1715" y="132933"/>
                  </a:cubicBezTo>
                  <a:cubicBezTo>
                    <a:pt x="6573" y="137362"/>
                    <a:pt x="12014" y="141553"/>
                    <a:pt x="18015" y="145494"/>
                  </a:cubicBezTo>
                  <a:cubicBezTo>
                    <a:pt x="18229" y="145637"/>
                    <a:pt x="18455" y="145780"/>
                    <a:pt x="18669" y="145923"/>
                  </a:cubicBezTo>
                  <a:cubicBezTo>
                    <a:pt x="18681" y="145899"/>
                    <a:pt x="18681" y="145887"/>
                    <a:pt x="18693" y="145875"/>
                  </a:cubicBezTo>
                  <a:lnTo>
                    <a:pt x="18693" y="145875"/>
                  </a:lnTo>
                  <a:cubicBezTo>
                    <a:pt x="18681" y="145899"/>
                    <a:pt x="18693" y="145911"/>
                    <a:pt x="18693" y="145935"/>
                  </a:cubicBezTo>
                  <a:cubicBezTo>
                    <a:pt x="18800" y="146006"/>
                    <a:pt x="18908" y="146066"/>
                    <a:pt x="19015" y="146137"/>
                  </a:cubicBezTo>
                  <a:cubicBezTo>
                    <a:pt x="19348" y="146256"/>
                    <a:pt x="19872" y="146328"/>
                    <a:pt x="20336" y="146423"/>
                  </a:cubicBezTo>
                  <a:cubicBezTo>
                    <a:pt x="19646" y="145983"/>
                    <a:pt x="18955" y="145542"/>
                    <a:pt x="18277" y="145090"/>
                  </a:cubicBezTo>
                  <a:cubicBezTo>
                    <a:pt x="12204" y="141113"/>
                    <a:pt x="6692" y="136850"/>
                    <a:pt x="1798" y="132362"/>
                  </a:cubicBezTo>
                  <a:close/>
                  <a:moveTo>
                    <a:pt x="176558" y="0"/>
                  </a:moveTo>
                  <a:cubicBezTo>
                    <a:pt x="176701" y="572"/>
                    <a:pt x="176832" y="1167"/>
                    <a:pt x="176963" y="1774"/>
                  </a:cubicBezTo>
                  <a:lnTo>
                    <a:pt x="176903" y="1774"/>
                  </a:lnTo>
                  <a:cubicBezTo>
                    <a:pt x="178070" y="7787"/>
                    <a:pt x="179106" y="14038"/>
                    <a:pt x="179975" y="20491"/>
                  </a:cubicBezTo>
                  <a:cubicBezTo>
                    <a:pt x="168998" y="19015"/>
                    <a:pt x="157544" y="18003"/>
                    <a:pt x="145781" y="17491"/>
                  </a:cubicBezTo>
                  <a:cubicBezTo>
                    <a:pt x="145507" y="12157"/>
                    <a:pt x="145197" y="6942"/>
                    <a:pt x="144852" y="1858"/>
                  </a:cubicBezTo>
                  <a:cubicBezTo>
                    <a:pt x="144780" y="1870"/>
                    <a:pt x="144697" y="1870"/>
                    <a:pt x="144626" y="1870"/>
                  </a:cubicBezTo>
                  <a:cubicBezTo>
                    <a:pt x="144971" y="6918"/>
                    <a:pt x="145292" y="12121"/>
                    <a:pt x="145554" y="17479"/>
                  </a:cubicBezTo>
                  <a:cubicBezTo>
                    <a:pt x="139470" y="17217"/>
                    <a:pt x="133303" y="17074"/>
                    <a:pt x="127076" y="17074"/>
                  </a:cubicBezTo>
                  <a:cubicBezTo>
                    <a:pt x="120849" y="17074"/>
                    <a:pt x="114681" y="17217"/>
                    <a:pt x="108585" y="17479"/>
                  </a:cubicBezTo>
                  <a:cubicBezTo>
                    <a:pt x="108895" y="11573"/>
                    <a:pt x="109240" y="5846"/>
                    <a:pt x="109621" y="322"/>
                  </a:cubicBezTo>
                  <a:lnTo>
                    <a:pt x="109621" y="322"/>
                  </a:lnTo>
                  <a:cubicBezTo>
                    <a:pt x="109550" y="334"/>
                    <a:pt x="109478" y="334"/>
                    <a:pt x="109407" y="346"/>
                  </a:cubicBezTo>
                  <a:cubicBezTo>
                    <a:pt x="109014" y="5894"/>
                    <a:pt x="108669" y="11621"/>
                    <a:pt x="108371" y="17491"/>
                  </a:cubicBezTo>
                  <a:cubicBezTo>
                    <a:pt x="96608" y="18003"/>
                    <a:pt x="85142" y="19015"/>
                    <a:pt x="74164" y="20491"/>
                  </a:cubicBezTo>
                  <a:cubicBezTo>
                    <a:pt x="75069" y="13871"/>
                    <a:pt x="76129" y="7454"/>
                    <a:pt x="77343" y="1298"/>
                  </a:cubicBezTo>
                  <a:lnTo>
                    <a:pt x="77343" y="1298"/>
                  </a:lnTo>
                  <a:cubicBezTo>
                    <a:pt x="77212" y="1310"/>
                    <a:pt x="77081" y="1322"/>
                    <a:pt x="76951" y="1334"/>
                  </a:cubicBezTo>
                  <a:cubicBezTo>
                    <a:pt x="75724" y="7537"/>
                    <a:pt x="74665" y="13954"/>
                    <a:pt x="73783" y="20539"/>
                  </a:cubicBezTo>
                  <a:cubicBezTo>
                    <a:pt x="58198" y="22646"/>
                    <a:pt x="43601" y="25682"/>
                    <a:pt x="30480" y="29575"/>
                  </a:cubicBezTo>
                  <a:cubicBezTo>
                    <a:pt x="32374" y="19872"/>
                    <a:pt x="34910" y="10502"/>
                    <a:pt x="38029" y="1560"/>
                  </a:cubicBezTo>
                  <a:cubicBezTo>
                    <a:pt x="37874" y="1548"/>
                    <a:pt x="37708" y="1548"/>
                    <a:pt x="37541" y="1536"/>
                  </a:cubicBezTo>
                  <a:cubicBezTo>
                    <a:pt x="34409" y="10525"/>
                    <a:pt x="31862" y="19955"/>
                    <a:pt x="29968" y="29718"/>
                  </a:cubicBezTo>
                  <a:cubicBezTo>
                    <a:pt x="25849" y="30957"/>
                    <a:pt x="21884" y="32266"/>
                    <a:pt x="18086" y="33659"/>
                  </a:cubicBezTo>
                  <a:cubicBezTo>
                    <a:pt x="12252" y="35802"/>
                    <a:pt x="6942" y="38088"/>
                    <a:pt x="2191" y="40493"/>
                  </a:cubicBezTo>
                  <a:lnTo>
                    <a:pt x="2179" y="40934"/>
                  </a:lnTo>
                  <a:cubicBezTo>
                    <a:pt x="10097" y="36910"/>
                    <a:pt x="19420" y="33278"/>
                    <a:pt x="29885" y="30147"/>
                  </a:cubicBezTo>
                  <a:lnTo>
                    <a:pt x="29885" y="30147"/>
                  </a:lnTo>
                  <a:cubicBezTo>
                    <a:pt x="28111" y="39386"/>
                    <a:pt x="26885" y="48911"/>
                    <a:pt x="26266" y="58627"/>
                  </a:cubicBezTo>
                  <a:cubicBezTo>
                    <a:pt x="23480" y="58948"/>
                    <a:pt x="20765" y="59270"/>
                    <a:pt x="18134" y="59615"/>
                  </a:cubicBezTo>
                  <a:cubicBezTo>
                    <a:pt x="11621" y="60460"/>
                    <a:pt x="5763" y="61365"/>
                    <a:pt x="584" y="62329"/>
                  </a:cubicBezTo>
                  <a:cubicBezTo>
                    <a:pt x="596" y="62389"/>
                    <a:pt x="596" y="62460"/>
                    <a:pt x="608" y="62520"/>
                  </a:cubicBezTo>
                  <a:cubicBezTo>
                    <a:pt x="7942" y="61163"/>
                    <a:pt x="16574" y="59924"/>
                    <a:pt x="26254" y="58841"/>
                  </a:cubicBezTo>
                  <a:lnTo>
                    <a:pt x="26254" y="58841"/>
                  </a:lnTo>
                  <a:cubicBezTo>
                    <a:pt x="25944" y="63794"/>
                    <a:pt x="25777" y="68794"/>
                    <a:pt x="25777" y="73843"/>
                  </a:cubicBezTo>
                  <a:cubicBezTo>
                    <a:pt x="25777" y="78879"/>
                    <a:pt x="25944" y="83880"/>
                    <a:pt x="26254" y="88833"/>
                  </a:cubicBezTo>
                  <a:cubicBezTo>
                    <a:pt x="17014" y="87797"/>
                    <a:pt x="8740" y="86618"/>
                    <a:pt x="1620" y="85332"/>
                  </a:cubicBezTo>
                  <a:cubicBezTo>
                    <a:pt x="1620" y="85404"/>
                    <a:pt x="1620" y="85475"/>
                    <a:pt x="1620" y="85535"/>
                  </a:cubicBezTo>
                  <a:cubicBezTo>
                    <a:pt x="6537" y="86428"/>
                    <a:pt x="12050" y="87273"/>
                    <a:pt x="18134" y="88059"/>
                  </a:cubicBezTo>
                  <a:cubicBezTo>
                    <a:pt x="20765" y="88404"/>
                    <a:pt x="23480" y="88726"/>
                    <a:pt x="26266" y="89047"/>
                  </a:cubicBezTo>
                  <a:cubicBezTo>
                    <a:pt x="26885" y="98762"/>
                    <a:pt x="28099" y="108287"/>
                    <a:pt x="29885" y="117527"/>
                  </a:cubicBezTo>
                  <a:cubicBezTo>
                    <a:pt x="18824" y="114217"/>
                    <a:pt x="9037" y="110359"/>
                    <a:pt x="846" y="106049"/>
                  </a:cubicBezTo>
                  <a:lnTo>
                    <a:pt x="846" y="106049"/>
                  </a:lnTo>
                  <a:cubicBezTo>
                    <a:pt x="858" y="106204"/>
                    <a:pt x="870" y="106359"/>
                    <a:pt x="881" y="106513"/>
                  </a:cubicBezTo>
                  <a:cubicBezTo>
                    <a:pt x="5977" y="109169"/>
                    <a:pt x="11716" y="111669"/>
                    <a:pt x="18086" y="114014"/>
                  </a:cubicBezTo>
                  <a:cubicBezTo>
                    <a:pt x="21884" y="115407"/>
                    <a:pt x="25849" y="116717"/>
                    <a:pt x="29968" y="117955"/>
                  </a:cubicBezTo>
                  <a:cubicBezTo>
                    <a:pt x="31850" y="127611"/>
                    <a:pt x="34350" y="136946"/>
                    <a:pt x="37446" y="145852"/>
                  </a:cubicBezTo>
                  <a:cubicBezTo>
                    <a:pt x="37600" y="145840"/>
                    <a:pt x="37767" y="145840"/>
                    <a:pt x="37934" y="145828"/>
                  </a:cubicBezTo>
                  <a:cubicBezTo>
                    <a:pt x="34862" y="136981"/>
                    <a:pt x="32362" y="127706"/>
                    <a:pt x="30480" y="118098"/>
                  </a:cubicBezTo>
                  <a:lnTo>
                    <a:pt x="30480" y="118098"/>
                  </a:lnTo>
                  <a:cubicBezTo>
                    <a:pt x="43589" y="121992"/>
                    <a:pt x="58198" y="125028"/>
                    <a:pt x="73783" y="127135"/>
                  </a:cubicBezTo>
                  <a:cubicBezTo>
                    <a:pt x="74653" y="133600"/>
                    <a:pt x="75688" y="139910"/>
                    <a:pt x="76879" y="146006"/>
                  </a:cubicBezTo>
                  <a:cubicBezTo>
                    <a:pt x="77010" y="146006"/>
                    <a:pt x="77141" y="146018"/>
                    <a:pt x="77272" y="146018"/>
                  </a:cubicBezTo>
                  <a:cubicBezTo>
                    <a:pt x="76093" y="139970"/>
                    <a:pt x="75046" y="133683"/>
                    <a:pt x="74164" y="127183"/>
                  </a:cubicBezTo>
                  <a:lnTo>
                    <a:pt x="74164" y="127183"/>
                  </a:lnTo>
                  <a:cubicBezTo>
                    <a:pt x="85154" y="128659"/>
                    <a:pt x="96608" y="129659"/>
                    <a:pt x="108371" y="130183"/>
                  </a:cubicBezTo>
                  <a:cubicBezTo>
                    <a:pt x="108657" y="135850"/>
                    <a:pt x="108990" y="141375"/>
                    <a:pt x="109371" y="146733"/>
                  </a:cubicBezTo>
                  <a:cubicBezTo>
                    <a:pt x="109443" y="146745"/>
                    <a:pt x="109514" y="146745"/>
                    <a:pt x="109586" y="146756"/>
                  </a:cubicBezTo>
                  <a:cubicBezTo>
                    <a:pt x="109205" y="141411"/>
                    <a:pt x="108883" y="135886"/>
                    <a:pt x="108585" y="130195"/>
                  </a:cubicBezTo>
                  <a:lnTo>
                    <a:pt x="108585" y="130195"/>
                  </a:lnTo>
                  <a:cubicBezTo>
                    <a:pt x="114681" y="130457"/>
                    <a:pt x="120849" y="130600"/>
                    <a:pt x="127076" y="130600"/>
                  </a:cubicBezTo>
                  <a:cubicBezTo>
                    <a:pt x="133303" y="130600"/>
                    <a:pt x="139470" y="130457"/>
                    <a:pt x="145554" y="130195"/>
                  </a:cubicBezTo>
                  <a:lnTo>
                    <a:pt x="145554" y="130195"/>
                  </a:lnTo>
                  <a:cubicBezTo>
                    <a:pt x="145328" y="134815"/>
                    <a:pt x="145066" y="139327"/>
                    <a:pt x="144769" y="143720"/>
                  </a:cubicBezTo>
                  <a:cubicBezTo>
                    <a:pt x="144828" y="143851"/>
                    <a:pt x="144888" y="143994"/>
                    <a:pt x="144959" y="144161"/>
                  </a:cubicBezTo>
                  <a:cubicBezTo>
                    <a:pt x="145257" y="139613"/>
                    <a:pt x="145531" y="134945"/>
                    <a:pt x="145781" y="130183"/>
                  </a:cubicBezTo>
                  <a:cubicBezTo>
                    <a:pt x="157544" y="129671"/>
                    <a:pt x="168998" y="128659"/>
                    <a:pt x="179975" y="127183"/>
                  </a:cubicBezTo>
                  <a:lnTo>
                    <a:pt x="179975" y="127183"/>
                  </a:lnTo>
                  <a:cubicBezTo>
                    <a:pt x="179106" y="133588"/>
                    <a:pt x="178094" y="139791"/>
                    <a:pt x="176927" y="145756"/>
                  </a:cubicBezTo>
                  <a:lnTo>
                    <a:pt x="177034" y="145756"/>
                  </a:lnTo>
                  <a:cubicBezTo>
                    <a:pt x="177142" y="145697"/>
                    <a:pt x="177249" y="145625"/>
                    <a:pt x="177356" y="145566"/>
                  </a:cubicBezTo>
                  <a:cubicBezTo>
                    <a:pt x="178511" y="139601"/>
                    <a:pt x="179511" y="133445"/>
                    <a:pt x="180368" y="127135"/>
                  </a:cubicBezTo>
                  <a:cubicBezTo>
                    <a:pt x="195953" y="125028"/>
                    <a:pt x="210551" y="121992"/>
                    <a:pt x="223671" y="118098"/>
                  </a:cubicBezTo>
                  <a:lnTo>
                    <a:pt x="223671" y="118098"/>
                  </a:lnTo>
                  <a:cubicBezTo>
                    <a:pt x="221814" y="127599"/>
                    <a:pt x="219337" y="136791"/>
                    <a:pt x="216301" y="145554"/>
                  </a:cubicBezTo>
                  <a:lnTo>
                    <a:pt x="216801" y="145554"/>
                  </a:lnTo>
                  <a:cubicBezTo>
                    <a:pt x="219849" y="136743"/>
                    <a:pt x="222326" y="127504"/>
                    <a:pt x="224183" y="117943"/>
                  </a:cubicBezTo>
                  <a:cubicBezTo>
                    <a:pt x="228291" y="116717"/>
                    <a:pt x="232268" y="115407"/>
                    <a:pt x="236066" y="114002"/>
                  </a:cubicBezTo>
                  <a:cubicBezTo>
                    <a:pt x="249877" y="108930"/>
                    <a:pt x="260747" y="103073"/>
                    <a:pt x="268367" y="96679"/>
                  </a:cubicBezTo>
                  <a:cubicBezTo>
                    <a:pt x="268391" y="96476"/>
                    <a:pt x="268427" y="96286"/>
                    <a:pt x="268451" y="96084"/>
                  </a:cubicBezTo>
                  <a:lnTo>
                    <a:pt x="268451" y="96084"/>
                  </a:lnTo>
                  <a:cubicBezTo>
                    <a:pt x="258592" y="104477"/>
                    <a:pt x="243317" y="111824"/>
                    <a:pt x="224267" y="117527"/>
                  </a:cubicBezTo>
                  <a:cubicBezTo>
                    <a:pt x="226041" y="108287"/>
                    <a:pt x="227267" y="98762"/>
                    <a:pt x="227886" y="89047"/>
                  </a:cubicBezTo>
                  <a:cubicBezTo>
                    <a:pt x="230672" y="88726"/>
                    <a:pt x="233387" y="88404"/>
                    <a:pt x="236018" y="88059"/>
                  </a:cubicBezTo>
                  <a:cubicBezTo>
                    <a:pt x="248770" y="86404"/>
                    <a:pt x="259009" y="84511"/>
                    <a:pt x="266510" y="82451"/>
                  </a:cubicBezTo>
                  <a:cubicBezTo>
                    <a:pt x="266510" y="82379"/>
                    <a:pt x="266510" y="82308"/>
                    <a:pt x="266510" y="82249"/>
                  </a:cubicBezTo>
                  <a:cubicBezTo>
                    <a:pt x="257306" y="84773"/>
                    <a:pt x="244079" y="87023"/>
                    <a:pt x="227898" y="88833"/>
                  </a:cubicBezTo>
                  <a:cubicBezTo>
                    <a:pt x="228208" y="83880"/>
                    <a:pt x="228362" y="78867"/>
                    <a:pt x="228362" y="73831"/>
                  </a:cubicBezTo>
                  <a:cubicBezTo>
                    <a:pt x="228362" y="68794"/>
                    <a:pt x="228208" y="63782"/>
                    <a:pt x="227898" y="58829"/>
                  </a:cubicBezTo>
                  <a:lnTo>
                    <a:pt x="227898" y="58829"/>
                  </a:lnTo>
                  <a:cubicBezTo>
                    <a:pt x="244519" y="60698"/>
                    <a:pt x="258009" y="63008"/>
                    <a:pt x="267248" y="65627"/>
                  </a:cubicBezTo>
                  <a:cubicBezTo>
                    <a:pt x="267248" y="65556"/>
                    <a:pt x="267260" y="65496"/>
                    <a:pt x="267260" y="65425"/>
                  </a:cubicBezTo>
                  <a:cubicBezTo>
                    <a:pt x="259711" y="63282"/>
                    <a:pt x="249210" y="61317"/>
                    <a:pt x="236018" y="59603"/>
                  </a:cubicBezTo>
                  <a:cubicBezTo>
                    <a:pt x="233387" y="59270"/>
                    <a:pt x="230672" y="58936"/>
                    <a:pt x="227886" y="58627"/>
                  </a:cubicBezTo>
                  <a:cubicBezTo>
                    <a:pt x="227267" y="48899"/>
                    <a:pt x="226041" y="39374"/>
                    <a:pt x="224267" y="30135"/>
                  </a:cubicBezTo>
                  <a:lnTo>
                    <a:pt x="224267" y="30135"/>
                  </a:lnTo>
                  <a:cubicBezTo>
                    <a:pt x="243650" y="35945"/>
                    <a:pt x="259116" y="43446"/>
                    <a:pt x="268963" y="52019"/>
                  </a:cubicBezTo>
                  <a:cubicBezTo>
                    <a:pt x="268986" y="51864"/>
                    <a:pt x="269010" y="51709"/>
                    <a:pt x="269046" y="51566"/>
                  </a:cubicBezTo>
                  <a:cubicBezTo>
                    <a:pt x="261390" y="44946"/>
                    <a:pt x="250294" y="38886"/>
                    <a:pt x="236066" y="33659"/>
                  </a:cubicBezTo>
                  <a:cubicBezTo>
                    <a:pt x="232268" y="32266"/>
                    <a:pt x="228291" y="30945"/>
                    <a:pt x="224183" y="29718"/>
                  </a:cubicBezTo>
                  <a:cubicBezTo>
                    <a:pt x="222338" y="20277"/>
                    <a:pt x="219909" y="11133"/>
                    <a:pt x="216908" y="2417"/>
                  </a:cubicBezTo>
                  <a:cubicBezTo>
                    <a:pt x="216766" y="2513"/>
                    <a:pt x="216635" y="2620"/>
                    <a:pt x="216504" y="2715"/>
                  </a:cubicBezTo>
                  <a:cubicBezTo>
                    <a:pt x="219456" y="11299"/>
                    <a:pt x="221850" y="20277"/>
                    <a:pt x="223671" y="29563"/>
                  </a:cubicBezTo>
                  <a:cubicBezTo>
                    <a:pt x="210551" y="25682"/>
                    <a:pt x="195953" y="22646"/>
                    <a:pt x="180368" y="20539"/>
                  </a:cubicBezTo>
                  <a:cubicBezTo>
                    <a:pt x="179416" y="13490"/>
                    <a:pt x="178273" y="6644"/>
                    <a:pt x="176951" y="36"/>
                  </a:cubicBezTo>
                  <a:cubicBezTo>
                    <a:pt x="176820" y="24"/>
                    <a:pt x="176689" y="12"/>
                    <a:pt x="176558" y="0"/>
                  </a:cubicBezTo>
                  <a:close/>
                </a:path>
              </a:pathLst>
            </a:custGeom>
            <a:solidFill>
              <a:srgbClr val="E3C98E">
                <a:alpha val="246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5" name="Google Shape;355;p3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56" name="Google Shape;356;p33"/>
          <p:cNvSpPr txBox="1"/>
          <p:nvPr>
            <p:ph idx="1" type="subTitle"/>
          </p:nvPr>
        </p:nvSpPr>
        <p:spPr>
          <a:xfrm>
            <a:off x="4860281" y="2449650"/>
            <a:ext cx="2841600" cy="11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7" name="Google Shape;357;p33"/>
          <p:cNvSpPr txBox="1"/>
          <p:nvPr>
            <p:ph idx="2" type="subTitle"/>
          </p:nvPr>
        </p:nvSpPr>
        <p:spPr>
          <a:xfrm>
            <a:off x="1442112" y="2449650"/>
            <a:ext cx="2841600" cy="11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8" name="Google Shape;358;p33"/>
          <p:cNvSpPr txBox="1"/>
          <p:nvPr>
            <p:ph idx="3" type="subTitle"/>
          </p:nvPr>
        </p:nvSpPr>
        <p:spPr>
          <a:xfrm>
            <a:off x="1442112" y="1890750"/>
            <a:ext cx="28416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Sansita"/>
                <a:ea typeface="Sansita"/>
                <a:cs typeface="Sansita"/>
                <a:sym typeface="Sansit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59" name="Google Shape;359;p33"/>
          <p:cNvSpPr txBox="1"/>
          <p:nvPr>
            <p:ph idx="4" type="subTitle"/>
          </p:nvPr>
        </p:nvSpPr>
        <p:spPr>
          <a:xfrm>
            <a:off x="4860288" y="1890750"/>
            <a:ext cx="28416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Sansita"/>
                <a:ea typeface="Sansita"/>
                <a:cs typeface="Sansita"/>
                <a:sym typeface="Sansit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360" name="Google Shape;360;p33"/>
          <p:cNvGrpSpPr/>
          <p:nvPr/>
        </p:nvGrpSpPr>
        <p:grpSpPr>
          <a:xfrm>
            <a:off x="8170261" y="4037862"/>
            <a:ext cx="705998" cy="695388"/>
            <a:chOff x="7984436" y="4270512"/>
            <a:chExt cx="705998" cy="695388"/>
          </a:xfrm>
        </p:grpSpPr>
        <p:sp>
          <p:nvSpPr>
            <p:cNvPr id="361" name="Google Shape;361;p33"/>
            <p:cNvSpPr/>
            <p:nvPr/>
          </p:nvSpPr>
          <p:spPr>
            <a:xfrm>
              <a:off x="8057100" y="4862400"/>
              <a:ext cx="510600" cy="103500"/>
            </a:xfrm>
            <a:prstGeom prst="ellipse">
              <a:avLst/>
            </a:prstGeom>
            <a:solidFill>
              <a:srgbClr val="033342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62" name="Google Shape;362;p33"/>
            <p:cNvGrpSpPr/>
            <p:nvPr/>
          </p:nvGrpSpPr>
          <p:grpSpPr>
            <a:xfrm>
              <a:off x="7984436" y="4270512"/>
              <a:ext cx="705998" cy="666982"/>
              <a:chOff x="1623700" y="6514438"/>
              <a:chExt cx="416150" cy="393175"/>
            </a:xfrm>
          </p:grpSpPr>
          <p:sp>
            <p:nvSpPr>
              <p:cNvPr id="363" name="Google Shape;363;p33"/>
              <p:cNvSpPr/>
              <p:nvPr/>
            </p:nvSpPr>
            <p:spPr>
              <a:xfrm>
                <a:off x="1748700" y="6514438"/>
                <a:ext cx="291150" cy="253050"/>
              </a:xfrm>
              <a:custGeom>
                <a:rect b="b" l="l" r="r" t="t"/>
                <a:pathLst>
                  <a:path extrusionOk="0" h="10122" w="11646">
                    <a:moveTo>
                      <a:pt x="5043" y="1"/>
                    </a:moveTo>
                    <a:cubicBezTo>
                      <a:pt x="2976" y="1"/>
                      <a:pt x="1171" y="1041"/>
                      <a:pt x="596" y="2763"/>
                    </a:cubicBezTo>
                    <a:cubicBezTo>
                      <a:pt x="1" y="4538"/>
                      <a:pt x="882" y="6514"/>
                      <a:pt x="2632" y="7752"/>
                    </a:cubicBezTo>
                    <a:lnTo>
                      <a:pt x="2227" y="8943"/>
                    </a:lnTo>
                    <a:lnTo>
                      <a:pt x="2811" y="9133"/>
                    </a:lnTo>
                    <a:lnTo>
                      <a:pt x="3156" y="8086"/>
                    </a:lnTo>
                    <a:cubicBezTo>
                      <a:pt x="3525" y="8300"/>
                      <a:pt x="3930" y="8478"/>
                      <a:pt x="4359" y="8621"/>
                    </a:cubicBezTo>
                    <a:cubicBezTo>
                      <a:pt x="4418" y="8645"/>
                      <a:pt x="4490" y="8669"/>
                      <a:pt x="4561" y="8693"/>
                    </a:cubicBezTo>
                    <a:lnTo>
                      <a:pt x="3692" y="9645"/>
                    </a:lnTo>
                    <a:lnTo>
                      <a:pt x="4359" y="10122"/>
                    </a:lnTo>
                    <a:lnTo>
                      <a:pt x="5192" y="8848"/>
                    </a:lnTo>
                    <a:cubicBezTo>
                      <a:pt x="5609" y="8929"/>
                      <a:pt x="6023" y="8969"/>
                      <a:pt x="6427" y="8969"/>
                    </a:cubicBezTo>
                    <a:cubicBezTo>
                      <a:pt x="8501" y="8969"/>
                      <a:pt x="10305" y="7928"/>
                      <a:pt x="10883" y="6204"/>
                    </a:cubicBezTo>
                    <a:cubicBezTo>
                      <a:pt x="11645" y="3918"/>
                      <a:pt x="9967" y="1299"/>
                      <a:pt x="7121" y="347"/>
                    </a:cubicBezTo>
                    <a:cubicBezTo>
                      <a:pt x="6423" y="112"/>
                      <a:pt x="5719" y="1"/>
                      <a:pt x="50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" name="Google Shape;364;p33"/>
              <p:cNvSpPr/>
              <p:nvPr/>
            </p:nvSpPr>
            <p:spPr>
              <a:xfrm>
                <a:off x="1623700" y="6722188"/>
                <a:ext cx="251550" cy="185425"/>
              </a:xfrm>
              <a:custGeom>
                <a:rect b="b" l="l" r="r" t="t"/>
                <a:pathLst>
                  <a:path extrusionOk="0" h="7417" w="10062">
                    <a:moveTo>
                      <a:pt x="5711" y="0"/>
                    </a:moveTo>
                    <a:cubicBezTo>
                      <a:pt x="5372" y="0"/>
                      <a:pt x="5008" y="23"/>
                      <a:pt x="4620" y="73"/>
                    </a:cubicBezTo>
                    <a:cubicBezTo>
                      <a:pt x="560" y="597"/>
                      <a:pt x="0" y="4145"/>
                      <a:pt x="0" y="4145"/>
                    </a:cubicBezTo>
                    <a:lnTo>
                      <a:pt x="631" y="6395"/>
                    </a:lnTo>
                    <a:cubicBezTo>
                      <a:pt x="631" y="6395"/>
                      <a:pt x="2005" y="7416"/>
                      <a:pt x="4122" y="7416"/>
                    </a:cubicBezTo>
                    <a:cubicBezTo>
                      <a:pt x="5756" y="7416"/>
                      <a:pt x="7832" y="6809"/>
                      <a:pt x="10061" y="4657"/>
                    </a:cubicBezTo>
                    <a:lnTo>
                      <a:pt x="9990" y="2026"/>
                    </a:lnTo>
                    <a:cubicBezTo>
                      <a:pt x="9990" y="2026"/>
                      <a:pt x="8919" y="0"/>
                      <a:pt x="571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" name="Google Shape;365;p33"/>
              <p:cNvSpPr/>
              <p:nvPr/>
            </p:nvSpPr>
            <p:spPr>
              <a:xfrm>
                <a:off x="1634700" y="6733238"/>
                <a:ext cx="227450" cy="125750"/>
              </a:xfrm>
              <a:custGeom>
                <a:rect b="b" l="l" r="r" t="t"/>
                <a:pathLst>
                  <a:path extrusionOk="0" h="5030" w="9098">
                    <a:moveTo>
                      <a:pt x="5107" y="0"/>
                    </a:moveTo>
                    <a:cubicBezTo>
                      <a:pt x="4824" y="0"/>
                      <a:pt x="4523" y="19"/>
                      <a:pt x="4204" y="60"/>
                    </a:cubicBezTo>
                    <a:cubicBezTo>
                      <a:pt x="584" y="536"/>
                      <a:pt x="1" y="3846"/>
                      <a:pt x="1" y="3846"/>
                    </a:cubicBezTo>
                    <a:cubicBezTo>
                      <a:pt x="1" y="3846"/>
                      <a:pt x="1876" y="5029"/>
                      <a:pt x="4104" y="5029"/>
                    </a:cubicBezTo>
                    <a:cubicBezTo>
                      <a:pt x="5785" y="5029"/>
                      <a:pt x="7668" y="4355"/>
                      <a:pt x="9097" y="1989"/>
                    </a:cubicBezTo>
                    <a:cubicBezTo>
                      <a:pt x="9097" y="1989"/>
                      <a:pt x="8029" y="0"/>
                      <a:pt x="510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" name="Google Shape;366;p33"/>
              <p:cNvSpPr/>
              <p:nvPr/>
            </p:nvSpPr>
            <p:spPr>
              <a:xfrm>
                <a:off x="1731150" y="6749613"/>
                <a:ext cx="82175" cy="54250"/>
              </a:xfrm>
              <a:custGeom>
                <a:rect b="b" l="l" r="r" t="t"/>
                <a:pathLst>
                  <a:path extrusionOk="0" h="2170" w="3287">
                    <a:moveTo>
                      <a:pt x="3287" y="0"/>
                    </a:moveTo>
                    <a:lnTo>
                      <a:pt x="1132" y="893"/>
                    </a:lnTo>
                    <a:lnTo>
                      <a:pt x="1072" y="1488"/>
                    </a:lnTo>
                    <a:lnTo>
                      <a:pt x="1929" y="1560"/>
                    </a:lnTo>
                    <a:lnTo>
                      <a:pt x="3287" y="0"/>
                    </a:lnTo>
                    <a:close/>
                    <a:moveTo>
                      <a:pt x="377" y="1486"/>
                    </a:moveTo>
                    <a:cubicBezTo>
                      <a:pt x="212" y="1486"/>
                      <a:pt x="89" y="1537"/>
                      <a:pt x="60" y="1631"/>
                    </a:cubicBezTo>
                    <a:cubicBezTo>
                      <a:pt x="1" y="1786"/>
                      <a:pt x="215" y="2000"/>
                      <a:pt x="536" y="2108"/>
                    </a:cubicBezTo>
                    <a:cubicBezTo>
                      <a:pt x="661" y="2149"/>
                      <a:pt x="782" y="2169"/>
                      <a:pt x="887" y="2169"/>
                    </a:cubicBezTo>
                    <a:cubicBezTo>
                      <a:pt x="1053" y="2169"/>
                      <a:pt x="1178" y="2119"/>
                      <a:pt x="1215" y="2024"/>
                    </a:cubicBezTo>
                    <a:cubicBezTo>
                      <a:pt x="1263" y="1869"/>
                      <a:pt x="1048" y="1655"/>
                      <a:pt x="727" y="1548"/>
                    </a:cubicBezTo>
                    <a:cubicBezTo>
                      <a:pt x="602" y="1506"/>
                      <a:pt x="481" y="1486"/>
                      <a:pt x="377" y="14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" name="Google Shape;367;p33"/>
              <p:cNvSpPr/>
              <p:nvPr/>
            </p:nvSpPr>
            <p:spPr>
              <a:xfrm>
                <a:off x="1688300" y="6757338"/>
                <a:ext cx="113125" cy="78025"/>
              </a:xfrm>
              <a:custGeom>
                <a:rect b="b" l="l" r="r" t="t"/>
                <a:pathLst>
                  <a:path extrusionOk="0" h="3121" w="4525">
                    <a:moveTo>
                      <a:pt x="0" y="1"/>
                    </a:moveTo>
                    <a:lnTo>
                      <a:pt x="1203" y="1382"/>
                    </a:lnTo>
                    <a:lnTo>
                      <a:pt x="1691" y="1299"/>
                    </a:lnTo>
                    <a:lnTo>
                      <a:pt x="1607" y="870"/>
                    </a:lnTo>
                    <a:lnTo>
                      <a:pt x="0" y="1"/>
                    </a:lnTo>
                    <a:close/>
                    <a:moveTo>
                      <a:pt x="3358" y="1822"/>
                    </a:moveTo>
                    <a:lnTo>
                      <a:pt x="2858" y="1918"/>
                    </a:lnTo>
                    <a:lnTo>
                      <a:pt x="3012" y="2370"/>
                    </a:lnTo>
                    <a:lnTo>
                      <a:pt x="4524" y="3013"/>
                    </a:lnTo>
                    <a:lnTo>
                      <a:pt x="3358" y="1822"/>
                    </a:lnTo>
                    <a:close/>
                    <a:moveTo>
                      <a:pt x="1369" y="1715"/>
                    </a:moveTo>
                    <a:lnTo>
                      <a:pt x="167" y="3120"/>
                    </a:lnTo>
                    <a:lnTo>
                      <a:pt x="1965" y="2156"/>
                    </a:lnTo>
                    <a:lnTo>
                      <a:pt x="1893" y="1787"/>
                    </a:lnTo>
                    <a:lnTo>
                      <a:pt x="1369" y="1715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" name="Google Shape;368;p33"/>
              <p:cNvSpPr/>
              <p:nvPr/>
            </p:nvSpPr>
            <p:spPr>
              <a:xfrm>
                <a:off x="1668650" y="6739313"/>
                <a:ext cx="169375" cy="107950"/>
              </a:xfrm>
              <a:custGeom>
                <a:rect b="b" l="l" r="r" t="t"/>
                <a:pathLst>
                  <a:path extrusionOk="0" h="4318" w="6775">
                    <a:moveTo>
                      <a:pt x="3689" y="0"/>
                    </a:moveTo>
                    <a:cubicBezTo>
                      <a:pt x="2372" y="0"/>
                      <a:pt x="1374" y="547"/>
                      <a:pt x="1358" y="555"/>
                    </a:cubicBezTo>
                    <a:lnTo>
                      <a:pt x="1417" y="650"/>
                    </a:lnTo>
                    <a:cubicBezTo>
                      <a:pt x="1425" y="650"/>
                      <a:pt x="2398" y="117"/>
                      <a:pt x="3685" y="117"/>
                    </a:cubicBezTo>
                    <a:cubicBezTo>
                      <a:pt x="4213" y="117"/>
                      <a:pt x="4793" y="207"/>
                      <a:pt x="5382" y="460"/>
                    </a:cubicBezTo>
                    <a:lnTo>
                      <a:pt x="5429" y="353"/>
                    </a:lnTo>
                    <a:cubicBezTo>
                      <a:pt x="4826" y="92"/>
                      <a:pt x="4230" y="0"/>
                      <a:pt x="3689" y="0"/>
                    </a:cubicBezTo>
                    <a:close/>
                    <a:moveTo>
                      <a:pt x="5846" y="615"/>
                    </a:moveTo>
                    <a:lnTo>
                      <a:pt x="5799" y="722"/>
                    </a:lnTo>
                    <a:cubicBezTo>
                      <a:pt x="6251" y="936"/>
                      <a:pt x="6501" y="1210"/>
                      <a:pt x="6537" y="1543"/>
                    </a:cubicBezTo>
                    <a:cubicBezTo>
                      <a:pt x="6644" y="2377"/>
                      <a:pt x="5489" y="3341"/>
                      <a:pt x="5477" y="3353"/>
                    </a:cubicBezTo>
                    <a:lnTo>
                      <a:pt x="5549" y="3448"/>
                    </a:lnTo>
                    <a:cubicBezTo>
                      <a:pt x="5596" y="3401"/>
                      <a:pt x="6775" y="2424"/>
                      <a:pt x="6656" y="1531"/>
                    </a:cubicBezTo>
                    <a:cubicBezTo>
                      <a:pt x="6608" y="1150"/>
                      <a:pt x="6334" y="841"/>
                      <a:pt x="5846" y="615"/>
                    </a:cubicBezTo>
                    <a:close/>
                    <a:moveTo>
                      <a:pt x="655" y="1138"/>
                    </a:moveTo>
                    <a:cubicBezTo>
                      <a:pt x="631" y="1162"/>
                      <a:pt x="0" y="1817"/>
                      <a:pt x="48" y="2603"/>
                    </a:cubicBezTo>
                    <a:cubicBezTo>
                      <a:pt x="72" y="3020"/>
                      <a:pt x="274" y="3389"/>
                      <a:pt x="667" y="3710"/>
                    </a:cubicBezTo>
                    <a:lnTo>
                      <a:pt x="738" y="3615"/>
                    </a:lnTo>
                    <a:cubicBezTo>
                      <a:pt x="381" y="3317"/>
                      <a:pt x="179" y="2972"/>
                      <a:pt x="167" y="2591"/>
                    </a:cubicBezTo>
                    <a:cubicBezTo>
                      <a:pt x="119" y="1865"/>
                      <a:pt x="726" y="1222"/>
                      <a:pt x="738" y="1222"/>
                    </a:cubicBezTo>
                    <a:lnTo>
                      <a:pt x="655" y="1138"/>
                    </a:lnTo>
                    <a:close/>
                    <a:moveTo>
                      <a:pt x="4882" y="3782"/>
                    </a:moveTo>
                    <a:cubicBezTo>
                      <a:pt x="4344" y="4105"/>
                      <a:pt x="3718" y="4205"/>
                      <a:pt x="3148" y="4205"/>
                    </a:cubicBezTo>
                    <a:cubicBezTo>
                      <a:pt x="2228" y="4205"/>
                      <a:pt x="1456" y="3944"/>
                      <a:pt x="1441" y="3936"/>
                    </a:cubicBezTo>
                    <a:lnTo>
                      <a:pt x="1405" y="4044"/>
                    </a:lnTo>
                    <a:cubicBezTo>
                      <a:pt x="1417" y="4055"/>
                      <a:pt x="2203" y="4317"/>
                      <a:pt x="3143" y="4317"/>
                    </a:cubicBezTo>
                    <a:cubicBezTo>
                      <a:pt x="3727" y="4317"/>
                      <a:pt x="4382" y="4222"/>
                      <a:pt x="4941" y="3877"/>
                    </a:cubicBezTo>
                    <a:lnTo>
                      <a:pt x="4882" y="378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" name="Google Shape;369;p33"/>
              <p:cNvSpPr/>
              <p:nvPr/>
            </p:nvSpPr>
            <p:spPr>
              <a:xfrm>
                <a:off x="1624875" y="6771038"/>
                <a:ext cx="247400" cy="88725"/>
              </a:xfrm>
              <a:custGeom>
                <a:rect b="b" l="l" r="r" t="t"/>
                <a:pathLst>
                  <a:path extrusionOk="0" h="3549" w="9896">
                    <a:moveTo>
                      <a:pt x="9788" y="0"/>
                    </a:moveTo>
                    <a:cubicBezTo>
                      <a:pt x="8800" y="1751"/>
                      <a:pt x="7478" y="2846"/>
                      <a:pt x="5871" y="3251"/>
                    </a:cubicBezTo>
                    <a:cubicBezTo>
                      <a:pt x="5376" y="3377"/>
                      <a:pt x="4881" y="3430"/>
                      <a:pt x="4401" y="3430"/>
                    </a:cubicBezTo>
                    <a:cubicBezTo>
                      <a:pt x="2075" y="3430"/>
                      <a:pt x="90" y="2199"/>
                      <a:pt x="61" y="2179"/>
                    </a:cubicBezTo>
                    <a:lnTo>
                      <a:pt x="1" y="2286"/>
                    </a:lnTo>
                    <a:cubicBezTo>
                      <a:pt x="25" y="2298"/>
                      <a:pt x="2049" y="3548"/>
                      <a:pt x="4418" y="3548"/>
                    </a:cubicBezTo>
                    <a:cubicBezTo>
                      <a:pt x="4906" y="3548"/>
                      <a:pt x="5406" y="3489"/>
                      <a:pt x="5906" y="3370"/>
                    </a:cubicBezTo>
                    <a:cubicBezTo>
                      <a:pt x="7538" y="2953"/>
                      <a:pt x="8883" y="1846"/>
                      <a:pt x="9895" y="60"/>
                    </a:cubicBezTo>
                    <a:lnTo>
                      <a:pt x="9788" y="0"/>
                    </a:lnTo>
                    <a:close/>
                  </a:path>
                </a:pathLst>
              </a:custGeom>
              <a:solidFill>
                <a:srgbClr val="FFB31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" name="Google Shape;370;p33"/>
              <p:cNvSpPr/>
              <p:nvPr/>
            </p:nvSpPr>
            <p:spPr>
              <a:xfrm>
                <a:off x="1643925" y="6857813"/>
                <a:ext cx="30100" cy="19675"/>
              </a:xfrm>
              <a:custGeom>
                <a:rect b="b" l="l" r="r" t="t"/>
                <a:pathLst>
                  <a:path extrusionOk="0" h="787" w="1204">
                    <a:moveTo>
                      <a:pt x="460" y="0"/>
                    </a:moveTo>
                    <a:cubicBezTo>
                      <a:pt x="268" y="0"/>
                      <a:pt x="111" y="78"/>
                      <a:pt x="61" y="220"/>
                    </a:cubicBezTo>
                    <a:cubicBezTo>
                      <a:pt x="1" y="411"/>
                      <a:pt x="191" y="649"/>
                      <a:pt x="489" y="744"/>
                    </a:cubicBezTo>
                    <a:cubicBezTo>
                      <a:pt x="574" y="773"/>
                      <a:pt x="661" y="786"/>
                      <a:pt x="741" y="786"/>
                    </a:cubicBezTo>
                    <a:cubicBezTo>
                      <a:pt x="931" y="786"/>
                      <a:pt x="1090" y="711"/>
                      <a:pt x="1132" y="578"/>
                    </a:cubicBezTo>
                    <a:cubicBezTo>
                      <a:pt x="1204" y="387"/>
                      <a:pt x="1013" y="149"/>
                      <a:pt x="715" y="42"/>
                    </a:cubicBezTo>
                    <a:cubicBezTo>
                      <a:pt x="628" y="14"/>
                      <a:pt x="541" y="0"/>
                      <a:pt x="46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" name="Google Shape;371;p33"/>
              <p:cNvSpPr/>
              <p:nvPr/>
            </p:nvSpPr>
            <p:spPr>
              <a:xfrm>
                <a:off x="1696025" y="6871588"/>
                <a:ext cx="25325" cy="16200"/>
              </a:xfrm>
              <a:custGeom>
                <a:rect b="b" l="l" r="r" t="t"/>
                <a:pathLst>
                  <a:path extrusionOk="0" h="648" w="1013">
                    <a:moveTo>
                      <a:pt x="377" y="1"/>
                    </a:moveTo>
                    <a:cubicBezTo>
                      <a:pt x="216" y="1"/>
                      <a:pt x="89" y="62"/>
                      <a:pt x="48" y="169"/>
                    </a:cubicBezTo>
                    <a:cubicBezTo>
                      <a:pt x="1" y="324"/>
                      <a:pt x="155" y="527"/>
                      <a:pt x="417" y="610"/>
                    </a:cubicBezTo>
                    <a:cubicBezTo>
                      <a:pt x="494" y="636"/>
                      <a:pt x="571" y="648"/>
                      <a:pt x="642" y="648"/>
                    </a:cubicBezTo>
                    <a:cubicBezTo>
                      <a:pt x="802" y="648"/>
                      <a:pt x="932" y="586"/>
                      <a:pt x="965" y="479"/>
                    </a:cubicBezTo>
                    <a:cubicBezTo>
                      <a:pt x="1013" y="324"/>
                      <a:pt x="858" y="122"/>
                      <a:pt x="608" y="38"/>
                    </a:cubicBezTo>
                    <a:cubicBezTo>
                      <a:pt x="527" y="13"/>
                      <a:pt x="449" y="1"/>
                      <a:pt x="3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" name="Google Shape;372;p33"/>
              <p:cNvSpPr/>
              <p:nvPr/>
            </p:nvSpPr>
            <p:spPr>
              <a:xfrm>
                <a:off x="1752575" y="6870788"/>
                <a:ext cx="27125" cy="18000"/>
              </a:xfrm>
              <a:custGeom>
                <a:rect b="b" l="l" r="r" t="t"/>
                <a:pathLst>
                  <a:path extrusionOk="0" h="720" w="1085">
                    <a:moveTo>
                      <a:pt x="427" y="0"/>
                    </a:moveTo>
                    <a:cubicBezTo>
                      <a:pt x="250" y="0"/>
                      <a:pt x="103" y="73"/>
                      <a:pt x="60" y="201"/>
                    </a:cubicBezTo>
                    <a:cubicBezTo>
                      <a:pt x="1" y="380"/>
                      <a:pt x="167" y="594"/>
                      <a:pt x="429" y="678"/>
                    </a:cubicBezTo>
                    <a:cubicBezTo>
                      <a:pt x="512" y="706"/>
                      <a:pt x="594" y="720"/>
                      <a:pt x="669" y="720"/>
                    </a:cubicBezTo>
                    <a:cubicBezTo>
                      <a:pt x="843" y="720"/>
                      <a:pt x="983" y="648"/>
                      <a:pt x="1025" y="523"/>
                    </a:cubicBezTo>
                    <a:cubicBezTo>
                      <a:pt x="1084" y="344"/>
                      <a:pt x="918" y="130"/>
                      <a:pt x="644" y="35"/>
                    </a:cubicBezTo>
                    <a:cubicBezTo>
                      <a:pt x="570" y="11"/>
                      <a:pt x="496" y="0"/>
                      <a:pt x="42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" name="Google Shape;373;p33"/>
              <p:cNvSpPr/>
              <p:nvPr/>
            </p:nvSpPr>
            <p:spPr>
              <a:xfrm>
                <a:off x="1804675" y="6855538"/>
                <a:ext cx="18775" cy="12600"/>
              </a:xfrm>
              <a:custGeom>
                <a:rect b="b" l="l" r="r" t="t"/>
                <a:pathLst>
                  <a:path extrusionOk="0" h="504" w="751">
                    <a:moveTo>
                      <a:pt x="300" y="0"/>
                    </a:moveTo>
                    <a:cubicBezTo>
                      <a:pt x="178" y="0"/>
                      <a:pt x="73" y="51"/>
                      <a:pt x="48" y="145"/>
                    </a:cubicBezTo>
                    <a:cubicBezTo>
                      <a:pt x="0" y="264"/>
                      <a:pt x="119" y="419"/>
                      <a:pt x="298" y="478"/>
                    </a:cubicBezTo>
                    <a:cubicBezTo>
                      <a:pt x="353" y="495"/>
                      <a:pt x="406" y="503"/>
                      <a:pt x="456" y="503"/>
                    </a:cubicBezTo>
                    <a:cubicBezTo>
                      <a:pt x="580" y="503"/>
                      <a:pt x="681" y="452"/>
                      <a:pt x="715" y="359"/>
                    </a:cubicBezTo>
                    <a:cubicBezTo>
                      <a:pt x="750" y="240"/>
                      <a:pt x="643" y="85"/>
                      <a:pt x="453" y="26"/>
                    </a:cubicBezTo>
                    <a:cubicBezTo>
                      <a:pt x="402" y="9"/>
                      <a:pt x="349" y="0"/>
                      <a:pt x="3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" name="Google Shape;374;p33"/>
              <p:cNvSpPr/>
              <p:nvPr/>
            </p:nvSpPr>
            <p:spPr>
              <a:xfrm>
                <a:off x="1838300" y="6828688"/>
                <a:ext cx="22050" cy="16275"/>
              </a:xfrm>
              <a:custGeom>
                <a:rect b="b" l="l" r="r" t="t"/>
                <a:pathLst>
                  <a:path extrusionOk="0" h="651" w="882">
                    <a:moveTo>
                      <a:pt x="371" y="0"/>
                    </a:moveTo>
                    <a:cubicBezTo>
                      <a:pt x="221" y="0"/>
                      <a:pt x="92" y="72"/>
                      <a:pt x="48" y="195"/>
                    </a:cubicBezTo>
                    <a:cubicBezTo>
                      <a:pt x="1" y="361"/>
                      <a:pt x="120" y="552"/>
                      <a:pt x="334" y="623"/>
                    </a:cubicBezTo>
                    <a:cubicBezTo>
                      <a:pt x="390" y="642"/>
                      <a:pt x="446" y="651"/>
                      <a:pt x="499" y="651"/>
                    </a:cubicBezTo>
                    <a:cubicBezTo>
                      <a:pt x="650" y="651"/>
                      <a:pt x="778" y="580"/>
                      <a:pt x="822" y="457"/>
                    </a:cubicBezTo>
                    <a:cubicBezTo>
                      <a:pt x="882" y="290"/>
                      <a:pt x="751" y="99"/>
                      <a:pt x="537" y="28"/>
                    </a:cubicBezTo>
                    <a:cubicBezTo>
                      <a:pt x="481" y="9"/>
                      <a:pt x="424" y="0"/>
                      <a:pt x="37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" name="Google Shape;375;p33"/>
              <p:cNvSpPr/>
              <p:nvPr/>
            </p:nvSpPr>
            <p:spPr>
              <a:xfrm>
                <a:off x="1847825" y="6523088"/>
                <a:ext cx="175950" cy="216725"/>
              </a:xfrm>
              <a:custGeom>
                <a:rect b="b" l="l" r="r" t="t"/>
                <a:pathLst>
                  <a:path extrusionOk="0" h="8669" w="7038">
                    <a:moveTo>
                      <a:pt x="3037" y="1"/>
                    </a:moveTo>
                    <a:lnTo>
                      <a:pt x="2977" y="108"/>
                    </a:lnTo>
                    <a:cubicBezTo>
                      <a:pt x="5156" y="1286"/>
                      <a:pt x="6275" y="3525"/>
                      <a:pt x="5644" y="5430"/>
                    </a:cubicBezTo>
                    <a:cubicBezTo>
                      <a:pt x="5076" y="7115"/>
                      <a:pt x="3321" y="8158"/>
                      <a:pt x="1248" y="8158"/>
                    </a:cubicBezTo>
                    <a:cubicBezTo>
                      <a:pt x="846" y="8158"/>
                      <a:pt x="432" y="8118"/>
                      <a:pt x="13" y="8037"/>
                    </a:cubicBezTo>
                    <a:lnTo>
                      <a:pt x="1" y="8144"/>
                    </a:lnTo>
                    <a:cubicBezTo>
                      <a:pt x="429" y="8240"/>
                      <a:pt x="858" y="8275"/>
                      <a:pt x="1263" y="8275"/>
                    </a:cubicBezTo>
                    <a:cubicBezTo>
                      <a:pt x="1406" y="8275"/>
                      <a:pt x="1537" y="8275"/>
                      <a:pt x="1668" y="8263"/>
                    </a:cubicBezTo>
                    <a:lnTo>
                      <a:pt x="2311" y="8668"/>
                    </a:lnTo>
                    <a:lnTo>
                      <a:pt x="2370" y="8573"/>
                    </a:lnTo>
                    <a:lnTo>
                      <a:pt x="1858" y="8252"/>
                    </a:lnTo>
                    <a:cubicBezTo>
                      <a:pt x="2370" y="8192"/>
                      <a:pt x="2858" y="8085"/>
                      <a:pt x="3311" y="7906"/>
                    </a:cubicBezTo>
                    <a:lnTo>
                      <a:pt x="3846" y="8442"/>
                    </a:lnTo>
                    <a:lnTo>
                      <a:pt x="3930" y="8359"/>
                    </a:lnTo>
                    <a:lnTo>
                      <a:pt x="3430" y="7859"/>
                    </a:lnTo>
                    <a:cubicBezTo>
                      <a:pt x="3811" y="7704"/>
                      <a:pt x="4156" y="7501"/>
                      <a:pt x="4466" y="7251"/>
                    </a:cubicBezTo>
                    <a:lnTo>
                      <a:pt x="5228" y="7918"/>
                    </a:lnTo>
                    <a:lnTo>
                      <a:pt x="5311" y="7835"/>
                    </a:lnTo>
                    <a:lnTo>
                      <a:pt x="4561" y="7180"/>
                    </a:lnTo>
                    <a:cubicBezTo>
                      <a:pt x="4847" y="6942"/>
                      <a:pt x="5097" y="6668"/>
                      <a:pt x="5311" y="6370"/>
                    </a:cubicBezTo>
                    <a:lnTo>
                      <a:pt x="6311" y="6978"/>
                    </a:lnTo>
                    <a:lnTo>
                      <a:pt x="6371" y="6882"/>
                    </a:lnTo>
                    <a:lnTo>
                      <a:pt x="5370" y="6263"/>
                    </a:lnTo>
                    <a:cubicBezTo>
                      <a:pt x="5525" y="6013"/>
                      <a:pt x="5656" y="5751"/>
                      <a:pt x="5751" y="5465"/>
                    </a:cubicBezTo>
                    <a:cubicBezTo>
                      <a:pt x="5799" y="5323"/>
                      <a:pt x="5835" y="5180"/>
                      <a:pt x="5871" y="5037"/>
                    </a:cubicBezTo>
                    <a:lnTo>
                      <a:pt x="6978" y="5585"/>
                    </a:lnTo>
                    <a:lnTo>
                      <a:pt x="7037" y="5477"/>
                    </a:lnTo>
                    <a:lnTo>
                      <a:pt x="5882" y="4918"/>
                    </a:lnTo>
                    <a:cubicBezTo>
                      <a:pt x="5978" y="4370"/>
                      <a:pt x="5942" y="3822"/>
                      <a:pt x="5787" y="3275"/>
                    </a:cubicBezTo>
                    <a:lnTo>
                      <a:pt x="5787" y="3275"/>
                    </a:lnTo>
                    <a:lnTo>
                      <a:pt x="6835" y="3572"/>
                    </a:lnTo>
                    <a:lnTo>
                      <a:pt x="6859" y="3465"/>
                    </a:lnTo>
                    <a:lnTo>
                      <a:pt x="5751" y="3144"/>
                    </a:lnTo>
                    <a:cubicBezTo>
                      <a:pt x="5609" y="2668"/>
                      <a:pt x="5370" y="2203"/>
                      <a:pt x="5073" y="1775"/>
                    </a:cubicBezTo>
                    <a:lnTo>
                      <a:pt x="5073" y="1775"/>
                    </a:lnTo>
                    <a:lnTo>
                      <a:pt x="6002" y="2072"/>
                    </a:lnTo>
                    <a:lnTo>
                      <a:pt x="6037" y="1965"/>
                    </a:lnTo>
                    <a:lnTo>
                      <a:pt x="4954" y="1620"/>
                    </a:lnTo>
                    <a:cubicBezTo>
                      <a:pt x="4466" y="989"/>
                      <a:pt x="3823" y="429"/>
                      <a:pt x="303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76" name="Google Shape;376;p33"/>
          <p:cNvGrpSpPr/>
          <p:nvPr/>
        </p:nvGrpSpPr>
        <p:grpSpPr>
          <a:xfrm flipH="1">
            <a:off x="312969" y="3903170"/>
            <a:ext cx="1146231" cy="964793"/>
            <a:chOff x="359194" y="3930920"/>
            <a:chExt cx="1146231" cy="964793"/>
          </a:xfrm>
        </p:grpSpPr>
        <p:grpSp>
          <p:nvGrpSpPr>
            <p:cNvPr id="377" name="Google Shape;377;p33"/>
            <p:cNvGrpSpPr/>
            <p:nvPr/>
          </p:nvGrpSpPr>
          <p:grpSpPr>
            <a:xfrm>
              <a:off x="359194" y="3930920"/>
              <a:ext cx="1146231" cy="964793"/>
              <a:chOff x="4569300" y="7247450"/>
              <a:chExt cx="724225" cy="609625"/>
            </a:xfrm>
          </p:grpSpPr>
          <p:grpSp>
            <p:nvGrpSpPr>
              <p:cNvPr id="378" name="Google Shape;378;p33"/>
              <p:cNvGrpSpPr/>
              <p:nvPr/>
            </p:nvGrpSpPr>
            <p:grpSpPr>
              <a:xfrm>
                <a:off x="4569300" y="7247450"/>
                <a:ext cx="653675" cy="609625"/>
                <a:chOff x="4569300" y="7247450"/>
                <a:chExt cx="653675" cy="609625"/>
              </a:xfrm>
            </p:grpSpPr>
            <p:sp>
              <p:nvSpPr>
                <p:cNvPr id="379" name="Google Shape;379;p33"/>
                <p:cNvSpPr/>
                <p:nvPr/>
              </p:nvSpPr>
              <p:spPr>
                <a:xfrm>
                  <a:off x="4569300" y="7247450"/>
                  <a:ext cx="653675" cy="609625"/>
                </a:xfrm>
                <a:custGeom>
                  <a:rect b="b" l="l" r="r" t="t"/>
                  <a:pathLst>
                    <a:path extrusionOk="0" h="24385" w="26147">
                      <a:moveTo>
                        <a:pt x="22016" y="1"/>
                      </a:moveTo>
                      <a:lnTo>
                        <a:pt x="1" y="6085"/>
                      </a:lnTo>
                      <a:lnTo>
                        <a:pt x="5466" y="24385"/>
                      </a:lnTo>
                      <a:lnTo>
                        <a:pt x="26147" y="17896"/>
                      </a:lnTo>
                      <a:lnTo>
                        <a:pt x="22016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0" name="Google Shape;380;p33"/>
                <p:cNvSpPr/>
                <p:nvPr/>
              </p:nvSpPr>
              <p:spPr>
                <a:xfrm>
                  <a:off x="4643425" y="7312050"/>
                  <a:ext cx="554250" cy="514675"/>
                </a:xfrm>
                <a:custGeom>
                  <a:rect b="b" l="l" r="r" t="t"/>
                  <a:pathLst>
                    <a:path extrusionOk="0" h="20587" w="22170">
                      <a:moveTo>
                        <a:pt x="12371" y="0"/>
                      </a:moveTo>
                      <a:lnTo>
                        <a:pt x="8240" y="1060"/>
                      </a:lnTo>
                      <a:lnTo>
                        <a:pt x="6037" y="3882"/>
                      </a:lnTo>
                      <a:lnTo>
                        <a:pt x="2108" y="3477"/>
                      </a:lnTo>
                      <a:lnTo>
                        <a:pt x="1" y="6894"/>
                      </a:lnTo>
                      <a:lnTo>
                        <a:pt x="524" y="13014"/>
                      </a:lnTo>
                      <a:lnTo>
                        <a:pt x="2394" y="19539"/>
                      </a:lnTo>
                      <a:lnTo>
                        <a:pt x="3084" y="20586"/>
                      </a:lnTo>
                      <a:lnTo>
                        <a:pt x="6942" y="18717"/>
                      </a:lnTo>
                      <a:lnTo>
                        <a:pt x="13431" y="17526"/>
                      </a:lnTo>
                      <a:lnTo>
                        <a:pt x="22170" y="14550"/>
                      </a:lnTo>
                      <a:lnTo>
                        <a:pt x="21039" y="9383"/>
                      </a:lnTo>
                      <a:lnTo>
                        <a:pt x="17562" y="5323"/>
                      </a:lnTo>
                      <a:lnTo>
                        <a:pt x="17598" y="691"/>
                      </a:lnTo>
                      <a:lnTo>
                        <a:pt x="12371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1" name="Google Shape;381;p33"/>
                <p:cNvSpPr/>
                <p:nvPr/>
              </p:nvSpPr>
              <p:spPr>
                <a:xfrm>
                  <a:off x="4591325" y="7337650"/>
                  <a:ext cx="290250" cy="329600"/>
                </a:xfrm>
                <a:custGeom>
                  <a:rect b="b" l="l" r="r" t="t"/>
                  <a:pathLst>
                    <a:path extrusionOk="0" h="13184" w="11610">
                      <a:moveTo>
                        <a:pt x="10371" y="0"/>
                      </a:moveTo>
                      <a:lnTo>
                        <a:pt x="1" y="2667"/>
                      </a:lnTo>
                      <a:lnTo>
                        <a:pt x="2668" y="11954"/>
                      </a:lnTo>
                      <a:cubicBezTo>
                        <a:pt x="2727" y="11633"/>
                        <a:pt x="2823" y="11335"/>
                        <a:pt x="2942" y="11037"/>
                      </a:cubicBezTo>
                      <a:cubicBezTo>
                        <a:pt x="3166" y="10572"/>
                        <a:pt x="3638" y="10107"/>
                        <a:pt x="4158" y="10107"/>
                      </a:cubicBezTo>
                      <a:cubicBezTo>
                        <a:pt x="4329" y="10107"/>
                        <a:pt x="4506" y="10157"/>
                        <a:pt x="4680" y="10275"/>
                      </a:cubicBezTo>
                      <a:cubicBezTo>
                        <a:pt x="5013" y="10514"/>
                        <a:pt x="5192" y="10990"/>
                        <a:pt x="5383" y="11335"/>
                      </a:cubicBezTo>
                      <a:cubicBezTo>
                        <a:pt x="5656" y="11823"/>
                        <a:pt x="5930" y="12335"/>
                        <a:pt x="6264" y="12776"/>
                      </a:cubicBezTo>
                      <a:cubicBezTo>
                        <a:pt x="6477" y="13047"/>
                        <a:pt x="6745" y="13183"/>
                        <a:pt x="6999" y="13183"/>
                      </a:cubicBezTo>
                      <a:cubicBezTo>
                        <a:pt x="7313" y="13183"/>
                        <a:pt x="7607" y="12976"/>
                        <a:pt x="7752" y="12561"/>
                      </a:cubicBezTo>
                      <a:cubicBezTo>
                        <a:pt x="8514" y="10359"/>
                        <a:pt x="5525" y="8799"/>
                        <a:pt x="4394" y="7478"/>
                      </a:cubicBezTo>
                      <a:cubicBezTo>
                        <a:pt x="3668" y="6632"/>
                        <a:pt x="3335" y="5406"/>
                        <a:pt x="4156" y="4489"/>
                      </a:cubicBezTo>
                      <a:cubicBezTo>
                        <a:pt x="4465" y="4144"/>
                        <a:pt x="4903" y="3962"/>
                        <a:pt x="5337" y="3962"/>
                      </a:cubicBezTo>
                      <a:cubicBezTo>
                        <a:pt x="5757" y="3962"/>
                        <a:pt x="6173" y="4132"/>
                        <a:pt x="6466" y="4489"/>
                      </a:cubicBezTo>
                      <a:cubicBezTo>
                        <a:pt x="7157" y="5394"/>
                        <a:pt x="7454" y="6620"/>
                        <a:pt x="8038" y="7573"/>
                      </a:cubicBezTo>
                      <a:cubicBezTo>
                        <a:pt x="8372" y="8122"/>
                        <a:pt x="8793" y="8360"/>
                        <a:pt x="9237" y="8360"/>
                      </a:cubicBezTo>
                      <a:cubicBezTo>
                        <a:pt x="9678" y="8360"/>
                        <a:pt x="10140" y="8125"/>
                        <a:pt x="10562" y="7728"/>
                      </a:cubicBezTo>
                      <a:cubicBezTo>
                        <a:pt x="11610" y="6727"/>
                        <a:pt x="11550" y="5370"/>
                        <a:pt x="11217" y="4060"/>
                      </a:cubicBezTo>
                      <a:cubicBezTo>
                        <a:pt x="10859" y="2644"/>
                        <a:pt x="10467" y="1370"/>
                        <a:pt x="1037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2" name="Google Shape;382;p33"/>
                <p:cNvSpPr/>
                <p:nvPr/>
              </p:nvSpPr>
              <p:spPr>
                <a:xfrm>
                  <a:off x="4701175" y="7653675"/>
                  <a:ext cx="275950" cy="182275"/>
                </a:xfrm>
                <a:custGeom>
                  <a:rect b="b" l="l" r="r" t="t"/>
                  <a:pathLst>
                    <a:path extrusionOk="0" h="7291" w="11038">
                      <a:moveTo>
                        <a:pt x="5312" y="1"/>
                      </a:moveTo>
                      <a:cubicBezTo>
                        <a:pt x="5187" y="1"/>
                        <a:pt x="5045" y="35"/>
                        <a:pt x="4882" y="111"/>
                      </a:cubicBezTo>
                      <a:cubicBezTo>
                        <a:pt x="3906" y="551"/>
                        <a:pt x="3203" y="1897"/>
                        <a:pt x="2822" y="2837"/>
                      </a:cubicBezTo>
                      <a:cubicBezTo>
                        <a:pt x="2448" y="3675"/>
                        <a:pt x="1780" y="6027"/>
                        <a:pt x="719" y="6027"/>
                      </a:cubicBezTo>
                      <a:cubicBezTo>
                        <a:pt x="497" y="6027"/>
                        <a:pt x="258" y="5924"/>
                        <a:pt x="0" y="5683"/>
                      </a:cubicBezTo>
                      <a:lnTo>
                        <a:pt x="0" y="5683"/>
                      </a:lnTo>
                      <a:lnTo>
                        <a:pt x="453" y="7290"/>
                      </a:lnTo>
                      <a:lnTo>
                        <a:pt x="11037" y="3671"/>
                      </a:lnTo>
                      <a:cubicBezTo>
                        <a:pt x="10880" y="3288"/>
                        <a:pt x="10579" y="3157"/>
                        <a:pt x="10239" y="3157"/>
                      </a:cubicBezTo>
                      <a:cubicBezTo>
                        <a:pt x="9809" y="3157"/>
                        <a:pt x="9317" y="3367"/>
                        <a:pt x="8978" y="3540"/>
                      </a:cubicBezTo>
                      <a:cubicBezTo>
                        <a:pt x="8547" y="3751"/>
                        <a:pt x="7813" y="4258"/>
                        <a:pt x="7205" y="4258"/>
                      </a:cubicBezTo>
                      <a:cubicBezTo>
                        <a:pt x="7023" y="4258"/>
                        <a:pt x="6852" y="4212"/>
                        <a:pt x="6704" y="4100"/>
                      </a:cubicBezTo>
                      <a:cubicBezTo>
                        <a:pt x="6061" y="3599"/>
                        <a:pt x="6275" y="2171"/>
                        <a:pt x="6192" y="1456"/>
                      </a:cubicBezTo>
                      <a:cubicBezTo>
                        <a:pt x="6112" y="823"/>
                        <a:pt x="5926" y="1"/>
                        <a:pt x="5312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3" name="Google Shape;383;p33"/>
                <p:cNvSpPr/>
                <p:nvPr/>
              </p:nvSpPr>
              <p:spPr>
                <a:xfrm>
                  <a:off x="4937500" y="7267100"/>
                  <a:ext cx="229525" cy="283925"/>
                </a:xfrm>
                <a:custGeom>
                  <a:rect b="b" l="l" r="r" t="t"/>
                  <a:pathLst>
                    <a:path extrusionOk="0" h="11357" w="9181">
                      <a:moveTo>
                        <a:pt x="6764" y="1"/>
                      </a:moveTo>
                      <a:lnTo>
                        <a:pt x="513" y="1608"/>
                      </a:lnTo>
                      <a:cubicBezTo>
                        <a:pt x="275" y="2037"/>
                        <a:pt x="1" y="2894"/>
                        <a:pt x="191" y="3299"/>
                      </a:cubicBezTo>
                      <a:cubicBezTo>
                        <a:pt x="305" y="3509"/>
                        <a:pt x="487" y="3587"/>
                        <a:pt x="710" y="3587"/>
                      </a:cubicBezTo>
                      <a:cubicBezTo>
                        <a:pt x="1363" y="3587"/>
                        <a:pt x="2363" y="2918"/>
                        <a:pt x="3012" y="2918"/>
                      </a:cubicBezTo>
                      <a:cubicBezTo>
                        <a:pt x="3211" y="2918"/>
                        <a:pt x="3377" y="2980"/>
                        <a:pt x="3489" y="3144"/>
                      </a:cubicBezTo>
                      <a:cubicBezTo>
                        <a:pt x="3823" y="3632"/>
                        <a:pt x="3216" y="4608"/>
                        <a:pt x="3001" y="5001"/>
                      </a:cubicBezTo>
                      <a:cubicBezTo>
                        <a:pt x="2382" y="6132"/>
                        <a:pt x="1834" y="7121"/>
                        <a:pt x="1846" y="8454"/>
                      </a:cubicBezTo>
                      <a:cubicBezTo>
                        <a:pt x="1894" y="10085"/>
                        <a:pt x="3347" y="10966"/>
                        <a:pt x="4811" y="11240"/>
                      </a:cubicBezTo>
                      <a:cubicBezTo>
                        <a:pt x="5268" y="11322"/>
                        <a:pt x="5726" y="11356"/>
                        <a:pt x="6182" y="11356"/>
                      </a:cubicBezTo>
                      <a:cubicBezTo>
                        <a:pt x="7188" y="11356"/>
                        <a:pt x="8190" y="11190"/>
                        <a:pt x="9181" y="11002"/>
                      </a:cubicBezTo>
                      <a:lnTo>
                        <a:pt x="676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4" name="Google Shape;384;p33"/>
                <p:cNvSpPr/>
                <p:nvPr/>
              </p:nvSpPr>
              <p:spPr>
                <a:xfrm>
                  <a:off x="4599975" y="7276625"/>
                  <a:ext cx="588775" cy="532825"/>
                </a:xfrm>
                <a:custGeom>
                  <a:rect b="b" l="l" r="r" t="t"/>
                  <a:pathLst>
                    <a:path extrusionOk="0" h="21313" w="23551">
                      <a:moveTo>
                        <a:pt x="18229" y="2858"/>
                      </a:moveTo>
                      <a:lnTo>
                        <a:pt x="19229" y="6751"/>
                      </a:lnTo>
                      <a:lnTo>
                        <a:pt x="15919" y="7704"/>
                      </a:lnTo>
                      <a:lnTo>
                        <a:pt x="14740" y="3787"/>
                      </a:lnTo>
                      <a:lnTo>
                        <a:pt x="18229" y="2858"/>
                      </a:lnTo>
                      <a:close/>
                      <a:moveTo>
                        <a:pt x="14621" y="3823"/>
                      </a:moveTo>
                      <a:lnTo>
                        <a:pt x="15812" y="7740"/>
                      </a:lnTo>
                      <a:lnTo>
                        <a:pt x="12478" y="8692"/>
                      </a:lnTo>
                      <a:lnTo>
                        <a:pt x="11287" y="4715"/>
                      </a:lnTo>
                      <a:lnTo>
                        <a:pt x="14621" y="3823"/>
                      </a:lnTo>
                      <a:close/>
                      <a:moveTo>
                        <a:pt x="11168" y="4751"/>
                      </a:moveTo>
                      <a:lnTo>
                        <a:pt x="12371" y="8728"/>
                      </a:lnTo>
                      <a:lnTo>
                        <a:pt x="9013" y="9692"/>
                      </a:lnTo>
                      <a:lnTo>
                        <a:pt x="7775" y="5668"/>
                      </a:lnTo>
                      <a:lnTo>
                        <a:pt x="11168" y="4751"/>
                      </a:lnTo>
                      <a:close/>
                      <a:moveTo>
                        <a:pt x="7656" y="5692"/>
                      </a:moveTo>
                      <a:lnTo>
                        <a:pt x="8894" y="9728"/>
                      </a:lnTo>
                      <a:lnTo>
                        <a:pt x="5037" y="10835"/>
                      </a:lnTo>
                      <a:lnTo>
                        <a:pt x="3608" y="6787"/>
                      </a:lnTo>
                      <a:lnTo>
                        <a:pt x="7656" y="5692"/>
                      </a:lnTo>
                      <a:close/>
                      <a:moveTo>
                        <a:pt x="19253" y="6871"/>
                      </a:moveTo>
                      <a:lnTo>
                        <a:pt x="20360" y="11216"/>
                      </a:lnTo>
                      <a:lnTo>
                        <a:pt x="17252" y="12109"/>
                      </a:lnTo>
                      <a:lnTo>
                        <a:pt x="15955" y="7811"/>
                      </a:lnTo>
                      <a:lnTo>
                        <a:pt x="19253" y="6871"/>
                      </a:lnTo>
                      <a:close/>
                      <a:moveTo>
                        <a:pt x="15847" y="7847"/>
                      </a:moveTo>
                      <a:lnTo>
                        <a:pt x="17145" y="12133"/>
                      </a:lnTo>
                      <a:lnTo>
                        <a:pt x="13800" y="13086"/>
                      </a:lnTo>
                      <a:lnTo>
                        <a:pt x="12514" y="8811"/>
                      </a:lnTo>
                      <a:lnTo>
                        <a:pt x="15847" y="7847"/>
                      </a:lnTo>
                      <a:close/>
                      <a:moveTo>
                        <a:pt x="12407" y="8835"/>
                      </a:moveTo>
                      <a:lnTo>
                        <a:pt x="13692" y="13121"/>
                      </a:lnTo>
                      <a:lnTo>
                        <a:pt x="10359" y="14074"/>
                      </a:lnTo>
                      <a:lnTo>
                        <a:pt x="9049" y="9799"/>
                      </a:lnTo>
                      <a:lnTo>
                        <a:pt x="12407" y="8835"/>
                      </a:lnTo>
                      <a:close/>
                      <a:moveTo>
                        <a:pt x="8930" y="9835"/>
                      </a:moveTo>
                      <a:lnTo>
                        <a:pt x="10251" y="14109"/>
                      </a:lnTo>
                      <a:lnTo>
                        <a:pt x="6561" y="15169"/>
                      </a:lnTo>
                      <a:lnTo>
                        <a:pt x="5072" y="10942"/>
                      </a:lnTo>
                      <a:lnTo>
                        <a:pt x="8930" y="9835"/>
                      </a:lnTo>
                      <a:close/>
                      <a:moveTo>
                        <a:pt x="20384" y="11323"/>
                      </a:moveTo>
                      <a:lnTo>
                        <a:pt x="21122" y="14252"/>
                      </a:lnTo>
                      <a:lnTo>
                        <a:pt x="18181" y="15169"/>
                      </a:lnTo>
                      <a:lnTo>
                        <a:pt x="17288" y="12216"/>
                      </a:lnTo>
                      <a:lnTo>
                        <a:pt x="20384" y="11323"/>
                      </a:lnTo>
                      <a:close/>
                      <a:moveTo>
                        <a:pt x="17169" y="12252"/>
                      </a:moveTo>
                      <a:lnTo>
                        <a:pt x="18062" y="15205"/>
                      </a:lnTo>
                      <a:lnTo>
                        <a:pt x="14740" y="16229"/>
                      </a:lnTo>
                      <a:lnTo>
                        <a:pt x="13835" y="13205"/>
                      </a:lnTo>
                      <a:lnTo>
                        <a:pt x="17169" y="12252"/>
                      </a:lnTo>
                      <a:close/>
                      <a:moveTo>
                        <a:pt x="13716" y="13240"/>
                      </a:moveTo>
                      <a:lnTo>
                        <a:pt x="14633" y="16265"/>
                      </a:lnTo>
                      <a:lnTo>
                        <a:pt x="11347" y="17277"/>
                      </a:lnTo>
                      <a:lnTo>
                        <a:pt x="10394" y="14193"/>
                      </a:lnTo>
                      <a:lnTo>
                        <a:pt x="13716" y="13240"/>
                      </a:lnTo>
                      <a:close/>
                      <a:moveTo>
                        <a:pt x="10275" y="14217"/>
                      </a:moveTo>
                      <a:lnTo>
                        <a:pt x="11228" y="17312"/>
                      </a:lnTo>
                      <a:lnTo>
                        <a:pt x="7692" y="18408"/>
                      </a:lnTo>
                      <a:lnTo>
                        <a:pt x="6596" y="15276"/>
                      </a:lnTo>
                      <a:lnTo>
                        <a:pt x="10275" y="14217"/>
                      </a:lnTo>
                      <a:close/>
                      <a:moveTo>
                        <a:pt x="17633" y="1"/>
                      </a:moveTo>
                      <a:lnTo>
                        <a:pt x="17514" y="36"/>
                      </a:lnTo>
                      <a:lnTo>
                        <a:pt x="18205" y="2739"/>
                      </a:lnTo>
                      <a:lnTo>
                        <a:pt x="14704" y="3680"/>
                      </a:lnTo>
                      <a:lnTo>
                        <a:pt x="13823" y="763"/>
                      </a:lnTo>
                      <a:lnTo>
                        <a:pt x="13716" y="798"/>
                      </a:lnTo>
                      <a:lnTo>
                        <a:pt x="14585" y="3715"/>
                      </a:lnTo>
                      <a:lnTo>
                        <a:pt x="11252" y="4608"/>
                      </a:lnTo>
                      <a:lnTo>
                        <a:pt x="10394" y="1787"/>
                      </a:lnTo>
                      <a:lnTo>
                        <a:pt x="10287" y="1822"/>
                      </a:lnTo>
                      <a:lnTo>
                        <a:pt x="11133" y="4632"/>
                      </a:lnTo>
                      <a:lnTo>
                        <a:pt x="7727" y="5549"/>
                      </a:lnTo>
                      <a:lnTo>
                        <a:pt x="6894" y="2810"/>
                      </a:lnTo>
                      <a:lnTo>
                        <a:pt x="6775" y="2846"/>
                      </a:lnTo>
                      <a:lnTo>
                        <a:pt x="7620" y="5585"/>
                      </a:lnTo>
                      <a:lnTo>
                        <a:pt x="3572" y="6668"/>
                      </a:lnTo>
                      <a:lnTo>
                        <a:pt x="2620" y="3953"/>
                      </a:lnTo>
                      <a:lnTo>
                        <a:pt x="2501" y="3989"/>
                      </a:lnTo>
                      <a:lnTo>
                        <a:pt x="3453" y="6704"/>
                      </a:lnTo>
                      <a:lnTo>
                        <a:pt x="0" y="7633"/>
                      </a:lnTo>
                      <a:lnTo>
                        <a:pt x="24" y="7740"/>
                      </a:lnTo>
                      <a:lnTo>
                        <a:pt x="3501" y="6811"/>
                      </a:lnTo>
                      <a:lnTo>
                        <a:pt x="4917" y="10871"/>
                      </a:lnTo>
                      <a:lnTo>
                        <a:pt x="1203" y="11943"/>
                      </a:lnTo>
                      <a:lnTo>
                        <a:pt x="1227" y="12050"/>
                      </a:lnTo>
                      <a:lnTo>
                        <a:pt x="4965" y="10978"/>
                      </a:lnTo>
                      <a:lnTo>
                        <a:pt x="6441" y="15193"/>
                      </a:lnTo>
                      <a:lnTo>
                        <a:pt x="2548" y="16312"/>
                      </a:lnTo>
                      <a:lnTo>
                        <a:pt x="2572" y="16431"/>
                      </a:lnTo>
                      <a:lnTo>
                        <a:pt x="6477" y="15312"/>
                      </a:lnTo>
                      <a:lnTo>
                        <a:pt x="7584" y="18443"/>
                      </a:lnTo>
                      <a:lnTo>
                        <a:pt x="3536" y="19694"/>
                      </a:lnTo>
                      <a:lnTo>
                        <a:pt x="3572" y="19801"/>
                      </a:lnTo>
                      <a:lnTo>
                        <a:pt x="7620" y="18551"/>
                      </a:lnTo>
                      <a:lnTo>
                        <a:pt x="8597" y="21313"/>
                      </a:lnTo>
                      <a:lnTo>
                        <a:pt x="8704" y="21277"/>
                      </a:lnTo>
                      <a:lnTo>
                        <a:pt x="7727" y="18515"/>
                      </a:lnTo>
                      <a:lnTo>
                        <a:pt x="11264" y="17419"/>
                      </a:lnTo>
                      <a:lnTo>
                        <a:pt x="12097" y="20146"/>
                      </a:lnTo>
                      <a:lnTo>
                        <a:pt x="12216" y="20110"/>
                      </a:lnTo>
                      <a:lnTo>
                        <a:pt x="11371" y="17384"/>
                      </a:lnTo>
                      <a:lnTo>
                        <a:pt x="14657" y="16372"/>
                      </a:lnTo>
                      <a:lnTo>
                        <a:pt x="15490" y="19146"/>
                      </a:lnTo>
                      <a:lnTo>
                        <a:pt x="15609" y="19110"/>
                      </a:lnTo>
                      <a:lnTo>
                        <a:pt x="14776" y="16336"/>
                      </a:lnTo>
                      <a:lnTo>
                        <a:pt x="18098" y="15312"/>
                      </a:lnTo>
                      <a:lnTo>
                        <a:pt x="18895" y="17943"/>
                      </a:lnTo>
                      <a:lnTo>
                        <a:pt x="19003" y="17908"/>
                      </a:lnTo>
                      <a:lnTo>
                        <a:pt x="18205" y="15276"/>
                      </a:lnTo>
                      <a:lnTo>
                        <a:pt x="21158" y="14360"/>
                      </a:lnTo>
                      <a:lnTo>
                        <a:pt x="21812" y="16979"/>
                      </a:lnTo>
                      <a:lnTo>
                        <a:pt x="21932" y="16943"/>
                      </a:lnTo>
                      <a:lnTo>
                        <a:pt x="21265" y="14324"/>
                      </a:lnTo>
                      <a:lnTo>
                        <a:pt x="23551" y="13621"/>
                      </a:lnTo>
                      <a:lnTo>
                        <a:pt x="23515" y="13514"/>
                      </a:lnTo>
                      <a:lnTo>
                        <a:pt x="21241" y="14217"/>
                      </a:lnTo>
                      <a:lnTo>
                        <a:pt x="20503" y="11300"/>
                      </a:lnTo>
                      <a:lnTo>
                        <a:pt x="22932" y="10597"/>
                      </a:lnTo>
                      <a:lnTo>
                        <a:pt x="22896" y="10490"/>
                      </a:lnTo>
                      <a:lnTo>
                        <a:pt x="20467" y="11181"/>
                      </a:lnTo>
                      <a:lnTo>
                        <a:pt x="19360" y="6835"/>
                      </a:lnTo>
                      <a:lnTo>
                        <a:pt x="22039" y="6061"/>
                      </a:lnTo>
                      <a:lnTo>
                        <a:pt x="22003" y="5942"/>
                      </a:lnTo>
                      <a:lnTo>
                        <a:pt x="19336" y="6716"/>
                      </a:lnTo>
                      <a:lnTo>
                        <a:pt x="18348" y="2822"/>
                      </a:lnTo>
                      <a:lnTo>
                        <a:pt x="21158" y="2060"/>
                      </a:lnTo>
                      <a:lnTo>
                        <a:pt x="21122" y="1953"/>
                      </a:lnTo>
                      <a:lnTo>
                        <a:pt x="18312" y="2703"/>
                      </a:lnTo>
                      <a:lnTo>
                        <a:pt x="17633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85" name="Google Shape;385;p33"/>
              <p:cNvGrpSpPr/>
              <p:nvPr/>
            </p:nvGrpSpPr>
            <p:grpSpPr>
              <a:xfrm>
                <a:off x="4900900" y="7388550"/>
                <a:ext cx="392625" cy="407500"/>
                <a:chOff x="4900900" y="7388550"/>
                <a:chExt cx="392625" cy="407500"/>
              </a:xfrm>
            </p:grpSpPr>
            <p:sp>
              <p:nvSpPr>
                <p:cNvPr id="386" name="Google Shape;386;p33"/>
                <p:cNvSpPr/>
                <p:nvPr/>
              </p:nvSpPr>
              <p:spPr>
                <a:xfrm>
                  <a:off x="4900900" y="7394400"/>
                  <a:ext cx="371200" cy="291650"/>
                </a:xfrm>
                <a:custGeom>
                  <a:rect b="b" l="l" r="r" t="t"/>
                  <a:pathLst>
                    <a:path extrusionOk="0" h="11666" w="14848">
                      <a:moveTo>
                        <a:pt x="8353" y="0"/>
                      </a:moveTo>
                      <a:cubicBezTo>
                        <a:pt x="7265" y="0"/>
                        <a:pt x="6122" y="247"/>
                        <a:pt x="5025" y="766"/>
                      </a:cubicBezTo>
                      <a:cubicBezTo>
                        <a:pt x="1655" y="2362"/>
                        <a:pt x="0" y="5922"/>
                        <a:pt x="1334" y="8720"/>
                      </a:cubicBezTo>
                      <a:cubicBezTo>
                        <a:pt x="2225" y="10607"/>
                        <a:pt x="4243" y="11665"/>
                        <a:pt x="6495" y="11665"/>
                      </a:cubicBezTo>
                      <a:cubicBezTo>
                        <a:pt x="7583" y="11665"/>
                        <a:pt x="8726" y="11418"/>
                        <a:pt x="9823" y="10899"/>
                      </a:cubicBezTo>
                      <a:cubicBezTo>
                        <a:pt x="13193" y="9303"/>
                        <a:pt x="14848" y="5743"/>
                        <a:pt x="13526" y="2945"/>
                      </a:cubicBezTo>
                      <a:cubicBezTo>
                        <a:pt x="12627" y="1059"/>
                        <a:pt x="10607" y="0"/>
                        <a:pt x="8353" y="0"/>
                      </a:cubicBezTo>
                      <a:close/>
                    </a:path>
                  </a:pathLst>
                </a:custGeom>
                <a:solidFill>
                  <a:srgbClr val="6BC0CE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7" name="Google Shape;387;p33"/>
                <p:cNvSpPr/>
                <p:nvPr/>
              </p:nvSpPr>
              <p:spPr>
                <a:xfrm>
                  <a:off x="4942875" y="7426825"/>
                  <a:ext cx="148250" cy="157900"/>
                </a:xfrm>
                <a:custGeom>
                  <a:rect b="b" l="l" r="r" t="t"/>
                  <a:pathLst>
                    <a:path extrusionOk="0" h="6316" w="5930">
                      <a:moveTo>
                        <a:pt x="4463" y="0"/>
                      </a:moveTo>
                      <a:cubicBezTo>
                        <a:pt x="3746" y="0"/>
                        <a:pt x="3179" y="2660"/>
                        <a:pt x="3179" y="2660"/>
                      </a:cubicBezTo>
                      <a:cubicBezTo>
                        <a:pt x="3179" y="2660"/>
                        <a:pt x="2706" y="1153"/>
                        <a:pt x="2447" y="1153"/>
                      </a:cubicBezTo>
                      <a:cubicBezTo>
                        <a:pt x="2437" y="1153"/>
                        <a:pt x="2427" y="1155"/>
                        <a:pt x="2417" y="1160"/>
                      </a:cubicBezTo>
                      <a:cubicBezTo>
                        <a:pt x="2167" y="1303"/>
                        <a:pt x="2905" y="2863"/>
                        <a:pt x="2905" y="2863"/>
                      </a:cubicBezTo>
                      <a:cubicBezTo>
                        <a:pt x="2905" y="2863"/>
                        <a:pt x="0" y="3565"/>
                        <a:pt x="60" y="3958"/>
                      </a:cubicBezTo>
                      <a:cubicBezTo>
                        <a:pt x="69" y="4015"/>
                        <a:pt x="136" y="4039"/>
                        <a:pt x="245" y="4039"/>
                      </a:cubicBezTo>
                      <a:cubicBezTo>
                        <a:pt x="864" y="4039"/>
                        <a:pt x="2810" y="3256"/>
                        <a:pt x="2810" y="3256"/>
                      </a:cubicBezTo>
                      <a:lnTo>
                        <a:pt x="2810" y="3256"/>
                      </a:lnTo>
                      <a:cubicBezTo>
                        <a:pt x="2810" y="3256"/>
                        <a:pt x="1596" y="5589"/>
                        <a:pt x="2000" y="5744"/>
                      </a:cubicBezTo>
                      <a:cubicBezTo>
                        <a:pt x="2014" y="5749"/>
                        <a:pt x="2027" y="5751"/>
                        <a:pt x="2042" y="5751"/>
                      </a:cubicBezTo>
                      <a:cubicBezTo>
                        <a:pt x="2473" y="5751"/>
                        <a:pt x="3310" y="3541"/>
                        <a:pt x="3310" y="3541"/>
                      </a:cubicBezTo>
                      <a:lnTo>
                        <a:pt x="5751" y="6316"/>
                      </a:lnTo>
                      <a:lnTo>
                        <a:pt x="5930" y="6066"/>
                      </a:lnTo>
                      <a:lnTo>
                        <a:pt x="3858" y="3160"/>
                      </a:lnTo>
                      <a:cubicBezTo>
                        <a:pt x="3858" y="3160"/>
                        <a:pt x="5930" y="2625"/>
                        <a:pt x="5751" y="2065"/>
                      </a:cubicBezTo>
                      <a:cubicBezTo>
                        <a:pt x="5717" y="1964"/>
                        <a:pt x="5627" y="1923"/>
                        <a:pt x="5504" y="1923"/>
                      </a:cubicBezTo>
                      <a:cubicBezTo>
                        <a:pt x="4944" y="1923"/>
                        <a:pt x="3679" y="2779"/>
                        <a:pt x="3679" y="2779"/>
                      </a:cubicBezTo>
                      <a:cubicBezTo>
                        <a:pt x="3679" y="2779"/>
                        <a:pt x="5322" y="267"/>
                        <a:pt x="4560" y="17"/>
                      </a:cubicBezTo>
                      <a:cubicBezTo>
                        <a:pt x="4527" y="6"/>
                        <a:pt x="4495" y="0"/>
                        <a:pt x="4463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8" name="Google Shape;388;p33"/>
                <p:cNvSpPr/>
                <p:nvPr/>
              </p:nvSpPr>
              <p:spPr>
                <a:xfrm>
                  <a:off x="5081350" y="7445625"/>
                  <a:ext cx="105125" cy="131075"/>
                </a:xfrm>
                <a:custGeom>
                  <a:rect b="b" l="l" r="r" t="t"/>
                  <a:pathLst>
                    <a:path extrusionOk="0" h="5243" w="4205">
                      <a:moveTo>
                        <a:pt x="587" y="0"/>
                      </a:moveTo>
                      <a:cubicBezTo>
                        <a:pt x="565" y="0"/>
                        <a:pt x="543" y="5"/>
                        <a:pt x="521" y="15"/>
                      </a:cubicBezTo>
                      <a:cubicBezTo>
                        <a:pt x="69" y="230"/>
                        <a:pt x="1355" y="2337"/>
                        <a:pt x="1355" y="2337"/>
                      </a:cubicBezTo>
                      <a:cubicBezTo>
                        <a:pt x="1355" y="2337"/>
                        <a:pt x="1275" y="2334"/>
                        <a:pt x="1154" y="2334"/>
                      </a:cubicBezTo>
                      <a:cubicBezTo>
                        <a:pt x="777" y="2334"/>
                        <a:pt x="0" y="2362"/>
                        <a:pt x="10" y="2587"/>
                      </a:cubicBezTo>
                      <a:cubicBezTo>
                        <a:pt x="16" y="2755"/>
                        <a:pt x="410" y="2793"/>
                        <a:pt x="770" y="2793"/>
                      </a:cubicBezTo>
                      <a:cubicBezTo>
                        <a:pt x="1075" y="2793"/>
                        <a:pt x="1355" y="2766"/>
                        <a:pt x="1355" y="2766"/>
                      </a:cubicBezTo>
                      <a:lnTo>
                        <a:pt x="1355" y="2766"/>
                      </a:lnTo>
                      <a:lnTo>
                        <a:pt x="914" y="5242"/>
                      </a:lnTo>
                      <a:lnTo>
                        <a:pt x="1141" y="5242"/>
                      </a:lnTo>
                      <a:lnTo>
                        <a:pt x="1760" y="2682"/>
                      </a:lnTo>
                      <a:cubicBezTo>
                        <a:pt x="1760" y="2682"/>
                        <a:pt x="2736" y="3727"/>
                        <a:pt x="3109" y="3727"/>
                      </a:cubicBezTo>
                      <a:cubicBezTo>
                        <a:pt x="3146" y="3727"/>
                        <a:pt x="3177" y="3717"/>
                        <a:pt x="3200" y="3694"/>
                      </a:cubicBezTo>
                      <a:cubicBezTo>
                        <a:pt x="3474" y="3432"/>
                        <a:pt x="2081" y="2623"/>
                        <a:pt x="2081" y="2623"/>
                      </a:cubicBezTo>
                      <a:lnTo>
                        <a:pt x="2081" y="2623"/>
                      </a:lnTo>
                      <a:cubicBezTo>
                        <a:pt x="2081" y="2623"/>
                        <a:pt x="2203" y="2626"/>
                        <a:pt x="2387" y="2626"/>
                      </a:cubicBezTo>
                      <a:cubicBezTo>
                        <a:pt x="2976" y="2626"/>
                        <a:pt x="4204" y="2592"/>
                        <a:pt x="4141" y="2301"/>
                      </a:cubicBezTo>
                      <a:cubicBezTo>
                        <a:pt x="4095" y="2117"/>
                        <a:pt x="3646" y="2069"/>
                        <a:pt x="3195" y="2069"/>
                      </a:cubicBezTo>
                      <a:cubicBezTo>
                        <a:pt x="2716" y="2069"/>
                        <a:pt x="2236" y="2123"/>
                        <a:pt x="2236" y="2123"/>
                      </a:cubicBezTo>
                      <a:cubicBezTo>
                        <a:pt x="2236" y="2123"/>
                        <a:pt x="4201" y="694"/>
                        <a:pt x="3689" y="408"/>
                      </a:cubicBezTo>
                      <a:cubicBezTo>
                        <a:pt x="3653" y="388"/>
                        <a:pt x="3612" y="378"/>
                        <a:pt x="3568" y="378"/>
                      </a:cubicBezTo>
                      <a:cubicBezTo>
                        <a:pt x="2987" y="378"/>
                        <a:pt x="1724" y="1980"/>
                        <a:pt x="1724" y="1980"/>
                      </a:cubicBezTo>
                      <a:cubicBezTo>
                        <a:pt x="1724" y="1980"/>
                        <a:pt x="1043" y="0"/>
                        <a:pt x="587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9" name="Google Shape;389;p33"/>
                <p:cNvSpPr/>
                <p:nvPr/>
              </p:nvSpPr>
              <p:spPr>
                <a:xfrm>
                  <a:off x="5013125" y="7560875"/>
                  <a:ext cx="201825" cy="79575"/>
                </a:xfrm>
                <a:custGeom>
                  <a:rect b="b" l="l" r="r" t="t"/>
                  <a:pathLst>
                    <a:path extrusionOk="0" h="3183" w="8073">
                      <a:moveTo>
                        <a:pt x="5150" y="0"/>
                      </a:moveTo>
                      <a:cubicBezTo>
                        <a:pt x="3344" y="0"/>
                        <a:pt x="1157" y="598"/>
                        <a:pt x="0" y="3132"/>
                      </a:cubicBezTo>
                      <a:cubicBezTo>
                        <a:pt x="0" y="3132"/>
                        <a:pt x="398" y="3183"/>
                        <a:pt x="1038" y="3183"/>
                      </a:cubicBezTo>
                      <a:cubicBezTo>
                        <a:pt x="2678" y="3183"/>
                        <a:pt x="5905" y="2850"/>
                        <a:pt x="8073" y="477"/>
                      </a:cubicBezTo>
                      <a:cubicBezTo>
                        <a:pt x="8073" y="477"/>
                        <a:pt x="6763" y="0"/>
                        <a:pt x="515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0" name="Google Shape;390;p33"/>
                <p:cNvSpPr/>
                <p:nvPr/>
              </p:nvSpPr>
              <p:spPr>
                <a:xfrm>
                  <a:off x="4911900" y="7388550"/>
                  <a:ext cx="381625" cy="407500"/>
                </a:xfrm>
                <a:custGeom>
                  <a:rect b="b" l="l" r="r" t="t"/>
                  <a:pathLst>
                    <a:path extrusionOk="0" h="16300" w="15265">
                      <a:moveTo>
                        <a:pt x="7919" y="465"/>
                      </a:moveTo>
                      <a:cubicBezTo>
                        <a:pt x="10145" y="465"/>
                        <a:pt x="12050" y="1548"/>
                        <a:pt x="12872" y="3275"/>
                      </a:cubicBezTo>
                      <a:cubicBezTo>
                        <a:pt x="14134" y="5953"/>
                        <a:pt x="12526" y="9382"/>
                        <a:pt x="9288" y="10918"/>
                      </a:cubicBezTo>
                      <a:cubicBezTo>
                        <a:pt x="8252" y="11407"/>
                        <a:pt x="7145" y="11657"/>
                        <a:pt x="6049" y="11657"/>
                      </a:cubicBezTo>
                      <a:cubicBezTo>
                        <a:pt x="3823" y="11657"/>
                        <a:pt x="1918" y="10585"/>
                        <a:pt x="1096" y="8847"/>
                      </a:cubicBezTo>
                      <a:cubicBezTo>
                        <a:pt x="489" y="7561"/>
                        <a:pt x="525" y="6061"/>
                        <a:pt x="1192" y="4620"/>
                      </a:cubicBezTo>
                      <a:cubicBezTo>
                        <a:pt x="1870" y="3167"/>
                        <a:pt x="3108" y="1965"/>
                        <a:pt x="4680" y="1215"/>
                      </a:cubicBezTo>
                      <a:cubicBezTo>
                        <a:pt x="5716" y="727"/>
                        <a:pt x="6835" y="465"/>
                        <a:pt x="7919" y="465"/>
                      </a:cubicBezTo>
                      <a:close/>
                      <a:moveTo>
                        <a:pt x="7919" y="0"/>
                      </a:moveTo>
                      <a:cubicBezTo>
                        <a:pt x="6764" y="0"/>
                        <a:pt x="5573" y="274"/>
                        <a:pt x="4490" y="786"/>
                      </a:cubicBezTo>
                      <a:cubicBezTo>
                        <a:pt x="2811" y="1584"/>
                        <a:pt x="1489" y="2870"/>
                        <a:pt x="763" y="4429"/>
                      </a:cubicBezTo>
                      <a:cubicBezTo>
                        <a:pt x="37" y="5989"/>
                        <a:pt x="1" y="7632"/>
                        <a:pt x="680" y="9049"/>
                      </a:cubicBezTo>
                      <a:cubicBezTo>
                        <a:pt x="1573" y="10954"/>
                        <a:pt x="3632" y="12133"/>
                        <a:pt x="6049" y="12133"/>
                      </a:cubicBezTo>
                      <a:cubicBezTo>
                        <a:pt x="7204" y="12133"/>
                        <a:pt x="8395" y="11859"/>
                        <a:pt x="9478" y="11335"/>
                      </a:cubicBezTo>
                      <a:cubicBezTo>
                        <a:pt x="9776" y="11204"/>
                        <a:pt x="10062" y="11049"/>
                        <a:pt x="10324" y="10883"/>
                      </a:cubicBezTo>
                      <a:lnTo>
                        <a:pt x="13538" y="16300"/>
                      </a:lnTo>
                      <a:lnTo>
                        <a:pt x="15265" y="14859"/>
                      </a:lnTo>
                      <a:lnTo>
                        <a:pt x="11300" y="10168"/>
                      </a:lnTo>
                      <a:cubicBezTo>
                        <a:pt x="13503" y="8275"/>
                        <a:pt x="14396" y="5418"/>
                        <a:pt x="13288" y="3072"/>
                      </a:cubicBezTo>
                      <a:cubicBezTo>
                        <a:pt x="12395" y="1179"/>
                        <a:pt x="10336" y="0"/>
                        <a:pt x="791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1" name="Google Shape;391;p33"/>
                <p:cNvSpPr/>
                <p:nvPr/>
              </p:nvSpPr>
              <p:spPr>
                <a:xfrm>
                  <a:off x="4996750" y="7559400"/>
                  <a:ext cx="230400" cy="106000"/>
                </a:xfrm>
                <a:custGeom>
                  <a:rect b="b" l="l" r="r" t="t"/>
                  <a:pathLst>
                    <a:path extrusionOk="0" h="4240" w="9216">
                      <a:moveTo>
                        <a:pt x="8477" y="1"/>
                      </a:moveTo>
                      <a:lnTo>
                        <a:pt x="8477" y="120"/>
                      </a:lnTo>
                      <a:cubicBezTo>
                        <a:pt x="8597" y="120"/>
                        <a:pt x="8930" y="167"/>
                        <a:pt x="9001" y="370"/>
                      </a:cubicBezTo>
                      <a:cubicBezTo>
                        <a:pt x="9061" y="548"/>
                        <a:pt x="8954" y="905"/>
                        <a:pt x="8096" y="1608"/>
                      </a:cubicBezTo>
                      <a:lnTo>
                        <a:pt x="8168" y="1703"/>
                      </a:lnTo>
                      <a:cubicBezTo>
                        <a:pt x="8906" y="1084"/>
                        <a:pt x="9216" y="643"/>
                        <a:pt x="9109" y="334"/>
                      </a:cubicBezTo>
                      <a:cubicBezTo>
                        <a:pt x="9001" y="12"/>
                        <a:pt x="8501" y="1"/>
                        <a:pt x="8477" y="1"/>
                      </a:cubicBezTo>
                      <a:close/>
                      <a:moveTo>
                        <a:pt x="203" y="2929"/>
                      </a:moveTo>
                      <a:cubicBezTo>
                        <a:pt x="203" y="2941"/>
                        <a:pt x="0" y="3239"/>
                        <a:pt x="167" y="3501"/>
                      </a:cubicBezTo>
                      <a:cubicBezTo>
                        <a:pt x="298" y="3703"/>
                        <a:pt x="631" y="3799"/>
                        <a:pt x="1143" y="3799"/>
                      </a:cubicBezTo>
                      <a:cubicBezTo>
                        <a:pt x="1560" y="3799"/>
                        <a:pt x="2108" y="3739"/>
                        <a:pt x="2762" y="3608"/>
                      </a:cubicBezTo>
                      <a:lnTo>
                        <a:pt x="2751" y="3489"/>
                      </a:lnTo>
                      <a:cubicBezTo>
                        <a:pt x="2033" y="3634"/>
                        <a:pt x="1518" y="3688"/>
                        <a:pt x="1149" y="3688"/>
                      </a:cubicBezTo>
                      <a:cubicBezTo>
                        <a:pt x="551" y="3688"/>
                        <a:pt x="336" y="3547"/>
                        <a:pt x="262" y="3430"/>
                      </a:cubicBezTo>
                      <a:cubicBezTo>
                        <a:pt x="131" y="3239"/>
                        <a:pt x="298" y="3001"/>
                        <a:pt x="298" y="2989"/>
                      </a:cubicBezTo>
                      <a:lnTo>
                        <a:pt x="203" y="2929"/>
                      </a:lnTo>
                      <a:close/>
                      <a:moveTo>
                        <a:pt x="6120" y="2703"/>
                      </a:moveTo>
                      <a:cubicBezTo>
                        <a:pt x="3883" y="3980"/>
                        <a:pt x="2106" y="4119"/>
                        <a:pt x="1434" y="4119"/>
                      </a:cubicBezTo>
                      <a:cubicBezTo>
                        <a:pt x="1247" y="4119"/>
                        <a:pt x="1146" y="4108"/>
                        <a:pt x="1143" y="4108"/>
                      </a:cubicBezTo>
                      <a:lnTo>
                        <a:pt x="1131" y="4215"/>
                      </a:lnTo>
                      <a:cubicBezTo>
                        <a:pt x="1131" y="4227"/>
                        <a:pt x="1238" y="4239"/>
                        <a:pt x="1429" y="4239"/>
                      </a:cubicBezTo>
                      <a:cubicBezTo>
                        <a:pt x="2120" y="4239"/>
                        <a:pt x="3917" y="4084"/>
                        <a:pt x="6180" y="2810"/>
                      </a:cubicBezTo>
                      <a:lnTo>
                        <a:pt x="6120" y="2703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2" name="Google Shape;392;p33"/>
                <p:cNvSpPr/>
                <p:nvPr/>
              </p:nvSpPr>
              <p:spPr>
                <a:xfrm>
                  <a:off x="5150025" y="7415975"/>
                  <a:ext cx="76825" cy="59475"/>
                </a:xfrm>
                <a:custGeom>
                  <a:rect b="b" l="l" r="r" t="t"/>
                  <a:pathLst>
                    <a:path extrusionOk="0" h="2379" w="3073">
                      <a:moveTo>
                        <a:pt x="322" y="0"/>
                      </a:moveTo>
                      <a:cubicBezTo>
                        <a:pt x="251" y="0"/>
                        <a:pt x="198" y="19"/>
                        <a:pt x="168" y="58"/>
                      </a:cubicBezTo>
                      <a:cubicBezTo>
                        <a:pt x="1" y="261"/>
                        <a:pt x="477" y="927"/>
                        <a:pt x="1239" y="1558"/>
                      </a:cubicBezTo>
                      <a:cubicBezTo>
                        <a:pt x="1844" y="2057"/>
                        <a:pt x="2448" y="2378"/>
                        <a:pt x="2747" y="2378"/>
                      </a:cubicBezTo>
                      <a:cubicBezTo>
                        <a:pt x="2819" y="2378"/>
                        <a:pt x="2874" y="2360"/>
                        <a:pt x="2906" y="2320"/>
                      </a:cubicBezTo>
                      <a:cubicBezTo>
                        <a:pt x="3073" y="2118"/>
                        <a:pt x="2597" y="1451"/>
                        <a:pt x="1835" y="820"/>
                      </a:cubicBezTo>
                      <a:cubicBezTo>
                        <a:pt x="1230" y="321"/>
                        <a:pt x="618" y="0"/>
                        <a:pt x="322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3" name="Google Shape;393;p33"/>
                <p:cNvSpPr/>
                <p:nvPr/>
              </p:nvSpPr>
              <p:spPr>
                <a:xfrm>
                  <a:off x="5171175" y="7645725"/>
                  <a:ext cx="39600" cy="35450"/>
                </a:xfrm>
                <a:custGeom>
                  <a:rect b="b" l="l" r="r" t="t"/>
                  <a:pathLst>
                    <a:path extrusionOk="0" h="1418" w="1584">
                      <a:moveTo>
                        <a:pt x="1179" y="0"/>
                      </a:moveTo>
                      <a:lnTo>
                        <a:pt x="0" y="834"/>
                      </a:lnTo>
                      <a:lnTo>
                        <a:pt x="131" y="1024"/>
                      </a:lnTo>
                      <a:lnTo>
                        <a:pt x="1322" y="191"/>
                      </a:lnTo>
                      <a:lnTo>
                        <a:pt x="1179" y="0"/>
                      </a:lnTo>
                      <a:close/>
                      <a:moveTo>
                        <a:pt x="1453" y="369"/>
                      </a:moveTo>
                      <a:lnTo>
                        <a:pt x="215" y="1215"/>
                      </a:lnTo>
                      <a:lnTo>
                        <a:pt x="346" y="1417"/>
                      </a:lnTo>
                      <a:lnTo>
                        <a:pt x="1584" y="560"/>
                      </a:lnTo>
                      <a:lnTo>
                        <a:pt x="1453" y="369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394" name="Google Shape;394;p33"/>
            <p:cNvSpPr/>
            <p:nvPr/>
          </p:nvSpPr>
          <p:spPr>
            <a:xfrm>
              <a:off x="1222825" y="4724475"/>
              <a:ext cx="282600" cy="103500"/>
            </a:xfrm>
            <a:prstGeom prst="ellipse">
              <a:avLst/>
            </a:prstGeom>
            <a:solidFill>
              <a:srgbClr val="033342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5" name="Google Shape;395;p33"/>
          <p:cNvGrpSpPr/>
          <p:nvPr/>
        </p:nvGrpSpPr>
        <p:grpSpPr>
          <a:xfrm>
            <a:off x="7507574" y="4362199"/>
            <a:ext cx="552826" cy="572713"/>
            <a:chOff x="8304224" y="3123024"/>
            <a:chExt cx="552826" cy="572713"/>
          </a:xfrm>
        </p:grpSpPr>
        <p:sp>
          <p:nvSpPr>
            <p:cNvPr id="396" name="Google Shape;396;p33"/>
            <p:cNvSpPr/>
            <p:nvPr/>
          </p:nvSpPr>
          <p:spPr>
            <a:xfrm>
              <a:off x="8495250" y="3592225"/>
              <a:ext cx="361800" cy="103500"/>
            </a:xfrm>
            <a:prstGeom prst="ellipse">
              <a:avLst/>
            </a:prstGeom>
            <a:solidFill>
              <a:srgbClr val="033342">
                <a:alpha val="145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97" name="Google Shape;397;p33"/>
            <p:cNvGrpSpPr/>
            <p:nvPr/>
          </p:nvGrpSpPr>
          <p:grpSpPr>
            <a:xfrm>
              <a:off x="8304224" y="3123024"/>
              <a:ext cx="466444" cy="572713"/>
              <a:chOff x="1232300" y="6366250"/>
              <a:chExt cx="326550" cy="400975"/>
            </a:xfrm>
          </p:grpSpPr>
          <p:sp>
            <p:nvSpPr>
              <p:cNvPr id="398" name="Google Shape;398;p33"/>
              <p:cNvSpPr/>
              <p:nvPr/>
            </p:nvSpPr>
            <p:spPr>
              <a:xfrm>
                <a:off x="1232300" y="6460925"/>
                <a:ext cx="326550" cy="306300"/>
              </a:xfrm>
              <a:custGeom>
                <a:rect b="b" l="l" r="r" t="t"/>
                <a:pathLst>
                  <a:path extrusionOk="0" h="12252" w="13062">
                    <a:moveTo>
                      <a:pt x="6716" y="1381"/>
                    </a:moveTo>
                    <a:lnTo>
                      <a:pt x="6716" y="1381"/>
                    </a:lnTo>
                    <a:cubicBezTo>
                      <a:pt x="9037" y="1453"/>
                      <a:pt x="10990" y="2846"/>
                      <a:pt x="11704" y="4739"/>
                    </a:cubicBezTo>
                    <a:lnTo>
                      <a:pt x="7121" y="5632"/>
                    </a:lnTo>
                    <a:lnTo>
                      <a:pt x="6716" y="1381"/>
                    </a:lnTo>
                    <a:close/>
                    <a:moveTo>
                      <a:pt x="5751" y="1429"/>
                    </a:moveTo>
                    <a:lnTo>
                      <a:pt x="6370" y="5775"/>
                    </a:lnTo>
                    <a:lnTo>
                      <a:pt x="1108" y="6787"/>
                    </a:lnTo>
                    <a:cubicBezTo>
                      <a:pt x="1096" y="6632"/>
                      <a:pt x="1084" y="6477"/>
                      <a:pt x="1084" y="6322"/>
                    </a:cubicBezTo>
                    <a:cubicBezTo>
                      <a:pt x="1084" y="3834"/>
                      <a:pt x="3108" y="1774"/>
                      <a:pt x="5751" y="1429"/>
                    </a:cubicBezTo>
                    <a:close/>
                    <a:moveTo>
                      <a:pt x="11931" y="5632"/>
                    </a:moveTo>
                    <a:cubicBezTo>
                      <a:pt x="11966" y="5858"/>
                      <a:pt x="11990" y="6084"/>
                      <a:pt x="11990" y="6310"/>
                    </a:cubicBezTo>
                    <a:cubicBezTo>
                      <a:pt x="11990" y="7822"/>
                      <a:pt x="11228" y="9180"/>
                      <a:pt x="10050" y="10085"/>
                    </a:cubicBezTo>
                    <a:cubicBezTo>
                      <a:pt x="9490" y="9299"/>
                      <a:pt x="8573" y="8787"/>
                      <a:pt x="7525" y="8787"/>
                    </a:cubicBezTo>
                    <a:lnTo>
                      <a:pt x="7430" y="8787"/>
                    </a:lnTo>
                    <a:lnTo>
                      <a:pt x="7216" y="6549"/>
                    </a:lnTo>
                    <a:lnTo>
                      <a:pt x="11931" y="5632"/>
                    </a:lnTo>
                    <a:close/>
                    <a:moveTo>
                      <a:pt x="6501" y="6691"/>
                    </a:moveTo>
                    <a:lnTo>
                      <a:pt x="6811" y="8870"/>
                    </a:lnTo>
                    <a:cubicBezTo>
                      <a:pt x="5751" y="9120"/>
                      <a:pt x="4906" y="9906"/>
                      <a:pt x="4585" y="10930"/>
                    </a:cubicBezTo>
                    <a:cubicBezTo>
                      <a:pt x="3001" y="10382"/>
                      <a:pt x="1775" y="9180"/>
                      <a:pt x="1298" y="7703"/>
                    </a:cubicBezTo>
                    <a:lnTo>
                      <a:pt x="6501" y="6691"/>
                    </a:lnTo>
                    <a:close/>
                    <a:moveTo>
                      <a:pt x="6537" y="0"/>
                    </a:moveTo>
                    <a:cubicBezTo>
                      <a:pt x="2930" y="0"/>
                      <a:pt x="1" y="2739"/>
                      <a:pt x="1" y="6120"/>
                    </a:cubicBezTo>
                    <a:cubicBezTo>
                      <a:pt x="1" y="8823"/>
                      <a:pt x="1870" y="11121"/>
                      <a:pt x="4454" y="11930"/>
                    </a:cubicBezTo>
                    <a:cubicBezTo>
                      <a:pt x="5108" y="12133"/>
                      <a:pt x="5811" y="12252"/>
                      <a:pt x="6537" y="12252"/>
                    </a:cubicBezTo>
                    <a:cubicBezTo>
                      <a:pt x="8014" y="12252"/>
                      <a:pt x="9383" y="11787"/>
                      <a:pt x="10478" y="11001"/>
                    </a:cubicBezTo>
                    <a:cubicBezTo>
                      <a:pt x="12050" y="9882"/>
                      <a:pt x="13062" y="8108"/>
                      <a:pt x="13062" y="6120"/>
                    </a:cubicBezTo>
                    <a:cubicBezTo>
                      <a:pt x="13062" y="2739"/>
                      <a:pt x="10145" y="0"/>
                      <a:pt x="653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" name="Google Shape;399;p33"/>
              <p:cNvSpPr/>
              <p:nvPr/>
            </p:nvSpPr>
            <p:spPr>
              <a:xfrm>
                <a:off x="1273675" y="6495450"/>
                <a:ext cx="240525" cy="221475"/>
              </a:xfrm>
              <a:custGeom>
                <a:rect b="b" l="l" r="r" t="t"/>
                <a:pathLst>
                  <a:path extrusionOk="0" h="8859" w="9621">
                    <a:moveTo>
                      <a:pt x="9418" y="0"/>
                    </a:moveTo>
                    <a:lnTo>
                      <a:pt x="8335" y="727"/>
                    </a:lnTo>
                    <a:lnTo>
                      <a:pt x="8764" y="1262"/>
                    </a:lnTo>
                    <a:lnTo>
                      <a:pt x="3489" y="4144"/>
                    </a:lnTo>
                    <a:lnTo>
                      <a:pt x="4561" y="5620"/>
                    </a:lnTo>
                    <a:lnTo>
                      <a:pt x="1548" y="8108"/>
                    </a:lnTo>
                    <a:lnTo>
                      <a:pt x="1179" y="7454"/>
                    </a:lnTo>
                    <a:lnTo>
                      <a:pt x="1" y="8275"/>
                    </a:lnTo>
                    <a:lnTo>
                      <a:pt x="644" y="8858"/>
                    </a:lnTo>
                    <a:lnTo>
                      <a:pt x="6347" y="5382"/>
                    </a:lnTo>
                    <a:lnTo>
                      <a:pt x="5597" y="3715"/>
                    </a:lnTo>
                    <a:lnTo>
                      <a:pt x="9621" y="786"/>
                    </a:lnTo>
                    <a:lnTo>
                      <a:pt x="941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0" name="Google Shape;400;p33"/>
              <p:cNvSpPr/>
              <p:nvPr/>
            </p:nvSpPr>
            <p:spPr>
              <a:xfrm>
                <a:off x="1382025" y="6599625"/>
                <a:ext cx="33075" cy="25025"/>
              </a:xfrm>
              <a:custGeom>
                <a:rect b="b" l="l" r="r" t="t"/>
                <a:pathLst>
                  <a:path extrusionOk="0" h="1001" w="1323">
                    <a:moveTo>
                      <a:pt x="632" y="358"/>
                    </a:moveTo>
                    <a:cubicBezTo>
                      <a:pt x="477" y="358"/>
                      <a:pt x="358" y="441"/>
                      <a:pt x="358" y="536"/>
                    </a:cubicBezTo>
                    <a:cubicBezTo>
                      <a:pt x="358" y="631"/>
                      <a:pt x="477" y="715"/>
                      <a:pt x="632" y="715"/>
                    </a:cubicBezTo>
                    <a:cubicBezTo>
                      <a:pt x="774" y="715"/>
                      <a:pt x="905" y="631"/>
                      <a:pt x="905" y="536"/>
                    </a:cubicBezTo>
                    <a:cubicBezTo>
                      <a:pt x="905" y="441"/>
                      <a:pt x="774" y="358"/>
                      <a:pt x="632" y="358"/>
                    </a:cubicBezTo>
                    <a:close/>
                    <a:moveTo>
                      <a:pt x="667" y="119"/>
                    </a:moveTo>
                    <a:cubicBezTo>
                      <a:pt x="965" y="119"/>
                      <a:pt x="1203" y="286"/>
                      <a:pt x="1203" y="500"/>
                    </a:cubicBezTo>
                    <a:cubicBezTo>
                      <a:pt x="1203" y="715"/>
                      <a:pt x="965" y="881"/>
                      <a:pt x="667" y="881"/>
                    </a:cubicBezTo>
                    <a:cubicBezTo>
                      <a:pt x="370" y="881"/>
                      <a:pt x="120" y="715"/>
                      <a:pt x="120" y="500"/>
                    </a:cubicBezTo>
                    <a:cubicBezTo>
                      <a:pt x="120" y="286"/>
                      <a:pt x="358" y="119"/>
                      <a:pt x="667" y="119"/>
                    </a:cubicBezTo>
                    <a:close/>
                    <a:moveTo>
                      <a:pt x="667" y="0"/>
                    </a:moveTo>
                    <a:cubicBezTo>
                      <a:pt x="298" y="0"/>
                      <a:pt x="0" y="227"/>
                      <a:pt x="0" y="500"/>
                    </a:cubicBezTo>
                    <a:cubicBezTo>
                      <a:pt x="0" y="774"/>
                      <a:pt x="298" y="1001"/>
                      <a:pt x="667" y="1001"/>
                    </a:cubicBezTo>
                    <a:cubicBezTo>
                      <a:pt x="1024" y="1001"/>
                      <a:pt x="1322" y="774"/>
                      <a:pt x="1322" y="500"/>
                    </a:cubicBezTo>
                    <a:cubicBezTo>
                      <a:pt x="1322" y="227"/>
                      <a:pt x="1024" y="0"/>
                      <a:pt x="667" y="0"/>
                    </a:cubicBezTo>
                    <a:close/>
                  </a:path>
                </a:pathLst>
              </a:custGeom>
              <a:solidFill>
                <a:srgbClr val="003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" name="Google Shape;401;p33"/>
              <p:cNvSpPr/>
              <p:nvPr/>
            </p:nvSpPr>
            <p:spPr>
              <a:xfrm>
                <a:off x="1356425" y="6688050"/>
                <a:ext cx="119375" cy="54175"/>
              </a:xfrm>
              <a:custGeom>
                <a:rect b="b" l="l" r="r" t="t"/>
                <a:pathLst>
                  <a:path extrusionOk="0" h="2167" w="4775">
                    <a:moveTo>
                      <a:pt x="3120" y="654"/>
                    </a:moveTo>
                    <a:lnTo>
                      <a:pt x="3001" y="678"/>
                    </a:lnTo>
                    <a:lnTo>
                      <a:pt x="3025" y="893"/>
                    </a:lnTo>
                    <a:cubicBezTo>
                      <a:pt x="2941" y="904"/>
                      <a:pt x="2858" y="940"/>
                      <a:pt x="2787" y="1000"/>
                    </a:cubicBezTo>
                    <a:lnTo>
                      <a:pt x="2560" y="857"/>
                    </a:lnTo>
                    <a:lnTo>
                      <a:pt x="2489" y="964"/>
                    </a:lnTo>
                    <a:lnTo>
                      <a:pt x="2715" y="1095"/>
                    </a:lnTo>
                    <a:cubicBezTo>
                      <a:pt x="2679" y="1154"/>
                      <a:pt x="2656" y="1214"/>
                      <a:pt x="2656" y="1274"/>
                    </a:cubicBezTo>
                    <a:cubicBezTo>
                      <a:pt x="2656" y="1297"/>
                      <a:pt x="2668" y="1309"/>
                      <a:pt x="2668" y="1321"/>
                    </a:cubicBezTo>
                    <a:lnTo>
                      <a:pt x="2382" y="1381"/>
                    </a:lnTo>
                    <a:lnTo>
                      <a:pt x="2406" y="1500"/>
                    </a:lnTo>
                    <a:lnTo>
                      <a:pt x="2703" y="1440"/>
                    </a:lnTo>
                    <a:cubicBezTo>
                      <a:pt x="2739" y="1512"/>
                      <a:pt x="2787" y="1559"/>
                      <a:pt x="2858" y="1595"/>
                    </a:cubicBezTo>
                    <a:lnTo>
                      <a:pt x="2703" y="1845"/>
                    </a:lnTo>
                    <a:lnTo>
                      <a:pt x="2810" y="1905"/>
                    </a:lnTo>
                    <a:lnTo>
                      <a:pt x="2965" y="1655"/>
                    </a:lnTo>
                    <a:cubicBezTo>
                      <a:pt x="3013" y="1666"/>
                      <a:pt x="3072" y="1678"/>
                      <a:pt x="3120" y="1678"/>
                    </a:cubicBezTo>
                    <a:cubicBezTo>
                      <a:pt x="3132" y="1678"/>
                      <a:pt x="3132" y="1666"/>
                      <a:pt x="3144" y="1666"/>
                    </a:cubicBezTo>
                    <a:lnTo>
                      <a:pt x="3180" y="1952"/>
                    </a:lnTo>
                    <a:lnTo>
                      <a:pt x="3299" y="1928"/>
                    </a:lnTo>
                    <a:lnTo>
                      <a:pt x="3263" y="1655"/>
                    </a:lnTo>
                    <a:cubicBezTo>
                      <a:pt x="3322" y="1631"/>
                      <a:pt x="3394" y="1607"/>
                      <a:pt x="3441" y="1559"/>
                    </a:cubicBezTo>
                    <a:lnTo>
                      <a:pt x="3620" y="1702"/>
                    </a:lnTo>
                    <a:lnTo>
                      <a:pt x="3691" y="1607"/>
                    </a:lnTo>
                    <a:lnTo>
                      <a:pt x="3525" y="1476"/>
                    </a:lnTo>
                    <a:cubicBezTo>
                      <a:pt x="3561" y="1416"/>
                      <a:pt x="3584" y="1357"/>
                      <a:pt x="3584" y="1285"/>
                    </a:cubicBezTo>
                    <a:lnTo>
                      <a:pt x="3846" y="1238"/>
                    </a:lnTo>
                    <a:lnTo>
                      <a:pt x="3834" y="1119"/>
                    </a:lnTo>
                    <a:lnTo>
                      <a:pt x="3572" y="1166"/>
                    </a:lnTo>
                    <a:cubicBezTo>
                      <a:pt x="3549" y="1095"/>
                      <a:pt x="3513" y="1047"/>
                      <a:pt x="3453" y="1000"/>
                    </a:cubicBezTo>
                    <a:lnTo>
                      <a:pt x="3561" y="833"/>
                    </a:lnTo>
                    <a:lnTo>
                      <a:pt x="3465" y="762"/>
                    </a:lnTo>
                    <a:lnTo>
                      <a:pt x="3346" y="928"/>
                    </a:lnTo>
                    <a:cubicBezTo>
                      <a:pt x="3287" y="904"/>
                      <a:pt x="3227" y="881"/>
                      <a:pt x="3156" y="881"/>
                    </a:cubicBezTo>
                    <a:lnTo>
                      <a:pt x="3120" y="654"/>
                    </a:lnTo>
                    <a:close/>
                    <a:moveTo>
                      <a:pt x="2622" y="1"/>
                    </a:moveTo>
                    <a:cubicBezTo>
                      <a:pt x="2486" y="1"/>
                      <a:pt x="2342" y="11"/>
                      <a:pt x="2191" y="35"/>
                    </a:cubicBezTo>
                    <a:cubicBezTo>
                      <a:pt x="298" y="333"/>
                      <a:pt x="1" y="2083"/>
                      <a:pt x="1" y="2095"/>
                    </a:cubicBezTo>
                    <a:lnTo>
                      <a:pt x="108" y="2119"/>
                    </a:lnTo>
                    <a:cubicBezTo>
                      <a:pt x="120" y="2095"/>
                      <a:pt x="405" y="440"/>
                      <a:pt x="2215" y="154"/>
                    </a:cubicBezTo>
                    <a:cubicBezTo>
                      <a:pt x="2365" y="131"/>
                      <a:pt x="2506" y="120"/>
                      <a:pt x="2640" y="120"/>
                    </a:cubicBezTo>
                    <a:cubicBezTo>
                      <a:pt x="4114" y="120"/>
                      <a:pt x="4646" y="1446"/>
                      <a:pt x="4668" y="1512"/>
                    </a:cubicBezTo>
                    <a:lnTo>
                      <a:pt x="4775" y="1464"/>
                    </a:lnTo>
                    <a:cubicBezTo>
                      <a:pt x="4775" y="1453"/>
                      <a:pt x="4190" y="1"/>
                      <a:pt x="2622" y="1"/>
                    </a:cubicBezTo>
                    <a:close/>
                    <a:moveTo>
                      <a:pt x="1536" y="1202"/>
                    </a:moveTo>
                    <a:cubicBezTo>
                      <a:pt x="1227" y="1202"/>
                      <a:pt x="977" y="1416"/>
                      <a:pt x="977" y="1690"/>
                    </a:cubicBezTo>
                    <a:cubicBezTo>
                      <a:pt x="977" y="1952"/>
                      <a:pt x="1227" y="2166"/>
                      <a:pt x="1536" y="2166"/>
                    </a:cubicBezTo>
                    <a:cubicBezTo>
                      <a:pt x="1751" y="2166"/>
                      <a:pt x="1941" y="2071"/>
                      <a:pt x="2037" y="1916"/>
                    </a:cubicBezTo>
                    <a:lnTo>
                      <a:pt x="2037" y="1916"/>
                    </a:lnTo>
                    <a:cubicBezTo>
                      <a:pt x="1965" y="1952"/>
                      <a:pt x="1894" y="1976"/>
                      <a:pt x="1810" y="1976"/>
                    </a:cubicBezTo>
                    <a:cubicBezTo>
                      <a:pt x="1572" y="1976"/>
                      <a:pt x="1382" y="1809"/>
                      <a:pt x="1382" y="1607"/>
                    </a:cubicBezTo>
                    <a:cubicBezTo>
                      <a:pt x="1382" y="1416"/>
                      <a:pt x="1536" y="1274"/>
                      <a:pt x="1739" y="1238"/>
                    </a:cubicBezTo>
                    <a:cubicBezTo>
                      <a:pt x="1679" y="1214"/>
                      <a:pt x="1608" y="1202"/>
                      <a:pt x="1536" y="120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" name="Google Shape;402;p33"/>
              <p:cNvSpPr/>
              <p:nvPr/>
            </p:nvSpPr>
            <p:spPr>
              <a:xfrm>
                <a:off x="1241225" y="6473425"/>
                <a:ext cx="292025" cy="120875"/>
              </a:xfrm>
              <a:custGeom>
                <a:rect b="b" l="l" r="r" t="t"/>
                <a:pathLst>
                  <a:path extrusionOk="0" h="4835" w="11681">
                    <a:moveTo>
                      <a:pt x="7633" y="0"/>
                    </a:moveTo>
                    <a:lnTo>
                      <a:pt x="7561" y="726"/>
                    </a:lnTo>
                    <a:lnTo>
                      <a:pt x="7668" y="738"/>
                    </a:lnTo>
                    <a:lnTo>
                      <a:pt x="7752" y="12"/>
                    </a:lnTo>
                    <a:lnTo>
                      <a:pt x="7633" y="0"/>
                    </a:lnTo>
                    <a:close/>
                    <a:moveTo>
                      <a:pt x="2965" y="643"/>
                    </a:moveTo>
                    <a:lnTo>
                      <a:pt x="2858" y="703"/>
                    </a:lnTo>
                    <a:lnTo>
                      <a:pt x="3204" y="1357"/>
                    </a:lnTo>
                    <a:lnTo>
                      <a:pt x="3311" y="1310"/>
                    </a:lnTo>
                    <a:lnTo>
                      <a:pt x="2965" y="643"/>
                    </a:lnTo>
                    <a:close/>
                    <a:moveTo>
                      <a:pt x="9562" y="750"/>
                    </a:moveTo>
                    <a:lnTo>
                      <a:pt x="9169" y="1381"/>
                    </a:lnTo>
                    <a:lnTo>
                      <a:pt x="9276" y="1441"/>
                    </a:lnTo>
                    <a:lnTo>
                      <a:pt x="9669" y="810"/>
                    </a:lnTo>
                    <a:lnTo>
                      <a:pt x="9562" y="750"/>
                    </a:lnTo>
                    <a:close/>
                    <a:moveTo>
                      <a:pt x="1168" y="2072"/>
                    </a:moveTo>
                    <a:lnTo>
                      <a:pt x="1096" y="2167"/>
                    </a:lnTo>
                    <a:lnTo>
                      <a:pt x="1668" y="2560"/>
                    </a:lnTo>
                    <a:lnTo>
                      <a:pt x="1727" y="2465"/>
                    </a:lnTo>
                    <a:lnTo>
                      <a:pt x="1168" y="2072"/>
                    </a:lnTo>
                    <a:close/>
                    <a:moveTo>
                      <a:pt x="11621" y="2798"/>
                    </a:moveTo>
                    <a:lnTo>
                      <a:pt x="10990" y="3179"/>
                    </a:lnTo>
                    <a:lnTo>
                      <a:pt x="11050" y="3274"/>
                    </a:lnTo>
                    <a:lnTo>
                      <a:pt x="11681" y="2893"/>
                    </a:lnTo>
                    <a:lnTo>
                      <a:pt x="11621" y="2798"/>
                    </a:lnTo>
                    <a:close/>
                    <a:moveTo>
                      <a:pt x="37" y="4548"/>
                    </a:moveTo>
                    <a:lnTo>
                      <a:pt x="1" y="4655"/>
                    </a:lnTo>
                    <a:lnTo>
                      <a:pt x="668" y="4834"/>
                    </a:lnTo>
                    <a:lnTo>
                      <a:pt x="691" y="4715"/>
                    </a:lnTo>
                    <a:lnTo>
                      <a:pt x="37" y="454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" name="Google Shape;403;p33"/>
              <p:cNvSpPr/>
              <p:nvPr/>
            </p:nvSpPr>
            <p:spPr>
              <a:xfrm>
                <a:off x="1318325" y="6366250"/>
                <a:ext cx="103025" cy="92600"/>
              </a:xfrm>
              <a:custGeom>
                <a:rect b="b" l="l" r="r" t="t"/>
                <a:pathLst>
                  <a:path extrusionOk="0" h="3704" w="4121">
                    <a:moveTo>
                      <a:pt x="2060" y="334"/>
                    </a:moveTo>
                    <a:cubicBezTo>
                      <a:pt x="2965" y="334"/>
                      <a:pt x="3703" y="870"/>
                      <a:pt x="3703" y="1513"/>
                    </a:cubicBezTo>
                    <a:cubicBezTo>
                      <a:pt x="3703" y="1763"/>
                      <a:pt x="3596" y="1989"/>
                      <a:pt x="3418" y="2180"/>
                    </a:cubicBezTo>
                    <a:lnTo>
                      <a:pt x="3406" y="1584"/>
                    </a:lnTo>
                    <a:lnTo>
                      <a:pt x="1132" y="1799"/>
                    </a:lnTo>
                    <a:lnTo>
                      <a:pt x="1310" y="2561"/>
                    </a:lnTo>
                    <a:cubicBezTo>
                      <a:pt x="786" y="2370"/>
                      <a:pt x="417" y="1977"/>
                      <a:pt x="417" y="1513"/>
                    </a:cubicBezTo>
                    <a:cubicBezTo>
                      <a:pt x="417" y="870"/>
                      <a:pt x="1155" y="334"/>
                      <a:pt x="2060" y="334"/>
                    </a:cubicBezTo>
                    <a:close/>
                    <a:moveTo>
                      <a:pt x="2060" y="1"/>
                    </a:moveTo>
                    <a:cubicBezTo>
                      <a:pt x="929" y="1"/>
                      <a:pt x="1" y="680"/>
                      <a:pt x="1" y="1513"/>
                    </a:cubicBezTo>
                    <a:cubicBezTo>
                      <a:pt x="1" y="2180"/>
                      <a:pt x="596" y="2751"/>
                      <a:pt x="1405" y="2954"/>
                    </a:cubicBezTo>
                    <a:lnTo>
                      <a:pt x="1584" y="3704"/>
                    </a:lnTo>
                    <a:lnTo>
                      <a:pt x="3453" y="3525"/>
                    </a:lnTo>
                    <a:lnTo>
                      <a:pt x="3430" y="2644"/>
                    </a:lnTo>
                    <a:cubicBezTo>
                      <a:pt x="3858" y="2370"/>
                      <a:pt x="4120" y="1965"/>
                      <a:pt x="4120" y="1513"/>
                    </a:cubicBezTo>
                    <a:cubicBezTo>
                      <a:pt x="4120" y="680"/>
                      <a:pt x="3203" y="1"/>
                      <a:pt x="206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" name="Google Shape;404;p33"/>
              <p:cNvSpPr/>
              <p:nvPr/>
            </p:nvSpPr>
            <p:spPr>
              <a:xfrm>
                <a:off x="1355525" y="6409725"/>
                <a:ext cx="37825" cy="46150"/>
              </a:xfrm>
              <a:custGeom>
                <a:rect b="b" l="l" r="r" t="t"/>
                <a:pathLst>
                  <a:path extrusionOk="0" h="1846" w="1513">
                    <a:moveTo>
                      <a:pt x="715" y="95"/>
                    </a:moveTo>
                    <a:lnTo>
                      <a:pt x="608" y="107"/>
                    </a:lnTo>
                    <a:lnTo>
                      <a:pt x="810" y="1750"/>
                    </a:lnTo>
                    <a:lnTo>
                      <a:pt x="930" y="1739"/>
                    </a:lnTo>
                    <a:lnTo>
                      <a:pt x="715" y="95"/>
                    </a:lnTo>
                    <a:close/>
                    <a:moveTo>
                      <a:pt x="1406" y="0"/>
                    </a:moveTo>
                    <a:lnTo>
                      <a:pt x="1287" y="12"/>
                    </a:lnTo>
                    <a:lnTo>
                      <a:pt x="1406" y="1750"/>
                    </a:lnTo>
                    <a:lnTo>
                      <a:pt x="1513" y="1739"/>
                    </a:lnTo>
                    <a:lnTo>
                      <a:pt x="1406" y="0"/>
                    </a:lnTo>
                    <a:close/>
                    <a:moveTo>
                      <a:pt x="120" y="84"/>
                    </a:moveTo>
                    <a:lnTo>
                      <a:pt x="1" y="107"/>
                    </a:lnTo>
                    <a:lnTo>
                      <a:pt x="370" y="1846"/>
                    </a:lnTo>
                    <a:lnTo>
                      <a:pt x="489" y="1822"/>
                    </a:lnTo>
                    <a:lnTo>
                      <a:pt x="120" y="84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6" name="Google Shape;406;p34"/>
          <p:cNvGrpSpPr/>
          <p:nvPr/>
        </p:nvGrpSpPr>
        <p:grpSpPr>
          <a:xfrm>
            <a:off x="0" y="0"/>
            <a:ext cx="9144003" cy="5143501"/>
            <a:chOff x="0" y="0"/>
            <a:chExt cx="9144003" cy="5143501"/>
          </a:xfrm>
        </p:grpSpPr>
        <p:pic>
          <p:nvPicPr>
            <p:cNvPr id="407" name="Google Shape;407;p34"/>
            <p:cNvPicPr preferRelativeResize="0"/>
            <p:nvPr/>
          </p:nvPicPr>
          <p:blipFill rotWithShape="1">
            <a:blip r:embed="rId2">
              <a:alphaModFix/>
            </a:blip>
            <a:srcRect b="8068" l="0" r="0" t="8060"/>
            <a:stretch/>
          </p:blipFill>
          <p:spPr>
            <a:xfrm>
              <a:off x="0" y="0"/>
              <a:ext cx="9144003" cy="5143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8" name="Google Shape;408;p34"/>
            <p:cNvSpPr/>
            <p:nvPr/>
          </p:nvSpPr>
          <p:spPr>
            <a:xfrm>
              <a:off x="209980" y="194500"/>
              <a:ext cx="8763466" cy="4752275"/>
            </a:xfrm>
            <a:custGeom>
              <a:rect b="b" l="l" r="r" t="t"/>
              <a:pathLst>
                <a:path extrusionOk="0" h="147209" w="271904">
                  <a:moveTo>
                    <a:pt x="596" y="0"/>
                  </a:moveTo>
                  <a:lnTo>
                    <a:pt x="596" y="0"/>
                  </a:lnTo>
                  <a:cubicBezTo>
                    <a:pt x="2025" y="5965"/>
                    <a:pt x="3072" y="13895"/>
                    <a:pt x="3644" y="22312"/>
                  </a:cubicBezTo>
                  <a:cubicBezTo>
                    <a:pt x="7942" y="23515"/>
                    <a:pt x="13609" y="23932"/>
                    <a:pt x="5085" y="25063"/>
                  </a:cubicBezTo>
                  <a:cubicBezTo>
                    <a:pt x="5096" y="25110"/>
                    <a:pt x="5108" y="25146"/>
                    <a:pt x="5120" y="25194"/>
                  </a:cubicBezTo>
                  <a:cubicBezTo>
                    <a:pt x="5263" y="25301"/>
                    <a:pt x="5394" y="25396"/>
                    <a:pt x="5525" y="25503"/>
                  </a:cubicBezTo>
                  <a:cubicBezTo>
                    <a:pt x="5692" y="25539"/>
                    <a:pt x="5954" y="25479"/>
                    <a:pt x="6037" y="25658"/>
                  </a:cubicBezTo>
                  <a:cubicBezTo>
                    <a:pt x="8561" y="26230"/>
                    <a:pt x="4561" y="26670"/>
                    <a:pt x="3894" y="26789"/>
                  </a:cubicBezTo>
                  <a:cubicBezTo>
                    <a:pt x="4203" y="33719"/>
                    <a:pt x="4192" y="40803"/>
                    <a:pt x="3787" y="47256"/>
                  </a:cubicBezTo>
                  <a:cubicBezTo>
                    <a:pt x="2560" y="47137"/>
                    <a:pt x="1298" y="47006"/>
                    <a:pt x="1" y="46875"/>
                  </a:cubicBezTo>
                  <a:lnTo>
                    <a:pt x="1" y="46875"/>
                  </a:lnTo>
                  <a:cubicBezTo>
                    <a:pt x="1429" y="52840"/>
                    <a:pt x="2477" y="60770"/>
                    <a:pt x="3049" y="69199"/>
                  </a:cubicBezTo>
                  <a:cubicBezTo>
                    <a:pt x="7347" y="70402"/>
                    <a:pt x="13014" y="70818"/>
                    <a:pt x="4489" y="71949"/>
                  </a:cubicBezTo>
                  <a:cubicBezTo>
                    <a:pt x="4501" y="71985"/>
                    <a:pt x="4513" y="72033"/>
                    <a:pt x="4525" y="72069"/>
                  </a:cubicBezTo>
                  <a:cubicBezTo>
                    <a:pt x="4668" y="72176"/>
                    <a:pt x="4787" y="72283"/>
                    <a:pt x="4930" y="72390"/>
                  </a:cubicBezTo>
                  <a:cubicBezTo>
                    <a:pt x="5096" y="72414"/>
                    <a:pt x="5358" y="72366"/>
                    <a:pt x="5442" y="72545"/>
                  </a:cubicBezTo>
                  <a:cubicBezTo>
                    <a:pt x="7966" y="73104"/>
                    <a:pt x="3965" y="73557"/>
                    <a:pt x="3299" y="73664"/>
                  </a:cubicBezTo>
                  <a:cubicBezTo>
                    <a:pt x="3513" y="78510"/>
                    <a:pt x="3572" y="83427"/>
                    <a:pt x="3453" y="88154"/>
                  </a:cubicBezTo>
                  <a:cubicBezTo>
                    <a:pt x="2322" y="88047"/>
                    <a:pt x="1179" y="87928"/>
                    <a:pt x="1" y="87809"/>
                  </a:cubicBezTo>
                  <a:lnTo>
                    <a:pt x="1" y="87809"/>
                  </a:lnTo>
                  <a:cubicBezTo>
                    <a:pt x="989" y="91940"/>
                    <a:pt x="1798" y="97036"/>
                    <a:pt x="2394" y="102584"/>
                  </a:cubicBezTo>
                  <a:cubicBezTo>
                    <a:pt x="2239" y="103727"/>
                    <a:pt x="2072" y="104834"/>
                    <a:pt x="1882" y="105894"/>
                  </a:cubicBezTo>
                  <a:cubicBezTo>
                    <a:pt x="2156" y="105870"/>
                    <a:pt x="2429" y="105846"/>
                    <a:pt x="2715" y="105811"/>
                  </a:cubicBezTo>
                  <a:cubicBezTo>
                    <a:pt x="2834" y="107228"/>
                    <a:pt x="2953" y="108668"/>
                    <a:pt x="3049" y="110121"/>
                  </a:cubicBezTo>
                  <a:cubicBezTo>
                    <a:pt x="7347" y="111323"/>
                    <a:pt x="13014" y="111740"/>
                    <a:pt x="4489" y="112871"/>
                  </a:cubicBezTo>
                  <a:cubicBezTo>
                    <a:pt x="4501" y="112919"/>
                    <a:pt x="4513" y="112954"/>
                    <a:pt x="4525" y="113002"/>
                  </a:cubicBezTo>
                  <a:cubicBezTo>
                    <a:pt x="4668" y="113109"/>
                    <a:pt x="4799" y="113205"/>
                    <a:pt x="4930" y="113312"/>
                  </a:cubicBezTo>
                  <a:cubicBezTo>
                    <a:pt x="5096" y="113347"/>
                    <a:pt x="5358" y="113288"/>
                    <a:pt x="5442" y="113466"/>
                  </a:cubicBezTo>
                  <a:cubicBezTo>
                    <a:pt x="7966" y="114038"/>
                    <a:pt x="3965" y="114478"/>
                    <a:pt x="3299" y="114598"/>
                  </a:cubicBezTo>
                  <a:cubicBezTo>
                    <a:pt x="3822" y="126123"/>
                    <a:pt x="4668" y="127147"/>
                    <a:pt x="3120" y="135886"/>
                  </a:cubicBezTo>
                  <a:cubicBezTo>
                    <a:pt x="4608" y="136338"/>
                    <a:pt x="14133" y="147209"/>
                    <a:pt x="14133" y="147209"/>
                  </a:cubicBezTo>
                  <a:cubicBezTo>
                    <a:pt x="14133" y="147209"/>
                    <a:pt x="16765" y="146220"/>
                    <a:pt x="20479" y="146137"/>
                  </a:cubicBezTo>
                  <a:cubicBezTo>
                    <a:pt x="20503" y="146054"/>
                    <a:pt x="20539" y="145959"/>
                    <a:pt x="20563" y="145875"/>
                  </a:cubicBezTo>
                  <a:lnTo>
                    <a:pt x="20563" y="145875"/>
                  </a:lnTo>
                  <a:cubicBezTo>
                    <a:pt x="20491" y="146340"/>
                    <a:pt x="23242" y="146363"/>
                    <a:pt x="23158" y="146816"/>
                  </a:cubicBezTo>
                  <a:cubicBezTo>
                    <a:pt x="29516" y="146220"/>
                    <a:pt x="36481" y="145875"/>
                    <a:pt x="44589" y="145697"/>
                  </a:cubicBezTo>
                  <a:cubicBezTo>
                    <a:pt x="44613" y="145625"/>
                    <a:pt x="44637" y="145554"/>
                    <a:pt x="44661" y="145494"/>
                  </a:cubicBezTo>
                  <a:cubicBezTo>
                    <a:pt x="45090" y="145494"/>
                    <a:pt x="45530" y="145494"/>
                    <a:pt x="45959" y="145482"/>
                  </a:cubicBezTo>
                  <a:cubicBezTo>
                    <a:pt x="45959" y="145542"/>
                    <a:pt x="45959" y="145601"/>
                    <a:pt x="45959" y="145661"/>
                  </a:cubicBezTo>
                  <a:cubicBezTo>
                    <a:pt x="46173" y="145661"/>
                    <a:pt x="46387" y="145661"/>
                    <a:pt x="46602" y="145649"/>
                  </a:cubicBezTo>
                  <a:cubicBezTo>
                    <a:pt x="46637" y="145601"/>
                    <a:pt x="46661" y="145542"/>
                    <a:pt x="46685" y="145482"/>
                  </a:cubicBezTo>
                  <a:cubicBezTo>
                    <a:pt x="47197" y="145482"/>
                    <a:pt x="47709" y="145482"/>
                    <a:pt x="48221" y="145494"/>
                  </a:cubicBezTo>
                  <a:cubicBezTo>
                    <a:pt x="48221" y="145530"/>
                    <a:pt x="48221" y="145578"/>
                    <a:pt x="48221" y="145625"/>
                  </a:cubicBezTo>
                  <a:cubicBezTo>
                    <a:pt x="50912" y="145578"/>
                    <a:pt x="53900" y="145542"/>
                    <a:pt x="57031" y="145518"/>
                  </a:cubicBezTo>
                  <a:cubicBezTo>
                    <a:pt x="59651" y="145542"/>
                    <a:pt x="62151" y="145566"/>
                    <a:pt x="64461" y="145601"/>
                  </a:cubicBezTo>
                  <a:cubicBezTo>
                    <a:pt x="64461" y="145566"/>
                    <a:pt x="64461" y="145530"/>
                    <a:pt x="64461" y="145494"/>
                  </a:cubicBezTo>
                  <a:cubicBezTo>
                    <a:pt x="65592" y="145488"/>
                    <a:pt x="66726" y="145485"/>
                    <a:pt x="67860" y="145485"/>
                  </a:cubicBezTo>
                  <a:cubicBezTo>
                    <a:pt x="68994" y="145485"/>
                    <a:pt x="70128" y="145488"/>
                    <a:pt x="71259" y="145494"/>
                  </a:cubicBezTo>
                  <a:cubicBezTo>
                    <a:pt x="71402" y="145578"/>
                    <a:pt x="71545" y="145661"/>
                    <a:pt x="71700" y="145744"/>
                  </a:cubicBezTo>
                  <a:cubicBezTo>
                    <a:pt x="78891" y="145947"/>
                    <a:pt x="85190" y="146268"/>
                    <a:pt x="90976" y="146816"/>
                  </a:cubicBezTo>
                  <a:cubicBezTo>
                    <a:pt x="90845" y="146054"/>
                    <a:pt x="90714" y="145256"/>
                    <a:pt x="90595" y="144435"/>
                  </a:cubicBezTo>
                  <a:lnTo>
                    <a:pt x="90595" y="144435"/>
                  </a:lnTo>
                  <a:cubicBezTo>
                    <a:pt x="91429" y="144792"/>
                    <a:pt x="92191" y="145304"/>
                    <a:pt x="92976" y="145744"/>
                  </a:cubicBezTo>
                  <a:cubicBezTo>
                    <a:pt x="96596" y="145851"/>
                    <a:pt x="99989" y="145982"/>
                    <a:pt x="103204" y="146161"/>
                  </a:cubicBezTo>
                  <a:cubicBezTo>
                    <a:pt x="103156" y="146375"/>
                    <a:pt x="103121" y="146601"/>
                    <a:pt x="103085" y="146828"/>
                  </a:cubicBezTo>
                  <a:cubicBezTo>
                    <a:pt x="104573" y="146685"/>
                    <a:pt x="106109" y="146554"/>
                    <a:pt x="107669" y="146447"/>
                  </a:cubicBezTo>
                  <a:cubicBezTo>
                    <a:pt x="109240" y="146554"/>
                    <a:pt x="110764" y="146685"/>
                    <a:pt x="112265" y="146828"/>
                  </a:cubicBezTo>
                  <a:cubicBezTo>
                    <a:pt x="112217" y="146601"/>
                    <a:pt x="112181" y="146375"/>
                    <a:pt x="112146" y="146161"/>
                  </a:cubicBezTo>
                  <a:cubicBezTo>
                    <a:pt x="115979" y="145947"/>
                    <a:pt x="120075" y="145792"/>
                    <a:pt x="124504" y="145697"/>
                  </a:cubicBezTo>
                  <a:cubicBezTo>
                    <a:pt x="125022" y="144156"/>
                    <a:pt x="125413" y="143165"/>
                    <a:pt x="125645" y="143165"/>
                  </a:cubicBezTo>
                  <a:cubicBezTo>
                    <a:pt x="125846" y="143165"/>
                    <a:pt x="125929" y="143902"/>
                    <a:pt x="125873" y="145661"/>
                  </a:cubicBezTo>
                  <a:cubicBezTo>
                    <a:pt x="126100" y="145661"/>
                    <a:pt x="126302" y="145661"/>
                    <a:pt x="126528" y="145649"/>
                  </a:cubicBezTo>
                  <a:cubicBezTo>
                    <a:pt x="127181" y="144357"/>
                    <a:pt x="127670" y="143321"/>
                    <a:pt x="127939" y="143321"/>
                  </a:cubicBezTo>
                  <a:cubicBezTo>
                    <a:pt x="128150" y="143321"/>
                    <a:pt x="128225" y="143963"/>
                    <a:pt x="128136" y="145625"/>
                  </a:cubicBezTo>
                  <a:cubicBezTo>
                    <a:pt x="130541" y="145589"/>
                    <a:pt x="133184" y="145554"/>
                    <a:pt x="135946" y="145530"/>
                  </a:cubicBezTo>
                  <a:cubicBezTo>
                    <a:pt x="138720" y="145554"/>
                    <a:pt x="141352" y="145589"/>
                    <a:pt x="143757" y="145625"/>
                  </a:cubicBezTo>
                  <a:cubicBezTo>
                    <a:pt x="143667" y="143963"/>
                    <a:pt x="143745" y="143321"/>
                    <a:pt x="143959" y="143321"/>
                  </a:cubicBezTo>
                  <a:cubicBezTo>
                    <a:pt x="144230" y="143321"/>
                    <a:pt x="144723" y="144357"/>
                    <a:pt x="145376" y="145649"/>
                  </a:cubicBezTo>
                  <a:cubicBezTo>
                    <a:pt x="145590" y="145661"/>
                    <a:pt x="145804" y="145661"/>
                    <a:pt x="146019" y="145661"/>
                  </a:cubicBezTo>
                  <a:cubicBezTo>
                    <a:pt x="145964" y="143902"/>
                    <a:pt x="146046" y="143165"/>
                    <a:pt x="146247" y="143165"/>
                  </a:cubicBezTo>
                  <a:cubicBezTo>
                    <a:pt x="146479" y="143165"/>
                    <a:pt x="146870" y="144156"/>
                    <a:pt x="147388" y="145697"/>
                  </a:cubicBezTo>
                  <a:cubicBezTo>
                    <a:pt x="151817" y="145792"/>
                    <a:pt x="155913" y="145947"/>
                    <a:pt x="159759" y="146161"/>
                  </a:cubicBezTo>
                  <a:cubicBezTo>
                    <a:pt x="159711" y="146375"/>
                    <a:pt x="159675" y="146601"/>
                    <a:pt x="159640" y="146828"/>
                  </a:cubicBezTo>
                  <a:cubicBezTo>
                    <a:pt x="161128" y="146685"/>
                    <a:pt x="162664" y="146554"/>
                    <a:pt x="164223" y="146447"/>
                  </a:cubicBezTo>
                  <a:cubicBezTo>
                    <a:pt x="165795" y="146554"/>
                    <a:pt x="167319" y="146685"/>
                    <a:pt x="168819" y="146828"/>
                  </a:cubicBezTo>
                  <a:cubicBezTo>
                    <a:pt x="168772" y="146601"/>
                    <a:pt x="168736" y="146375"/>
                    <a:pt x="168700" y="146161"/>
                  </a:cubicBezTo>
                  <a:cubicBezTo>
                    <a:pt x="171915" y="145982"/>
                    <a:pt x="175296" y="145851"/>
                    <a:pt x="178916" y="145744"/>
                  </a:cubicBezTo>
                  <a:cubicBezTo>
                    <a:pt x="179702" y="145304"/>
                    <a:pt x="180464" y="144792"/>
                    <a:pt x="181309" y="144435"/>
                  </a:cubicBezTo>
                  <a:lnTo>
                    <a:pt x="181309" y="144435"/>
                  </a:lnTo>
                  <a:cubicBezTo>
                    <a:pt x="181190" y="145256"/>
                    <a:pt x="181059" y="146054"/>
                    <a:pt x="180916" y="146816"/>
                  </a:cubicBezTo>
                  <a:cubicBezTo>
                    <a:pt x="186714" y="146268"/>
                    <a:pt x="193001" y="145947"/>
                    <a:pt x="200204" y="145744"/>
                  </a:cubicBezTo>
                  <a:cubicBezTo>
                    <a:pt x="200347" y="145661"/>
                    <a:pt x="200490" y="145578"/>
                    <a:pt x="200645" y="145494"/>
                  </a:cubicBezTo>
                  <a:cubicBezTo>
                    <a:pt x="201770" y="145488"/>
                    <a:pt x="202904" y="145485"/>
                    <a:pt x="204039" y="145485"/>
                  </a:cubicBezTo>
                  <a:cubicBezTo>
                    <a:pt x="205175" y="145485"/>
                    <a:pt x="206312" y="145488"/>
                    <a:pt x="207443" y="145494"/>
                  </a:cubicBezTo>
                  <a:cubicBezTo>
                    <a:pt x="207443" y="145530"/>
                    <a:pt x="207443" y="145566"/>
                    <a:pt x="207431" y="145601"/>
                  </a:cubicBezTo>
                  <a:cubicBezTo>
                    <a:pt x="209741" y="145566"/>
                    <a:pt x="212253" y="145542"/>
                    <a:pt x="214873" y="145518"/>
                  </a:cubicBezTo>
                  <a:cubicBezTo>
                    <a:pt x="218004" y="145542"/>
                    <a:pt x="220981" y="145578"/>
                    <a:pt x="223683" y="145625"/>
                  </a:cubicBezTo>
                  <a:cubicBezTo>
                    <a:pt x="223671" y="145578"/>
                    <a:pt x="223671" y="145530"/>
                    <a:pt x="223671" y="145494"/>
                  </a:cubicBezTo>
                  <a:cubicBezTo>
                    <a:pt x="224183" y="145494"/>
                    <a:pt x="224695" y="145482"/>
                    <a:pt x="225207" y="145482"/>
                  </a:cubicBezTo>
                  <a:cubicBezTo>
                    <a:pt x="225243" y="145542"/>
                    <a:pt x="225267" y="145601"/>
                    <a:pt x="225291" y="145649"/>
                  </a:cubicBezTo>
                  <a:cubicBezTo>
                    <a:pt x="225517" y="145661"/>
                    <a:pt x="225731" y="145661"/>
                    <a:pt x="225945" y="145661"/>
                  </a:cubicBezTo>
                  <a:cubicBezTo>
                    <a:pt x="225945" y="145601"/>
                    <a:pt x="225934" y="145542"/>
                    <a:pt x="225934" y="145482"/>
                  </a:cubicBezTo>
                  <a:cubicBezTo>
                    <a:pt x="226374" y="145482"/>
                    <a:pt x="226803" y="145482"/>
                    <a:pt x="227243" y="145494"/>
                  </a:cubicBezTo>
                  <a:cubicBezTo>
                    <a:pt x="227267" y="145554"/>
                    <a:pt x="227291" y="145625"/>
                    <a:pt x="227315" y="145697"/>
                  </a:cubicBezTo>
                  <a:cubicBezTo>
                    <a:pt x="235411" y="145875"/>
                    <a:pt x="242376" y="146220"/>
                    <a:pt x="248734" y="146816"/>
                  </a:cubicBezTo>
                  <a:cubicBezTo>
                    <a:pt x="248651" y="146363"/>
                    <a:pt x="248579" y="145899"/>
                    <a:pt x="248508" y="145423"/>
                  </a:cubicBezTo>
                  <a:lnTo>
                    <a:pt x="248508" y="145423"/>
                  </a:lnTo>
                  <a:cubicBezTo>
                    <a:pt x="248532" y="145506"/>
                    <a:pt x="248567" y="145601"/>
                    <a:pt x="248591" y="145697"/>
                  </a:cubicBezTo>
                  <a:cubicBezTo>
                    <a:pt x="256699" y="145875"/>
                    <a:pt x="263664" y="146220"/>
                    <a:pt x="270022" y="146816"/>
                  </a:cubicBezTo>
                  <a:cubicBezTo>
                    <a:pt x="268463" y="138065"/>
                    <a:pt x="268082" y="126123"/>
                    <a:pt x="268606" y="114598"/>
                  </a:cubicBezTo>
                  <a:cubicBezTo>
                    <a:pt x="267939" y="114478"/>
                    <a:pt x="263926" y="114038"/>
                    <a:pt x="266462" y="113466"/>
                  </a:cubicBezTo>
                  <a:cubicBezTo>
                    <a:pt x="266546" y="113288"/>
                    <a:pt x="266808" y="113347"/>
                    <a:pt x="266974" y="113312"/>
                  </a:cubicBezTo>
                  <a:cubicBezTo>
                    <a:pt x="267105" y="113205"/>
                    <a:pt x="267236" y="113109"/>
                    <a:pt x="267367" y="113002"/>
                  </a:cubicBezTo>
                  <a:cubicBezTo>
                    <a:pt x="267391" y="112954"/>
                    <a:pt x="267403" y="112919"/>
                    <a:pt x="267415" y="112871"/>
                  </a:cubicBezTo>
                  <a:cubicBezTo>
                    <a:pt x="258878" y="111740"/>
                    <a:pt x="264557" y="111323"/>
                    <a:pt x="268856" y="110121"/>
                  </a:cubicBezTo>
                  <a:cubicBezTo>
                    <a:pt x="268951" y="108668"/>
                    <a:pt x="269070" y="107228"/>
                    <a:pt x="269189" y="105811"/>
                  </a:cubicBezTo>
                  <a:cubicBezTo>
                    <a:pt x="269463" y="105846"/>
                    <a:pt x="269749" y="105870"/>
                    <a:pt x="270022" y="105894"/>
                  </a:cubicBezTo>
                  <a:cubicBezTo>
                    <a:pt x="269832" y="104834"/>
                    <a:pt x="269653" y="103727"/>
                    <a:pt x="269510" y="102584"/>
                  </a:cubicBezTo>
                  <a:cubicBezTo>
                    <a:pt x="270094" y="97036"/>
                    <a:pt x="270903" y="91940"/>
                    <a:pt x="271904" y="87809"/>
                  </a:cubicBezTo>
                  <a:lnTo>
                    <a:pt x="271904" y="87809"/>
                  </a:lnTo>
                  <a:cubicBezTo>
                    <a:pt x="270725" y="87928"/>
                    <a:pt x="269570" y="88047"/>
                    <a:pt x="268451" y="88154"/>
                  </a:cubicBezTo>
                  <a:cubicBezTo>
                    <a:pt x="268320" y="83427"/>
                    <a:pt x="268379" y="78510"/>
                    <a:pt x="268606" y="73664"/>
                  </a:cubicBezTo>
                  <a:cubicBezTo>
                    <a:pt x="267939" y="73557"/>
                    <a:pt x="263926" y="73104"/>
                    <a:pt x="266462" y="72545"/>
                  </a:cubicBezTo>
                  <a:cubicBezTo>
                    <a:pt x="266546" y="72366"/>
                    <a:pt x="266808" y="72426"/>
                    <a:pt x="266974" y="72390"/>
                  </a:cubicBezTo>
                  <a:cubicBezTo>
                    <a:pt x="267105" y="72283"/>
                    <a:pt x="267236" y="72176"/>
                    <a:pt x="267367" y="72069"/>
                  </a:cubicBezTo>
                  <a:cubicBezTo>
                    <a:pt x="267391" y="72033"/>
                    <a:pt x="267403" y="71985"/>
                    <a:pt x="267415" y="71949"/>
                  </a:cubicBezTo>
                  <a:cubicBezTo>
                    <a:pt x="258878" y="70818"/>
                    <a:pt x="264557" y="70402"/>
                    <a:pt x="268856" y="69199"/>
                  </a:cubicBezTo>
                  <a:cubicBezTo>
                    <a:pt x="269415" y="60770"/>
                    <a:pt x="270463" y="52840"/>
                    <a:pt x="271904" y="46875"/>
                  </a:cubicBezTo>
                  <a:lnTo>
                    <a:pt x="271904" y="46875"/>
                  </a:lnTo>
                  <a:cubicBezTo>
                    <a:pt x="270606" y="47006"/>
                    <a:pt x="269344" y="47137"/>
                    <a:pt x="268105" y="47256"/>
                  </a:cubicBezTo>
                  <a:cubicBezTo>
                    <a:pt x="267713" y="40803"/>
                    <a:pt x="267689" y="33719"/>
                    <a:pt x="268010" y="26789"/>
                  </a:cubicBezTo>
                  <a:cubicBezTo>
                    <a:pt x="267343" y="26670"/>
                    <a:pt x="263331" y="26230"/>
                    <a:pt x="265867" y="25658"/>
                  </a:cubicBezTo>
                  <a:cubicBezTo>
                    <a:pt x="265950" y="25479"/>
                    <a:pt x="266212" y="25539"/>
                    <a:pt x="266379" y="25503"/>
                  </a:cubicBezTo>
                  <a:cubicBezTo>
                    <a:pt x="266510" y="25396"/>
                    <a:pt x="266641" y="25301"/>
                    <a:pt x="266772" y="25194"/>
                  </a:cubicBezTo>
                  <a:cubicBezTo>
                    <a:pt x="266796" y="25146"/>
                    <a:pt x="266808" y="25110"/>
                    <a:pt x="266820" y="25063"/>
                  </a:cubicBezTo>
                  <a:cubicBezTo>
                    <a:pt x="258283" y="23932"/>
                    <a:pt x="263962" y="23515"/>
                    <a:pt x="268260" y="22312"/>
                  </a:cubicBezTo>
                  <a:cubicBezTo>
                    <a:pt x="268415" y="19919"/>
                    <a:pt x="268856" y="15300"/>
                    <a:pt x="268856" y="15300"/>
                  </a:cubicBezTo>
                  <a:lnTo>
                    <a:pt x="254901" y="1453"/>
                  </a:lnTo>
                  <a:cubicBezTo>
                    <a:pt x="254901" y="1453"/>
                    <a:pt x="251413" y="1679"/>
                    <a:pt x="249615" y="1774"/>
                  </a:cubicBezTo>
                  <a:cubicBezTo>
                    <a:pt x="249746" y="1167"/>
                    <a:pt x="249889" y="572"/>
                    <a:pt x="250020" y="0"/>
                  </a:cubicBezTo>
                  <a:lnTo>
                    <a:pt x="250020" y="0"/>
                  </a:lnTo>
                  <a:cubicBezTo>
                    <a:pt x="240828" y="929"/>
                    <a:pt x="233577" y="1572"/>
                    <a:pt x="225017" y="1929"/>
                  </a:cubicBezTo>
                  <a:cubicBezTo>
                    <a:pt x="224814" y="2179"/>
                    <a:pt x="224600" y="2441"/>
                    <a:pt x="224386" y="2715"/>
                  </a:cubicBezTo>
                  <a:cubicBezTo>
                    <a:pt x="223731" y="2953"/>
                    <a:pt x="223112" y="3274"/>
                    <a:pt x="222647" y="3751"/>
                  </a:cubicBezTo>
                  <a:cubicBezTo>
                    <a:pt x="222755" y="3346"/>
                    <a:pt x="222945" y="2774"/>
                    <a:pt x="223219" y="2000"/>
                  </a:cubicBezTo>
                  <a:cubicBezTo>
                    <a:pt x="223094" y="1992"/>
                    <a:pt x="222968" y="1988"/>
                    <a:pt x="222843" y="1988"/>
                  </a:cubicBezTo>
                  <a:cubicBezTo>
                    <a:pt x="221740" y="1988"/>
                    <a:pt x="220632" y="2285"/>
                    <a:pt x="219537" y="2285"/>
                  </a:cubicBezTo>
                  <a:cubicBezTo>
                    <a:pt x="219371" y="2285"/>
                    <a:pt x="219205" y="2278"/>
                    <a:pt x="219040" y="2262"/>
                  </a:cubicBezTo>
                  <a:cubicBezTo>
                    <a:pt x="218567" y="2506"/>
                    <a:pt x="218202" y="2952"/>
                    <a:pt x="217926" y="2952"/>
                  </a:cubicBezTo>
                  <a:cubicBezTo>
                    <a:pt x="217744" y="2952"/>
                    <a:pt x="217601" y="2757"/>
                    <a:pt x="217492" y="2179"/>
                  </a:cubicBezTo>
                  <a:cubicBezTo>
                    <a:pt x="216420" y="2203"/>
                    <a:pt x="215337" y="2227"/>
                    <a:pt x="214218" y="2239"/>
                  </a:cubicBezTo>
                  <a:cubicBezTo>
                    <a:pt x="210515" y="2179"/>
                    <a:pt x="207169" y="2084"/>
                    <a:pt x="204002" y="1965"/>
                  </a:cubicBezTo>
                  <a:cubicBezTo>
                    <a:pt x="203967" y="2131"/>
                    <a:pt x="203943" y="2298"/>
                    <a:pt x="203919" y="2453"/>
                  </a:cubicBezTo>
                  <a:cubicBezTo>
                    <a:pt x="203550" y="2560"/>
                    <a:pt x="203181" y="2679"/>
                    <a:pt x="202824" y="2822"/>
                  </a:cubicBezTo>
                  <a:cubicBezTo>
                    <a:pt x="202776" y="2548"/>
                    <a:pt x="202728" y="2239"/>
                    <a:pt x="202681" y="1905"/>
                  </a:cubicBezTo>
                  <a:cubicBezTo>
                    <a:pt x="194453" y="1524"/>
                    <a:pt x="187357" y="905"/>
                    <a:pt x="178440" y="0"/>
                  </a:cubicBezTo>
                  <a:lnTo>
                    <a:pt x="178440" y="0"/>
                  </a:lnTo>
                  <a:cubicBezTo>
                    <a:pt x="178582" y="572"/>
                    <a:pt x="178713" y="1167"/>
                    <a:pt x="178844" y="1774"/>
                  </a:cubicBezTo>
                  <a:cubicBezTo>
                    <a:pt x="175773" y="1607"/>
                    <a:pt x="172832" y="1417"/>
                    <a:pt x="169831" y="1179"/>
                  </a:cubicBezTo>
                  <a:cubicBezTo>
                    <a:pt x="169927" y="774"/>
                    <a:pt x="170010" y="381"/>
                    <a:pt x="170105" y="0"/>
                  </a:cubicBezTo>
                  <a:lnTo>
                    <a:pt x="170105" y="0"/>
                  </a:lnTo>
                  <a:cubicBezTo>
                    <a:pt x="167843" y="226"/>
                    <a:pt x="165700" y="441"/>
                    <a:pt x="163628" y="631"/>
                  </a:cubicBezTo>
                  <a:cubicBezTo>
                    <a:pt x="161556" y="441"/>
                    <a:pt x="159413" y="226"/>
                    <a:pt x="157163" y="0"/>
                  </a:cubicBezTo>
                  <a:lnTo>
                    <a:pt x="157163" y="0"/>
                  </a:lnTo>
                  <a:cubicBezTo>
                    <a:pt x="157246" y="381"/>
                    <a:pt x="157342" y="774"/>
                    <a:pt x="157425" y="1179"/>
                  </a:cubicBezTo>
                  <a:cubicBezTo>
                    <a:pt x="153377" y="1500"/>
                    <a:pt x="149400" y="1750"/>
                    <a:pt x="145102" y="1929"/>
                  </a:cubicBezTo>
                  <a:cubicBezTo>
                    <a:pt x="144154" y="3043"/>
                    <a:pt x="143049" y="4616"/>
                    <a:pt x="142712" y="4616"/>
                  </a:cubicBezTo>
                  <a:cubicBezTo>
                    <a:pt x="142491" y="4616"/>
                    <a:pt x="142601" y="3936"/>
                    <a:pt x="143304" y="2000"/>
                  </a:cubicBezTo>
                  <a:cubicBezTo>
                    <a:pt x="143179" y="1992"/>
                    <a:pt x="143053" y="1988"/>
                    <a:pt x="142928" y="1988"/>
                  </a:cubicBezTo>
                  <a:cubicBezTo>
                    <a:pt x="141825" y="1988"/>
                    <a:pt x="140718" y="2285"/>
                    <a:pt x="139622" y="2285"/>
                  </a:cubicBezTo>
                  <a:cubicBezTo>
                    <a:pt x="139456" y="2285"/>
                    <a:pt x="139290" y="2278"/>
                    <a:pt x="139125" y="2262"/>
                  </a:cubicBezTo>
                  <a:cubicBezTo>
                    <a:pt x="138780" y="2441"/>
                    <a:pt x="138494" y="2715"/>
                    <a:pt x="138256" y="2858"/>
                  </a:cubicBezTo>
                  <a:lnTo>
                    <a:pt x="138256" y="2250"/>
                  </a:lnTo>
                  <a:cubicBezTo>
                    <a:pt x="138030" y="2250"/>
                    <a:pt x="137803" y="2239"/>
                    <a:pt x="137589" y="2239"/>
                  </a:cubicBezTo>
                  <a:cubicBezTo>
                    <a:pt x="137577" y="2215"/>
                    <a:pt x="137577" y="2203"/>
                    <a:pt x="137565" y="2179"/>
                  </a:cubicBezTo>
                  <a:cubicBezTo>
                    <a:pt x="137041" y="2191"/>
                    <a:pt x="136494" y="2203"/>
                    <a:pt x="135946" y="2215"/>
                  </a:cubicBezTo>
                  <a:cubicBezTo>
                    <a:pt x="135410" y="2203"/>
                    <a:pt x="134863" y="2191"/>
                    <a:pt x="134327" y="2179"/>
                  </a:cubicBezTo>
                  <a:cubicBezTo>
                    <a:pt x="134327" y="2203"/>
                    <a:pt x="134327" y="2215"/>
                    <a:pt x="134315" y="2239"/>
                  </a:cubicBezTo>
                  <a:cubicBezTo>
                    <a:pt x="134089" y="2239"/>
                    <a:pt x="133874" y="2250"/>
                    <a:pt x="133648" y="2250"/>
                  </a:cubicBezTo>
                  <a:lnTo>
                    <a:pt x="133648" y="2858"/>
                  </a:lnTo>
                  <a:cubicBezTo>
                    <a:pt x="133410" y="2715"/>
                    <a:pt x="133124" y="2441"/>
                    <a:pt x="132779" y="2262"/>
                  </a:cubicBezTo>
                  <a:cubicBezTo>
                    <a:pt x="132604" y="2280"/>
                    <a:pt x="132429" y="2288"/>
                    <a:pt x="132254" y="2288"/>
                  </a:cubicBezTo>
                  <a:cubicBezTo>
                    <a:pt x="131165" y="2288"/>
                    <a:pt x="130064" y="1988"/>
                    <a:pt x="128968" y="1988"/>
                  </a:cubicBezTo>
                  <a:cubicBezTo>
                    <a:pt x="128845" y="1988"/>
                    <a:pt x="128723" y="1992"/>
                    <a:pt x="128600" y="2000"/>
                  </a:cubicBezTo>
                  <a:cubicBezTo>
                    <a:pt x="129303" y="3936"/>
                    <a:pt x="129413" y="4616"/>
                    <a:pt x="129192" y="4616"/>
                  </a:cubicBezTo>
                  <a:cubicBezTo>
                    <a:pt x="128855" y="4616"/>
                    <a:pt x="127750" y="3043"/>
                    <a:pt x="126802" y="1929"/>
                  </a:cubicBezTo>
                  <a:cubicBezTo>
                    <a:pt x="122492" y="1750"/>
                    <a:pt x="118527" y="1500"/>
                    <a:pt x="114467" y="1179"/>
                  </a:cubicBezTo>
                  <a:cubicBezTo>
                    <a:pt x="114562" y="774"/>
                    <a:pt x="114646" y="381"/>
                    <a:pt x="114741" y="0"/>
                  </a:cubicBezTo>
                  <a:lnTo>
                    <a:pt x="114741" y="0"/>
                  </a:lnTo>
                  <a:cubicBezTo>
                    <a:pt x="112491" y="226"/>
                    <a:pt x="110348" y="441"/>
                    <a:pt x="108276" y="631"/>
                  </a:cubicBezTo>
                  <a:cubicBezTo>
                    <a:pt x="106192" y="441"/>
                    <a:pt x="104061" y="226"/>
                    <a:pt x="101799" y="0"/>
                  </a:cubicBezTo>
                  <a:lnTo>
                    <a:pt x="101799" y="0"/>
                  </a:lnTo>
                  <a:cubicBezTo>
                    <a:pt x="101894" y="381"/>
                    <a:pt x="101978" y="774"/>
                    <a:pt x="102073" y="1179"/>
                  </a:cubicBezTo>
                  <a:cubicBezTo>
                    <a:pt x="99072" y="1417"/>
                    <a:pt x="96132" y="1607"/>
                    <a:pt x="93060" y="1774"/>
                  </a:cubicBezTo>
                  <a:cubicBezTo>
                    <a:pt x="93191" y="1167"/>
                    <a:pt x="93322" y="572"/>
                    <a:pt x="93465" y="0"/>
                  </a:cubicBezTo>
                  <a:lnTo>
                    <a:pt x="93465" y="0"/>
                  </a:lnTo>
                  <a:cubicBezTo>
                    <a:pt x="84535" y="905"/>
                    <a:pt x="77439" y="1524"/>
                    <a:pt x="69212" y="1905"/>
                  </a:cubicBezTo>
                  <a:cubicBezTo>
                    <a:pt x="69164" y="2239"/>
                    <a:pt x="69116" y="2548"/>
                    <a:pt x="69081" y="2822"/>
                  </a:cubicBezTo>
                  <a:cubicBezTo>
                    <a:pt x="68723" y="2667"/>
                    <a:pt x="68342" y="2548"/>
                    <a:pt x="67973" y="2453"/>
                  </a:cubicBezTo>
                  <a:cubicBezTo>
                    <a:pt x="67950" y="2298"/>
                    <a:pt x="67926" y="2131"/>
                    <a:pt x="67902" y="1953"/>
                  </a:cubicBezTo>
                  <a:cubicBezTo>
                    <a:pt x="64735" y="2084"/>
                    <a:pt x="61377" y="2179"/>
                    <a:pt x="57686" y="2239"/>
                  </a:cubicBezTo>
                  <a:cubicBezTo>
                    <a:pt x="56567" y="2227"/>
                    <a:pt x="55472" y="2203"/>
                    <a:pt x="54412" y="2179"/>
                  </a:cubicBezTo>
                  <a:cubicBezTo>
                    <a:pt x="54303" y="2757"/>
                    <a:pt x="54160" y="2952"/>
                    <a:pt x="53977" y="2952"/>
                  </a:cubicBezTo>
                  <a:cubicBezTo>
                    <a:pt x="53701" y="2952"/>
                    <a:pt x="53333" y="2506"/>
                    <a:pt x="52852" y="2262"/>
                  </a:cubicBezTo>
                  <a:cubicBezTo>
                    <a:pt x="52687" y="2278"/>
                    <a:pt x="52522" y="2285"/>
                    <a:pt x="52356" y="2285"/>
                  </a:cubicBezTo>
                  <a:cubicBezTo>
                    <a:pt x="51262" y="2285"/>
                    <a:pt x="50161" y="1988"/>
                    <a:pt x="49052" y="1988"/>
                  </a:cubicBezTo>
                  <a:cubicBezTo>
                    <a:pt x="48926" y="1988"/>
                    <a:pt x="48800" y="1992"/>
                    <a:pt x="48673" y="2000"/>
                  </a:cubicBezTo>
                  <a:cubicBezTo>
                    <a:pt x="48959" y="2774"/>
                    <a:pt x="49138" y="3346"/>
                    <a:pt x="49257" y="3751"/>
                  </a:cubicBezTo>
                  <a:cubicBezTo>
                    <a:pt x="48792" y="3274"/>
                    <a:pt x="48173" y="2953"/>
                    <a:pt x="47518" y="2703"/>
                  </a:cubicBezTo>
                  <a:cubicBezTo>
                    <a:pt x="47304" y="2441"/>
                    <a:pt x="47090" y="2179"/>
                    <a:pt x="46875" y="1929"/>
                  </a:cubicBezTo>
                  <a:cubicBezTo>
                    <a:pt x="38315" y="1572"/>
                    <a:pt x="31064" y="929"/>
                    <a:pt x="21872" y="0"/>
                  </a:cubicBezTo>
                  <a:lnTo>
                    <a:pt x="21872" y="0"/>
                  </a:lnTo>
                  <a:cubicBezTo>
                    <a:pt x="22015" y="572"/>
                    <a:pt x="22146" y="1167"/>
                    <a:pt x="22277" y="1774"/>
                  </a:cubicBezTo>
                  <a:cubicBezTo>
                    <a:pt x="15098" y="1393"/>
                    <a:pt x="8573" y="810"/>
                    <a:pt x="5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34"/>
            <p:cNvSpPr/>
            <p:nvPr/>
          </p:nvSpPr>
          <p:spPr>
            <a:xfrm>
              <a:off x="283950" y="193150"/>
              <a:ext cx="8615526" cy="4752359"/>
            </a:xfrm>
            <a:custGeom>
              <a:rect b="b" l="l" r="r" t="t"/>
              <a:pathLst>
                <a:path extrusionOk="0" h="146757" w="269046">
                  <a:moveTo>
                    <a:pt x="21241" y="131"/>
                  </a:moveTo>
                  <a:cubicBezTo>
                    <a:pt x="20884" y="346"/>
                    <a:pt x="20527" y="572"/>
                    <a:pt x="20170" y="798"/>
                  </a:cubicBezTo>
                  <a:cubicBezTo>
                    <a:pt x="20217" y="953"/>
                    <a:pt x="20253" y="1120"/>
                    <a:pt x="20289" y="1286"/>
                  </a:cubicBezTo>
                  <a:cubicBezTo>
                    <a:pt x="20860" y="929"/>
                    <a:pt x="21432" y="560"/>
                    <a:pt x="22015" y="203"/>
                  </a:cubicBezTo>
                  <a:cubicBezTo>
                    <a:pt x="21753" y="179"/>
                    <a:pt x="21503" y="155"/>
                    <a:pt x="21241" y="131"/>
                  </a:cubicBezTo>
                  <a:close/>
                  <a:moveTo>
                    <a:pt x="18777" y="1691"/>
                  </a:moveTo>
                  <a:cubicBezTo>
                    <a:pt x="18515" y="1858"/>
                    <a:pt x="18265" y="2012"/>
                    <a:pt x="18015" y="2179"/>
                  </a:cubicBezTo>
                  <a:cubicBezTo>
                    <a:pt x="11788" y="6263"/>
                    <a:pt x="6156" y="10644"/>
                    <a:pt x="1155" y="15252"/>
                  </a:cubicBezTo>
                  <a:cubicBezTo>
                    <a:pt x="1179" y="15455"/>
                    <a:pt x="1203" y="15657"/>
                    <a:pt x="1215" y="15848"/>
                  </a:cubicBezTo>
                  <a:cubicBezTo>
                    <a:pt x="6263" y="11156"/>
                    <a:pt x="11966" y="6727"/>
                    <a:pt x="18277" y="2584"/>
                  </a:cubicBezTo>
                  <a:cubicBezTo>
                    <a:pt x="18705" y="2298"/>
                    <a:pt x="19146" y="2012"/>
                    <a:pt x="19574" y="1739"/>
                  </a:cubicBezTo>
                  <a:cubicBezTo>
                    <a:pt x="19312" y="1727"/>
                    <a:pt x="19039" y="1703"/>
                    <a:pt x="18777" y="1691"/>
                  </a:cubicBezTo>
                  <a:close/>
                  <a:moveTo>
                    <a:pt x="257199" y="5608"/>
                  </a:moveTo>
                  <a:cubicBezTo>
                    <a:pt x="259819" y="11180"/>
                    <a:pt x="262128" y="16943"/>
                    <a:pt x="264105" y="22884"/>
                  </a:cubicBezTo>
                  <a:cubicBezTo>
                    <a:pt x="264307" y="22836"/>
                    <a:pt x="264522" y="22789"/>
                    <a:pt x="264736" y="22741"/>
                  </a:cubicBezTo>
                  <a:cubicBezTo>
                    <a:pt x="262950" y="17360"/>
                    <a:pt x="260890" y="12085"/>
                    <a:pt x="258557" y="6942"/>
                  </a:cubicBezTo>
                  <a:lnTo>
                    <a:pt x="257199" y="5608"/>
                  </a:lnTo>
                  <a:close/>
                  <a:moveTo>
                    <a:pt x="234685" y="1239"/>
                  </a:moveTo>
                  <a:cubicBezTo>
                    <a:pt x="234423" y="1262"/>
                    <a:pt x="234149" y="1286"/>
                    <a:pt x="233887" y="1298"/>
                  </a:cubicBezTo>
                  <a:cubicBezTo>
                    <a:pt x="234554" y="1727"/>
                    <a:pt x="235220" y="2143"/>
                    <a:pt x="235875" y="2584"/>
                  </a:cubicBezTo>
                  <a:cubicBezTo>
                    <a:pt x="245662" y="9001"/>
                    <a:pt x="253961" y="16145"/>
                    <a:pt x="260676" y="23813"/>
                  </a:cubicBezTo>
                  <a:cubicBezTo>
                    <a:pt x="260783" y="23741"/>
                    <a:pt x="260938" y="23682"/>
                    <a:pt x="261140" y="23610"/>
                  </a:cubicBezTo>
                  <a:cubicBezTo>
                    <a:pt x="254377" y="15871"/>
                    <a:pt x="246007" y="8656"/>
                    <a:pt x="236137" y="2179"/>
                  </a:cubicBezTo>
                  <a:cubicBezTo>
                    <a:pt x="235649" y="1870"/>
                    <a:pt x="235173" y="1548"/>
                    <a:pt x="234685" y="1239"/>
                  </a:cubicBezTo>
                  <a:close/>
                  <a:moveTo>
                    <a:pt x="264807" y="25051"/>
                  </a:moveTo>
                  <a:lnTo>
                    <a:pt x="264867" y="25218"/>
                  </a:lnTo>
                  <a:cubicBezTo>
                    <a:pt x="264879" y="25218"/>
                    <a:pt x="264879" y="25206"/>
                    <a:pt x="264891" y="25194"/>
                  </a:cubicBezTo>
                  <a:cubicBezTo>
                    <a:pt x="264914" y="25158"/>
                    <a:pt x="264926" y="25111"/>
                    <a:pt x="264938" y="25075"/>
                  </a:cubicBezTo>
                  <a:cubicBezTo>
                    <a:pt x="264891" y="25063"/>
                    <a:pt x="264855" y="25063"/>
                    <a:pt x="264807" y="25051"/>
                  </a:cubicBezTo>
                  <a:close/>
                  <a:moveTo>
                    <a:pt x="265319" y="26670"/>
                  </a:moveTo>
                  <a:lnTo>
                    <a:pt x="265319" y="26670"/>
                  </a:lnTo>
                  <a:cubicBezTo>
                    <a:pt x="265557" y="27480"/>
                    <a:pt x="265807" y="28290"/>
                    <a:pt x="266034" y="29099"/>
                  </a:cubicBezTo>
                  <a:cubicBezTo>
                    <a:pt x="266057" y="28444"/>
                    <a:pt x="266081" y="27789"/>
                    <a:pt x="266117" y="27135"/>
                  </a:cubicBezTo>
                  <a:cubicBezTo>
                    <a:pt x="266081" y="27016"/>
                    <a:pt x="266046" y="26896"/>
                    <a:pt x="266010" y="26777"/>
                  </a:cubicBezTo>
                  <a:cubicBezTo>
                    <a:pt x="265843" y="26754"/>
                    <a:pt x="265593" y="26718"/>
                    <a:pt x="265319" y="26670"/>
                  </a:cubicBezTo>
                  <a:close/>
                  <a:moveTo>
                    <a:pt x="261188" y="24408"/>
                  </a:moveTo>
                  <a:lnTo>
                    <a:pt x="261188" y="24408"/>
                  </a:lnTo>
                  <a:cubicBezTo>
                    <a:pt x="262902" y="26396"/>
                    <a:pt x="264498" y="28409"/>
                    <a:pt x="265998" y="30456"/>
                  </a:cubicBezTo>
                  <a:cubicBezTo>
                    <a:pt x="265998" y="30195"/>
                    <a:pt x="266010" y="29944"/>
                    <a:pt x="266022" y="29683"/>
                  </a:cubicBezTo>
                  <a:cubicBezTo>
                    <a:pt x="265153" y="28516"/>
                    <a:pt x="264260" y="27361"/>
                    <a:pt x="263331" y="26218"/>
                  </a:cubicBezTo>
                  <a:cubicBezTo>
                    <a:pt x="263200" y="26158"/>
                    <a:pt x="263140" y="26087"/>
                    <a:pt x="263164" y="26015"/>
                  </a:cubicBezTo>
                  <a:cubicBezTo>
                    <a:pt x="262771" y="25539"/>
                    <a:pt x="262378" y="25075"/>
                    <a:pt x="261986" y="24599"/>
                  </a:cubicBezTo>
                  <a:cubicBezTo>
                    <a:pt x="261664" y="24539"/>
                    <a:pt x="261402" y="24468"/>
                    <a:pt x="261188" y="24408"/>
                  </a:cubicBezTo>
                  <a:close/>
                  <a:moveTo>
                    <a:pt x="127076" y="17431"/>
                  </a:moveTo>
                  <a:cubicBezTo>
                    <a:pt x="133339" y="17431"/>
                    <a:pt x="139506" y="17574"/>
                    <a:pt x="145578" y="17848"/>
                  </a:cubicBezTo>
                  <a:cubicBezTo>
                    <a:pt x="146150" y="29278"/>
                    <a:pt x="146554" y="41363"/>
                    <a:pt x="146769" y="53924"/>
                  </a:cubicBezTo>
                  <a:cubicBezTo>
                    <a:pt x="140292" y="53816"/>
                    <a:pt x="133720" y="53769"/>
                    <a:pt x="127076" y="53769"/>
                  </a:cubicBezTo>
                  <a:cubicBezTo>
                    <a:pt x="120432" y="53769"/>
                    <a:pt x="113860" y="53816"/>
                    <a:pt x="107371" y="53924"/>
                  </a:cubicBezTo>
                  <a:cubicBezTo>
                    <a:pt x="107585" y="41363"/>
                    <a:pt x="107990" y="29278"/>
                    <a:pt x="108562" y="17848"/>
                  </a:cubicBezTo>
                  <a:cubicBezTo>
                    <a:pt x="114634" y="17574"/>
                    <a:pt x="120813" y="17431"/>
                    <a:pt x="127076" y="17431"/>
                  </a:cubicBezTo>
                  <a:close/>
                  <a:moveTo>
                    <a:pt x="108359" y="17848"/>
                  </a:moveTo>
                  <a:cubicBezTo>
                    <a:pt x="107776" y="29385"/>
                    <a:pt x="107371" y="41482"/>
                    <a:pt x="107169" y="53924"/>
                  </a:cubicBezTo>
                  <a:cubicBezTo>
                    <a:pt x="94727" y="54138"/>
                    <a:pt x="82630" y="54531"/>
                    <a:pt x="71093" y="55114"/>
                  </a:cubicBezTo>
                  <a:cubicBezTo>
                    <a:pt x="71617" y="43244"/>
                    <a:pt x="72640" y="31766"/>
                    <a:pt x="74117" y="20872"/>
                  </a:cubicBezTo>
                  <a:cubicBezTo>
                    <a:pt x="85011" y="19407"/>
                    <a:pt x="96477" y="18384"/>
                    <a:pt x="108359" y="17848"/>
                  </a:cubicBezTo>
                  <a:close/>
                  <a:moveTo>
                    <a:pt x="145792" y="17860"/>
                  </a:moveTo>
                  <a:lnTo>
                    <a:pt x="145792" y="17860"/>
                  </a:lnTo>
                  <a:cubicBezTo>
                    <a:pt x="157675" y="18384"/>
                    <a:pt x="169141" y="19407"/>
                    <a:pt x="180035" y="20884"/>
                  </a:cubicBezTo>
                  <a:cubicBezTo>
                    <a:pt x="181499" y="31766"/>
                    <a:pt x="182523" y="43244"/>
                    <a:pt x="183059" y="55114"/>
                  </a:cubicBezTo>
                  <a:cubicBezTo>
                    <a:pt x="171522" y="54531"/>
                    <a:pt x="159425" y="54138"/>
                    <a:pt x="146983" y="53924"/>
                  </a:cubicBezTo>
                  <a:cubicBezTo>
                    <a:pt x="146781" y="41482"/>
                    <a:pt x="146376" y="29385"/>
                    <a:pt x="145792" y="17860"/>
                  </a:cubicBezTo>
                  <a:close/>
                  <a:moveTo>
                    <a:pt x="73724" y="20931"/>
                  </a:moveTo>
                  <a:lnTo>
                    <a:pt x="73724" y="20931"/>
                  </a:lnTo>
                  <a:cubicBezTo>
                    <a:pt x="72259" y="31909"/>
                    <a:pt x="71247" y="43375"/>
                    <a:pt x="70724" y="55138"/>
                  </a:cubicBezTo>
                  <a:cubicBezTo>
                    <a:pt x="54805" y="55948"/>
                    <a:pt x="39958" y="57103"/>
                    <a:pt x="26742" y="58579"/>
                  </a:cubicBezTo>
                  <a:cubicBezTo>
                    <a:pt x="27373" y="48816"/>
                    <a:pt x="28599" y="39255"/>
                    <a:pt x="30397" y="29992"/>
                  </a:cubicBezTo>
                  <a:cubicBezTo>
                    <a:pt x="43292" y="26158"/>
                    <a:pt x="57901" y="23086"/>
                    <a:pt x="73724" y="20931"/>
                  </a:cubicBezTo>
                  <a:close/>
                  <a:moveTo>
                    <a:pt x="180416" y="20931"/>
                  </a:moveTo>
                  <a:lnTo>
                    <a:pt x="180416" y="20931"/>
                  </a:lnTo>
                  <a:cubicBezTo>
                    <a:pt x="196251" y="23086"/>
                    <a:pt x="210860" y="26170"/>
                    <a:pt x="223755" y="29992"/>
                  </a:cubicBezTo>
                  <a:cubicBezTo>
                    <a:pt x="225552" y="39255"/>
                    <a:pt x="226779" y="48816"/>
                    <a:pt x="227410" y="58579"/>
                  </a:cubicBezTo>
                  <a:cubicBezTo>
                    <a:pt x="214194" y="57103"/>
                    <a:pt x="199335" y="55948"/>
                    <a:pt x="183416" y="55138"/>
                  </a:cubicBezTo>
                  <a:cubicBezTo>
                    <a:pt x="182904" y="43375"/>
                    <a:pt x="181892" y="31909"/>
                    <a:pt x="180416" y="20931"/>
                  </a:cubicBezTo>
                  <a:close/>
                  <a:moveTo>
                    <a:pt x="70724" y="55352"/>
                  </a:moveTo>
                  <a:cubicBezTo>
                    <a:pt x="70450" y="61436"/>
                    <a:pt x="70319" y="67616"/>
                    <a:pt x="70319" y="73843"/>
                  </a:cubicBezTo>
                  <a:cubicBezTo>
                    <a:pt x="70319" y="80070"/>
                    <a:pt x="70450" y="86237"/>
                    <a:pt x="70724" y="92321"/>
                  </a:cubicBezTo>
                  <a:cubicBezTo>
                    <a:pt x="54543" y="91500"/>
                    <a:pt x="39696" y="90333"/>
                    <a:pt x="26730" y="88892"/>
                  </a:cubicBezTo>
                  <a:cubicBezTo>
                    <a:pt x="26420" y="83915"/>
                    <a:pt x="26254" y="78891"/>
                    <a:pt x="26254" y="73843"/>
                  </a:cubicBezTo>
                  <a:cubicBezTo>
                    <a:pt x="26254" y="68783"/>
                    <a:pt x="26420" y="63758"/>
                    <a:pt x="26730" y="58781"/>
                  </a:cubicBezTo>
                  <a:cubicBezTo>
                    <a:pt x="39696" y="57341"/>
                    <a:pt x="54543" y="56174"/>
                    <a:pt x="70724" y="55352"/>
                  </a:cubicBezTo>
                  <a:close/>
                  <a:moveTo>
                    <a:pt x="183428" y="55352"/>
                  </a:moveTo>
                  <a:cubicBezTo>
                    <a:pt x="199609" y="56174"/>
                    <a:pt x="214444" y="57341"/>
                    <a:pt x="227410" y="58781"/>
                  </a:cubicBezTo>
                  <a:cubicBezTo>
                    <a:pt x="227731" y="63758"/>
                    <a:pt x="227886" y="68783"/>
                    <a:pt x="227886" y="73843"/>
                  </a:cubicBezTo>
                  <a:cubicBezTo>
                    <a:pt x="227886" y="78903"/>
                    <a:pt x="227731" y="83915"/>
                    <a:pt x="227410" y="88892"/>
                  </a:cubicBezTo>
                  <a:cubicBezTo>
                    <a:pt x="214444" y="90333"/>
                    <a:pt x="199609" y="91500"/>
                    <a:pt x="183428" y="92321"/>
                  </a:cubicBezTo>
                  <a:cubicBezTo>
                    <a:pt x="183690" y="86237"/>
                    <a:pt x="183833" y="80070"/>
                    <a:pt x="183833" y="73843"/>
                  </a:cubicBezTo>
                  <a:cubicBezTo>
                    <a:pt x="183833" y="67616"/>
                    <a:pt x="183690" y="61436"/>
                    <a:pt x="183428" y="55352"/>
                  </a:cubicBezTo>
                  <a:close/>
                  <a:moveTo>
                    <a:pt x="107157" y="54138"/>
                  </a:moveTo>
                  <a:cubicBezTo>
                    <a:pt x="107050" y="60627"/>
                    <a:pt x="107002" y="67199"/>
                    <a:pt x="107002" y="73843"/>
                  </a:cubicBezTo>
                  <a:cubicBezTo>
                    <a:pt x="107002" y="80475"/>
                    <a:pt x="107050" y="87047"/>
                    <a:pt x="107157" y="93536"/>
                  </a:cubicBezTo>
                  <a:cubicBezTo>
                    <a:pt x="94596" y="93321"/>
                    <a:pt x="82511" y="92917"/>
                    <a:pt x="71081" y="92345"/>
                  </a:cubicBezTo>
                  <a:cubicBezTo>
                    <a:pt x="70807" y="86273"/>
                    <a:pt x="70676" y="80105"/>
                    <a:pt x="70676" y="73843"/>
                  </a:cubicBezTo>
                  <a:cubicBezTo>
                    <a:pt x="70676" y="67580"/>
                    <a:pt x="70807" y="61401"/>
                    <a:pt x="71081" y="55329"/>
                  </a:cubicBezTo>
                  <a:cubicBezTo>
                    <a:pt x="82511" y="54757"/>
                    <a:pt x="94596" y="54352"/>
                    <a:pt x="107157" y="54138"/>
                  </a:cubicBezTo>
                  <a:close/>
                  <a:moveTo>
                    <a:pt x="146983" y="54138"/>
                  </a:moveTo>
                  <a:cubicBezTo>
                    <a:pt x="159544" y="54352"/>
                    <a:pt x="171641" y="54757"/>
                    <a:pt x="183071" y="55329"/>
                  </a:cubicBezTo>
                  <a:cubicBezTo>
                    <a:pt x="183333" y="61401"/>
                    <a:pt x="183476" y="67568"/>
                    <a:pt x="183476" y="73831"/>
                  </a:cubicBezTo>
                  <a:cubicBezTo>
                    <a:pt x="183476" y="80094"/>
                    <a:pt x="183333" y="86273"/>
                    <a:pt x="183071" y="92345"/>
                  </a:cubicBezTo>
                  <a:cubicBezTo>
                    <a:pt x="171641" y="92917"/>
                    <a:pt x="159544" y="93321"/>
                    <a:pt x="146983" y="93536"/>
                  </a:cubicBezTo>
                  <a:cubicBezTo>
                    <a:pt x="147090" y="87047"/>
                    <a:pt x="147150" y="80475"/>
                    <a:pt x="147150" y="73843"/>
                  </a:cubicBezTo>
                  <a:cubicBezTo>
                    <a:pt x="147150" y="67199"/>
                    <a:pt x="147090" y="60627"/>
                    <a:pt x="146983" y="54138"/>
                  </a:cubicBezTo>
                  <a:close/>
                  <a:moveTo>
                    <a:pt x="127076" y="53971"/>
                  </a:moveTo>
                  <a:cubicBezTo>
                    <a:pt x="133743" y="53971"/>
                    <a:pt x="140327" y="54031"/>
                    <a:pt x="146781" y="54138"/>
                  </a:cubicBezTo>
                  <a:cubicBezTo>
                    <a:pt x="146876" y="60591"/>
                    <a:pt x="146935" y="67163"/>
                    <a:pt x="146935" y="73843"/>
                  </a:cubicBezTo>
                  <a:cubicBezTo>
                    <a:pt x="146935" y="80510"/>
                    <a:pt x="146888" y="87082"/>
                    <a:pt x="146781" y="93536"/>
                  </a:cubicBezTo>
                  <a:cubicBezTo>
                    <a:pt x="140327" y="93643"/>
                    <a:pt x="133743" y="93702"/>
                    <a:pt x="127076" y="93702"/>
                  </a:cubicBezTo>
                  <a:cubicBezTo>
                    <a:pt x="120396" y="93702"/>
                    <a:pt x="113824" y="93643"/>
                    <a:pt x="107371" y="93536"/>
                  </a:cubicBezTo>
                  <a:cubicBezTo>
                    <a:pt x="107264" y="87082"/>
                    <a:pt x="107204" y="80510"/>
                    <a:pt x="107204" y="73843"/>
                  </a:cubicBezTo>
                  <a:cubicBezTo>
                    <a:pt x="107204" y="67163"/>
                    <a:pt x="107264" y="60591"/>
                    <a:pt x="107371" y="54138"/>
                  </a:cubicBezTo>
                  <a:cubicBezTo>
                    <a:pt x="113824" y="54031"/>
                    <a:pt x="120396" y="53971"/>
                    <a:pt x="127076" y="53971"/>
                  </a:cubicBezTo>
                  <a:close/>
                  <a:moveTo>
                    <a:pt x="48" y="105632"/>
                  </a:moveTo>
                  <a:cubicBezTo>
                    <a:pt x="36" y="105716"/>
                    <a:pt x="12" y="105811"/>
                    <a:pt x="0" y="105894"/>
                  </a:cubicBezTo>
                  <a:cubicBezTo>
                    <a:pt x="155" y="105882"/>
                    <a:pt x="310" y="105870"/>
                    <a:pt x="477" y="105859"/>
                  </a:cubicBezTo>
                  <a:cubicBezTo>
                    <a:pt x="334" y="105775"/>
                    <a:pt x="191" y="105704"/>
                    <a:pt x="48" y="105632"/>
                  </a:cubicBezTo>
                  <a:close/>
                  <a:moveTo>
                    <a:pt x="26742" y="89095"/>
                  </a:moveTo>
                  <a:cubicBezTo>
                    <a:pt x="39958" y="90571"/>
                    <a:pt x="54805" y="91726"/>
                    <a:pt x="70724" y="92536"/>
                  </a:cubicBezTo>
                  <a:cubicBezTo>
                    <a:pt x="71247" y="104299"/>
                    <a:pt x="72259" y="115765"/>
                    <a:pt x="73724" y="126742"/>
                  </a:cubicBezTo>
                  <a:cubicBezTo>
                    <a:pt x="57901" y="124587"/>
                    <a:pt x="43292" y="121515"/>
                    <a:pt x="30397" y="117681"/>
                  </a:cubicBezTo>
                  <a:cubicBezTo>
                    <a:pt x="28599" y="108418"/>
                    <a:pt x="27373" y="98858"/>
                    <a:pt x="26742" y="89095"/>
                  </a:cubicBezTo>
                  <a:close/>
                  <a:moveTo>
                    <a:pt x="227410" y="89095"/>
                  </a:moveTo>
                  <a:cubicBezTo>
                    <a:pt x="226779" y="98858"/>
                    <a:pt x="225552" y="108418"/>
                    <a:pt x="223755" y="117681"/>
                  </a:cubicBezTo>
                  <a:cubicBezTo>
                    <a:pt x="210860" y="121515"/>
                    <a:pt x="196251" y="124587"/>
                    <a:pt x="180416" y="126742"/>
                  </a:cubicBezTo>
                  <a:cubicBezTo>
                    <a:pt x="181892" y="115765"/>
                    <a:pt x="182904" y="104299"/>
                    <a:pt x="183416" y="92536"/>
                  </a:cubicBezTo>
                  <a:cubicBezTo>
                    <a:pt x="199347" y="91726"/>
                    <a:pt x="214194" y="90571"/>
                    <a:pt x="227410" y="89095"/>
                  </a:cubicBezTo>
                  <a:close/>
                  <a:moveTo>
                    <a:pt x="71093" y="92559"/>
                  </a:moveTo>
                  <a:lnTo>
                    <a:pt x="71093" y="92559"/>
                  </a:lnTo>
                  <a:cubicBezTo>
                    <a:pt x="82630" y="93143"/>
                    <a:pt x="94715" y="93536"/>
                    <a:pt x="107169" y="93750"/>
                  </a:cubicBezTo>
                  <a:cubicBezTo>
                    <a:pt x="107371" y="106192"/>
                    <a:pt x="107776" y="118289"/>
                    <a:pt x="108347" y="129826"/>
                  </a:cubicBezTo>
                  <a:cubicBezTo>
                    <a:pt x="96477" y="129290"/>
                    <a:pt x="85011" y="128266"/>
                    <a:pt x="74117" y="126790"/>
                  </a:cubicBezTo>
                  <a:cubicBezTo>
                    <a:pt x="72640" y="115907"/>
                    <a:pt x="71617" y="104442"/>
                    <a:pt x="71093" y="92559"/>
                  </a:cubicBezTo>
                  <a:close/>
                  <a:moveTo>
                    <a:pt x="183059" y="92559"/>
                  </a:moveTo>
                  <a:lnTo>
                    <a:pt x="183059" y="92559"/>
                  </a:lnTo>
                  <a:cubicBezTo>
                    <a:pt x="182523" y="104442"/>
                    <a:pt x="181499" y="115907"/>
                    <a:pt x="180035" y="126802"/>
                  </a:cubicBezTo>
                  <a:cubicBezTo>
                    <a:pt x="169141" y="128266"/>
                    <a:pt x="157675" y="129290"/>
                    <a:pt x="145792" y="129826"/>
                  </a:cubicBezTo>
                  <a:cubicBezTo>
                    <a:pt x="146376" y="118289"/>
                    <a:pt x="146769" y="106192"/>
                    <a:pt x="146983" y="93750"/>
                  </a:cubicBezTo>
                  <a:cubicBezTo>
                    <a:pt x="159425" y="93536"/>
                    <a:pt x="171522" y="93143"/>
                    <a:pt x="183059" y="92559"/>
                  </a:cubicBezTo>
                  <a:close/>
                  <a:moveTo>
                    <a:pt x="107371" y="93750"/>
                  </a:moveTo>
                  <a:cubicBezTo>
                    <a:pt x="113860" y="93857"/>
                    <a:pt x="120432" y="93917"/>
                    <a:pt x="127076" y="93917"/>
                  </a:cubicBezTo>
                  <a:cubicBezTo>
                    <a:pt x="133708" y="93917"/>
                    <a:pt x="140292" y="93857"/>
                    <a:pt x="146769" y="93750"/>
                  </a:cubicBezTo>
                  <a:lnTo>
                    <a:pt x="146769" y="93750"/>
                  </a:lnTo>
                  <a:cubicBezTo>
                    <a:pt x="146566" y="106311"/>
                    <a:pt x="146150" y="118396"/>
                    <a:pt x="145578" y="129826"/>
                  </a:cubicBezTo>
                  <a:cubicBezTo>
                    <a:pt x="139506" y="130100"/>
                    <a:pt x="133339" y="130243"/>
                    <a:pt x="127076" y="130243"/>
                  </a:cubicBezTo>
                  <a:cubicBezTo>
                    <a:pt x="120813" y="130243"/>
                    <a:pt x="114634" y="130100"/>
                    <a:pt x="108574" y="129826"/>
                  </a:cubicBezTo>
                  <a:cubicBezTo>
                    <a:pt x="107990" y="118396"/>
                    <a:pt x="107585" y="106311"/>
                    <a:pt x="107371" y="93750"/>
                  </a:cubicBezTo>
                  <a:close/>
                  <a:moveTo>
                    <a:pt x="266653" y="116300"/>
                  </a:moveTo>
                  <a:lnTo>
                    <a:pt x="266653" y="116300"/>
                  </a:lnTo>
                  <a:cubicBezTo>
                    <a:pt x="259152" y="126861"/>
                    <a:pt x="248817" y="136600"/>
                    <a:pt x="235875" y="145101"/>
                  </a:cubicBezTo>
                  <a:cubicBezTo>
                    <a:pt x="235411" y="145399"/>
                    <a:pt x="234946" y="145697"/>
                    <a:pt x="234482" y="145994"/>
                  </a:cubicBezTo>
                  <a:cubicBezTo>
                    <a:pt x="234756" y="146006"/>
                    <a:pt x="235030" y="146018"/>
                    <a:pt x="235304" y="146030"/>
                  </a:cubicBezTo>
                  <a:cubicBezTo>
                    <a:pt x="235577" y="145852"/>
                    <a:pt x="235851" y="145673"/>
                    <a:pt x="236137" y="145494"/>
                  </a:cubicBezTo>
                  <a:cubicBezTo>
                    <a:pt x="248710" y="137243"/>
                    <a:pt x="258854" y="127814"/>
                    <a:pt x="266319" y="117586"/>
                  </a:cubicBezTo>
                  <a:lnTo>
                    <a:pt x="266319" y="117586"/>
                  </a:lnTo>
                  <a:cubicBezTo>
                    <a:pt x="263533" y="127504"/>
                    <a:pt x="259831" y="137005"/>
                    <a:pt x="255306" y="145971"/>
                  </a:cubicBezTo>
                  <a:cubicBezTo>
                    <a:pt x="255544" y="145983"/>
                    <a:pt x="255794" y="145994"/>
                    <a:pt x="256032" y="146006"/>
                  </a:cubicBezTo>
                  <a:cubicBezTo>
                    <a:pt x="260354" y="137374"/>
                    <a:pt x="263879" y="128338"/>
                    <a:pt x="266569" y="118991"/>
                  </a:cubicBezTo>
                  <a:cubicBezTo>
                    <a:pt x="266593" y="118098"/>
                    <a:pt x="266617" y="117193"/>
                    <a:pt x="266653" y="116300"/>
                  </a:cubicBezTo>
                  <a:close/>
                  <a:moveTo>
                    <a:pt x="1798" y="132362"/>
                  </a:moveTo>
                  <a:cubicBezTo>
                    <a:pt x="1774" y="132540"/>
                    <a:pt x="1739" y="132731"/>
                    <a:pt x="1715" y="132933"/>
                  </a:cubicBezTo>
                  <a:cubicBezTo>
                    <a:pt x="6573" y="137362"/>
                    <a:pt x="12014" y="141553"/>
                    <a:pt x="18015" y="145494"/>
                  </a:cubicBezTo>
                  <a:cubicBezTo>
                    <a:pt x="18229" y="145637"/>
                    <a:pt x="18455" y="145780"/>
                    <a:pt x="18669" y="145923"/>
                  </a:cubicBezTo>
                  <a:cubicBezTo>
                    <a:pt x="18681" y="145899"/>
                    <a:pt x="18681" y="145887"/>
                    <a:pt x="18693" y="145875"/>
                  </a:cubicBezTo>
                  <a:lnTo>
                    <a:pt x="18693" y="145875"/>
                  </a:lnTo>
                  <a:cubicBezTo>
                    <a:pt x="18681" y="145899"/>
                    <a:pt x="18693" y="145911"/>
                    <a:pt x="18693" y="145935"/>
                  </a:cubicBezTo>
                  <a:cubicBezTo>
                    <a:pt x="18800" y="146006"/>
                    <a:pt x="18908" y="146066"/>
                    <a:pt x="19015" y="146137"/>
                  </a:cubicBezTo>
                  <a:cubicBezTo>
                    <a:pt x="19348" y="146256"/>
                    <a:pt x="19872" y="146328"/>
                    <a:pt x="20336" y="146423"/>
                  </a:cubicBezTo>
                  <a:cubicBezTo>
                    <a:pt x="19646" y="145983"/>
                    <a:pt x="18955" y="145542"/>
                    <a:pt x="18277" y="145090"/>
                  </a:cubicBezTo>
                  <a:cubicBezTo>
                    <a:pt x="12204" y="141113"/>
                    <a:pt x="6692" y="136850"/>
                    <a:pt x="1798" y="132362"/>
                  </a:cubicBezTo>
                  <a:close/>
                  <a:moveTo>
                    <a:pt x="176558" y="0"/>
                  </a:moveTo>
                  <a:cubicBezTo>
                    <a:pt x="176701" y="572"/>
                    <a:pt x="176832" y="1167"/>
                    <a:pt x="176963" y="1774"/>
                  </a:cubicBezTo>
                  <a:lnTo>
                    <a:pt x="176903" y="1774"/>
                  </a:lnTo>
                  <a:cubicBezTo>
                    <a:pt x="178070" y="7787"/>
                    <a:pt x="179106" y="14038"/>
                    <a:pt x="179975" y="20491"/>
                  </a:cubicBezTo>
                  <a:cubicBezTo>
                    <a:pt x="168998" y="19015"/>
                    <a:pt x="157544" y="18003"/>
                    <a:pt x="145781" y="17491"/>
                  </a:cubicBezTo>
                  <a:cubicBezTo>
                    <a:pt x="145507" y="12157"/>
                    <a:pt x="145197" y="6942"/>
                    <a:pt x="144852" y="1858"/>
                  </a:cubicBezTo>
                  <a:cubicBezTo>
                    <a:pt x="144780" y="1870"/>
                    <a:pt x="144697" y="1870"/>
                    <a:pt x="144626" y="1870"/>
                  </a:cubicBezTo>
                  <a:cubicBezTo>
                    <a:pt x="144971" y="6918"/>
                    <a:pt x="145292" y="12121"/>
                    <a:pt x="145554" y="17479"/>
                  </a:cubicBezTo>
                  <a:cubicBezTo>
                    <a:pt x="139470" y="17217"/>
                    <a:pt x="133303" y="17074"/>
                    <a:pt x="127076" y="17074"/>
                  </a:cubicBezTo>
                  <a:cubicBezTo>
                    <a:pt x="120849" y="17074"/>
                    <a:pt x="114681" y="17217"/>
                    <a:pt x="108585" y="17479"/>
                  </a:cubicBezTo>
                  <a:cubicBezTo>
                    <a:pt x="108895" y="11573"/>
                    <a:pt x="109240" y="5846"/>
                    <a:pt x="109621" y="322"/>
                  </a:cubicBezTo>
                  <a:lnTo>
                    <a:pt x="109621" y="322"/>
                  </a:lnTo>
                  <a:cubicBezTo>
                    <a:pt x="109550" y="334"/>
                    <a:pt x="109478" y="334"/>
                    <a:pt x="109407" y="346"/>
                  </a:cubicBezTo>
                  <a:cubicBezTo>
                    <a:pt x="109014" y="5894"/>
                    <a:pt x="108669" y="11621"/>
                    <a:pt x="108371" y="17491"/>
                  </a:cubicBezTo>
                  <a:cubicBezTo>
                    <a:pt x="96608" y="18003"/>
                    <a:pt x="85142" y="19015"/>
                    <a:pt x="74164" y="20491"/>
                  </a:cubicBezTo>
                  <a:cubicBezTo>
                    <a:pt x="75069" y="13871"/>
                    <a:pt x="76129" y="7454"/>
                    <a:pt x="77343" y="1298"/>
                  </a:cubicBezTo>
                  <a:lnTo>
                    <a:pt x="77343" y="1298"/>
                  </a:lnTo>
                  <a:cubicBezTo>
                    <a:pt x="77212" y="1310"/>
                    <a:pt x="77081" y="1322"/>
                    <a:pt x="76951" y="1334"/>
                  </a:cubicBezTo>
                  <a:cubicBezTo>
                    <a:pt x="75724" y="7537"/>
                    <a:pt x="74665" y="13954"/>
                    <a:pt x="73783" y="20539"/>
                  </a:cubicBezTo>
                  <a:cubicBezTo>
                    <a:pt x="58198" y="22646"/>
                    <a:pt x="43601" y="25682"/>
                    <a:pt x="30480" y="29575"/>
                  </a:cubicBezTo>
                  <a:cubicBezTo>
                    <a:pt x="32374" y="19872"/>
                    <a:pt x="34910" y="10502"/>
                    <a:pt x="38029" y="1560"/>
                  </a:cubicBezTo>
                  <a:cubicBezTo>
                    <a:pt x="37874" y="1548"/>
                    <a:pt x="37708" y="1548"/>
                    <a:pt x="37541" y="1536"/>
                  </a:cubicBezTo>
                  <a:cubicBezTo>
                    <a:pt x="34409" y="10525"/>
                    <a:pt x="31862" y="19955"/>
                    <a:pt x="29968" y="29718"/>
                  </a:cubicBezTo>
                  <a:cubicBezTo>
                    <a:pt x="25849" y="30957"/>
                    <a:pt x="21884" y="32266"/>
                    <a:pt x="18086" y="33659"/>
                  </a:cubicBezTo>
                  <a:cubicBezTo>
                    <a:pt x="12252" y="35802"/>
                    <a:pt x="6942" y="38088"/>
                    <a:pt x="2191" y="40493"/>
                  </a:cubicBezTo>
                  <a:lnTo>
                    <a:pt x="2179" y="40934"/>
                  </a:lnTo>
                  <a:cubicBezTo>
                    <a:pt x="10097" y="36910"/>
                    <a:pt x="19420" y="33278"/>
                    <a:pt x="29885" y="30147"/>
                  </a:cubicBezTo>
                  <a:lnTo>
                    <a:pt x="29885" y="30147"/>
                  </a:lnTo>
                  <a:cubicBezTo>
                    <a:pt x="28111" y="39386"/>
                    <a:pt x="26885" y="48911"/>
                    <a:pt x="26266" y="58627"/>
                  </a:cubicBezTo>
                  <a:cubicBezTo>
                    <a:pt x="23480" y="58948"/>
                    <a:pt x="20765" y="59270"/>
                    <a:pt x="18134" y="59615"/>
                  </a:cubicBezTo>
                  <a:cubicBezTo>
                    <a:pt x="11621" y="60460"/>
                    <a:pt x="5763" y="61365"/>
                    <a:pt x="584" y="62329"/>
                  </a:cubicBezTo>
                  <a:cubicBezTo>
                    <a:pt x="596" y="62389"/>
                    <a:pt x="596" y="62460"/>
                    <a:pt x="608" y="62520"/>
                  </a:cubicBezTo>
                  <a:cubicBezTo>
                    <a:pt x="7942" y="61163"/>
                    <a:pt x="16574" y="59924"/>
                    <a:pt x="26254" y="58841"/>
                  </a:cubicBezTo>
                  <a:lnTo>
                    <a:pt x="26254" y="58841"/>
                  </a:lnTo>
                  <a:cubicBezTo>
                    <a:pt x="25944" y="63794"/>
                    <a:pt x="25777" y="68794"/>
                    <a:pt x="25777" y="73843"/>
                  </a:cubicBezTo>
                  <a:cubicBezTo>
                    <a:pt x="25777" y="78879"/>
                    <a:pt x="25944" y="83880"/>
                    <a:pt x="26254" y="88833"/>
                  </a:cubicBezTo>
                  <a:cubicBezTo>
                    <a:pt x="17014" y="87797"/>
                    <a:pt x="8740" y="86618"/>
                    <a:pt x="1620" y="85332"/>
                  </a:cubicBezTo>
                  <a:cubicBezTo>
                    <a:pt x="1620" y="85404"/>
                    <a:pt x="1620" y="85475"/>
                    <a:pt x="1620" y="85535"/>
                  </a:cubicBezTo>
                  <a:cubicBezTo>
                    <a:pt x="6537" y="86428"/>
                    <a:pt x="12050" y="87273"/>
                    <a:pt x="18134" y="88059"/>
                  </a:cubicBezTo>
                  <a:cubicBezTo>
                    <a:pt x="20765" y="88404"/>
                    <a:pt x="23480" y="88726"/>
                    <a:pt x="26266" y="89047"/>
                  </a:cubicBezTo>
                  <a:cubicBezTo>
                    <a:pt x="26885" y="98762"/>
                    <a:pt x="28099" y="108287"/>
                    <a:pt x="29885" y="117527"/>
                  </a:cubicBezTo>
                  <a:cubicBezTo>
                    <a:pt x="18824" y="114217"/>
                    <a:pt x="9037" y="110359"/>
                    <a:pt x="846" y="106049"/>
                  </a:cubicBezTo>
                  <a:lnTo>
                    <a:pt x="846" y="106049"/>
                  </a:lnTo>
                  <a:cubicBezTo>
                    <a:pt x="858" y="106204"/>
                    <a:pt x="870" y="106359"/>
                    <a:pt x="881" y="106513"/>
                  </a:cubicBezTo>
                  <a:cubicBezTo>
                    <a:pt x="5977" y="109169"/>
                    <a:pt x="11716" y="111669"/>
                    <a:pt x="18086" y="114014"/>
                  </a:cubicBezTo>
                  <a:cubicBezTo>
                    <a:pt x="21884" y="115407"/>
                    <a:pt x="25849" y="116717"/>
                    <a:pt x="29968" y="117955"/>
                  </a:cubicBezTo>
                  <a:cubicBezTo>
                    <a:pt x="31850" y="127611"/>
                    <a:pt x="34350" y="136946"/>
                    <a:pt x="37446" y="145852"/>
                  </a:cubicBezTo>
                  <a:cubicBezTo>
                    <a:pt x="37600" y="145840"/>
                    <a:pt x="37767" y="145840"/>
                    <a:pt x="37934" y="145828"/>
                  </a:cubicBezTo>
                  <a:cubicBezTo>
                    <a:pt x="34862" y="136981"/>
                    <a:pt x="32362" y="127706"/>
                    <a:pt x="30480" y="118098"/>
                  </a:cubicBezTo>
                  <a:lnTo>
                    <a:pt x="30480" y="118098"/>
                  </a:lnTo>
                  <a:cubicBezTo>
                    <a:pt x="43589" y="121992"/>
                    <a:pt x="58198" y="125028"/>
                    <a:pt x="73783" y="127135"/>
                  </a:cubicBezTo>
                  <a:cubicBezTo>
                    <a:pt x="74653" y="133600"/>
                    <a:pt x="75688" y="139910"/>
                    <a:pt x="76879" y="146006"/>
                  </a:cubicBezTo>
                  <a:cubicBezTo>
                    <a:pt x="77010" y="146006"/>
                    <a:pt x="77141" y="146018"/>
                    <a:pt x="77272" y="146018"/>
                  </a:cubicBezTo>
                  <a:cubicBezTo>
                    <a:pt x="76093" y="139970"/>
                    <a:pt x="75046" y="133683"/>
                    <a:pt x="74164" y="127183"/>
                  </a:cubicBezTo>
                  <a:lnTo>
                    <a:pt x="74164" y="127183"/>
                  </a:lnTo>
                  <a:cubicBezTo>
                    <a:pt x="85154" y="128659"/>
                    <a:pt x="96608" y="129659"/>
                    <a:pt x="108371" y="130183"/>
                  </a:cubicBezTo>
                  <a:cubicBezTo>
                    <a:pt x="108657" y="135850"/>
                    <a:pt x="108990" y="141375"/>
                    <a:pt x="109371" y="146733"/>
                  </a:cubicBezTo>
                  <a:cubicBezTo>
                    <a:pt x="109443" y="146745"/>
                    <a:pt x="109514" y="146745"/>
                    <a:pt x="109586" y="146756"/>
                  </a:cubicBezTo>
                  <a:cubicBezTo>
                    <a:pt x="109205" y="141411"/>
                    <a:pt x="108883" y="135886"/>
                    <a:pt x="108585" y="130195"/>
                  </a:cubicBezTo>
                  <a:lnTo>
                    <a:pt x="108585" y="130195"/>
                  </a:lnTo>
                  <a:cubicBezTo>
                    <a:pt x="114681" y="130457"/>
                    <a:pt x="120849" y="130600"/>
                    <a:pt x="127076" y="130600"/>
                  </a:cubicBezTo>
                  <a:cubicBezTo>
                    <a:pt x="133303" y="130600"/>
                    <a:pt x="139470" y="130457"/>
                    <a:pt x="145554" y="130195"/>
                  </a:cubicBezTo>
                  <a:lnTo>
                    <a:pt x="145554" y="130195"/>
                  </a:lnTo>
                  <a:cubicBezTo>
                    <a:pt x="145328" y="134815"/>
                    <a:pt x="145066" y="139327"/>
                    <a:pt x="144769" y="143720"/>
                  </a:cubicBezTo>
                  <a:cubicBezTo>
                    <a:pt x="144828" y="143851"/>
                    <a:pt x="144888" y="143994"/>
                    <a:pt x="144959" y="144161"/>
                  </a:cubicBezTo>
                  <a:cubicBezTo>
                    <a:pt x="145257" y="139613"/>
                    <a:pt x="145531" y="134945"/>
                    <a:pt x="145781" y="130183"/>
                  </a:cubicBezTo>
                  <a:cubicBezTo>
                    <a:pt x="157544" y="129671"/>
                    <a:pt x="168998" y="128659"/>
                    <a:pt x="179975" y="127183"/>
                  </a:cubicBezTo>
                  <a:lnTo>
                    <a:pt x="179975" y="127183"/>
                  </a:lnTo>
                  <a:cubicBezTo>
                    <a:pt x="179106" y="133588"/>
                    <a:pt x="178094" y="139791"/>
                    <a:pt x="176927" y="145756"/>
                  </a:cubicBezTo>
                  <a:lnTo>
                    <a:pt x="177034" y="145756"/>
                  </a:lnTo>
                  <a:cubicBezTo>
                    <a:pt x="177142" y="145697"/>
                    <a:pt x="177249" y="145625"/>
                    <a:pt x="177356" y="145566"/>
                  </a:cubicBezTo>
                  <a:cubicBezTo>
                    <a:pt x="178511" y="139601"/>
                    <a:pt x="179511" y="133445"/>
                    <a:pt x="180368" y="127135"/>
                  </a:cubicBezTo>
                  <a:cubicBezTo>
                    <a:pt x="195953" y="125028"/>
                    <a:pt x="210551" y="121992"/>
                    <a:pt x="223671" y="118098"/>
                  </a:cubicBezTo>
                  <a:lnTo>
                    <a:pt x="223671" y="118098"/>
                  </a:lnTo>
                  <a:cubicBezTo>
                    <a:pt x="221814" y="127599"/>
                    <a:pt x="219337" y="136791"/>
                    <a:pt x="216301" y="145554"/>
                  </a:cubicBezTo>
                  <a:lnTo>
                    <a:pt x="216801" y="145554"/>
                  </a:lnTo>
                  <a:cubicBezTo>
                    <a:pt x="219849" y="136743"/>
                    <a:pt x="222326" y="127504"/>
                    <a:pt x="224183" y="117943"/>
                  </a:cubicBezTo>
                  <a:cubicBezTo>
                    <a:pt x="228291" y="116717"/>
                    <a:pt x="232268" y="115407"/>
                    <a:pt x="236066" y="114002"/>
                  </a:cubicBezTo>
                  <a:cubicBezTo>
                    <a:pt x="249877" y="108930"/>
                    <a:pt x="260747" y="103073"/>
                    <a:pt x="268367" y="96679"/>
                  </a:cubicBezTo>
                  <a:cubicBezTo>
                    <a:pt x="268391" y="96476"/>
                    <a:pt x="268427" y="96286"/>
                    <a:pt x="268451" y="96084"/>
                  </a:cubicBezTo>
                  <a:lnTo>
                    <a:pt x="268451" y="96084"/>
                  </a:lnTo>
                  <a:cubicBezTo>
                    <a:pt x="258592" y="104477"/>
                    <a:pt x="243317" y="111824"/>
                    <a:pt x="224267" y="117527"/>
                  </a:cubicBezTo>
                  <a:cubicBezTo>
                    <a:pt x="226041" y="108287"/>
                    <a:pt x="227267" y="98762"/>
                    <a:pt x="227886" y="89047"/>
                  </a:cubicBezTo>
                  <a:cubicBezTo>
                    <a:pt x="230672" y="88726"/>
                    <a:pt x="233387" y="88404"/>
                    <a:pt x="236018" y="88059"/>
                  </a:cubicBezTo>
                  <a:cubicBezTo>
                    <a:pt x="248770" y="86404"/>
                    <a:pt x="259009" y="84511"/>
                    <a:pt x="266510" y="82451"/>
                  </a:cubicBezTo>
                  <a:cubicBezTo>
                    <a:pt x="266510" y="82379"/>
                    <a:pt x="266510" y="82308"/>
                    <a:pt x="266510" y="82249"/>
                  </a:cubicBezTo>
                  <a:cubicBezTo>
                    <a:pt x="257306" y="84773"/>
                    <a:pt x="244079" y="87023"/>
                    <a:pt x="227898" y="88833"/>
                  </a:cubicBezTo>
                  <a:cubicBezTo>
                    <a:pt x="228208" y="83880"/>
                    <a:pt x="228362" y="78867"/>
                    <a:pt x="228362" y="73831"/>
                  </a:cubicBezTo>
                  <a:cubicBezTo>
                    <a:pt x="228362" y="68794"/>
                    <a:pt x="228208" y="63782"/>
                    <a:pt x="227898" y="58829"/>
                  </a:cubicBezTo>
                  <a:lnTo>
                    <a:pt x="227898" y="58829"/>
                  </a:lnTo>
                  <a:cubicBezTo>
                    <a:pt x="244519" y="60698"/>
                    <a:pt x="258009" y="63008"/>
                    <a:pt x="267248" y="65627"/>
                  </a:cubicBezTo>
                  <a:cubicBezTo>
                    <a:pt x="267248" y="65556"/>
                    <a:pt x="267260" y="65496"/>
                    <a:pt x="267260" y="65425"/>
                  </a:cubicBezTo>
                  <a:cubicBezTo>
                    <a:pt x="259711" y="63282"/>
                    <a:pt x="249210" y="61317"/>
                    <a:pt x="236018" y="59603"/>
                  </a:cubicBezTo>
                  <a:cubicBezTo>
                    <a:pt x="233387" y="59270"/>
                    <a:pt x="230672" y="58936"/>
                    <a:pt x="227886" y="58627"/>
                  </a:cubicBezTo>
                  <a:cubicBezTo>
                    <a:pt x="227267" y="48899"/>
                    <a:pt x="226041" y="39374"/>
                    <a:pt x="224267" y="30135"/>
                  </a:cubicBezTo>
                  <a:lnTo>
                    <a:pt x="224267" y="30135"/>
                  </a:lnTo>
                  <a:cubicBezTo>
                    <a:pt x="243650" y="35945"/>
                    <a:pt x="259116" y="43446"/>
                    <a:pt x="268963" y="52019"/>
                  </a:cubicBezTo>
                  <a:cubicBezTo>
                    <a:pt x="268986" y="51864"/>
                    <a:pt x="269010" y="51709"/>
                    <a:pt x="269046" y="51566"/>
                  </a:cubicBezTo>
                  <a:cubicBezTo>
                    <a:pt x="261390" y="44946"/>
                    <a:pt x="250294" y="38886"/>
                    <a:pt x="236066" y="33659"/>
                  </a:cubicBezTo>
                  <a:cubicBezTo>
                    <a:pt x="232268" y="32266"/>
                    <a:pt x="228291" y="30945"/>
                    <a:pt x="224183" y="29718"/>
                  </a:cubicBezTo>
                  <a:cubicBezTo>
                    <a:pt x="222338" y="20277"/>
                    <a:pt x="219909" y="11133"/>
                    <a:pt x="216908" y="2417"/>
                  </a:cubicBezTo>
                  <a:cubicBezTo>
                    <a:pt x="216766" y="2513"/>
                    <a:pt x="216635" y="2620"/>
                    <a:pt x="216504" y="2715"/>
                  </a:cubicBezTo>
                  <a:cubicBezTo>
                    <a:pt x="219456" y="11299"/>
                    <a:pt x="221850" y="20277"/>
                    <a:pt x="223671" y="29563"/>
                  </a:cubicBezTo>
                  <a:cubicBezTo>
                    <a:pt x="210551" y="25682"/>
                    <a:pt x="195953" y="22646"/>
                    <a:pt x="180368" y="20539"/>
                  </a:cubicBezTo>
                  <a:cubicBezTo>
                    <a:pt x="179416" y="13490"/>
                    <a:pt x="178273" y="6644"/>
                    <a:pt x="176951" y="36"/>
                  </a:cubicBezTo>
                  <a:cubicBezTo>
                    <a:pt x="176820" y="24"/>
                    <a:pt x="176689" y="12"/>
                    <a:pt x="176558" y="0"/>
                  </a:cubicBezTo>
                  <a:close/>
                </a:path>
              </a:pathLst>
            </a:custGeom>
            <a:solidFill>
              <a:srgbClr val="E3C98E">
                <a:alpha val="246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0" name="Google Shape;410;p3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11" name="Google Shape;411;p34"/>
          <p:cNvSpPr txBox="1"/>
          <p:nvPr>
            <p:ph idx="1" type="subTitle"/>
          </p:nvPr>
        </p:nvSpPr>
        <p:spPr>
          <a:xfrm>
            <a:off x="4665846" y="1658100"/>
            <a:ext cx="3082500" cy="214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2" name="Google Shape;412;p34"/>
          <p:cNvSpPr txBox="1"/>
          <p:nvPr>
            <p:ph idx="2" type="subTitle"/>
          </p:nvPr>
        </p:nvSpPr>
        <p:spPr>
          <a:xfrm>
            <a:off x="1243250" y="1658100"/>
            <a:ext cx="3082500" cy="214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3" name="Google Shape;413;p34"/>
          <p:cNvSpPr/>
          <p:nvPr/>
        </p:nvSpPr>
        <p:spPr>
          <a:xfrm>
            <a:off x="522837" y="4953024"/>
            <a:ext cx="709800" cy="54900"/>
          </a:xfrm>
          <a:prstGeom prst="ellipse">
            <a:avLst/>
          </a:prstGeom>
          <a:solidFill>
            <a:srgbClr val="033342">
              <a:alpha val="297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14" name="Google Shape;414;p34"/>
          <p:cNvGrpSpPr/>
          <p:nvPr/>
        </p:nvGrpSpPr>
        <p:grpSpPr>
          <a:xfrm>
            <a:off x="153433" y="3969798"/>
            <a:ext cx="1448589" cy="1096968"/>
            <a:chOff x="3321225" y="6290500"/>
            <a:chExt cx="645050" cy="488475"/>
          </a:xfrm>
        </p:grpSpPr>
        <p:sp>
          <p:nvSpPr>
            <p:cNvPr id="415" name="Google Shape;415;p34"/>
            <p:cNvSpPr/>
            <p:nvPr/>
          </p:nvSpPr>
          <p:spPr>
            <a:xfrm>
              <a:off x="3321225" y="6290500"/>
              <a:ext cx="645050" cy="488475"/>
            </a:xfrm>
            <a:custGeom>
              <a:rect b="b" l="l" r="r" t="t"/>
              <a:pathLst>
                <a:path extrusionOk="0" h="19539" w="25802">
                  <a:moveTo>
                    <a:pt x="16824" y="0"/>
                  </a:moveTo>
                  <a:lnTo>
                    <a:pt x="11752" y="5001"/>
                  </a:lnTo>
                  <a:lnTo>
                    <a:pt x="4883" y="2405"/>
                  </a:lnTo>
                  <a:lnTo>
                    <a:pt x="1" y="6513"/>
                  </a:lnTo>
                  <a:lnTo>
                    <a:pt x="3859" y="19538"/>
                  </a:lnTo>
                  <a:lnTo>
                    <a:pt x="9050" y="15919"/>
                  </a:lnTo>
                  <a:lnTo>
                    <a:pt x="15681" y="18264"/>
                  </a:lnTo>
                  <a:lnTo>
                    <a:pt x="19896" y="14050"/>
                  </a:lnTo>
                  <a:lnTo>
                    <a:pt x="25802" y="16038"/>
                  </a:lnTo>
                  <a:lnTo>
                    <a:pt x="23337" y="1751"/>
                  </a:lnTo>
                  <a:lnTo>
                    <a:pt x="1682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34"/>
            <p:cNvSpPr/>
            <p:nvPr/>
          </p:nvSpPr>
          <p:spPr>
            <a:xfrm>
              <a:off x="3356350" y="6321150"/>
              <a:ext cx="591775" cy="436100"/>
            </a:xfrm>
            <a:custGeom>
              <a:rect b="b" l="l" r="r" t="t"/>
              <a:pathLst>
                <a:path extrusionOk="0" h="17444" w="23671">
                  <a:moveTo>
                    <a:pt x="14872" y="1"/>
                  </a:moveTo>
                  <a:lnTo>
                    <a:pt x="10383" y="4263"/>
                  </a:lnTo>
                  <a:lnTo>
                    <a:pt x="9585" y="3977"/>
                  </a:lnTo>
                  <a:lnTo>
                    <a:pt x="5002" y="4858"/>
                  </a:lnTo>
                  <a:lnTo>
                    <a:pt x="4347" y="4358"/>
                  </a:lnTo>
                  <a:lnTo>
                    <a:pt x="1" y="7918"/>
                  </a:lnTo>
                  <a:lnTo>
                    <a:pt x="2823" y="17443"/>
                  </a:lnTo>
                  <a:lnTo>
                    <a:pt x="7454" y="14002"/>
                  </a:lnTo>
                  <a:lnTo>
                    <a:pt x="9121" y="14657"/>
                  </a:lnTo>
                  <a:lnTo>
                    <a:pt x="18229" y="12455"/>
                  </a:lnTo>
                  <a:lnTo>
                    <a:pt x="18396" y="12276"/>
                  </a:lnTo>
                  <a:lnTo>
                    <a:pt x="23671" y="13693"/>
                  </a:lnTo>
                  <a:lnTo>
                    <a:pt x="22658" y="8025"/>
                  </a:lnTo>
                  <a:cubicBezTo>
                    <a:pt x="22635" y="8014"/>
                    <a:pt x="22599" y="8002"/>
                    <a:pt x="22575" y="7990"/>
                  </a:cubicBezTo>
                  <a:lnTo>
                    <a:pt x="20623" y="2346"/>
                  </a:lnTo>
                  <a:lnTo>
                    <a:pt x="16646" y="1263"/>
                  </a:lnTo>
                  <a:lnTo>
                    <a:pt x="1487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34"/>
            <p:cNvSpPr/>
            <p:nvPr/>
          </p:nvSpPr>
          <p:spPr>
            <a:xfrm>
              <a:off x="3584375" y="6505575"/>
              <a:ext cx="229800" cy="230525"/>
            </a:xfrm>
            <a:custGeom>
              <a:rect b="b" l="l" r="r" t="t"/>
              <a:pathLst>
                <a:path extrusionOk="0" h="9221" w="9192">
                  <a:moveTo>
                    <a:pt x="5374" y="1"/>
                  </a:moveTo>
                  <a:cubicBezTo>
                    <a:pt x="4795" y="1"/>
                    <a:pt x="4238" y="65"/>
                    <a:pt x="3786" y="160"/>
                  </a:cubicBezTo>
                  <a:cubicBezTo>
                    <a:pt x="2739" y="375"/>
                    <a:pt x="1322" y="827"/>
                    <a:pt x="834" y="1887"/>
                  </a:cubicBezTo>
                  <a:cubicBezTo>
                    <a:pt x="536" y="2482"/>
                    <a:pt x="476" y="3089"/>
                    <a:pt x="1226" y="3184"/>
                  </a:cubicBezTo>
                  <a:cubicBezTo>
                    <a:pt x="1281" y="3190"/>
                    <a:pt x="1338" y="3192"/>
                    <a:pt x="1398" y="3192"/>
                  </a:cubicBezTo>
                  <a:cubicBezTo>
                    <a:pt x="1665" y="3192"/>
                    <a:pt x="1977" y="3145"/>
                    <a:pt x="2275" y="3145"/>
                  </a:cubicBezTo>
                  <a:cubicBezTo>
                    <a:pt x="2605" y="3145"/>
                    <a:pt x="2916" y="3203"/>
                    <a:pt x="3131" y="3446"/>
                  </a:cubicBezTo>
                  <a:cubicBezTo>
                    <a:pt x="3524" y="3899"/>
                    <a:pt x="3131" y="4804"/>
                    <a:pt x="2703" y="5113"/>
                  </a:cubicBezTo>
                  <a:cubicBezTo>
                    <a:pt x="2498" y="5269"/>
                    <a:pt x="2307" y="5338"/>
                    <a:pt x="2133" y="5338"/>
                  </a:cubicBezTo>
                  <a:cubicBezTo>
                    <a:pt x="1802" y="5338"/>
                    <a:pt x="1538" y="5083"/>
                    <a:pt x="1381" y="4685"/>
                  </a:cubicBezTo>
                  <a:cubicBezTo>
                    <a:pt x="1278" y="4376"/>
                    <a:pt x="1183" y="4154"/>
                    <a:pt x="1087" y="4154"/>
                  </a:cubicBezTo>
                  <a:cubicBezTo>
                    <a:pt x="1016" y="4154"/>
                    <a:pt x="945" y="4273"/>
                    <a:pt x="869" y="4566"/>
                  </a:cubicBezTo>
                  <a:cubicBezTo>
                    <a:pt x="667" y="5292"/>
                    <a:pt x="488" y="6471"/>
                    <a:pt x="0" y="7268"/>
                  </a:cubicBezTo>
                  <a:lnTo>
                    <a:pt x="5001" y="9221"/>
                  </a:lnTo>
                  <a:lnTo>
                    <a:pt x="9108" y="5078"/>
                  </a:lnTo>
                  <a:cubicBezTo>
                    <a:pt x="9120" y="4947"/>
                    <a:pt x="9120" y="4816"/>
                    <a:pt x="9132" y="4685"/>
                  </a:cubicBezTo>
                  <a:cubicBezTo>
                    <a:pt x="9156" y="3637"/>
                    <a:pt x="9192" y="2161"/>
                    <a:pt x="8561" y="1220"/>
                  </a:cubicBezTo>
                  <a:cubicBezTo>
                    <a:pt x="7944" y="296"/>
                    <a:pt x="6610" y="1"/>
                    <a:pt x="53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34"/>
            <p:cNvSpPr/>
            <p:nvPr/>
          </p:nvSpPr>
          <p:spPr>
            <a:xfrm>
              <a:off x="3338200" y="6368175"/>
              <a:ext cx="257800" cy="298275"/>
            </a:xfrm>
            <a:custGeom>
              <a:rect b="b" l="l" r="r" t="t"/>
              <a:pathLst>
                <a:path extrusionOk="0" h="11931" w="10312">
                  <a:moveTo>
                    <a:pt x="4251" y="1"/>
                  </a:moveTo>
                  <a:lnTo>
                    <a:pt x="1" y="3573"/>
                  </a:lnTo>
                  <a:lnTo>
                    <a:pt x="727" y="6037"/>
                  </a:lnTo>
                  <a:cubicBezTo>
                    <a:pt x="1040" y="5956"/>
                    <a:pt x="1370" y="5911"/>
                    <a:pt x="1681" y="5911"/>
                  </a:cubicBezTo>
                  <a:cubicBezTo>
                    <a:pt x="2279" y="5911"/>
                    <a:pt x="2805" y="6078"/>
                    <a:pt x="3001" y="6478"/>
                  </a:cubicBezTo>
                  <a:cubicBezTo>
                    <a:pt x="3144" y="6775"/>
                    <a:pt x="2787" y="7895"/>
                    <a:pt x="3120" y="8038"/>
                  </a:cubicBezTo>
                  <a:cubicBezTo>
                    <a:pt x="3149" y="8055"/>
                    <a:pt x="3177" y="8063"/>
                    <a:pt x="3203" y="8063"/>
                  </a:cubicBezTo>
                  <a:cubicBezTo>
                    <a:pt x="3554" y="8063"/>
                    <a:pt x="3669" y="6607"/>
                    <a:pt x="3692" y="6418"/>
                  </a:cubicBezTo>
                  <a:cubicBezTo>
                    <a:pt x="3870" y="5537"/>
                    <a:pt x="4263" y="4728"/>
                    <a:pt x="5204" y="4489"/>
                  </a:cubicBezTo>
                  <a:cubicBezTo>
                    <a:pt x="5357" y="4448"/>
                    <a:pt x="5534" y="4424"/>
                    <a:pt x="5716" y="4424"/>
                  </a:cubicBezTo>
                  <a:cubicBezTo>
                    <a:pt x="6213" y="4424"/>
                    <a:pt x="6744" y="4599"/>
                    <a:pt x="6918" y="5061"/>
                  </a:cubicBezTo>
                  <a:cubicBezTo>
                    <a:pt x="7156" y="5728"/>
                    <a:pt x="6311" y="6323"/>
                    <a:pt x="5954" y="6775"/>
                  </a:cubicBezTo>
                  <a:cubicBezTo>
                    <a:pt x="5287" y="7502"/>
                    <a:pt x="4596" y="8526"/>
                    <a:pt x="4299" y="9466"/>
                  </a:cubicBezTo>
                  <a:cubicBezTo>
                    <a:pt x="3852" y="10818"/>
                    <a:pt x="4532" y="11931"/>
                    <a:pt x="5736" y="11931"/>
                  </a:cubicBezTo>
                  <a:cubicBezTo>
                    <a:pt x="6007" y="11931"/>
                    <a:pt x="6304" y="11875"/>
                    <a:pt x="6620" y="11752"/>
                  </a:cubicBezTo>
                  <a:cubicBezTo>
                    <a:pt x="8371" y="11086"/>
                    <a:pt x="8275" y="9192"/>
                    <a:pt x="8275" y="7597"/>
                  </a:cubicBezTo>
                  <a:cubicBezTo>
                    <a:pt x="8275" y="6752"/>
                    <a:pt x="8240" y="5906"/>
                    <a:pt x="8549" y="5120"/>
                  </a:cubicBezTo>
                  <a:cubicBezTo>
                    <a:pt x="8823" y="4430"/>
                    <a:pt x="9359" y="3942"/>
                    <a:pt x="9752" y="3311"/>
                  </a:cubicBezTo>
                  <a:cubicBezTo>
                    <a:pt x="10002" y="2930"/>
                    <a:pt x="10180" y="2513"/>
                    <a:pt x="10311" y="2096"/>
                  </a:cubicBezTo>
                  <a:lnTo>
                    <a:pt x="425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34"/>
            <p:cNvSpPr/>
            <p:nvPr/>
          </p:nvSpPr>
          <p:spPr>
            <a:xfrm>
              <a:off x="3682900" y="6303300"/>
              <a:ext cx="239925" cy="227075"/>
            </a:xfrm>
            <a:custGeom>
              <a:rect b="b" l="l" r="r" t="t"/>
              <a:pathLst>
                <a:path extrusionOk="0" h="9083" w="9597">
                  <a:moveTo>
                    <a:pt x="2572" y="0"/>
                  </a:moveTo>
                  <a:lnTo>
                    <a:pt x="1810" y="715"/>
                  </a:lnTo>
                  <a:cubicBezTo>
                    <a:pt x="1774" y="917"/>
                    <a:pt x="1643" y="1108"/>
                    <a:pt x="1453" y="1358"/>
                  </a:cubicBezTo>
                  <a:cubicBezTo>
                    <a:pt x="822" y="2131"/>
                    <a:pt x="0" y="3072"/>
                    <a:pt x="1000" y="3917"/>
                  </a:cubicBezTo>
                  <a:cubicBezTo>
                    <a:pt x="1417" y="4282"/>
                    <a:pt x="1934" y="4464"/>
                    <a:pt x="2479" y="4464"/>
                  </a:cubicBezTo>
                  <a:cubicBezTo>
                    <a:pt x="2557" y="4464"/>
                    <a:pt x="2636" y="4461"/>
                    <a:pt x="2715" y="4453"/>
                  </a:cubicBezTo>
                  <a:cubicBezTo>
                    <a:pt x="3596" y="4370"/>
                    <a:pt x="3322" y="4036"/>
                    <a:pt x="3500" y="3405"/>
                  </a:cubicBezTo>
                  <a:cubicBezTo>
                    <a:pt x="3620" y="3024"/>
                    <a:pt x="3940" y="2934"/>
                    <a:pt x="4295" y="2934"/>
                  </a:cubicBezTo>
                  <a:cubicBezTo>
                    <a:pt x="4473" y="2934"/>
                    <a:pt x="4659" y="2957"/>
                    <a:pt x="4834" y="2977"/>
                  </a:cubicBezTo>
                  <a:cubicBezTo>
                    <a:pt x="5429" y="3096"/>
                    <a:pt x="5977" y="3167"/>
                    <a:pt x="5798" y="3822"/>
                  </a:cubicBezTo>
                  <a:cubicBezTo>
                    <a:pt x="5548" y="4763"/>
                    <a:pt x="5036" y="5632"/>
                    <a:pt x="4739" y="6537"/>
                  </a:cubicBezTo>
                  <a:cubicBezTo>
                    <a:pt x="4251" y="7894"/>
                    <a:pt x="5036" y="8442"/>
                    <a:pt x="6215" y="8894"/>
                  </a:cubicBezTo>
                  <a:cubicBezTo>
                    <a:pt x="6455" y="8970"/>
                    <a:pt x="6796" y="9083"/>
                    <a:pt x="7092" y="9083"/>
                  </a:cubicBezTo>
                  <a:cubicBezTo>
                    <a:pt x="7353" y="9083"/>
                    <a:pt x="7578" y="8995"/>
                    <a:pt x="7668" y="8716"/>
                  </a:cubicBezTo>
                  <a:cubicBezTo>
                    <a:pt x="7811" y="8323"/>
                    <a:pt x="7394" y="7715"/>
                    <a:pt x="7215" y="7382"/>
                  </a:cubicBezTo>
                  <a:cubicBezTo>
                    <a:pt x="6903" y="6791"/>
                    <a:pt x="6215" y="5011"/>
                    <a:pt x="7419" y="5011"/>
                  </a:cubicBezTo>
                  <a:cubicBezTo>
                    <a:pt x="7500" y="5011"/>
                    <a:pt x="7591" y="5019"/>
                    <a:pt x="7691" y="5037"/>
                  </a:cubicBezTo>
                  <a:cubicBezTo>
                    <a:pt x="8596" y="5179"/>
                    <a:pt x="7632" y="6965"/>
                    <a:pt x="8120" y="7656"/>
                  </a:cubicBezTo>
                  <a:cubicBezTo>
                    <a:pt x="8501" y="8192"/>
                    <a:pt x="9013" y="8537"/>
                    <a:pt x="9596" y="8739"/>
                  </a:cubicBezTo>
                  <a:lnTo>
                    <a:pt x="8323" y="1655"/>
                  </a:lnTo>
                  <a:lnTo>
                    <a:pt x="257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34"/>
            <p:cNvSpPr/>
            <p:nvPr/>
          </p:nvSpPr>
          <p:spPr>
            <a:xfrm>
              <a:off x="3355475" y="6296150"/>
              <a:ext cx="581050" cy="443825"/>
            </a:xfrm>
            <a:custGeom>
              <a:rect b="b" l="l" r="r" t="t"/>
              <a:pathLst>
                <a:path extrusionOk="0" h="17753" w="23242">
                  <a:moveTo>
                    <a:pt x="16371" y="3775"/>
                  </a:moveTo>
                  <a:lnTo>
                    <a:pt x="17538" y="9156"/>
                  </a:lnTo>
                  <a:lnTo>
                    <a:pt x="12752" y="12716"/>
                  </a:lnTo>
                  <a:lnTo>
                    <a:pt x="11263" y="7692"/>
                  </a:lnTo>
                  <a:lnTo>
                    <a:pt x="16371" y="3775"/>
                  </a:lnTo>
                  <a:close/>
                  <a:moveTo>
                    <a:pt x="4703" y="6097"/>
                  </a:moveTo>
                  <a:lnTo>
                    <a:pt x="11144" y="7716"/>
                  </a:lnTo>
                  <a:lnTo>
                    <a:pt x="12633" y="12728"/>
                  </a:lnTo>
                  <a:lnTo>
                    <a:pt x="12633" y="12728"/>
                  </a:lnTo>
                  <a:lnTo>
                    <a:pt x="6299" y="11061"/>
                  </a:lnTo>
                  <a:lnTo>
                    <a:pt x="4703" y="6097"/>
                  </a:lnTo>
                  <a:close/>
                  <a:moveTo>
                    <a:pt x="15669" y="1"/>
                  </a:moveTo>
                  <a:lnTo>
                    <a:pt x="15550" y="24"/>
                  </a:lnTo>
                  <a:lnTo>
                    <a:pt x="16347" y="3644"/>
                  </a:lnTo>
                  <a:lnTo>
                    <a:pt x="11228" y="7573"/>
                  </a:lnTo>
                  <a:lnTo>
                    <a:pt x="10442" y="4954"/>
                  </a:lnTo>
                  <a:lnTo>
                    <a:pt x="10335" y="4989"/>
                  </a:lnTo>
                  <a:lnTo>
                    <a:pt x="11097" y="7585"/>
                  </a:lnTo>
                  <a:lnTo>
                    <a:pt x="4656" y="5966"/>
                  </a:lnTo>
                  <a:lnTo>
                    <a:pt x="3584" y="2620"/>
                  </a:lnTo>
                  <a:lnTo>
                    <a:pt x="3477" y="2668"/>
                  </a:lnTo>
                  <a:lnTo>
                    <a:pt x="4548" y="5989"/>
                  </a:lnTo>
                  <a:lnTo>
                    <a:pt x="0" y="9776"/>
                  </a:lnTo>
                  <a:lnTo>
                    <a:pt x="72" y="9871"/>
                  </a:lnTo>
                  <a:lnTo>
                    <a:pt x="4584" y="6120"/>
                  </a:lnTo>
                  <a:lnTo>
                    <a:pt x="6180" y="11085"/>
                  </a:lnTo>
                  <a:lnTo>
                    <a:pt x="1369" y="14478"/>
                  </a:lnTo>
                  <a:lnTo>
                    <a:pt x="1441" y="14586"/>
                  </a:lnTo>
                  <a:lnTo>
                    <a:pt x="6215" y="11204"/>
                  </a:lnTo>
                  <a:lnTo>
                    <a:pt x="7561" y="15383"/>
                  </a:lnTo>
                  <a:lnTo>
                    <a:pt x="7668" y="15348"/>
                  </a:lnTo>
                  <a:lnTo>
                    <a:pt x="6334" y="11192"/>
                  </a:lnTo>
                  <a:lnTo>
                    <a:pt x="12668" y="12871"/>
                  </a:lnTo>
                  <a:lnTo>
                    <a:pt x="14133" y="17753"/>
                  </a:lnTo>
                  <a:lnTo>
                    <a:pt x="14240" y="17729"/>
                  </a:lnTo>
                  <a:lnTo>
                    <a:pt x="12787" y="12847"/>
                  </a:lnTo>
                  <a:lnTo>
                    <a:pt x="17574" y="9287"/>
                  </a:lnTo>
                  <a:lnTo>
                    <a:pt x="18514" y="13586"/>
                  </a:lnTo>
                  <a:lnTo>
                    <a:pt x="18622" y="13562"/>
                  </a:lnTo>
                  <a:lnTo>
                    <a:pt x="17693" y="9264"/>
                  </a:lnTo>
                  <a:lnTo>
                    <a:pt x="17693" y="9264"/>
                  </a:lnTo>
                  <a:lnTo>
                    <a:pt x="23217" y="10442"/>
                  </a:lnTo>
                  <a:lnTo>
                    <a:pt x="23241" y="10323"/>
                  </a:lnTo>
                  <a:lnTo>
                    <a:pt x="17657" y="9133"/>
                  </a:lnTo>
                  <a:lnTo>
                    <a:pt x="16490" y="3739"/>
                  </a:lnTo>
                  <a:lnTo>
                    <a:pt x="22158" y="4656"/>
                  </a:lnTo>
                  <a:lnTo>
                    <a:pt x="22182" y="4537"/>
                  </a:lnTo>
                  <a:lnTo>
                    <a:pt x="16467" y="3620"/>
                  </a:lnTo>
                  <a:lnTo>
                    <a:pt x="156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34"/>
            <p:cNvSpPr/>
            <p:nvPr/>
          </p:nvSpPr>
          <p:spPr>
            <a:xfrm>
              <a:off x="3355475" y="6475250"/>
              <a:ext cx="31875" cy="26900"/>
            </a:xfrm>
            <a:custGeom>
              <a:rect b="b" l="l" r="r" t="t"/>
              <a:pathLst>
                <a:path extrusionOk="0" h="1076" w="1275">
                  <a:moveTo>
                    <a:pt x="705" y="128"/>
                  </a:moveTo>
                  <a:cubicBezTo>
                    <a:pt x="755" y="128"/>
                    <a:pt x="805" y="162"/>
                    <a:pt x="834" y="218"/>
                  </a:cubicBezTo>
                  <a:cubicBezTo>
                    <a:pt x="869" y="290"/>
                    <a:pt x="857" y="361"/>
                    <a:pt x="810" y="397"/>
                  </a:cubicBezTo>
                  <a:cubicBezTo>
                    <a:pt x="800" y="402"/>
                    <a:pt x="789" y="404"/>
                    <a:pt x="777" y="404"/>
                  </a:cubicBezTo>
                  <a:cubicBezTo>
                    <a:pt x="733" y="404"/>
                    <a:pt x="681" y="370"/>
                    <a:pt x="643" y="314"/>
                  </a:cubicBezTo>
                  <a:cubicBezTo>
                    <a:pt x="607" y="242"/>
                    <a:pt x="619" y="171"/>
                    <a:pt x="667" y="135"/>
                  </a:cubicBezTo>
                  <a:cubicBezTo>
                    <a:pt x="679" y="130"/>
                    <a:pt x="692" y="128"/>
                    <a:pt x="705" y="128"/>
                  </a:cubicBezTo>
                  <a:close/>
                  <a:moveTo>
                    <a:pt x="827" y="1"/>
                  </a:moveTo>
                  <a:cubicBezTo>
                    <a:pt x="767" y="1"/>
                    <a:pt x="694" y="20"/>
                    <a:pt x="607" y="64"/>
                  </a:cubicBezTo>
                  <a:cubicBezTo>
                    <a:pt x="0" y="361"/>
                    <a:pt x="1024" y="1076"/>
                    <a:pt x="1024" y="1076"/>
                  </a:cubicBezTo>
                  <a:cubicBezTo>
                    <a:pt x="1024" y="1076"/>
                    <a:pt x="1274" y="1"/>
                    <a:pt x="82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34"/>
            <p:cNvSpPr/>
            <p:nvPr/>
          </p:nvSpPr>
          <p:spPr>
            <a:xfrm>
              <a:off x="3832025" y="6493900"/>
              <a:ext cx="34775" cy="27300"/>
            </a:xfrm>
            <a:custGeom>
              <a:rect b="b" l="l" r="r" t="t"/>
              <a:pathLst>
                <a:path extrusionOk="0" h="1092" w="1391">
                  <a:moveTo>
                    <a:pt x="730" y="102"/>
                  </a:moveTo>
                  <a:cubicBezTo>
                    <a:pt x="776" y="102"/>
                    <a:pt x="835" y="148"/>
                    <a:pt x="845" y="222"/>
                  </a:cubicBezTo>
                  <a:cubicBezTo>
                    <a:pt x="869" y="294"/>
                    <a:pt x="845" y="377"/>
                    <a:pt x="786" y="389"/>
                  </a:cubicBezTo>
                  <a:cubicBezTo>
                    <a:pt x="780" y="390"/>
                    <a:pt x="774" y="391"/>
                    <a:pt x="768" y="391"/>
                  </a:cubicBezTo>
                  <a:cubicBezTo>
                    <a:pt x="715" y="391"/>
                    <a:pt x="664" y="345"/>
                    <a:pt x="643" y="270"/>
                  </a:cubicBezTo>
                  <a:cubicBezTo>
                    <a:pt x="631" y="199"/>
                    <a:pt x="655" y="127"/>
                    <a:pt x="714" y="103"/>
                  </a:cubicBezTo>
                  <a:cubicBezTo>
                    <a:pt x="719" y="102"/>
                    <a:pt x="724" y="102"/>
                    <a:pt x="730" y="102"/>
                  </a:cubicBezTo>
                  <a:close/>
                  <a:moveTo>
                    <a:pt x="817" y="0"/>
                  </a:moveTo>
                  <a:cubicBezTo>
                    <a:pt x="773" y="0"/>
                    <a:pt x="724" y="7"/>
                    <a:pt x="667" y="20"/>
                  </a:cubicBezTo>
                  <a:cubicBezTo>
                    <a:pt x="0" y="175"/>
                    <a:pt x="845" y="1092"/>
                    <a:pt x="845" y="1092"/>
                  </a:cubicBezTo>
                  <a:cubicBezTo>
                    <a:pt x="845" y="1092"/>
                    <a:pt x="1391" y="0"/>
                    <a:pt x="81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34"/>
            <p:cNvSpPr/>
            <p:nvPr/>
          </p:nvSpPr>
          <p:spPr>
            <a:xfrm>
              <a:off x="3704925" y="6362225"/>
              <a:ext cx="31900" cy="26825"/>
            </a:xfrm>
            <a:custGeom>
              <a:rect b="b" l="l" r="r" t="t"/>
              <a:pathLst>
                <a:path extrusionOk="0" h="1073" w="1276">
                  <a:moveTo>
                    <a:pt x="716" y="130"/>
                  </a:moveTo>
                  <a:cubicBezTo>
                    <a:pt x="762" y="130"/>
                    <a:pt x="807" y="163"/>
                    <a:pt x="834" y="215"/>
                  </a:cubicBezTo>
                  <a:cubicBezTo>
                    <a:pt x="869" y="286"/>
                    <a:pt x="857" y="370"/>
                    <a:pt x="810" y="394"/>
                  </a:cubicBezTo>
                  <a:cubicBezTo>
                    <a:pt x="800" y="399"/>
                    <a:pt x="788" y="401"/>
                    <a:pt x="777" y="401"/>
                  </a:cubicBezTo>
                  <a:cubicBezTo>
                    <a:pt x="733" y="401"/>
                    <a:pt x="683" y="369"/>
                    <a:pt x="655" y="322"/>
                  </a:cubicBezTo>
                  <a:cubicBezTo>
                    <a:pt x="607" y="251"/>
                    <a:pt x="619" y="167"/>
                    <a:pt x="667" y="144"/>
                  </a:cubicBezTo>
                  <a:cubicBezTo>
                    <a:pt x="683" y="134"/>
                    <a:pt x="700" y="130"/>
                    <a:pt x="716" y="130"/>
                  </a:cubicBezTo>
                  <a:close/>
                  <a:moveTo>
                    <a:pt x="823" y="1"/>
                  </a:moveTo>
                  <a:cubicBezTo>
                    <a:pt x="764" y="1"/>
                    <a:pt x="692" y="19"/>
                    <a:pt x="607" y="60"/>
                  </a:cubicBezTo>
                  <a:cubicBezTo>
                    <a:pt x="0" y="370"/>
                    <a:pt x="1024" y="1072"/>
                    <a:pt x="1024" y="1072"/>
                  </a:cubicBezTo>
                  <a:cubicBezTo>
                    <a:pt x="1024" y="1072"/>
                    <a:pt x="1276" y="1"/>
                    <a:pt x="8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34"/>
            <p:cNvSpPr/>
            <p:nvPr/>
          </p:nvSpPr>
          <p:spPr>
            <a:xfrm>
              <a:off x="3476025" y="6620825"/>
              <a:ext cx="31875" cy="26875"/>
            </a:xfrm>
            <a:custGeom>
              <a:rect b="b" l="l" r="r" t="t"/>
              <a:pathLst>
                <a:path extrusionOk="0" h="1075" w="1275">
                  <a:moveTo>
                    <a:pt x="709" y="132"/>
                  </a:moveTo>
                  <a:cubicBezTo>
                    <a:pt x="751" y="132"/>
                    <a:pt x="799" y="165"/>
                    <a:pt x="834" y="218"/>
                  </a:cubicBezTo>
                  <a:cubicBezTo>
                    <a:pt x="869" y="289"/>
                    <a:pt x="857" y="360"/>
                    <a:pt x="810" y="396"/>
                  </a:cubicBezTo>
                  <a:cubicBezTo>
                    <a:pt x="797" y="401"/>
                    <a:pt x="784" y="403"/>
                    <a:pt x="771" y="403"/>
                  </a:cubicBezTo>
                  <a:cubicBezTo>
                    <a:pt x="722" y="403"/>
                    <a:pt x="671" y="369"/>
                    <a:pt x="643" y="313"/>
                  </a:cubicBezTo>
                  <a:cubicBezTo>
                    <a:pt x="607" y="241"/>
                    <a:pt x="619" y="170"/>
                    <a:pt x="667" y="146"/>
                  </a:cubicBezTo>
                  <a:cubicBezTo>
                    <a:pt x="680" y="137"/>
                    <a:pt x="694" y="132"/>
                    <a:pt x="709" y="132"/>
                  </a:cubicBezTo>
                  <a:close/>
                  <a:moveTo>
                    <a:pt x="827" y="0"/>
                  </a:moveTo>
                  <a:cubicBezTo>
                    <a:pt x="767" y="0"/>
                    <a:pt x="694" y="19"/>
                    <a:pt x="607" y="63"/>
                  </a:cubicBezTo>
                  <a:cubicBezTo>
                    <a:pt x="0" y="360"/>
                    <a:pt x="1024" y="1075"/>
                    <a:pt x="1024" y="1075"/>
                  </a:cubicBezTo>
                  <a:cubicBezTo>
                    <a:pt x="1024" y="1075"/>
                    <a:pt x="1274" y="0"/>
                    <a:pt x="8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34"/>
            <p:cNvSpPr/>
            <p:nvPr/>
          </p:nvSpPr>
          <p:spPr>
            <a:xfrm>
              <a:off x="3753425" y="6627150"/>
              <a:ext cx="35050" cy="27400"/>
            </a:xfrm>
            <a:custGeom>
              <a:rect b="b" l="l" r="r" t="t"/>
              <a:pathLst>
                <a:path extrusionOk="0" h="1096" w="1402">
                  <a:moveTo>
                    <a:pt x="721" y="106"/>
                  </a:moveTo>
                  <a:cubicBezTo>
                    <a:pt x="774" y="106"/>
                    <a:pt x="824" y="152"/>
                    <a:pt x="834" y="226"/>
                  </a:cubicBezTo>
                  <a:cubicBezTo>
                    <a:pt x="846" y="298"/>
                    <a:pt x="822" y="381"/>
                    <a:pt x="763" y="393"/>
                  </a:cubicBezTo>
                  <a:cubicBezTo>
                    <a:pt x="703" y="393"/>
                    <a:pt x="644" y="346"/>
                    <a:pt x="632" y="262"/>
                  </a:cubicBezTo>
                  <a:cubicBezTo>
                    <a:pt x="620" y="191"/>
                    <a:pt x="644" y="119"/>
                    <a:pt x="703" y="107"/>
                  </a:cubicBezTo>
                  <a:cubicBezTo>
                    <a:pt x="709" y="106"/>
                    <a:pt x="715" y="106"/>
                    <a:pt x="721" y="106"/>
                  </a:cubicBezTo>
                  <a:close/>
                  <a:moveTo>
                    <a:pt x="788" y="1"/>
                  </a:moveTo>
                  <a:cubicBezTo>
                    <a:pt x="752" y="1"/>
                    <a:pt x="712" y="4"/>
                    <a:pt x="668" y="12"/>
                  </a:cubicBezTo>
                  <a:cubicBezTo>
                    <a:pt x="1" y="131"/>
                    <a:pt x="775" y="1096"/>
                    <a:pt x="775" y="1096"/>
                  </a:cubicBezTo>
                  <a:cubicBezTo>
                    <a:pt x="775" y="1096"/>
                    <a:pt x="1402" y="1"/>
                    <a:pt x="78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34"/>
            <p:cNvSpPr/>
            <p:nvPr/>
          </p:nvSpPr>
          <p:spPr>
            <a:xfrm>
              <a:off x="3663250" y="6553325"/>
              <a:ext cx="31900" cy="26825"/>
            </a:xfrm>
            <a:custGeom>
              <a:rect b="b" l="l" r="r" t="t"/>
              <a:pathLst>
                <a:path extrusionOk="0" h="1073" w="1276">
                  <a:moveTo>
                    <a:pt x="713" y="134"/>
                  </a:moveTo>
                  <a:cubicBezTo>
                    <a:pt x="760" y="134"/>
                    <a:pt x="807" y="161"/>
                    <a:pt x="834" y="215"/>
                  </a:cubicBezTo>
                  <a:cubicBezTo>
                    <a:pt x="869" y="286"/>
                    <a:pt x="857" y="370"/>
                    <a:pt x="810" y="393"/>
                  </a:cubicBezTo>
                  <a:cubicBezTo>
                    <a:pt x="798" y="399"/>
                    <a:pt x="785" y="402"/>
                    <a:pt x="771" y="402"/>
                  </a:cubicBezTo>
                  <a:cubicBezTo>
                    <a:pt x="729" y="402"/>
                    <a:pt x="682" y="376"/>
                    <a:pt x="655" y="322"/>
                  </a:cubicBezTo>
                  <a:cubicBezTo>
                    <a:pt x="607" y="251"/>
                    <a:pt x="619" y="167"/>
                    <a:pt x="667" y="143"/>
                  </a:cubicBezTo>
                  <a:cubicBezTo>
                    <a:pt x="682" y="137"/>
                    <a:pt x="697" y="134"/>
                    <a:pt x="713" y="134"/>
                  </a:cubicBezTo>
                  <a:close/>
                  <a:moveTo>
                    <a:pt x="823" y="1"/>
                  </a:moveTo>
                  <a:cubicBezTo>
                    <a:pt x="764" y="1"/>
                    <a:pt x="693" y="19"/>
                    <a:pt x="607" y="60"/>
                  </a:cubicBezTo>
                  <a:cubicBezTo>
                    <a:pt x="0" y="370"/>
                    <a:pt x="1024" y="1072"/>
                    <a:pt x="1024" y="1072"/>
                  </a:cubicBezTo>
                  <a:cubicBezTo>
                    <a:pt x="1024" y="1072"/>
                    <a:pt x="1276" y="1"/>
                    <a:pt x="8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27" name="Google Shape;427;p34"/>
          <p:cNvGrpSpPr/>
          <p:nvPr/>
        </p:nvGrpSpPr>
        <p:grpSpPr>
          <a:xfrm flipH="1">
            <a:off x="8149340" y="4242096"/>
            <a:ext cx="789682" cy="723827"/>
            <a:chOff x="249940" y="4242083"/>
            <a:chExt cx="789682" cy="723827"/>
          </a:xfrm>
        </p:grpSpPr>
        <p:sp>
          <p:nvSpPr>
            <p:cNvPr id="428" name="Google Shape;428;p34"/>
            <p:cNvSpPr/>
            <p:nvPr/>
          </p:nvSpPr>
          <p:spPr>
            <a:xfrm>
              <a:off x="389475" y="4862400"/>
              <a:ext cx="258300" cy="103500"/>
            </a:xfrm>
            <a:prstGeom prst="ellipse">
              <a:avLst/>
            </a:prstGeom>
            <a:solidFill>
              <a:srgbClr val="033342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34"/>
            <p:cNvSpPr/>
            <p:nvPr/>
          </p:nvSpPr>
          <p:spPr>
            <a:xfrm>
              <a:off x="720000" y="4627825"/>
              <a:ext cx="258300" cy="103500"/>
            </a:xfrm>
            <a:prstGeom prst="ellipse">
              <a:avLst/>
            </a:prstGeom>
            <a:solidFill>
              <a:srgbClr val="033342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30" name="Google Shape;430;p34"/>
            <p:cNvGrpSpPr/>
            <p:nvPr/>
          </p:nvGrpSpPr>
          <p:grpSpPr>
            <a:xfrm flipH="1">
              <a:off x="249940" y="4242083"/>
              <a:ext cx="789682" cy="723827"/>
              <a:chOff x="4896425" y="6632275"/>
              <a:chExt cx="319425" cy="279125"/>
            </a:xfrm>
          </p:grpSpPr>
          <p:sp>
            <p:nvSpPr>
              <p:cNvPr id="431" name="Google Shape;431;p34"/>
              <p:cNvSpPr/>
              <p:nvPr/>
            </p:nvSpPr>
            <p:spPr>
              <a:xfrm>
                <a:off x="5083950" y="6632275"/>
                <a:ext cx="46175" cy="31500"/>
              </a:xfrm>
              <a:custGeom>
                <a:rect b="b" l="l" r="r" t="t"/>
                <a:pathLst>
                  <a:path extrusionOk="0" h="1260" w="1847">
                    <a:moveTo>
                      <a:pt x="461" y="0"/>
                    </a:moveTo>
                    <a:cubicBezTo>
                      <a:pt x="367" y="0"/>
                      <a:pt x="310" y="10"/>
                      <a:pt x="310" y="10"/>
                    </a:cubicBezTo>
                    <a:lnTo>
                      <a:pt x="1" y="617"/>
                    </a:lnTo>
                    <a:lnTo>
                      <a:pt x="1191" y="1260"/>
                    </a:lnTo>
                    <a:lnTo>
                      <a:pt x="1846" y="795"/>
                    </a:lnTo>
                    <a:cubicBezTo>
                      <a:pt x="1380" y="88"/>
                      <a:pt x="746" y="0"/>
                      <a:pt x="4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" name="Google Shape;432;p34"/>
              <p:cNvSpPr/>
              <p:nvPr/>
            </p:nvSpPr>
            <p:spPr>
              <a:xfrm>
                <a:off x="5172075" y="6684900"/>
                <a:ext cx="39600" cy="37825"/>
              </a:xfrm>
              <a:custGeom>
                <a:rect b="b" l="l" r="r" t="t"/>
                <a:pathLst>
                  <a:path extrusionOk="0" h="1513" w="1584">
                    <a:moveTo>
                      <a:pt x="548" y="0"/>
                    </a:moveTo>
                    <a:lnTo>
                      <a:pt x="0" y="405"/>
                    </a:lnTo>
                    <a:lnTo>
                      <a:pt x="786" y="1512"/>
                    </a:lnTo>
                    <a:lnTo>
                      <a:pt x="1584" y="1393"/>
                    </a:lnTo>
                    <a:cubicBezTo>
                      <a:pt x="1441" y="274"/>
                      <a:pt x="548" y="0"/>
                      <a:pt x="54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" name="Google Shape;433;p34"/>
              <p:cNvSpPr/>
              <p:nvPr/>
            </p:nvSpPr>
            <p:spPr>
              <a:xfrm>
                <a:off x="4896425" y="6635175"/>
                <a:ext cx="319425" cy="276225"/>
              </a:xfrm>
              <a:custGeom>
                <a:rect b="b" l="l" r="r" t="t"/>
                <a:pathLst>
                  <a:path extrusionOk="0" h="11049" w="12777">
                    <a:moveTo>
                      <a:pt x="6573" y="1"/>
                    </a:moveTo>
                    <a:lnTo>
                      <a:pt x="1" y="4442"/>
                    </a:lnTo>
                    <a:cubicBezTo>
                      <a:pt x="346" y="7088"/>
                      <a:pt x="2248" y="7133"/>
                      <a:pt x="2375" y="7133"/>
                    </a:cubicBezTo>
                    <a:cubicBezTo>
                      <a:pt x="2380" y="7133"/>
                      <a:pt x="2382" y="7133"/>
                      <a:pt x="2382" y="7133"/>
                    </a:cubicBezTo>
                    <a:lnTo>
                      <a:pt x="5490" y="4061"/>
                    </a:lnTo>
                    <a:cubicBezTo>
                      <a:pt x="6311" y="4073"/>
                      <a:pt x="7454" y="4406"/>
                      <a:pt x="8299" y="5930"/>
                    </a:cubicBezTo>
                    <a:lnTo>
                      <a:pt x="5537" y="8728"/>
                    </a:lnTo>
                    <a:cubicBezTo>
                      <a:pt x="6093" y="10805"/>
                      <a:pt x="7534" y="11049"/>
                      <a:pt x="8180" y="11049"/>
                    </a:cubicBezTo>
                    <a:cubicBezTo>
                      <a:pt x="8378" y="11049"/>
                      <a:pt x="8502" y="11026"/>
                      <a:pt x="8502" y="11026"/>
                    </a:cubicBezTo>
                    <a:lnTo>
                      <a:pt x="12776" y="4906"/>
                    </a:lnTo>
                    <a:cubicBezTo>
                      <a:pt x="11836" y="822"/>
                      <a:pt x="6573" y="1"/>
                      <a:pt x="657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4" name="Google Shape;434;p34"/>
              <p:cNvSpPr/>
              <p:nvPr/>
            </p:nvSpPr>
            <p:spPr>
              <a:xfrm>
                <a:off x="4902100" y="6738800"/>
                <a:ext cx="69950" cy="68950"/>
              </a:xfrm>
              <a:custGeom>
                <a:rect b="b" l="l" r="r" t="t"/>
                <a:pathLst>
                  <a:path extrusionOk="0" h="2758" w="2798">
                    <a:moveTo>
                      <a:pt x="870" y="0"/>
                    </a:moveTo>
                    <a:cubicBezTo>
                      <a:pt x="704" y="0"/>
                      <a:pt x="552" y="46"/>
                      <a:pt x="429" y="142"/>
                    </a:cubicBezTo>
                    <a:cubicBezTo>
                      <a:pt x="0" y="475"/>
                      <a:pt x="83" y="1309"/>
                      <a:pt x="619" y="1987"/>
                    </a:cubicBezTo>
                    <a:cubicBezTo>
                      <a:pt x="1003" y="2473"/>
                      <a:pt x="1515" y="2758"/>
                      <a:pt x="1932" y="2758"/>
                    </a:cubicBezTo>
                    <a:cubicBezTo>
                      <a:pt x="2097" y="2758"/>
                      <a:pt x="2248" y="2713"/>
                      <a:pt x="2369" y="2618"/>
                    </a:cubicBezTo>
                    <a:cubicBezTo>
                      <a:pt x="2798" y="2273"/>
                      <a:pt x="2703" y="1452"/>
                      <a:pt x="2167" y="773"/>
                    </a:cubicBezTo>
                    <a:cubicBezTo>
                      <a:pt x="1785" y="281"/>
                      <a:pt x="1283" y="0"/>
                      <a:pt x="87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5" name="Google Shape;435;p34"/>
              <p:cNvSpPr/>
              <p:nvPr/>
            </p:nvSpPr>
            <p:spPr>
              <a:xfrm>
                <a:off x="5038725" y="6840600"/>
                <a:ext cx="77700" cy="65750"/>
              </a:xfrm>
              <a:custGeom>
                <a:rect b="b" l="l" r="r" t="t"/>
                <a:pathLst>
                  <a:path extrusionOk="0" h="2630" w="3108">
                    <a:moveTo>
                      <a:pt x="967" y="0"/>
                    </a:moveTo>
                    <a:cubicBezTo>
                      <a:pt x="731" y="0"/>
                      <a:pt x="524" y="73"/>
                      <a:pt x="381" y="225"/>
                    </a:cubicBezTo>
                    <a:cubicBezTo>
                      <a:pt x="0" y="630"/>
                      <a:pt x="214" y="1452"/>
                      <a:pt x="869" y="2047"/>
                    </a:cubicBezTo>
                    <a:cubicBezTo>
                      <a:pt x="1271" y="2426"/>
                      <a:pt x="1747" y="2629"/>
                      <a:pt x="2141" y="2629"/>
                    </a:cubicBezTo>
                    <a:cubicBezTo>
                      <a:pt x="2377" y="2629"/>
                      <a:pt x="2584" y="2556"/>
                      <a:pt x="2727" y="2404"/>
                    </a:cubicBezTo>
                    <a:cubicBezTo>
                      <a:pt x="3108" y="1999"/>
                      <a:pt x="2881" y="1178"/>
                      <a:pt x="2238" y="582"/>
                    </a:cubicBezTo>
                    <a:cubicBezTo>
                      <a:pt x="1837" y="203"/>
                      <a:pt x="1361" y="0"/>
                      <a:pt x="96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" name="Google Shape;436;p34"/>
              <p:cNvSpPr/>
              <p:nvPr/>
            </p:nvSpPr>
            <p:spPr>
              <a:xfrm>
                <a:off x="4924700" y="6640250"/>
                <a:ext cx="284000" cy="247075"/>
              </a:xfrm>
              <a:custGeom>
                <a:rect b="b" l="l" r="r" t="t"/>
                <a:pathLst>
                  <a:path extrusionOk="0" h="9883" w="11360">
                    <a:moveTo>
                      <a:pt x="6287" y="3298"/>
                    </a:moveTo>
                    <a:cubicBezTo>
                      <a:pt x="6192" y="3298"/>
                      <a:pt x="6121" y="3453"/>
                      <a:pt x="6121" y="3655"/>
                    </a:cubicBezTo>
                    <a:cubicBezTo>
                      <a:pt x="6121" y="3846"/>
                      <a:pt x="6192" y="4013"/>
                      <a:pt x="6287" y="4013"/>
                    </a:cubicBezTo>
                    <a:cubicBezTo>
                      <a:pt x="6371" y="4013"/>
                      <a:pt x="6454" y="3846"/>
                      <a:pt x="6454" y="3655"/>
                    </a:cubicBezTo>
                    <a:cubicBezTo>
                      <a:pt x="6454" y="3453"/>
                      <a:pt x="6371" y="3298"/>
                      <a:pt x="6287" y="3298"/>
                    </a:cubicBezTo>
                    <a:close/>
                    <a:moveTo>
                      <a:pt x="6264" y="2893"/>
                    </a:moveTo>
                    <a:cubicBezTo>
                      <a:pt x="6454" y="2893"/>
                      <a:pt x="6621" y="3215"/>
                      <a:pt x="6621" y="3584"/>
                    </a:cubicBezTo>
                    <a:cubicBezTo>
                      <a:pt x="6621" y="3965"/>
                      <a:pt x="6454" y="4274"/>
                      <a:pt x="6264" y="4274"/>
                    </a:cubicBezTo>
                    <a:cubicBezTo>
                      <a:pt x="6061" y="4274"/>
                      <a:pt x="5906" y="3965"/>
                      <a:pt x="5906" y="3584"/>
                    </a:cubicBezTo>
                    <a:cubicBezTo>
                      <a:pt x="5906" y="3215"/>
                      <a:pt x="6061" y="2893"/>
                      <a:pt x="6264" y="2893"/>
                    </a:cubicBezTo>
                    <a:close/>
                    <a:moveTo>
                      <a:pt x="6264" y="2798"/>
                    </a:moveTo>
                    <a:cubicBezTo>
                      <a:pt x="6002" y="2798"/>
                      <a:pt x="5799" y="3143"/>
                      <a:pt x="5799" y="3584"/>
                    </a:cubicBezTo>
                    <a:cubicBezTo>
                      <a:pt x="5799" y="4024"/>
                      <a:pt x="6002" y="4382"/>
                      <a:pt x="6264" y="4382"/>
                    </a:cubicBezTo>
                    <a:cubicBezTo>
                      <a:pt x="6514" y="4382"/>
                      <a:pt x="6716" y="4036"/>
                      <a:pt x="6716" y="3584"/>
                    </a:cubicBezTo>
                    <a:cubicBezTo>
                      <a:pt x="6716" y="3143"/>
                      <a:pt x="6514" y="2798"/>
                      <a:pt x="6264" y="2798"/>
                    </a:cubicBezTo>
                    <a:close/>
                    <a:moveTo>
                      <a:pt x="5061" y="0"/>
                    </a:moveTo>
                    <a:lnTo>
                      <a:pt x="5049" y="107"/>
                    </a:lnTo>
                    <a:cubicBezTo>
                      <a:pt x="5109" y="107"/>
                      <a:pt x="10645" y="834"/>
                      <a:pt x="11264" y="5191"/>
                    </a:cubicBezTo>
                    <a:lnTo>
                      <a:pt x="11359" y="5167"/>
                    </a:lnTo>
                    <a:cubicBezTo>
                      <a:pt x="10728" y="750"/>
                      <a:pt x="5121" y="12"/>
                      <a:pt x="5061" y="0"/>
                    </a:cubicBezTo>
                    <a:close/>
                    <a:moveTo>
                      <a:pt x="3015" y="1619"/>
                    </a:moveTo>
                    <a:cubicBezTo>
                      <a:pt x="2984" y="1619"/>
                      <a:pt x="2967" y="1619"/>
                      <a:pt x="2966" y="1619"/>
                    </a:cubicBezTo>
                    <a:lnTo>
                      <a:pt x="2966" y="1715"/>
                    </a:lnTo>
                    <a:cubicBezTo>
                      <a:pt x="2968" y="1715"/>
                      <a:pt x="2981" y="1714"/>
                      <a:pt x="3003" y="1714"/>
                    </a:cubicBezTo>
                    <a:cubicBezTo>
                      <a:pt x="3480" y="1714"/>
                      <a:pt x="8310" y="1823"/>
                      <a:pt x="10038" y="6596"/>
                    </a:cubicBezTo>
                    <a:lnTo>
                      <a:pt x="10133" y="6572"/>
                    </a:lnTo>
                    <a:cubicBezTo>
                      <a:pt x="9181" y="3917"/>
                      <a:pt x="7276" y="2715"/>
                      <a:pt x="5859" y="2167"/>
                    </a:cubicBezTo>
                    <a:cubicBezTo>
                      <a:pt x="4480" y="1647"/>
                      <a:pt x="3271" y="1619"/>
                      <a:pt x="3015" y="1619"/>
                    </a:cubicBezTo>
                    <a:close/>
                    <a:moveTo>
                      <a:pt x="275" y="3395"/>
                    </a:moveTo>
                    <a:cubicBezTo>
                      <a:pt x="117" y="3395"/>
                      <a:pt x="13" y="3413"/>
                      <a:pt x="1" y="3417"/>
                    </a:cubicBezTo>
                    <a:lnTo>
                      <a:pt x="25" y="3512"/>
                    </a:lnTo>
                    <a:cubicBezTo>
                      <a:pt x="25" y="3512"/>
                      <a:pt x="116" y="3497"/>
                      <a:pt x="261" y="3497"/>
                    </a:cubicBezTo>
                    <a:cubicBezTo>
                      <a:pt x="544" y="3497"/>
                      <a:pt x="1032" y="3555"/>
                      <a:pt x="1442" y="3893"/>
                    </a:cubicBezTo>
                    <a:cubicBezTo>
                      <a:pt x="1918" y="4298"/>
                      <a:pt x="2168" y="4989"/>
                      <a:pt x="2168" y="5941"/>
                    </a:cubicBezTo>
                    <a:lnTo>
                      <a:pt x="1215" y="6894"/>
                    </a:lnTo>
                    <a:lnTo>
                      <a:pt x="1287" y="6965"/>
                    </a:lnTo>
                    <a:lnTo>
                      <a:pt x="4394" y="3893"/>
                    </a:lnTo>
                    <a:lnTo>
                      <a:pt x="4323" y="3822"/>
                    </a:lnTo>
                    <a:lnTo>
                      <a:pt x="2275" y="5846"/>
                    </a:lnTo>
                    <a:cubicBezTo>
                      <a:pt x="2251" y="4917"/>
                      <a:pt x="2001" y="4227"/>
                      <a:pt x="1501" y="3822"/>
                    </a:cubicBezTo>
                    <a:cubicBezTo>
                      <a:pt x="1078" y="3462"/>
                      <a:pt x="578" y="3395"/>
                      <a:pt x="275" y="3395"/>
                    </a:cubicBezTo>
                    <a:close/>
                    <a:moveTo>
                      <a:pt x="7728" y="5072"/>
                    </a:moveTo>
                    <a:lnTo>
                      <a:pt x="4371" y="8489"/>
                    </a:lnTo>
                    <a:lnTo>
                      <a:pt x="4442" y="8561"/>
                    </a:lnTo>
                    <a:lnTo>
                      <a:pt x="5442" y="7549"/>
                    </a:lnTo>
                    <a:cubicBezTo>
                      <a:pt x="5680" y="7549"/>
                      <a:pt x="7740" y="7668"/>
                      <a:pt x="7978" y="9882"/>
                    </a:cubicBezTo>
                    <a:lnTo>
                      <a:pt x="8073" y="9870"/>
                    </a:lnTo>
                    <a:cubicBezTo>
                      <a:pt x="7847" y="7787"/>
                      <a:pt x="6014" y="7489"/>
                      <a:pt x="5537" y="7453"/>
                    </a:cubicBezTo>
                    <a:lnTo>
                      <a:pt x="7800" y="5144"/>
                    </a:lnTo>
                    <a:lnTo>
                      <a:pt x="7728" y="507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" name="Google Shape;437;p34"/>
              <p:cNvSpPr/>
              <p:nvPr/>
            </p:nvSpPr>
            <p:spPr>
              <a:xfrm>
                <a:off x="5041700" y="6658100"/>
                <a:ext cx="152700" cy="108375"/>
              </a:xfrm>
              <a:custGeom>
                <a:rect b="b" l="l" r="r" t="t"/>
                <a:pathLst>
                  <a:path extrusionOk="0" h="4335" w="6108">
                    <a:moveTo>
                      <a:pt x="369" y="0"/>
                    </a:moveTo>
                    <a:cubicBezTo>
                      <a:pt x="167" y="0"/>
                      <a:pt x="0" y="84"/>
                      <a:pt x="0" y="179"/>
                    </a:cubicBezTo>
                    <a:cubicBezTo>
                      <a:pt x="0" y="274"/>
                      <a:pt x="167" y="346"/>
                      <a:pt x="369" y="346"/>
                    </a:cubicBezTo>
                    <a:cubicBezTo>
                      <a:pt x="572" y="346"/>
                      <a:pt x="738" y="274"/>
                      <a:pt x="738" y="179"/>
                    </a:cubicBezTo>
                    <a:cubicBezTo>
                      <a:pt x="738" y="84"/>
                      <a:pt x="572" y="0"/>
                      <a:pt x="369" y="0"/>
                    </a:cubicBezTo>
                    <a:close/>
                    <a:moveTo>
                      <a:pt x="2417" y="548"/>
                    </a:moveTo>
                    <a:cubicBezTo>
                      <a:pt x="2215" y="548"/>
                      <a:pt x="2048" y="643"/>
                      <a:pt x="2048" y="751"/>
                    </a:cubicBezTo>
                    <a:cubicBezTo>
                      <a:pt x="2048" y="858"/>
                      <a:pt x="2215" y="953"/>
                      <a:pt x="2417" y="953"/>
                    </a:cubicBezTo>
                    <a:cubicBezTo>
                      <a:pt x="2631" y="953"/>
                      <a:pt x="2798" y="858"/>
                      <a:pt x="2798" y="751"/>
                    </a:cubicBezTo>
                    <a:cubicBezTo>
                      <a:pt x="2798" y="643"/>
                      <a:pt x="2619" y="548"/>
                      <a:pt x="2417" y="548"/>
                    </a:cubicBezTo>
                    <a:close/>
                    <a:moveTo>
                      <a:pt x="4655" y="2132"/>
                    </a:moveTo>
                    <a:cubicBezTo>
                      <a:pt x="4465" y="2132"/>
                      <a:pt x="4310" y="2227"/>
                      <a:pt x="4310" y="2358"/>
                    </a:cubicBezTo>
                    <a:cubicBezTo>
                      <a:pt x="4310" y="2477"/>
                      <a:pt x="4465" y="2572"/>
                      <a:pt x="4655" y="2572"/>
                    </a:cubicBezTo>
                    <a:cubicBezTo>
                      <a:pt x="4666" y="2573"/>
                      <a:pt x="4676" y="2573"/>
                      <a:pt x="4686" y="2573"/>
                    </a:cubicBezTo>
                    <a:cubicBezTo>
                      <a:pt x="4873" y="2573"/>
                      <a:pt x="5013" y="2471"/>
                      <a:pt x="5013" y="2358"/>
                    </a:cubicBezTo>
                    <a:cubicBezTo>
                      <a:pt x="5013" y="2227"/>
                      <a:pt x="4858" y="2132"/>
                      <a:pt x="4655" y="2132"/>
                    </a:cubicBezTo>
                    <a:close/>
                    <a:moveTo>
                      <a:pt x="5763" y="3906"/>
                    </a:moveTo>
                    <a:cubicBezTo>
                      <a:pt x="5572" y="3906"/>
                      <a:pt x="5406" y="4001"/>
                      <a:pt x="5406" y="4120"/>
                    </a:cubicBezTo>
                    <a:cubicBezTo>
                      <a:pt x="5406" y="4227"/>
                      <a:pt x="5572" y="4334"/>
                      <a:pt x="5763" y="4334"/>
                    </a:cubicBezTo>
                    <a:cubicBezTo>
                      <a:pt x="5953" y="4334"/>
                      <a:pt x="6108" y="4227"/>
                      <a:pt x="6108" y="4120"/>
                    </a:cubicBezTo>
                    <a:cubicBezTo>
                      <a:pt x="6108" y="4001"/>
                      <a:pt x="5953" y="3906"/>
                      <a:pt x="5763" y="390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8" name="Google Shape;438;p34"/>
              <p:cNvSpPr/>
              <p:nvPr/>
            </p:nvSpPr>
            <p:spPr>
              <a:xfrm>
                <a:off x="4935125" y="6752050"/>
                <a:ext cx="29800" cy="35375"/>
              </a:xfrm>
              <a:custGeom>
                <a:rect b="b" l="l" r="r" t="t"/>
                <a:pathLst>
                  <a:path extrusionOk="0" h="1415" w="1192">
                    <a:moveTo>
                      <a:pt x="189" y="0"/>
                    </a:moveTo>
                    <a:cubicBezTo>
                      <a:pt x="167" y="0"/>
                      <a:pt x="148" y="6"/>
                      <a:pt x="132" y="17"/>
                    </a:cubicBezTo>
                    <a:cubicBezTo>
                      <a:pt x="1" y="100"/>
                      <a:pt x="120" y="481"/>
                      <a:pt x="382" y="862"/>
                    </a:cubicBezTo>
                    <a:cubicBezTo>
                      <a:pt x="598" y="1192"/>
                      <a:pt x="859" y="1414"/>
                      <a:pt x="1010" y="1414"/>
                    </a:cubicBezTo>
                    <a:cubicBezTo>
                      <a:pt x="1034" y="1414"/>
                      <a:pt x="1055" y="1409"/>
                      <a:pt x="1072" y="1398"/>
                    </a:cubicBezTo>
                    <a:cubicBezTo>
                      <a:pt x="1191" y="1315"/>
                      <a:pt x="1084" y="934"/>
                      <a:pt x="822" y="553"/>
                    </a:cubicBezTo>
                    <a:cubicBezTo>
                      <a:pt x="596" y="223"/>
                      <a:pt x="333" y="0"/>
                      <a:pt x="1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" name="Google Shape;439;p34"/>
              <p:cNvSpPr/>
              <p:nvPr/>
            </p:nvSpPr>
            <p:spPr>
              <a:xfrm>
                <a:off x="5079800" y="6853250"/>
                <a:ext cx="29775" cy="35375"/>
              </a:xfrm>
              <a:custGeom>
                <a:rect b="b" l="l" r="r" t="t"/>
                <a:pathLst>
                  <a:path extrusionOk="0" h="1415" w="1191">
                    <a:moveTo>
                      <a:pt x="189" y="0"/>
                    </a:moveTo>
                    <a:cubicBezTo>
                      <a:pt x="167" y="0"/>
                      <a:pt x="147" y="6"/>
                      <a:pt x="131" y="17"/>
                    </a:cubicBezTo>
                    <a:cubicBezTo>
                      <a:pt x="0" y="100"/>
                      <a:pt x="119" y="481"/>
                      <a:pt x="381" y="862"/>
                    </a:cubicBezTo>
                    <a:cubicBezTo>
                      <a:pt x="597" y="1192"/>
                      <a:pt x="858" y="1415"/>
                      <a:pt x="1010" y="1415"/>
                    </a:cubicBezTo>
                    <a:cubicBezTo>
                      <a:pt x="1033" y="1415"/>
                      <a:pt x="1054" y="1409"/>
                      <a:pt x="1072" y="1398"/>
                    </a:cubicBezTo>
                    <a:cubicBezTo>
                      <a:pt x="1191" y="1315"/>
                      <a:pt x="1084" y="934"/>
                      <a:pt x="822" y="553"/>
                    </a:cubicBezTo>
                    <a:cubicBezTo>
                      <a:pt x="595" y="223"/>
                      <a:pt x="333" y="0"/>
                      <a:pt x="1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1" name="Google Shape;441;p35"/>
          <p:cNvGrpSpPr/>
          <p:nvPr/>
        </p:nvGrpSpPr>
        <p:grpSpPr>
          <a:xfrm>
            <a:off x="0" y="0"/>
            <a:ext cx="9144003" cy="5143501"/>
            <a:chOff x="0" y="0"/>
            <a:chExt cx="9144003" cy="5143501"/>
          </a:xfrm>
        </p:grpSpPr>
        <p:pic>
          <p:nvPicPr>
            <p:cNvPr id="442" name="Google Shape;442;p35"/>
            <p:cNvPicPr preferRelativeResize="0"/>
            <p:nvPr/>
          </p:nvPicPr>
          <p:blipFill rotWithShape="1">
            <a:blip r:embed="rId2">
              <a:alphaModFix/>
            </a:blip>
            <a:srcRect b="8068" l="0" r="0" t="8060"/>
            <a:stretch/>
          </p:blipFill>
          <p:spPr>
            <a:xfrm>
              <a:off x="0" y="0"/>
              <a:ext cx="9144003" cy="5143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3" name="Google Shape;443;p35"/>
            <p:cNvSpPr/>
            <p:nvPr/>
          </p:nvSpPr>
          <p:spPr>
            <a:xfrm>
              <a:off x="209980" y="194500"/>
              <a:ext cx="8763466" cy="4752275"/>
            </a:xfrm>
            <a:custGeom>
              <a:rect b="b" l="l" r="r" t="t"/>
              <a:pathLst>
                <a:path extrusionOk="0" h="147209" w="271904">
                  <a:moveTo>
                    <a:pt x="596" y="0"/>
                  </a:moveTo>
                  <a:lnTo>
                    <a:pt x="596" y="0"/>
                  </a:lnTo>
                  <a:cubicBezTo>
                    <a:pt x="2025" y="5965"/>
                    <a:pt x="3072" y="13895"/>
                    <a:pt x="3644" y="22312"/>
                  </a:cubicBezTo>
                  <a:cubicBezTo>
                    <a:pt x="7942" y="23515"/>
                    <a:pt x="13609" y="23932"/>
                    <a:pt x="5085" y="25063"/>
                  </a:cubicBezTo>
                  <a:cubicBezTo>
                    <a:pt x="5096" y="25110"/>
                    <a:pt x="5108" y="25146"/>
                    <a:pt x="5120" y="25194"/>
                  </a:cubicBezTo>
                  <a:cubicBezTo>
                    <a:pt x="5263" y="25301"/>
                    <a:pt x="5394" y="25396"/>
                    <a:pt x="5525" y="25503"/>
                  </a:cubicBezTo>
                  <a:cubicBezTo>
                    <a:pt x="5692" y="25539"/>
                    <a:pt x="5954" y="25479"/>
                    <a:pt x="6037" y="25658"/>
                  </a:cubicBezTo>
                  <a:cubicBezTo>
                    <a:pt x="8561" y="26230"/>
                    <a:pt x="4561" y="26670"/>
                    <a:pt x="3894" y="26789"/>
                  </a:cubicBezTo>
                  <a:cubicBezTo>
                    <a:pt x="4203" y="33719"/>
                    <a:pt x="4192" y="40803"/>
                    <a:pt x="3787" y="47256"/>
                  </a:cubicBezTo>
                  <a:cubicBezTo>
                    <a:pt x="2560" y="47137"/>
                    <a:pt x="1298" y="47006"/>
                    <a:pt x="1" y="46875"/>
                  </a:cubicBezTo>
                  <a:lnTo>
                    <a:pt x="1" y="46875"/>
                  </a:lnTo>
                  <a:cubicBezTo>
                    <a:pt x="1429" y="52840"/>
                    <a:pt x="2477" y="60770"/>
                    <a:pt x="3049" y="69199"/>
                  </a:cubicBezTo>
                  <a:cubicBezTo>
                    <a:pt x="7347" y="70402"/>
                    <a:pt x="13014" y="70818"/>
                    <a:pt x="4489" y="71949"/>
                  </a:cubicBezTo>
                  <a:cubicBezTo>
                    <a:pt x="4501" y="71985"/>
                    <a:pt x="4513" y="72033"/>
                    <a:pt x="4525" y="72069"/>
                  </a:cubicBezTo>
                  <a:cubicBezTo>
                    <a:pt x="4668" y="72176"/>
                    <a:pt x="4787" y="72283"/>
                    <a:pt x="4930" y="72390"/>
                  </a:cubicBezTo>
                  <a:cubicBezTo>
                    <a:pt x="5096" y="72414"/>
                    <a:pt x="5358" y="72366"/>
                    <a:pt x="5442" y="72545"/>
                  </a:cubicBezTo>
                  <a:cubicBezTo>
                    <a:pt x="7966" y="73104"/>
                    <a:pt x="3965" y="73557"/>
                    <a:pt x="3299" y="73664"/>
                  </a:cubicBezTo>
                  <a:cubicBezTo>
                    <a:pt x="3513" y="78510"/>
                    <a:pt x="3572" y="83427"/>
                    <a:pt x="3453" y="88154"/>
                  </a:cubicBezTo>
                  <a:cubicBezTo>
                    <a:pt x="2322" y="88047"/>
                    <a:pt x="1179" y="87928"/>
                    <a:pt x="1" y="87809"/>
                  </a:cubicBezTo>
                  <a:lnTo>
                    <a:pt x="1" y="87809"/>
                  </a:lnTo>
                  <a:cubicBezTo>
                    <a:pt x="989" y="91940"/>
                    <a:pt x="1798" y="97036"/>
                    <a:pt x="2394" y="102584"/>
                  </a:cubicBezTo>
                  <a:cubicBezTo>
                    <a:pt x="2239" y="103727"/>
                    <a:pt x="2072" y="104834"/>
                    <a:pt x="1882" y="105894"/>
                  </a:cubicBezTo>
                  <a:cubicBezTo>
                    <a:pt x="2156" y="105870"/>
                    <a:pt x="2429" y="105846"/>
                    <a:pt x="2715" y="105811"/>
                  </a:cubicBezTo>
                  <a:cubicBezTo>
                    <a:pt x="2834" y="107228"/>
                    <a:pt x="2953" y="108668"/>
                    <a:pt x="3049" y="110121"/>
                  </a:cubicBezTo>
                  <a:cubicBezTo>
                    <a:pt x="7347" y="111323"/>
                    <a:pt x="13014" y="111740"/>
                    <a:pt x="4489" y="112871"/>
                  </a:cubicBezTo>
                  <a:cubicBezTo>
                    <a:pt x="4501" y="112919"/>
                    <a:pt x="4513" y="112954"/>
                    <a:pt x="4525" y="113002"/>
                  </a:cubicBezTo>
                  <a:cubicBezTo>
                    <a:pt x="4668" y="113109"/>
                    <a:pt x="4799" y="113205"/>
                    <a:pt x="4930" y="113312"/>
                  </a:cubicBezTo>
                  <a:cubicBezTo>
                    <a:pt x="5096" y="113347"/>
                    <a:pt x="5358" y="113288"/>
                    <a:pt x="5442" y="113466"/>
                  </a:cubicBezTo>
                  <a:cubicBezTo>
                    <a:pt x="7966" y="114038"/>
                    <a:pt x="3965" y="114478"/>
                    <a:pt x="3299" y="114598"/>
                  </a:cubicBezTo>
                  <a:cubicBezTo>
                    <a:pt x="3822" y="126123"/>
                    <a:pt x="4668" y="127147"/>
                    <a:pt x="3120" y="135886"/>
                  </a:cubicBezTo>
                  <a:cubicBezTo>
                    <a:pt x="4608" y="136338"/>
                    <a:pt x="14133" y="147209"/>
                    <a:pt x="14133" y="147209"/>
                  </a:cubicBezTo>
                  <a:cubicBezTo>
                    <a:pt x="14133" y="147209"/>
                    <a:pt x="16765" y="146220"/>
                    <a:pt x="20479" y="146137"/>
                  </a:cubicBezTo>
                  <a:cubicBezTo>
                    <a:pt x="20503" y="146054"/>
                    <a:pt x="20539" y="145959"/>
                    <a:pt x="20563" y="145875"/>
                  </a:cubicBezTo>
                  <a:lnTo>
                    <a:pt x="20563" y="145875"/>
                  </a:lnTo>
                  <a:cubicBezTo>
                    <a:pt x="20491" y="146340"/>
                    <a:pt x="23242" y="146363"/>
                    <a:pt x="23158" y="146816"/>
                  </a:cubicBezTo>
                  <a:cubicBezTo>
                    <a:pt x="29516" y="146220"/>
                    <a:pt x="36481" y="145875"/>
                    <a:pt x="44589" y="145697"/>
                  </a:cubicBezTo>
                  <a:cubicBezTo>
                    <a:pt x="44613" y="145625"/>
                    <a:pt x="44637" y="145554"/>
                    <a:pt x="44661" y="145494"/>
                  </a:cubicBezTo>
                  <a:cubicBezTo>
                    <a:pt x="45090" y="145494"/>
                    <a:pt x="45530" y="145494"/>
                    <a:pt x="45959" y="145482"/>
                  </a:cubicBezTo>
                  <a:cubicBezTo>
                    <a:pt x="45959" y="145542"/>
                    <a:pt x="45959" y="145601"/>
                    <a:pt x="45959" y="145661"/>
                  </a:cubicBezTo>
                  <a:cubicBezTo>
                    <a:pt x="46173" y="145661"/>
                    <a:pt x="46387" y="145661"/>
                    <a:pt x="46602" y="145649"/>
                  </a:cubicBezTo>
                  <a:cubicBezTo>
                    <a:pt x="46637" y="145601"/>
                    <a:pt x="46661" y="145542"/>
                    <a:pt x="46685" y="145482"/>
                  </a:cubicBezTo>
                  <a:cubicBezTo>
                    <a:pt x="47197" y="145482"/>
                    <a:pt x="47709" y="145482"/>
                    <a:pt x="48221" y="145494"/>
                  </a:cubicBezTo>
                  <a:cubicBezTo>
                    <a:pt x="48221" y="145530"/>
                    <a:pt x="48221" y="145578"/>
                    <a:pt x="48221" y="145625"/>
                  </a:cubicBezTo>
                  <a:cubicBezTo>
                    <a:pt x="50912" y="145578"/>
                    <a:pt x="53900" y="145542"/>
                    <a:pt x="57031" y="145518"/>
                  </a:cubicBezTo>
                  <a:cubicBezTo>
                    <a:pt x="59651" y="145542"/>
                    <a:pt x="62151" y="145566"/>
                    <a:pt x="64461" y="145601"/>
                  </a:cubicBezTo>
                  <a:cubicBezTo>
                    <a:pt x="64461" y="145566"/>
                    <a:pt x="64461" y="145530"/>
                    <a:pt x="64461" y="145494"/>
                  </a:cubicBezTo>
                  <a:cubicBezTo>
                    <a:pt x="65592" y="145488"/>
                    <a:pt x="66726" y="145485"/>
                    <a:pt x="67860" y="145485"/>
                  </a:cubicBezTo>
                  <a:cubicBezTo>
                    <a:pt x="68994" y="145485"/>
                    <a:pt x="70128" y="145488"/>
                    <a:pt x="71259" y="145494"/>
                  </a:cubicBezTo>
                  <a:cubicBezTo>
                    <a:pt x="71402" y="145578"/>
                    <a:pt x="71545" y="145661"/>
                    <a:pt x="71700" y="145744"/>
                  </a:cubicBezTo>
                  <a:cubicBezTo>
                    <a:pt x="78891" y="145947"/>
                    <a:pt x="85190" y="146268"/>
                    <a:pt x="90976" y="146816"/>
                  </a:cubicBezTo>
                  <a:cubicBezTo>
                    <a:pt x="90845" y="146054"/>
                    <a:pt x="90714" y="145256"/>
                    <a:pt x="90595" y="144435"/>
                  </a:cubicBezTo>
                  <a:lnTo>
                    <a:pt x="90595" y="144435"/>
                  </a:lnTo>
                  <a:cubicBezTo>
                    <a:pt x="91429" y="144792"/>
                    <a:pt x="92191" y="145304"/>
                    <a:pt x="92976" y="145744"/>
                  </a:cubicBezTo>
                  <a:cubicBezTo>
                    <a:pt x="96596" y="145851"/>
                    <a:pt x="99989" y="145982"/>
                    <a:pt x="103204" y="146161"/>
                  </a:cubicBezTo>
                  <a:cubicBezTo>
                    <a:pt x="103156" y="146375"/>
                    <a:pt x="103121" y="146601"/>
                    <a:pt x="103085" y="146828"/>
                  </a:cubicBezTo>
                  <a:cubicBezTo>
                    <a:pt x="104573" y="146685"/>
                    <a:pt x="106109" y="146554"/>
                    <a:pt x="107669" y="146447"/>
                  </a:cubicBezTo>
                  <a:cubicBezTo>
                    <a:pt x="109240" y="146554"/>
                    <a:pt x="110764" y="146685"/>
                    <a:pt x="112265" y="146828"/>
                  </a:cubicBezTo>
                  <a:cubicBezTo>
                    <a:pt x="112217" y="146601"/>
                    <a:pt x="112181" y="146375"/>
                    <a:pt x="112146" y="146161"/>
                  </a:cubicBezTo>
                  <a:cubicBezTo>
                    <a:pt x="115979" y="145947"/>
                    <a:pt x="120075" y="145792"/>
                    <a:pt x="124504" y="145697"/>
                  </a:cubicBezTo>
                  <a:cubicBezTo>
                    <a:pt x="125022" y="144156"/>
                    <a:pt x="125413" y="143165"/>
                    <a:pt x="125645" y="143165"/>
                  </a:cubicBezTo>
                  <a:cubicBezTo>
                    <a:pt x="125846" y="143165"/>
                    <a:pt x="125929" y="143902"/>
                    <a:pt x="125873" y="145661"/>
                  </a:cubicBezTo>
                  <a:cubicBezTo>
                    <a:pt x="126100" y="145661"/>
                    <a:pt x="126302" y="145661"/>
                    <a:pt x="126528" y="145649"/>
                  </a:cubicBezTo>
                  <a:cubicBezTo>
                    <a:pt x="127181" y="144357"/>
                    <a:pt x="127670" y="143321"/>
                    <a:pt x="127939" y="143321"/>
                  </a:cubicBezTo>
                  <a:cubicBezTo>
                    <a:pt x="128150" y="143321"/>
                    <a:pt x="128225" y="143963"/>
                    <a:pt x="128136" y="145625"/>
                  </a:cubicBezTo>
                  <a:cubicBezTo>
                    <a:pt x="130541" y="145589"/>
                    <a:pt x="133184" y="145554"/>
                    <a:pt x="135946" y="145530"/>
                  </a:cubicBezTo>
                  <a:cubicBezTo>
                    <a:pt x="138720" y="145554"/>
                    <a:pt x="141352" y="145589"/>
                    <a:pt x="143757" y="145625"/>
                  </a:cubicBezTo>
                  <a:cubicBezTo>
                    <a:pt x="143667" y="143963"/>
                    <a:pt x="143745" y="143321"/>
                    <a:pt x="143959" y="143321"/>
                  </a:cubicBezTo>
                  <a:cubicBezTo>
                    <a:pt x="144230" y="143321"/>
                    <a:pt x="144723" y="144357"/>
                    <a:pt x="145376" y="145649"/>
                  </a:cubicBezTo>
                  <a:cubicBezTo>
                    <a:pt x="145590" y="145661"/>
                    <a:pt x="145804" y="145661"/>
                    <a:pt x="146019" y="145661"/>
                  </a:cubicBezTo>
                  <a:cubicBezTo>
                    <a:pt x="145964" y="143902"/>
                    <a:pt x="146046" y="143165"/>
                    <a:pt x="146247" y="143165"/>
                  </a:cubicBezTo>
                  <a:cubicBezTo>
                    <a:pt x="146479" y="143165"/>
                    <a:pt x="146870" y="144156"/>
                    <a:pt x="147388" y="145697"/>
                  </a:cubicBezTo>
                  <a:cubicBezTo>
                    <a:pt x="151817" y="145792"/>
                    <a:pt x="155913" y="145947"/>
                    <a:pt x="159759" y="146161"/>
                  </a:cubicBezTo>
                  <a:cubicBezTo>
                    <a:pt x="159711" y="146375"/>
                    <a:pt x="159675" y="146601"/>
                    <a:pt x="159640" y="146828"/>
                  </a:cubicBezTo>
                  <a:cubicBezTo>
                    <a:pt x="161128" y="146685"/>
                    <a:pt x="162664" y="146554"/>
                    <a:pt x="164223" y="146447"/>
                  </a:cubicBezTo>
                  <a:cubicBezTo>
                    <a:pt x="165795" y="146554"/>
                    <a:pt x="167319" y="146685"/>
                    <a:pt x="168819" y="146828"/>
                  </a:cubicBezTo>
                  <a:cubicBezTo>
                    <a:pt x="168772" y="146601"/>
                    <a:pt x="168736" y="146375"/>
                    <a:pt x="168700" y="146161"/>
                  </a:cubicBezTo>
                  <a:cubicBezTo>
                    <a:pt x="171915" y="145982"/>
                    <a:pt x="175296" y="145851"/>
                    <a:pt x="178916" y="145744"/>
                  </a:cubicBezTo>
                  <a:cubicBezTo>
                    <a:pt x="179702" y="145304"/>
                    <a:pt x="180464" y="144792"/>
                    <a:pt x="181309" y="144435"/>
                  </a:cubicBezTo>
                  <a:lnTo>
                    <a:pt x="181309" y="144435"/>
                  </a:lnTo>
                  <a:cubicBezTo>
                    <a:pt x="181190" y="145256"/>
                    <a:pt x="181059" y="146054"/>
                    <a:pt x="180916" y="146816"/>
                  </a:cubicBezTo>
                  <a:cubicBezTo>
                    <a:pt x="186714" y="146268"/>
                    <a:pt x="193001" y="145947"/>
                    <a:pt x="200204" y="145744"/>
                  </a:cubicBezTo>
                  <a:cubicBezTo>
                    <a:pt x="200347" y="145661"/>
                    <a:pt x="200490" y="145578"/>
                    <a:pt x="200645" y="145494"/>
                  </a:cubicBezTo>
                  <a:cubicBezTo>
                    <a:pt x="201770" y="145488"/>
                    <a:pt x="202904" y="145485"/>
                    <a:pt x="204039" y="145485"/>
                  </a:cubicBezTo>
                  <a:cubicBezTo>
                    <a:pt x="205175" y="145485"/>
                    <a:pt x="206312" y="145488"/>
                    <a:pt x="207443" y="145494"/>
                  </a:cubicBezTo>
                  <a:cubicBezTo>
                    <a:pt x="207443" y="145530"/>
                    <a:pt x="207443" y="145566"/>
                    <a:pt x="207431" y="145601"/>
                  </a:cubicBezTo>
                  <a:cubicBezTo>
                    <a:pt x="209741" y="145566"/>
                    <a:pt x="212253" y="145542"/>
                    <a:pt x="214873" y="145518"/>
                  </a:cubicBezTo>
                  <a:cubicBezTo>
                    <a:pt x="218004" y="145542"/>
                    <a:pt x="220981" y="145578"/>
                    <a:pt x="223683" y="145625"/>
                  </a:cubicBezTo>
                  <a:cubicBezTo>
                    <a:pt x="223671" y="145578"/>
                    <a:pt x="223671" y="145530"/>
                    <a:pt x="223671" y="145494"/>
                  </a:cubicBezTo>
                  <a:cubicBezTo>
                    <a:pt x="224183" y="145494"/>
                    <a:pt x="224695" y="145482"/>
                    <a:pt x="225207" y="145482"/>
                  </a:cubicBezTo>
                  <a:cubicBezTo>
                    <a:pt x="225243" y="145542"/>
                    <a:pt x="225267" y="145601"/>
                    <a:pt x="225291" y="145649"/>
                  </a:cubicBezTo>
                  <a:cubicBezTo>
                    <a:pt x="225517" y="145661"/>
                    <a:pt x="225731" y="145661"/>
                    <a:pt x="225945" y="145661"/>
                  </a:cubicBezTo>
                  <a:cubicBezTo>
                    <a:pt x="225945" y="145601"/>
                    <a:pt x="225934" y="145542"/>
                    <a:pt x="225934" y="145482"/>
                  </a:cubicBezTo>
                  <a:cubicBezTo>
                    <a:pt x="226374" y="145482"/>
                    <a:pt x="226803" y="145482"/>
                    <a:pt x="227243" y="145494"/>
                  </a:cubicBezTo>
                  <a:cubicBezTo>
                    <a:pt x="227267" y="145554"/>
                    <a:pt x="227291" y="145625"/>
                    <a:pt x="227315" y="145697"/>
                  </a:cubicBezTo>
                  <a:cubicBezTo>
                    <a:pt x="235411" y="145875"/>
                    <a:pt x="242376" y="146220"/>
                    <a:pt x="248734" y="146816"/>
                  </a:cubicBezTo>
                  <a:cubicBezTo>
                    <a:pt x="248651" y="146363"/>
                    <a:pt x="248579" y="145899"/>
                    <a:pt x="248508" y="145423"/>
                  </a:cubicBezTo>
                  <a:lnTo>
                    <a:pt x="248508" y="145423"/>
                  </a:lnTo>
                  <a:cubicBezTo>
                    <a:pt x="248532" y="145506"/>
                    <a:pt x="248567" y="145601"/>
                    <a:pt x="248591" y="145697"/>
                  </a:cubicBezTo>
                  <a:cubicBezTo>
                    <a:pt x="256699" y="145875"/>
                    <a:pt x="263664" y="146220"/>
                    <a:pt x="270022" y="146816"/>
                  </a:cubicBezTo>
                  <a:cubicBezTo>
                    <a:pt x="268463" y="138065"/>
                    <a:pt x="268082" y="126123"/>
                    <a:pt x="268606" y="114598"/>
                  </a:cubicBezTo>
                  <a:cubicBezTo>
                    <a:pt x="267939" y="114478"/>
                    <a:pt x="263926" y="114038"/>
                    <a:pt x="266462" y="113466"/>
                  </a:cubicBezTo>
                  <a:cubicBezTo>
                    <a:pt x="266546" y="113288"/>
                    <a:pt x="266808" y="113347"/>
                    <a:pt x="266974" y="113312"/>
                  </a:cubicBezTo>
                  <a:cubicBezTo>
                    <a:pt x="267105" y="113205"/>
                    <a:pt x="267236" y="113109"/>
                    <a:pt x="267367" y="113002"/>
                  </a:cubicBezTo>
                  <a:cubicBezTo>
                    <a:pt x="267391" y="112954"/>
                    <a:pt x="267403" y="112919"/>
                    <a:pt x="267415" y="112871"/>
                  </a:cubicBezTo>
                  <a:cubicBezTo>
                    <a:pt x="258878" y="111740"/>
                    <a:pt x="264557" y="111323"/>
                    <a:pt x="268856" y="110121"/>
                  </a:cubicBezTo>
                  <a:cubicBezTo>
                    <a:pt x="268951" y="108668"/>
                    <a:pt x="269070" y="107228"/>
                    <a:pt x="269189" y="105811"/>
                  </a:cubicBezTo>
                  <a:cubicBezTo>
                    <a:pt x="269463" y="105846"/>
                    <a:pt x="269749" y="105870"/>
                    <a:pt x="270022" y="105894"/>
                  </a:cubicBezTo>
                  <a:cubicBezTo>
                    <a:pt x="269832" y="104834"/>
                    <a:pt x="269653" y="103727"/>
                    <a:pt x="269510" y="102584"/>
                  </a:cubicBezTo>
                  <a:cubicBezTo>
                    <a:pt x="270094" y="97036"/>
                    <a:pt x="270903" y="91940"/>
                    <a:pt x="271904" y="87809"/>
                  </a:cubicBezTo>
                  <a:lnTo>
                    <a:pt x="271904" y="87809"/>
                  </a:lnTo>
                  <a:cubicBezTo>
                    <a:pt x="270725" y="87928"/>
                    <a:pt x="269570" y="88047"/>
                    <a:pt x="268451" y="88154"/>
                  </a:cubicBezTo>
                  <a:cubicBezTo>
                    <a:pt x="268320" y="83427"/>
                    <a:pt x="268379" y="78510"/>
                    <a:pt x="268606" y="73664"/>
                  </a:cubicBezTo>
                  <a:cubicBezTo>
                    <a:pt x="267939" y="73557"/>
                    <a:pt x="263926" y="73104"/>
                    <a:pt x="266462" y="72545"/>
                  </a:cubicBezTo>
                  <a:cubicBezTo>
                    <a:pt x="266546" y="72366"/>
                    <a:pt x="266808" y="72426"/>
                    <a:pt x="266974" y="72390"/>
                  </a:cubicBezTo>
                  <a:cubicBezTo>
                    <a:pt x="267105" y="72283"/>
                    <a:pt x="267236" y="72176"/>
                    <a:pt x="267367" y="72069"/>
                  </a:cubicBezTo>
                  <a:cubicBezTo>
                    <a:pt x="267391" y="72033"/>
                    <a:pt x="267403" y="71985"/>
                    <a:pt x="267415" y="71949"/>
                  </a:cubicBezTo>
                  <a:cubicBezTo>
                    <a:pt x="258878" y="70818"/>
                    <a:pt x="264557" y="70402"/>
                    <a:pt x="268856" y="69199"/>
                  </a:cubicBezTo>
                  <a:cubicBezTo>
                    <a:pt x="269415" y="60770"/>
                    <a:pt x="270463" y="52840"/>
                    <a:pt x="271904" y="46875"/>
                  </a:cubicBezTo>
                  <a:lnTo>
                    <a:pt x="271904" y="46875"/>
                  </a:lnTo>
                  <a:cubicBezTo>
                    <a:pt x="270606" y="47006"/>
                    <a:pt x="269344" y="47137"/>
                    <a:pt x="268105" y="47256"/>
                  </a:cubicBezTo>
                  <a:cubicBezTo>
                    <a:pt x="267713" y="40803"/>
                    <a:pt x="267689" y="33719"/>
                    <a:pt x="268010" y="26789"/>
                  </a:cubicBezTo>
                  <a:cubicBezTo>
                    <a:pt x="267343" y="26670"/>
                    <a:pt x="263331" y="26230"/>
                    <a:pt x="265867" y="25658"/>
                  </a:cubicBezTo>
                  <a:cubicBezTo>
                    <a:pt x="265950" y="25479"/>
                    <a:pt x="266212" y="25539"/>
                    <a:pt x="266379" y="25503"/>
                  </a:cubicBezTo>
                  <a:cubicBezTo>
                    <a:pt x="266510" y="25396"/>
                    <a:pt x="266641" y="25301"/>
                    <a:pt x="266772" y="25194"/>
                  </a:cubicBezTo>
                  <a:cubicBezTo>
                    <a:pt x="266796" y="25146"/>
                    <a:pt x="266808" y="25110"/>
                    <a:pt x="266820" y="25063"/>
                  </a:cubicBezTo>
                  <a:cubicBezTo>
                    <a:pt x="258283" y="23932"/>
                    <a:pt x="263962" y="23515"/>
                    <a:pt x="268260" y="22312"/>
                  </a:cubicBezTo>
                  <a:cubicBezTo>
                    <a:pt x="268415" y="19919"/>
                    <a:pt x="268856" y="15300"/>
                    <a:pt x="268856" y="15300"/>
                  </a:cubicBezTo>
                  <a:lnTo>
                    <a:pt x="254901" y="1453"/>
                  </a:lnTo>
                  <a:cubicBezTo>
                    <a:pt x="254901" y="1453"/>
                    <a:pt x="251413" y="1679"/>
                    <a:pt x="249615" y="1774"/>
                  </a:cubicBezTo>
                  <a:cubicBezTo>
                    <a:pt x="249746" y="1167"/>
                    <a:pt x="249889" y="572"/>
                    <a:pt x="250020" y="0"/>
                  </a:cubicBezTo>
                  <a:lnTo>
                    <a:pt x="250020" y="0"/>
                  </a:lnTo>
                  <a:cubicBezTo>
                    <a:pt x="240828" y="929"/>
                    <a:pt x="233577" y="1572"/>
                    <a:pt x="225017" y="1929"/>
                  </a:cubicBezTo>
                  <a:cubicBezTo>
                    <a:pt x="224814" y="2179"/>
                    <a:pt x="224600" y="2441"/>
                    <a:pt x="224386" y="2715"/>
                  </a:cubicBezTo>
                  <a:cubicBezTo>
                    <a:pt x="223731" y="2953"/>
                    <a:pt x="223112" y="3274"/>
                    <a:pt x="222647" y="3751"/>
                  </a:cubicBezTo>
                  <a:cubicBezTo>
                    <a:pt x="222755" y="3346"/>
                    <a:pt x="222945" y="2774"/>
                    <a:pt x="223219" y="2000"/>
                  </a:cubicBezTo>
                  <a:cubicBezTo>
                    <a:pt x="223094" y="1992"/>
                    <a:pt x="222968" y="1988"/>
                    <a:pt x="222843" y="1988"/>
                  </a:cubicBezTo>
                  <a:cubicBezTo>
                    <a:pt x="221740" y="1988"/>
                    <a:pt x="220632" y="2285"/>
                    <a:pt x="219537" y="2285"/>
                  </a:cubicBezTo>
                  <a:cubicBezTo>
                    <a:pt x="219371" y="2285"/>
                    <a:pt x="219205" y="2278"/>
                    <a:pt x="219040" y="2262"/>
                  </a:cubicBezTo>
                  <a:cubicBezTo>
                    <a:pt x="218567" y="2506"/>
                    <a:pt x="218202" y="2952"/>
                    <a:pt x="217926" y="2952"/>
                  </a:cubicBezTo>
                  <a:cubicBezTo>
                    <a:pt x="217744" y="2952"/>
                    <a:pt x="217601" y="2757"/>
                    <a:pt x="217492" y="2179"/>
                  </a:cubicBezTo>
                  <a:cubicBezTo>
                    <a:pt x="216420" y="2203"/>
                    <a:pt x="215337" y="2227"/>
                    <a:pt x="214218" y="2239"/>
                  </a:cubicBezTo>
                  <a:cubicBezTo>
                    <a:pt x="210515" y="2179"/>
                    <a:pt x="207169" y="2084"/>
                    <a:pt x="204002" y="1965"/>
                  </a:cubicBezTo>
                  <a:cubicBezTo>
                    <a:pt x="203967" y="2131"/>
                    <a:pt x="203943" y="2298"/>
                    <a:pt x="203919" y="2453"/>
                  </a:cubicBezTo>
                  <a:cubicBezTo>
                    <a:pt x="203550" y="2560"/>
                    <a:pt x="203181" y="2679"/>
                    <a:pt x="202824" y="2822"/>
                  </a:cubicBezTo>
                  <a:cubicBezTo>
                    <a:pt x="202776" y="2548"/>
                    <a:pt x="202728" y="2239"/>
                    <a:pt x="202681" y="1905"/>
                  </a:cubicBezTo>
                  <a:cubicBezTo>
                    <a:pt x="194453" y="1524"/>
                    <a:pt x="187357" y="905"/>
                    <a:pt x="178440" y="0"/>
                  </a:cubicBezTo>
                  <a:lnTo>
                    <a:pt x="178440" y="0"/>
                  </a:lnTo>
                  <a:cubicBezTo>
                    <a:pt x="178582" y="572"/>
                    <a:pt x="178713" y="1167"/>
                    <a:pt x="178844" y="1774"/>
                  </a:cubicBezTo>
                  <a:cubicBezTo>
                    <a:pt x="175773" y="1607"/>
                    <a:pt x="172832" y="1417"/>
                    <a:pt x="169831" y="1179"/>
                  </a:cubicBezTo>
                  <a:cubicBezTo>
                    <a:pt x="169927" y="774"/>
                    <a:pt x="170010" y="381"/>
                    <a:pt x="170105" y="0"/>
                  </a:cubicBezTo>
                  <a:lnTo>
                    <a:pt x="170105" y="0"/>
                  </a:lnTo>
                  <a:cubicBezTo>
                    <a:pt x="167843" y="226"/>
                    <a:pt x="165700" y="441"/>
                    <a:pt x="163628" y="631"/>
                  </a:cubicBezTo>
                  <a:cubicBezTo>
                    <a:pt x="161556" y="441"/>
                    <a:pt x="159413" y="226"/>
                    <a:pt x="157163" y="0"/>
                  </a:cubicBezTo>
                  <a:lnTo>
                    <a:pt x="157163" y="0"/>
                  </a:lnTo>
                  <a:cubicBezTo>
                    <a:pt x="157246" y="381"/>
                    <a:pt x="157342" y="774"/>
                    <a:pt x="157425" y="1179"/>
                  </a:cubicBezTo>
                  <a:cubicBezTo>
                    <a:pt x="153377" y="1500"/>
                    <a:pt x="149400" y="1750"/>
                    <a:pt x="145102" y="1929"/>
                  </a:cubicBezTo>
                  <a:cubicBezTo>
                    <a:pt x="144154" y="3043"/>
                    <a:pt x="143049" y="4616"/>
                    <a:pt x="142712" y="4616"/>
                  </a:cubicBezTo>
                  <a:cubicBezTo>
                    <a:pt x="142491" y="4616"/>
                    <a:pt x="142601" y="3936"/>
                    <a:pt x="143304" y="2000"/>
                  </a:cubicBezTo>
                  <a:cubicBezTo>
                    <a:pt x="143179" y="1992"/>
                    <a:pt x="143053" y="1988"/>
                    <a:pt x="142928" y="1988"/>
                  </a:cubicBezTo>
                  <a:cubicBezTo>
                    <a:pt x="141825" y="1988"/>
                    <a:pt x="140718" y="2285"/>
                    <a:pt x="139622" y="2285"/>
                  </a:cubicBezTo>
                  <a:cubicBezTo>
                    <a:pt x="139456" y="2285"/>
                    <a:pt x="139290" y="2278"/>
                    <a:pt x="139125" y="2262"/>
                  </a:cubicBezTo>
                  <a:cubicBezTo>
                    <a:pt x="138780" y="2441"/>
                    <a:pt x="138494" y="2715"/>
                    <a:pt x="138256" y="2858"/>
                  </a:cubicBezTo>
                  <a:lnTo>
                    <a:pt x="138256" y="2250"/>
                  </a:lnTo>
                  <a:cubicBezTo>
                    <a:pt x="138030" y="2250"/>
                    <a:pt x="137803" y="2239"/>
                    <a:pt x="137589" y="2239"/>
                  </a:cubicBezTo>
                  <a:cubicBezTo>
                    <a:pt x="137577" y="2215"/>
                    <a:pt x="137577" y="2203"/>
                    <a:pt x="137565" y="2179"/>
                  </a:cubicBezTo>
                  <a:cubicBezTo>
                    <a:pt x="137041" y="2191"/>
                    <a:pt x="136494" y="2203"/>
                    <a:pt x="135946" y="2215"/>
                  </a:cubicBezTo>
                  <a:cubicBezTo>
                    <a:pt x="135410" y="2203"/>
                    <a:pt x="134863" y="2191"/>
                    <a:pt x="134327" y="2179"/>
                  </a:cubicBezTo>
                  <a:cubicBezTo>
                    <a:pt x="134327" y="2203"/>
                    <a:pt x="134327" y="2215"/>
                    <a:pt x="134315" y="2239"/>
                  </a:cubicBezTo>
                  <a:cubicBezTo>
                    <a:pt x="134089" y="2239"/>
                    <a:pt x="133874" y="2250"/>
                    <a:pt x="133648" y="2250"/>
                  </a:cubicBezTo>
                  <a:lnTo>
                    <a:pt x="133648" y="2858"/>
                  </a:lnTo>
                  <a:cubicBezTo>
                    <a:pt x="133410" y="2715"/>
                    <a:pt x="133124" y="2441"/>
                    <a:pt x="132779" y="2262"/>
                  </a:cubicBezTo>
                  <a:cubicBezTo>
                    <a:pt x="132604" y="2280"/>
                    <a:pt x="132429" y="2288"/>
                    <a:pt x="132254" y="2288"/>
                  </a:cubicBezTo>
                  <a:cubicBezTo>
                    <a:pt x="131165" y="2288"/>
                    <a:pt x="130064" y="1988"/>
                    <a:pt x="128968" y="1988"/>
                  </a:cubicBezTo>
                  <a:cubicBezTo>
                    <a:pt x="128845" y="1988"/>
                    <a:pt x="128723" y="1992"/>
                    <a:pt x="128600" y="2000"/>
                  </a:cubicBezTo>
                  <a:cubicBezTo>
                    <a:pt x="129303" y="3936"/>
                    <a:pt x="129413" y="4616"/>
                    <a:pt x="129192" y="4616"/>
                  </a:cubicBezTo>
                  <a:cubicBezTo>
                    <a:pt x="128855" y="4616"/>
                    <a:pt x="127750" y="3043"/>
                    <a:pt x="126802" y="1929"/>
                  </a:cubicBezTo>
                  <a:cubicBezTo>
                    <a:pt x="122492" y="1750"/>
                    <a:pt x="118527" y="1500"/>
                    <a:pt x="114467" y="1179"/>
                  </a:cubicBezTo>
                  <a:cubicBezTo>
                    <a:pt x="114562" y="774"/>
                    <a:pt x="114646" y="381"/>
                    <a:pt x="114741" y="0"/>
                  </a:cubicBezTo>
                  <a:lnTo>
                    <a:pt x="114741" y="0"/>
                  </a:lnTo>
                  <a:cubicBezTo>
                    <a:pt x="112491" y="226"/>
                    <a:pt x="110348" y="441"/>
                    <a:pt x="108276" y="631"/>
                  </a:cubicBezTo>
                  <a:cubicBezTo>
                    <a:pt x="106192" y="441"/>
                    <a:pt x="104061" y="226"/>
                    <a:pt x="101799" y="0"/>
                  </a:cubicBezTo>
                  <a:lnTo>
                    <a:pt x="101799" y="0"/>
                  </a:lnTo>
                  <a:cubicBezTo>
                    <a:pt x="101894" y="381"/>
                    <a:pt x="101978" y="774"/>
                    <a:pt x="102073" y="1179"/>
                  </a:cubicBezTo>
                  <a:cubicBezTo>
                    <a:pt x="99072" y="1417"/>
                    <a:pt x="96132" y="1607"/>
                    <a:pt x="93060" y="1774"/>
                  </a:cubicBezTo>
                  <a:cubicBezTo>
                    <a:pt x="93191" y="1167"/>
                    <a:pt x="93322" y="572"/>
                    <a:pt x="93465" y="0"/>
                  </a:cubicBezTo>
                  <a:lnTo>
                    <a:pt x="93465" y="0"/>
                  </a:lnTo>
                  <a:cubicBezTo>
                    <a:pt x="84535" y="905"/>
                    <a:pt x="77439" y="1524"/>
                    <a:pt x="69212" y="1905"/>
                  </a:cubicBezTo>
                  <a:cubicBezTo>
                    <a:pt x="69164" y="2239"/>
                    <a:pt x="69116" y="2548"/>
                    <a:pt x="69081" y="2822"/>
                  </a:cubicBezTo>
                  <a:cubicBezTo>
                    <a:pt x="68723" y="2667"/>
                    <a:pt x="68342" y="2548"/>
                    <a:pt x="67973" y="2453"/>
                  </a:cubicBezTo>
                  <a:cubicBezTo>
                    <a:pt x="67950" y="2298"/>
                    <a:pt x="67926" y="2131"/>
                    <a:pt x="67902" y="1953"/>
                  </a:cubicBezTo>
                  <a:cubicBezTo>
                    <a:pt x="64735" y="2084"/>
                    <a:pt x="61377" y="2179"/>
                    <a:pt x="57686" y="2239"/>
                  </a:cubicBezTo>
                  <a:cubicBezTo>
                    <a:pt x="56567" y="2227"/>
                    <a:pt x="55472" y="2203"/>
                    <a:pt x="54412" y="2179"/>
                  </a:cubicBezTo>
                  <a:cubicBezTo>
                    <a:pt x="54303" y="2757"/>
                    <a:pt x="54160" y="2952"/>
                    <a:pt x="53977" y="2952"/>
                  </a:cubicBezTo>
                  <a:cubicBezTo>
                    <a:pt x="53701" y="2952"/>
                    <a:pt x="53333" y="2506"/>
                    <a:pt x="52852" y="2262"/>
                  </a:cubicBezTo>
                  <a:cubicBezTo>
                    <a:pt x="52687" y="2278"/>
                    <a:pt x="52522" y="2285"/>
                    <a:pt x="52356" y="2285"/>
                  </a:cubicBezTo>
                  <a:cubicBezTo>
                    <a:pt x="51262" y="2285"/>
                    <a:pt x="50161" y="1988"/>
                    <a:pt x="49052" y="1988"/>
                  </a:cubicBezTo>
                  <a:cubicBezTo>
                    <a:pt x="48926" y="1988"/>
                    <a:pt x="48800" y="1992"/>
                    <a:pt x="48673" y="2000"/>
                  </a:cubicBezTo>
                  <a:cubicBezTo>
                    <a:pt x="48959" y="2774"/>
                    <a:pt x="49138" y="3346"/>
                    <a:pt x="49257" y="3751"/>
                  </a:cubicBezTo>
                  <a:cubicBezTo>
                    <a:pt x="48792" y="3274"/>
                    <a:pt x="48173" y="2953"/>
                    <a:pt x="47518" y="2703"/>
                  </a:cubicBezTo>
                  <a:cubicBezTo>
                    <a:pt x="47304" y="2441"/>
                    <a:pt x="47090" y="2179"/>
                    <a:pt x="46875" y="1929"/>
                  </a:cubicBezTo>
                  <a:cubicBezTo>
                    <a:pt x="38315" y="1572"/>
                    <a:pt x="31064" y="929"/>
                    <a:pt x="21872" y="0"/>
                  </a:cubicBezTo>
                  <a:lnTo>
                    <a:pt x="21872" y="0"/>
                  </a:lnTo>
                  <a:cubicBezTo>
                    <a:pt x="22015" y="572"/>
                    <a:pt x="22146" y="1167"/>
                    <a:pt x="22277" y="1774"/>
                  </a:cubicBezTo>
                  <a:cubicBezTo>
                    <a:pt x="15098" y="1393"/>
                    <a:pt x="8573" y="810"/>
                    <a:pt x="5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35"/>
            <p:cNvSpPr/>
            <p:nvPr/>
          </p:nvSpPr>
          <p:spPr>
            <a:xfrm>
              <a:off x="283950" y="193150"/>
              <a:ext cx="8615526" cy="4752359"/>
            </a:xfrm>
            <a:custGeom>
              <a:rect b="b" l="l" r="r" t="t"/>
              <a:pathLst>
                <a:path extrusionOk="0" h="146757" w="269046">
                  <a:moveTo>
                    <a:pt x="21241" y="131"/>
                  </a:moveTo>
                  <a:cubicBezTo>
                    <a:pt x="20884" y="346"/>
                    <a:pt x="20527" y="572"/>
                    <a:pt x="20170" y="798"/>
                  </a:cubicBezTo>
                  <a:cubicBezTo>
                    <a:pt x="20217" y="953"/>
                    <a:pt x="20253" y="1120"/>
                    <a:pt x="20289" y="1286"/>
                  </a:cubicBezTo>
                  <a:cubicBezTo>
                    <a:pt x="20860" y="929"/>
                    <a:pt x="21432" y="560"/>
                    <a:pt x="22015" y="203"/>
                  </a:cubicBezTo>
                  <a:cubicBezTo>
                    <a:pt x="21753" y="179"/>
                    <a:pt x="21503" y="155"/>
                    <a:pt x="21241" y="131"/>
                  </a:cubicBezTo>
                  <a:close/>
                  <a:moveTo>
                    <a:pt x="18777" y="1691"/>
                  </a:moveTo>
                  <a:cubicBezTo>
                    <a:pt x="18515" y="1858"/>
                    <a:pt x="18265" y="2012"/>
                    <a:pt x="18015" y="2179"/>
                  </a:cubicBezTo>
                  <a:cubicBezTo>
                    <a:pt x="11788" y="6263"/>
                    <a:pt x="6156" y="10644"/>
                    <a:pt x="1155" y="15252"/>
                  </a:cubicBezTo>
                  <a:cubicBezTo>
                    <a:pt x="1179" y="15455"/>
                    <a:pt x="1203" y="15657"/>
                    <a:pt x="1215" y="15848"/>
                  </a:cubicBezTo>
                  <a:cubicBezTo>
                    <a:pt x="6263" y="11156"/>
                    <a:pt x="11966" y="6727"/>
                    <a:pt x="18277" y="2584"/>
                  </a:cubicBezTo>
                  <a:cubicBezTo>
                    <a:pt x="18705" y="2298"/>
                    <a:pt x="19146" y="2012"/>
                    <a:pt x="19574" y="1739"/>
                  </a:cubicBezTo>
                  <a:cubicBezTo>
                    <a:pt x="19312" y="1727"/>
                    <a:pt x="19039" y="1703"/>
                    <a:pt x="18777" y="1691"/>
                  </a:cubicBezTo>
                  <a:close/>
                  <a:moveTo>
                    <a:pt x="257199" y="5608"/>
                  </a:moveTo>
                  <a:cubicBezTo>
                    <a:pt x="259819" y="11180"/>
                    <a:pt x="262128" y="16943"/>
                    <a:pt x="264105" y="22884"/>
                  </a:cubicBezTo>
                  <a:cubicBezTo>
                    <a:pt x="264307" y="22836"/>
                    <a:pt x="264522" y="22789"/>
                    <a:pt x="264736" y="22741"/>
                  </a:cubicBezTo>
                  <a:cubicBezTo>
                    <a:pt x="262950" y="17360"/>
                    <a:pt x="260890" y="12085"/>
                    <a:pt x="258557" y="6942"/>
                  </a:cubicBezTo>
                  <a:lnTo>
                    <a:pt x="257199" y="5608"/>
                  </a:lnTo>
                  <a:close/>
                  <a:moveTo>
                    <a:pt x="234685" y="1239"/>
                  </a:moveTo>
                  <a:cubicBezTo>
                    <a:pt x="234423" y="1262"/>
                    <a:pt x="234149" y="1286"/>
                    <a:pt x="233887" y="1298"/>
                  </a:cubicBezTo>
                  <a:cubicBezTo>
                    <a:pt x="234554" y="1727"/>
                    <a:pt x="235220" y="2143"/>
                    <a:pt x="235875" y="2584"/>
                  </a:cubicBezTo>
                  <a:cubicBezTo>
                    <a:pt x="245662" y="9001"/>
                    <a:pt x="253961" y="16145"/>
                    <a:pt x="260676" y="23813"/>
                  </a:cubicBezTo>
                  <a:cubicBezTo>
                    <a:pt x="260783" y="23741"/>
                    <a:pt x="260938" y="23682"/>
                    <a:pt x="261140" y="23610"/>
                  </a:cubicBezTo>
                  <a:cubicBezTo>
                    <a:pt x="254377" y="15871"/>
                    <a:pt x="246007" y="8656"/>
                    <a:pt x="236137" y="2179"/>
                  </a:cubicBezTo>
                  <a:cubicBezTo>
                    <a:pt x="235649" y="1870"/>
                    <a:pt x="235173" y="1548"/>
                    <a:pt x="234685" y="1239"/>
                  </a:cubicBezTo>
                  <a:close/>
                  <a:moveTo>
                    <a:pt x="264807" y="25051"/>
                  </a:moveTo>
                  <a:lnTo>
                    <a:pt x="264867" y="25218"/>
                  </a:lnTo>
                  <a:cubicBezTo>
                    <a:pt x="264879" y="25218"/>
                    <a:pt x="264879" y="25206"/>
                    <a:pt x="264891" y="25194"/>
                  </a:cubicBezTo>
                  <a:cubicBezTo>
                    <a:pt x="264914" y="25158"/>
                    <a:pt x="264926" y="25111"/>
                    <a:pt x="264938" y="25075"/>
                  </a:cubicBezTo>
                  <a:cubicBezTo>
                    <a:pt x="264891" y="25063"/>
                    <a:pt x="264855" y="25063"/>
                    <a:pt x="264807" y="25051"/>
                  </a:cubicBezTo>
                  <a:close/>
                  <a:moveTo>
                    <a:pt x="265319" y="26670"/>
                  </a:moveTo>
                  <a:lnTo>
                    <a:pt x="265319" y="26670"/>
                  </a:lnTo>
                  <a:cubicBezTo>
                    <a:pt x="265557" y="27480"/>
                    <a:pt x="265807" y="28290"/>
                    <a:pt x="266034" y="29099"/>
                  </a:cubicBezTo>
                  <a:cubicBezTo>
                    <a:pt x="266057" y="28444"/>
                    <a:pt x="266081" y="27789"/>
                    <a:pt x="266117" y="27135"/>
                  </a:cubicBezTo>
                  <a:cubicBezTo>
                    <a:pt x="266081" y="27016"/>
                    <a:pt x="266046" y="26896"/>
                    <a:pt x="266010" y="26777"/>
                  </a:cubicBezTo>
                  <a:cubicBezTo>
                    <a:pt x="265843" y="26754"/>
                    <a:pt x="265593" y="26718"/>
                    <a:pt x="265319" y="26670"/>
                  </a:cubicBezTo>
                  <a:close/>
                  <a:moveTo>
                    <a:pt x="261188" y="24408"/>
                  </a:moveTo>
                  <a:lnTo>
                    <a:pt x="261188" y="24408"/>
                  </a:lnTo>
                  <a:cubicBezTo>
                    <a:pt x="262902" y="26396"/>
                    <a:pt x="264498" y="28409"/>
                    <a:pt x="265998" y="30456"/>
                  </a:cubicBezTo>
                  <a:cubicBezTo>
                    <a:pt x="265998" y="30195"/>
                    <a:pt x="266010" y="29944"/>
                    <a:pt x="266022" y="29683"/>
                  </a:cubicBezTo>
                  <a:cubicBezTo>
                    <a:pt x="265153" y="28516"/>
                    <a:pt x="264260" y="27361"/>
                    <a:pt x="263331" y="26218"/>
                  </a:cubicBezTo>
                  <a:cubicBezTo>
                    <a:pt x="263200" y="26158"/>
                    <a:pt x="263140" y="26087"/>
                    <a:pt x="263164" y="26015"/>
                  </a:cubicBezTo>
                  <a:cubicBezTo>
                    <a:pt x="262771" y="25539"/>
                    <a:pt x="262378" y="25075"/>
                    <a:pt x="261986" y="24599"/>
                  </a:cubicBezTo>
                  <a:cubicBezTo>
                    <a:pt x="261664" y="24539"/>
                    <a:pt x="261402" y="24468"/>
                    <a:pt x="261188" y="24408"/>
                  </a:cubicBezTo>
                  <a:close/>
                  <a:moveTo>
                    <a:pt x="127076" y="17431"/>
                  </a:moveTo>
                  <a:cubicBezTo>
                    <a:pt x="133339" y="17431"/>
                    <a:pt x="139506" y="17574"/>
                    <a:pt x="145578" y="17848"/>
                  </a:cubicBezTo>
                  <a:cubicBezTo>
                    <a:pt x="146150" y="29278"/>
                    <a:pt x="146554" y="41363"/>
                    <a:pt x="146769" y="53924"/>
                  </a:cubicBezTo>
                  <a:cubicBezTo>
                    <a:pt x="140292" y="53816"/>
                    <a:pt x="133720" y="53769"/>
                    <a:pt x="127076" y="53769"/>
                  </a:cubicBezTo>
                  <a:cubicBezTo>
                    <a:pt x="120432" y="53769"/>
                    <a:pt x="113860" y="53816"/>
                    <a:pt x="107371" y="53924"/>
                  </a:cubicBezTo>
                  <a:cubicBezTo>
                    <a:pt x="107585" y="41363"/>
                    <a:pt x="107990" y="29278"/>
                    <a:pt x="108562" y="17848"/>
                  </a:cubicBezTo>
                  <a:cubicBezTo>
                    <a:pt x="114634" y="17574"/>
                    <a:pt x="120813" y="17431"/>
                    <a:pt x="127076" y="17431"/>
                  </a:cubicBezTo>
                  <a:close/>
                  <a:moveTo>
                    <a:pt x="108359" y="17848"/>
                  </a:moveTo>
                  <a:cubicBezTo>
                    <a:pt x="107776" y="29385"/>
                    <a:pt x="107371" y="41482"/>
                    <a:pt x="107169" y="53924"/>
                  </a:cubicBezTo>
                  <a:cubicBezTo>
                    <a:pt x="94727" y="54138"/>
                    <a:pt x="82630" y="54531"/>
                    <a:pt x="71093" y="55114"/>
                  </a:cubicBezTo>
                  <a:cubicBezTo>
                    <a:pt x="71617" y="43244"/>
                    <a:pt x="72640" y="31766"/>
                    <a:pt x="74117" y="20872"/>
                  </a:cubicBezTo>
                  <a:cubicBezTo>
                    <a:pt x="85011" y="19407"/>
                    <a:pt x="96477" y="18384"/>
                    <a:pt x="108359" y="17848"/>
                  </a:cubicBezTo>
                  <a:close/>
                  <a:moveTo>
                    <a:pt x="145792" y="17860"/>
                  </a:moveTo>
                  <a:lnTo>
                    <a:pt x="145792" y="17860"/>
                  </a:lnTo>
                  <a:cubicBezTo>
                    <a:pt x="157675" y="18384"/>
                    <a:pt x="169141" y="19407"/>
                    <a:pt x="180035" y="20884"/>
                  </a:cubicBezTo>
                  <a:cubicBezTo>
                    <a:pt x="181499" y="31766"/>
                    <a:pt x="182523" y="43244"/>
                    <a:pt x="183059" y="55114"/>
                  </a:cubicBezTo>
                  <a:cubicBezTo>
                    <a:pt x="171522" y="54531"/>
                    <a:pt x="159425" y="54138"/>
                    <a:pt x="146983" y="53924"/>
                  </a:cubicBezTo>
                  <a:cubicBezTo>
                    <a:pt x="146781" y="41482"/>
                    <a:pt x="146376" y="29385"/>
                    <a:pt x="145792" y="17860"/>
                  </a:cubicBezTo>
                  <a:close/>
                  <a:moveTo>
                    <a:pt x="73724" y="20931"/>
                  </a:moveTo>
                  <a:lnTo>
                    <a:pt x="73724" y="20931"/>
                  </a:lnTo>
                  <a:cubicBezTo>
                    <a:pt x="72259" y="31909"/>
                    <a:pt x="71247" y="43375"/>
                    <a:pt x="70724" y="55138"/>
                  </a:cubicBezTo>
                  <a:cubicBezTo>
                    <a:pt x="54805" y="55948"/>
                    <a:pt x="39958" y="57103"/>
                    <a:pt x="26742" y="58579"/>
                  </a:cubicBezTo>
                  <a:cubicBezTo>
                    <a:pt x="27373" y="48816"/>
                    <a:pt x="28599" y="39255"/>
                    <a:pt x="30397" y="29992"/>
                  </a:cubicBezTo>
                  <a:cubicBezTo>
                    <a:pt x="43292" y="26158"/>
                    <a:pt x="57901" y="23086"/>
                    <a:pt x="73724" y="20931"/>
                  </a:cubicBezTo>
                  <a:close/>
                  <a:moveTo>
                    <a:pt x="180416" y="20931"/>
                  </a:moveTo>
                  <a:lnTo>
                    <a:pt x="180416" y="20931"/>
                  </a:lnTo>
                  <a:cubicBezTo>
                    <a:pt x="196251" y="23086"/>
                    <a:pt x="210860" y="26170"/>
                    <a:pt x="223755" y="29992"/>
                  </a:cubicBezTo>
                  <a:cubicBezTo>
                    <a:pt x="225552" y="39255"/>
                    <a:pt x="226779" y="48816"/>
                    <a:pt x="227410" y="58579"/>
                  </a:cubicBezTo>
                  <a:cubicBezTo>
                    <a:pt x="214194" y="57103"/>
                    <a:pt x="199335" y="55948"/>
                    <a:pt x="183416" y="55138"/>
                  </a:cubicBezTo>
                  <a:cubicBezTo>
                    <a:pt x="182904" y="43375"/>
                    <a:pt x="181892" y="31909"/>
                    <a:pt x="180416" y="20931"/>
                  </a:cubicBezTo>
                  <a:close/>
                  <a:moveTo>
                    <a:pt x="70724" y="55352"/>
                  </a:moveTo>
                  <a:cubicBezTo>
                    <a:pt x="70450" y="61436"/>
                    <a:pt x="70319" y="67616"/>
                    <a:pt x="70319" y="73843"/>
                  </a:cubicBezTo>
                  <a:cubicBezTo>
                    <a:pt x="70319" y="80070"/>
                    <a:pt x="70450" y="86237"/>
                    <a:pt x="70724" y="92321"/>
                  </a:cubicBezTo>
                  <a:cubicBezTo>
                    <a:pt x="54543" y="91500"/>
                    <a:pt x="39696" y="90333"/>
                    <a:pt x="26730" y="88892"/>
                  </a:cubicBezTo>
                  <a:cubicBezTo>
                    <a:pt x="26420" y="83915"/>
                    <a:pt x="26254" y="78891"/>
                    <a:pt x="26254" y="73843"/>
                  </a:cubicBezTo>
                  <a:cubicBezTo>
                    <a:pt x="26254" y="68783"/>
                    <a:pt x="26420" y="63758"/>
                    <a:pt x="26730" y="58781"/>
                  </a:cubicBezTo>
                  <a:cubicBezTo>
                    <a:pt x="39696" y="57341"/>
                    <a:pt x="54543" y="56174"/>
                    <a:pt x="70724" y="55352"/>
                  </a:cubicBezTo>
                  <a:close/>
                  <a:moveTo>
                    <a:pt x="183428" y="55352"/>
                  </a:moveTo>
                  <a:cubicBezTo>
                    <a:pt x="199609" y="56174"/>
                    <a:pt x="214444" y="57341"/>
                    <a:pt x="227410" y="58781"/>
                  </a:cubicBezTo>
                  <a:cubicBezTo>
                    <a:pt x="227731" y="63758"/>
                    <a:pt x="227886" y="68783"/>
                    <a:pt x="227886" y="73843"/>
                  </a:cubicBezTo>
                  <a:cubicBezTo>
                    <a:pt x="227886" y="78903"/>
                    <a:pt x="227731" y="83915"/>
                    <a:pt x="227410" y="88892"/>
                  </a:cubicBezTo>
                  <a:cubicBezTo>
                    <a:pt x="214444" y="90333"/>
                    <a:pt x="199609" y="91500"/>
                    <a:pt x="183428" y="92321"/>
                  </a:cubicBezTo>
                  <a:cubicBezTo>
                    <a:pt x="183690" y="86237"/>
                    <a:pt x="183833" y="80070"/>
                    <a:pt x="183833" y="73843"/>
                  </a:cubicBezTo>
                  <a:cubicBezTo>
                    <a:pt x="183833" y="67616"/>
                    <a:pt x="183690" y="61436"/>
                    <a:pt x="183428" y="55352"/>
                  </a:cubicBezTo>
                  <a:close/>
                  <a:moveTo>
                    <a:pt x="107157" y="54138"/>
                  </a:moveTo>
                  <a:cubicBezTo>
                    <a:pt x="107050" y="60627"/>
                    <a:pt x="107002" y="67199"/>
                    <a:pt x="107002" y="73843"/>
                  </a:cubicBezTo>
                  <a:cubicBezTo>
                    <a:pt x="107002" y="80475"/>
                    <a:pt x="107050" y="87047"/>
                    <a:pt x="107157" y="93536"/>
                  </a:cubicBezTo>
                  <a:cubicBezTo>
                    <a:pt x="94596" y="93321"/>
                    <a:pt x="82511" y="92917"/>
                    <a:pt x="71081" y="92345"/>
                  </a:cubicBezTo>
                  <a:cubicBezTo>
                    <a:pt x="70807" y="86273"/>
                    <a:pt x="70676" y="80105"/>
                    <a:pt x="70676" y="73843"/>
                  </a:cubicBezTo>
                  <a:cubicBezTo>
                    <a:pt x="70676" y="67580"/>
                    <a:pt x="70807" y="61401"/>
                    <a:pt x="71081" y="55329"/>
                  </a:cubicBezTo>
                  <a:cubicBezTo>
                    <a:pt x="82511" y="54757"/>
                    <a:pt x="94596" y="54352"/>
                    <a:pt x="107157" y="54138"/>
                  </a:cubicBezTo>
                  <a:close/>
                  <a:moveTo>
                    <a:pt x="146983" y="54138"/>
                  </a:moveTo>
                  <a:cubicBezTo>
                    <a:pt x="159544" y="54352"/>
                    <a:pt x="171641" y="54757"/>
                    <a:pt x="183071" y="55329"/>
                  </a:cubicBezTo>
                  <a:cubicBezTo>
                    <a:pt x="183333" y="61401"/>
                    <a:pt x="183476" y="67568"/>
                    <a:pt x="183476" y="73831"/>
                  </a:cubicBezTo>
                  <a:cubicBezTo>
                    <a:pt x="183476" y="80094"/>
                    <a:pt x="183333" y="86273"/>
                    <a:pt x="183071" y="92345"/>
                  </a:cubicBezTo>
                  <a:cubicBezTo>
                    <a:pt x="171641" y="92917"/>
                    <a:pt x="159544" y="93321"/>
                    <a:pt x="146983" y="93536"/>
                  </a:cubicBezTo>
                  <a:cubicBezTo>
                    <a:pt x="147090" y="87047"/>
                    <a:pt x="147150" y="80475"/>
                    <a:pt x="147150" y="73843"/>
                  </a:cubicBezTo>
                  <a:cubicBezTo>
                    <a:pt x="147150" y="67199"/>
                    <a:pt x="147090" y="60627"/>
                    <a:pt x="146983" y="54138"/>
                  </a:cubicBezTo>
                  <a:close/>
                  <a:moveTo>
                    <a:pt x="127076" y="53971"/>
                  </a:moveTo>
                  <a:cubicBezTo>
                    <a:pt x="133743" y="53971"/>
                    <a:pt x="140327" y="54031"/>
                    <a:pt x="146781" y="54138"/>
                  </a:cubicBezTo>
                  <a:cubicBezTo>
                    <a:pt x="146876" y="60591"/>
                    <a:pt x="146935" y="67163"/>
                    <a:pt x="146935" y="73843"/>
                  </a:cubicBezTo>
                  <a:cubicBezTo>
                    <a:pt x="146935" y="80510"/>
                    <a:pt x="146888" y="87082"/>
                    <a:pt x="146781" y="93536"/>
                  </a:cubicBezTo>
                  <a:cubicBezTo>
                    <a:pt x="140327" y="93643"/>
                    <a:pt x="133743" y="93702"/>
                    <a:pt x="127076" y="93702"/>
                  </a:cubicBezTo>
                  <a:cubicBezTo>
                    <a:pt x="120396" y="93702"/>
                    <a:pt x="113824" y="93643"/>
                    <a:pt x="107371" y="93536"/>
                  </a:cubicBezTo>
                  <a:cubicBezTo>
                    <a:pt x="107264" y="87082"/>
                    <a:pt x="107204" y="80510"/>
                    <a:pt x="107204" y="73843"/>
                  </a:cubicBezTo>
                  <a:cubicBezTo>
                    <a:pt x="107204" y="67163"/>
                    <a:pt x="107264" y="60591"/>
                    <a:pt x="107371" y="54138"/>
                  </a:cubicBezTo>
                  <a:cubicBezTo>
                    <a:pt x="113824" y="54031"/>
                    <a:pt x="120396" y="53971"/>
                    <a:pt x="127076" y="53971"/>
                  </a:cubicBezTo>
                  <a:close/>
                  <a:moveTo>
                    <a:pt x="48" y="105632"/>
                  </a:moveTo>
                  <a:cubicBezTo>
                    <a:pt x="36" y="105716"/>
                    <a:pt x="12" y="105811"/>
                    <a:pt x="0" y="105894"/>
                  </a:cubicBezTo>
                  <a:cubicBezTo>
                    <a:pt x="155" y="105882"/>
                    <a:pt x="310" y="105870"/>
                    <a:pt x="477" y="105859"/>
                  </a:cubicBezTo>
                  <a:cubicBezTo>
                    <a:pt x="334" y="105775"/>
                    <a:pt x="191" y="105704"/>
                    <a:pt x="48" y="105632"/>
                  </a:cubicBezTo>
                  <a:close/>
                  <a:moveTo>
                    <a:pt x="26742" y="89095"/>
                  </a:moveTo>
                  <a:cubicBezTo>
                    <a:pt x="39958" y="90571"/>
                    <a:pt x="54805" y="91726"/>
                    <a:pt x="70724" y="92536"/>
                  </a:cubicBezTo>
                  <a:cubicBezTo>
                    <a:pt x="71247" y="104299"/>
                    <a:pt x="72259" y="115765"/>
                    <a:pt x="73724" y="126742"/>
                  </a:cubicBezTo>
                  <a:cubicBezTo>
                    <a:pt x="57901" y="124587"/>
                    <a:pt x="43292" y="121515"/>
                    <a:pt x="30397" y="117681"/>
                  </a:cubicBezTo>
                  <a:cubicBezTo>
                    <a:pt x="28599" y="108418"/>
                    <a:pt x="27373" y="98858"/>
                    <a:pt x="26742" y="89095"/>
                  </a:cubicBezTo>
                  <a:close/>
                  <a:moveTo>
                    <a:pt x="227410" y="89095"/>
                  </a:moveTo>
                  <a:cubicBezTo>
                    <a:pt x="226779" y="98858"/>
                    <a:pt x="225552" y="108418"/>
                    <a:pt x="223755" y="117681"/>
                  </a:cubicBezTo>
                  <a:cubicBezTo>
                    <a:pt x="210860" y="121515"/>
                    <a:pt x="196251" y="124587"/>
                    <a:pt x="180416" y="126742"/>
                  </a:cubicBezTo>
                  <a:cubicBezTo>
                    <a:pt x="181892" y="115765"/>
                    <a:pt x="182904" y="104299"/>
                    <a:pt x="183416" y="92536"/>
                  </a:cubicBezTo>
                  <a:cubicBezTo>
                    <a:pt x="199347" y="91726"/>
                    <a:pt x="214194" y="90571"/>
                    <a:pt x="227410" y="89095"/>
                  </a:cubicBezTo>
                  <a:close/>
                  <a:moveTo>
                    <a:pt x="71093" y="92559"/>
                  </a:moveTo>
                  <a:lnTo>
                    <a:pt x="71093" y="92559"/>
                  </a:lnTo>
                  <a:cubicBezTo>
                    <a:pt x="82630" y="93143"/>
                    <a:pt x="94715" y="93536"/>
                    <a:pt x="107169" y="93750"/>
                  </a:cubicBezTo>
                  <a:cubicBezTo>
                    <a:pt x="107371" y="106192"/>
                    <a:pt x="107776" y="118289"/>
                    <a:pt x="108347" y="129826"/>
                  </a:cubicBezTo>
                  <a:cubicBezTo>
                    <a:pt x="96477" y="129290"/>
                    <a:pt x="85011" y="128266"/>
                    <a:pt x="74117" y="126790"/>
                  </a:cubicBezTo>
                  <a:cubicBezTo>
                    <a:pt x="72640" y="115907"/>
                    <a:pt x="71617" y="104442"/>
                    <a:pt x="71093" y="92559"/>
                  </a:cubicBezTo>
                  <a:close/>
                  <a:moveTo>
                    <a:pt x="183059" y="92559"/>
                  </a:moveTo>
                  <a:lnTo>
                    <a:pt x="183059" y="92559"/>
                  </a:lnTo>
                  <a:cubicBezTo>
                    <a:pt x="182523" y="104442"/>
                    <a:pt x="181499" y="115907"/>
                    <a:pt x="180035" y="126802"/>
                  </a:cubicBezTo>
                  <a:cubicBezTo>
                    <a:pt x="169141" y="128266"/>
                    <a:pt x="157675" y="129290"/>
                    <a:pt x="145792" y="129826"/>
                  </a:cubicBezTo>
                  <a:cubicBezTo>
                    <a:pt x="146376" y="118289"/>
                    <a:pt x="146769" y="106192"/>
                    <a:pt x="146983" y="93750"/>
                  </a:cubicBezTo>
                  <a:cubicBezTo>
                    <a:pt x="159425" y="93536"/>
                    <a:pt x="171522" y="93143"/>
                    <a:pt x="183059" y="92559"/>
                  </a:cubicBezTo>
                  <a:close/>
                  <a:moveTo>
                    <a:pt x="107371" y="93750"/>
                  </a:moveTo>
                  <a:cubicBezTo>
                    <a:pt x="113860" y="93857"/>
                    <a:pt x="120432" y="93917"/>
                    <a:pt x="127076" y="93917"/>
                  </a:cubicBezTo>
                  <a:cubicBezTo>
                    <a:pt x="133708" y="93917"/>
                    <a:pt x="140292" y="93857"/>
                    <a:pt x="146769" y="93750"/>
                  </a:cubicBezTo>
                  <a:lnTo>
                    <a:pt x="146769" y="93750"/>
                  </a:lnTo>
                  <a:cubicBezTo>
                    <a:pt x="146566" y="106311"/>
                    <a:pt x="146150" y="118396"/>
                    <a:pt x="145578" y="129826"/>
                  </a:cubicBezTo>
                  <a:cubicBezTo>
                    <a:pt x="139506" y="130100"/>
                    <a:pt x="133339" y="130243"/>
                    <a:pt x="127076" y="130243"/>
                  </a:cubicBezTo>
                  <a:cubicBezTo>
                    <a:pt x="120813" y="130243"/>
                    <a:pt x="114634" y="130100"/>
                    <a:pt x="108574" y="129826"/>
                  </a:cubicBezTo>
                  <a:cubicBezTo>
                    <a:pt x="107990" y="118396"/>
                    <a:pt x="107585" y="106311"/>
                    <a:pt x="107371" y="93750"/>
                  </a:cubicBezTo>
                  <a:close/>
                  <a:moveTo>
                    <a:pt x="266653" y="116300"/>
                  </a:moveTo>
                  <a:lnTo>
                    <a:pt x="266653" y="116300"/>
                  </a:lnTo>
                  <a:cubicBezTo>
                    <a:pt x="259152" y="126861"/>
                    <a:pt x="248817" y="136600"/>
                    <a:pt x="235875" y="145101"/>
                  </a:cubicBezTo>
                  <a:cubicBezTo>
                    <a:pt x="235411" y="145399"/>
                    <a:pt x="234946" y="145697"/>
                    <a:pt x="234482" y="145994"/>
                  </a:cubicBezTo>
                  <a:cubicBezTo>
                    <a:pt x="234756" y="146006"/>
                    <a:pt x="235030" y="146018"/>
                    <a:pt x="235304" y="146030"/>
                  </a:cubicBezTo>
                  <a:cubicBezTo>
                    <a:pt x="235577" y="145852"/>
                    <a:pt x="235851" y="145673"/>
                    <a:pt x="236137" y="145494"/>
                  </a:cubicBezTo>
                  <a:cubicBezTo>
                    <a:pt x="248710" y="137243"/>
                    <a:pt x="258854" y="127814"/>
                    <a:pt x="266319" y="117586"/>
                  </a:cubicBezTo>
                  <a:lnTo>
                    <a:pt x="266319" y="117586"/>
                  </a:lnTo>
                  <a:cubicBezTo>
                    <a:pt x="263533" y="127504"/>
                    <a:pt x="259831" y="137005"/>
                    <a:pt x="255306" y="145971"/>
                  </a:cubicBezTo>
                  <a:cubicBezTo>
                    <a:pt x="255544" y="145983"/>
                    <a:pt x="255794" y="145994"/>
                    <a:pt x="256032" y="146006"/>
                  </a:cubicBezTo>
                  <a:cubicBezTo>
                    <a:pt x="260354" y="137374"/>
                    <a:pt x="263879" y="128338"/>
                    <a:pt x="266569" y="118991"/>
                  </a:cubicBezTo>
                  <a:cubicBezTo>
                    <a:pt x="266593" y="118098"/>
                    <a:pt x="266617" y="117193"/>
                    <a:pt x="266653" y="116300"/>
                  </a:cubicBezTo>
                  <a:close/>
                  <a:moveTo>
                    <a:pt x="1798" y="132362"/>
                  </a:moveTo>
                  <a:cubicBezTo>
                    <a:pt x="1774" y="132540"/>
                    <a:pt x="1739" y="132731"/>
                    <a:pt x="1715" y="132933"/>
                  </a:cubicBezTo>
                  <a:cubicBezTo>
                    <a:pt x="6573" y="137362"/>
                    <a:pt x="12014" y="141553"/>
                    <a:pt x="18015" y="145494"/>
                  </a:cubicBezTo>
                  <a:cubicBezTo>
                    <a:pt x="18229" y="145637"/>
                    <a:pt x="18455" y="145780"/>
                    <a:pt x="18669" y="145923"/>
                  </a:cubicBezTo>
                  <a:cubicBezTo>
                    <a:pt x="18681" y="145899"/>
                    <a:pt x="18681" y="145887"/>
                    <a:pt x="18693" y="145875"/>
                  </a:cubicBezTo>
                  <a:lnTo>
                    <a:pt x="18693" y="145875"/>
                  </a:lnTo>
                  <a:cubicBezTo>
                    <a:pt x="18681" y="145899"/>
                    <a:pt x="18693" y="145911"/>
                    <a:pt x="18693" y="145935"/>
                  </a:cubicBezTo>
                  <a:cubicBezTo>
                    <a:pt x="18800" y="146006"/>
                    <a:pt x="18908" y="146066"/>
                    <a:pt x="19015" y="146137"/>
                  </a:cubicBezTo>
                  <a:cubicBezTo>
                    <a:pt x="19348" y="146256"/>
                    <a:pt x="19872" y="146328"/>
                    <a:pt x="20336" y="146423"/>
                  </a:cubicBezTo>
                  <a:cubicBezTo>
                    <a:pt x="19646" y="145983"/>
                    <a:pt x="18955" y="145542"/>
                    <a:pt x="18277" y="145090"/>
                  </a:cubicBezTo>
                  <a:cubicBezTo>
                    <a:pt x="12204" y="141113"/>
                    <a:pt x="6692" y="136850"/>
                    <a:pt x="1798" y="132362"/>
                  </a:cubicBezTo>
                  <a:close/>
                  <a:moveTo>
                    <a:pt x="176558" y="0"/>
                  </a:moveTo>
                  <a:cubicBezTo>
                    <a:pt x="176701" y="572"/>
                    <a:pt x="176832" y="1167"/>
                    <a:pt x="176963" y="1774"/>
                  </a:cubicBezTo>
                  <a:lnTo>
                    <a:pt x="176903" y="1774"/>
                  </a:lnTo>
                  <a:cubicBezTo>
                    <a:pt x="178070" y="7787"/>
                    <a:pt x="179106" y="14038"/>
                    <a:pt x="179975" y="20491"/>
                  </a:cubicBezTo>
                  <a:cubicBezTo>
                    <a:pt x="168998" y="19015"/>
                    <a:pt x="157544" y="18003"/>
                    <a:pt x="145781" y="17491"/>
                  </a:cubicBezTo>
                  <a:cubicBezTo>
                    <a:pt x="145507" y="12157"/>
                    <a:pt x="145197" y="6942"/>
                    <a:pt x="144852" y="1858"/>
                  </a:cubicBezTo>
                  <a:cubicBezTo>
                    <a:pt x="144780" y="1870"/>
                    <a:pt x="144697" y="1870"/>
                    <a:pt x="144626" y="1870"/>
                  </a:cubicBezTo>
                  <a:cubicBezTo>
                    <a:pt x="144971" y="6918"/>
                    <a:pt x="145292" y="12121"/>
                    <a:pt x="145554" y="17479"/>
                  </a:cubicBezTo>
                  <a:cubicBezTo>
                    <a:pt x="139470" y="17217"/>
                    <a:pt x="133303" y="17074"/>
                    <a:pt x="127076" y="17074"/>
                  </a:cubicBezTo>
                  <a:cubicBezTo>
                    <a:pt x="120849" y="17074"/>
                    <a:pt x="114681" y="17217"/>
                    <a:pt x="108585" y="17479"/>
                  </a:cubicBezTo>
                  <a:cubicBezTo>
                    <a:pt x="108895" y="11573"/>
                    <a:pt x="109240" y="5846"/>
                    <a:pt x="109621" y="322"/>
                  </a:cubicBezTo>
                  <a:lnTo>
                    <a:pt x="109621" y="322"/>
                  </a:lnTo>
                  <a:cubicBezTo>
                    <a:pt x="109550" y="334"/>
                    <a:pt x="109478" y="334"/>
                    <a:pt x="109407" y="346"/>
                  </a:cubicBezTo>
                  <a:cubicBezTo>
                    <a:pt x="109014" y="5894"/>
                    <a:pt x="108669" y="11621"/>
                    <a:pt x="108371" y="17491"/>
                  </a:cubicBezTo>
                  <a:cubicBezTo>
                    <a:pt x="96608" y="18003"/>
                    <a:pt x="85142" y="19015"/>
                    <a:pt x="74164" y="20491"/>
                  </a:cubicBezTo>
                  <a:cubicBezTo>
                    <a:pt x="75069" y="13871"/>
                    <a:pt x="76129" y="7454"/>
                    <a:pt x="77343" y="1298"/>
                  </a:cubicBezTo>
                  <a:lnTo>
                    <a:pt x="77343" y="1298"/>
                  </a:lnTo>
                  <a:cubicBezTo>
                    <a:pt x="77212" y="1310"/>
                    <a:pt x="77081" y="1322"/>
                    <a:pt x="76951" y="1334"/>
                  </a:cubicBezTo>
                  <a:cubicBezTo>
                    <a:pt x="75724" y="7537"/>
                    <a:pt x="74665" y="13954"/>
                    <a:pt x="73783" y="20539"/>
                  </a:cubicBezTo>
                  <a:cubicBezTo>
                    <a:pt x="58198" y="22646"/>
                    <a:pt x="43601" y="25682"/>
                    <a:pt x="30480" y="29575"/>
                  </a:cubicBezTo>
                  <a:cubicBezTo>
                    <a:pt x="32374" y="19872"/>
                    <a:pt x="34910" y="10502"/>
                    <a:pt x="38029" y="1560"/>
                  </a:cubicBezTo>
                  <a:cubicBezTo>
                    <a:pt x="37874" y="1548"/>
                    <a:pt x="37708" y="1548"/>
                    <a:pt x="37541" y="1536"/>
                  </a:cubicBezTo>
                  <a:cubicBezTo>
                    <a:pt x="34409" y="10525"/>
                    <a:pt x="31862" y="19955"/>
                    <a:pt x="29968" y="29718"/>
                  </a:cubicBezTo>
                  <a:cubicBezTo>
                    <a:pt x="25849" y="30957"/>
                    <a:pt x="21884" y="32266"/>
                    <a:pt x="18086" y="33659"/>
                  </a:cubicBezTo>
                  <a:cubicBezTo>
                    <a:pt x="12252" y="35802"/>
                    <a:pt x="6942" y="38088"/>
                    <a:pt x="2191" y="40493"/>
                  </a:cubicBezTo>
                  <a:lnTo>
                    <a:pt x="2179" y="40934"/>
                  </a:lnTo>
                  <a:cubicBezTo>
                    <a:pt x="10097" y="36910"/>
                    <a:pt x="19420" y="33278"/>
                    <a:pt x="29885" y="30147"/>
                  </a:cubicBezTo>
                  <a:lnTo>
                    <a:pt x="29885" y="30147"/>
                  </a:lnTo>
                  <a:cubicBezTo>
                    <a:pt x="28111" y="39386"/>
                    <a:pt x="26885" y="48911"/>
                    <a:pt x="26266" y="58627"/>
                  </a:cubicBezTo>
                  <a:cubicBezTo>
                    <a:pt x="23480" y="58948"/>
                    <a:pt x="20765" y="59270"/>
                    <a:pt x="18134" y="59615"/>
                  </a:cubicBezTo>
                  <a:cubicBezTo>
                    <a:pt x="11621" y="60460"/>
                    <a:pt x="5763" y="61365"/>
                    <a:pt x="584" y="62329"/>
                  </a:cubicBezTo>
                  <a:cubicBezTo>
                    <a:pt x="596" y="62389"/>
                    <a:pt x="596" y="62460"/>
                    <a:pt x="608" y="62520"/>
                  </a:cubicBezTo>
                  <a:cubicBezTo>
                    <a:pt x="7942" y="61163"/>
                    <a:pt x="16574" y="59924"/>
                    <a:pt x="26254" y="58841"/>
                  </a:cubicBezTo>
                  <a:lnTo>
                    <a:pt x="26254" y="58841"/>
                  </a:lnTo>
                  <a:cubicBezTo>
                    <a:pt x="25944" y="63794"/>
                    <a:pt x="25777" y="68794"/>
                    <a:pt x="25777" y="73843"/>
                  </a:cubicBezTo>
                  <a:cubicBezTo>
                    <a:pt x="25777" y="78879"/>
                    <a:pt x="25944" y="83880"/>
                    <a:pt x="26254" y="88833"/>
                  </a:cubicBezTo>
                  <a:cubicBezTo>
                    <a:pt x="17014" y="87797"/>
                    <a:pt x="8740" y="86618"/>
                    <a:pt x="1620" y="85332"/>
                  </a:cubicBezTo>
                  <a:cubicBezTo>
                    <a:pt x="1620" y="85404"/>
                    <a:pt x="1620" y="85475"/>
                    <a:pt x="1620" y="85535"/>
                  </a:cubicBezTo>
                  <a:cubicBezTo>
                    <a:pt x="6537" y="86428"/>
                    <a:pt x="12050" y="87273"/>
                    <a:pt x="18134" y="88059"/>
                  </a:cubicBezTo>
                  <a:cubicBezTo>
                    <a:pt x="20765" y="88404"/>
                    <a:pt x="23480" y="88726"/>
                    <a:pt x="26266" y="89047"/>
                  </a:cubicBezTo>
                  <a:cubicBezTo>
                    <a:pt x="26885" y="98762"/>
                    <a:pt x="28099" y="108287"/>
                    <a:pt x="29885" y="117527"/>
                  </a:cubicBezTo>
                  <a:cubicBezTo>
                    <a:pt x="18824" y="114217"/>
                    <a:pt x="9037" y="110359"/>
                    <a:pt x="846" y="106049"/>
                  </a:cubicBezTo>
                  <a:lnTo>
                    <a:pt x="846" y="106049"/>
                  </a:lnTo>
                  <a:cubicBezTo>
                    <a:pt x="858" y="106204"/>
                    <a:pt x="870" y="106359"/>
                    <a:pt x="881" y="106513"/>
                  </a:cubicBezTo>
                  <a:cubicBezTo>
                    <a:pt x="5977" y="109169"/>
                    <a:pt x="11716" y="111669"/>
                    <a:pt x="18086" y="114014"/>
                  </a:cubicBezTo>
                  <a:cubicBezTo>
                    <a:pt x="21884" y="115407"/>
                    <a:pt x="25849" y="116717"/>
                    <a:pt x="29968" y="117955"/>
                  </a:cubicBezTo>
                  <a:cubicBezTo>
                    <a:pt x="31850" y="127611"/>
                    <a:pt x="34350" y="136946"/>
                    <a:pt x="37446" y="145852"/>
                  </a:cubicBezTo>
                  <a:cubicBezTo>
                    <a:pt x="37600" y="145840"/>
                    <a:pt x="37767" y="145840"/>
                    <a:pt x="37934" y="145828"/>
                  </a:cubicBezTo>
                  <a:cubicBezTo>
                    <a:pt x="34862" y="136981"/>
                    <a:pt x="32362" y="127706"/>
                    <a:pt x="30480" y="118098"/>
                  </a:cubicBezTo>
                  <a:lnTo>
                    <a:pt x="30480" y="118098"/>
                  </a:lnTo>
                  <a:cubicBezTo>
                    <a:pt x="43589" y="121992"/>
                    <a:pt x="58198" y="125028"/>
                    <a:pt x="73783" y="127135"/>
                  </a:cubicBezTo>
                  <a:cubicBezTo>
                    <a:pt x="74653" y="133600"/>
                    <a:pt x="75688" y="139910"/>
                    <a:pt x="76879" y="146006"/>
                  </a:cubicBezTo>
                  <a:cubicBezTo>
                    <a:pt x="77010" y="146006"/>
                    <a:pt x="77141" y="146018"/>
                    <a:pt x="77272" y="146018"/>
                  </a:cubicBezTo>
                  <a:cubicBezTo>
                    <a:pt x="76093" y="139970"/>
                    <a:pt x="75046" y="133683"/>
                    <a:pt x="74164" y="127183"/>
                  </a:cubicBezTo>
                  <a:lnTo>
                    <a:pt x="74164" y="127183"/>
                  </a:lnTo>
                  <a:cubicBezTo>
                    <a:pt x="85154" y="128659"/>
                    <a:pt x="96608" y="129659"/>
                    <a:pt x="108371" y="130183"/>
                  </a:cubicBezTo>
                  <a:cubicBezTo>
                    <a:pt x="108657" y="135850"/>
                    <a:pt x="108990" y="141375"/>
                    <a:pt x="109371" y="146733"/>
                  </a:cubicBezTo>
                  <a:cubicBezTo>
                    <a:pt x="109443" y="146745"/>
                    <a:pt x="109514" y="146745"/>
                    <a:pt x="109586" y="146756"/>
                  </a:cubicBezTo>
                  <a:cubicBezTo>
                    <a:pt x="109205" y="141411"/>
                    <a:pt x="108883" y="135886"/>
                    <a:pt x="108585" y="130195"/>
                  </a:cubicBezTo>
                  <a:lnTo>
                    <a:pt x="108585" y="130195"/>
                  </a:lnTo>
                  <a:cubicBezTo>
                    <a:pt x="114681" y="130457"/>
                    <a:pt x="120849" y="130600"/>
                    <a:pt x="127076" y="130600"/>
                  </a:cubicBezTo>
                  <a:cubicBezTo>
                    <a:pt x="133303" y="130600"/>
                    <a:pt x="139470" y="130457"/>
                    <a:pt x="145554" y="130195"/>
                  </a:cubicBezTo>
                  <a:lnTo>
                    <a:pt x="145554" y="130195"/>
                  </a:lnTo>
                  <a:cubicBezTo>
                    <a:pt x="145328" y="134815"/>
                    <a:pt x="145066" y="139327"/>
                    <a:pt x="144769" y="143720"/>
                  </a:cubicBezTo>
                  <a:cubicBezTo>
                    <a:pt x="144828" y="143851"/>
                    <a:pt x="144888" y="143994"/>
                    <a:pt x="144959" y="144161"/>
                  </a:cubicBezTo>
                  <a:cubicBezTo>
                    <a:pt x="145257" y="139613"/>
                    <a:pt x="145531" y="134945"/>
                    <a:pt x="145781" y="130183"/>
                  </a:cubicBezTo>
                  <a:cubicBezTo>
                    <a:pt x="157544" y="129671"/>
                    <a:pt x="168998" y="128659"/>
                    <a:pt x="179975" y="127183"/>
                  </a:cubicBezTo>
                  <a:lnTo>
                    <a:pt x="179975" y="127183"/>
                  </a:lnTo>
                  <a:cubicBezTo>
                    <a:pt x="179106" y="133588"/>
                    <a:pt x="178094" y="139791"/>
                    <a:pt x="176927" y="145756"/>
                  </a:cubicBezTo>
                  <a:lnTo>
                    <a:pt x="177034" y="145756"/>
                  </a:lnTo>
                  <a:cubicBezTo>
                    <a:pt x="177142" y="145697"/>
                    <a:pt x="177249" y="145625"/>
                    <a:pt x="177356" y="145566"/>
                  </a:cubicBezTo>
                  <a:cubicBezTo>
                    <a:pt x="178511" y="139601"/>
                    <a:pt x="179511" y="133445"/>
                    <a:pt x="180368" y="127135"/>
                  </a:cubicBezTo>
                  <a:cubicBezTo>
                    <a:pt x="195953" y="125028"/>
                    <a:pt x="210551" y="121992"/>
                    <a:pt x="223671" y="118098"/>
                  </a:cubicBezTo>
                  <a:lnTo>
                    <a:pt x="223671" y="118098"/>
                  </a:lnTo>
                  <a:cubicBezTo>
                    <a:pt x="221814" y="127599"/>
                    <a:pt x="219337" y="136791"/>
                    <a:pt x="216301" y="145554"/>
                  </a:cubicBezTo>
                  <a:lnTo>
                    <a:pt x="216801" y="145554"/>
                  </a:lnTo>
                  <a:cubicBezTo>
                    <a:pt x="219849" y="136743"/>
                    <a:pt x="222326" y="127504"/>
                    <a:pt x="224183" y="117943"/>
                  </a:cubicBezTo>
                  <a:cubicBezTo>
                    <a:pt x="228291" y="116717"/>
                    <a:pt x="232268" y="115407"/>
                    <a:pt x="236066" y="114002"/>
                  </a:cubicBezTo>
                  <a:cubicBezTo>
                    <a:pt x="249877" y="108930"/>
                    <a:pt x="260747" y="103073"/>
                    <a:pt x="268367" y="96679"/>
                  </a:cubicBezTo>
                  <a:cubicBezTo>
                    <a:pt x="268391" y="96476"/>
                    <a:pt x="268427" y="96286"/>
                    <a:pt x="268451" y="96084"/>
                  </a:cubicBezTo>
                  <a:lnTo>
                    <a:pt x="268451" y="96084"/>
                  </a:lnTo>
                  <a:cubicBezTo>
                    <a:pt x="258592" y="104477"/>
                    <a:pt x="243317" y="111824"/>
                    <a:pt x="224267" y="117527"/>
                  </a:cubicBezTo>
                  <a:cubicBezTo>
                    <a:pt x="226041" y="108287"/>
                    <a:pt x="227267" y="98762"/>
                    <a:pt x="227886" y="89047"/>
                  </a:cubicBezTo>
                  <a:cubicBezTo>
                    <a:pt x="230672" y="88726"/>
                    <a:pt x="233387" y="88404"/>
                    <a:pt x="236018" y="88059"/>
                  </a:cubicBezTo>
                  <a:cubicBezTo>
                    <a:pt x="248770" y="86404"/>
                    <a:pt x="259009" y="84511"/>
                    <a:pt x="266510" y="82451"/>
                  </a:cubicBezTo>
                  <a:cubicBezTo>
                    <a:pt x="266510" y="82379"/>
                    <a:pt x="266510" y="82308"/>
                    <a:pt x="266510" y="82249"/>
                  </a:cubicBezTo>
                  <a:cubicBezTo>
                    <a:pt x="257306" y="84773"/>
                    <a:pt x="244079" y="87023"/>
                    <a:pt x="227898" y="88833"/>
                  </a:cubicBezTo>
                  <a:cubicBezTo>
                    <a:pt x="228208" y="83880"/>
                    <a:pt x="228362" y="78867"/>
                    <a:pt x="228362" y="73831"/>
                  </a:cubicBezTo>
                  <a:cubicBezTo>
                    <a:pt x="228362" y="68794"/>
                    <a:pt x="228208" y="63782"/>
                    <a:pt x="227898" y="58829"/>
                  </a:cubicBezTo>
                  <a:lnTo>
                    <a:pt x="227898" y="58829"/>
                  </a:lnTo>
                  <a:cubicBezTo>
                    <a:pt x="244519" y="60698"/>
                    <a:pt x="258009" y="63008"/>
                    <a:pt x="267248" y="65627"/>
                  </a:cubicBezTo>
                  <a:cubicBezTo>
                    <a:pt x="267248" y="65556"/>
                    <a:pt x="267260" y="65496"/>
                    <a:pt x="267260" y="65425"/>
                  </a:cubicBezTo>
                  <a:cubicBezTo>
                    <a:pt x="259711" y="63282"/>
                    <a:pt x="249210" y="61317"/>
                    <a:pt x="236018" y="59603"/>
                  </a:cubicBezTo>
                  <a:cubicBezTo>
                    <a:pt x="233387" y="59270"/>
                    <a:pt x="230672" y="58936"/>
                    <a:pt x="227886" y="58627"/>
                  </a:cubicBezTo>
                  <a:cubicBezTo>
                    <a:pt x="227267" y="48899"/>
                    <a:pt x="226041" y="39374"/>
                    <a:pt x="224267" y="30135"/>
                  </a:cubicBezTo>
                  <a:lnTo>
                    <a:pt x="224267" y="30135"/>
                  </a:lnTo>
                  <a:cubicBezTo>
                    <a:pt x="243650" y="35945"/>
                    <a:pt x="259116" y="43446"/>
                    <a:pt x="268963" y="52019"/>
                  </a:cubicBezTo>
                  <a:cubicBezTo>
                    <a:pt x="268986" y="51864"/>
                    <a:pt x="269010" y="51709"/>
                    <a:pt x="269046" y="51566"/>
                  </a:cubicBezTo>
                  <a:cubicBezTo>
                    <a:pt x="261390" y="44946"/>
                    <a:pt x="250294" y="38886"/>
                    <a:pt x="236066" y="33659"/>
                  </a:cubicBezTo>
                  <a:cubicBezTo>
                    <a:pt x="232268" y="32266"/>
                    <a:pt x="228291" y="30945"/>
                    <a:pt x="224183" y="29718"/>
                  </a:cubicBezTo>
                  <a:cubicBezTo>
                    <a:pt x="222338" y="20277"/>
                    <a:pt x="219909" y="11133"/>
                    <a:pt x="216908" y="2417"/>
                  </a:cubicBezTo>
                  <a:cubicBezTo>
                    <a:pt x="216766" y="2513"/>
                    <a:pt x="216635" y="2620"/>
                    <a:pt x="216504" y="2715"/>
                  </a:cubicBezTo>
                  <a:cubicBezTo>
                    <a:pt x="219456" y="11299"/>
                    <a:pt x="221850" y="20277"/>
                    <a:pt x="223671" y="29563"/>
                  </a:cubicBezTo>
                  <a:cubicBezTo>
                    <a:pt x="210551" y="25682"/>
                    <a:pt x="195953" y="22646"/>
                    <a:pt x="180368" y="20539"/>
                  </a:cubicBezTo>
                  <a:cubicBezTo>
                    <a:pt x="179416" y="13490"/>
                    <a:pt x="178273" y="6644"/>
                    <a:pt x="176951" y="36"/>
                  </a:cubicBezTo>
                  <a:cubicBezTo>
                    <a:pt x="176820" y="24"/>
                    <a:pt x="176689" y="12"/>
                    <a:pt x="176558" y="0"/>
                  </a:cubicBezTo>
                  <a:close/>
                </a:path>
              </a:pathLst>
            </a:custGeom>
            <a:solidFill>
              <a:srgbClr val="E3C98E">
                <a:alpha val="246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5" name="Google Shape;445;p3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46" name="Google Shape;446;p35"/>
          <p:cNvSpPr txBox="1"/>
          <p:nvPr>
            <p:ph idx="1" type="subTitle"/>
          </p:nvPr>
        </p:nvSpPr>
        <p:spPr>
          <a:xfrm>
            <a:off x="1346052" y="2497099"/>
            <a:ext cx="1930800" cy="11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7" name="Google Shape;447;p35"/>
          <p:cNvSpPr txBox="1"/>
          <p:nvPr>
            <p:ph idx="2" type="subTitle"/>
          </p:nvPr>
        </p:nvSpPr>
        <p:spPr>
          <a:xfrm>
            <a:off x="3606597" y="2497099"/>
            <a:ext cx="1930800" cy="11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8" name="Google Shape;448;p35"/>
          <p:cNvSpPr txBox="1"/>
          <p:nvPr>
            <p:ph idx="3" type="subTitle"/>
          </p:nvPr>
        </p:nvSpPr>
        <p:spPr>
          <a:xfrm>
            <a:off x="5867148" y="2497099"/>
            <a:ext cx="1930800" cy="11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9" name="Google Shape;449;p35"/>
          <p:cNvSpPr txBox="1"/>
          <p:nvPr>
            <p:ph idx="4" type="subTitle"/>
          </p:nvPr>
        </p:nvSpPr>
        <p:spPr>
          <a:xfrm>
            <a:off x="1346060" y="1837100"/>
            <a:ext cx="1930800" cy="66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Sansita"/>
                <a:ea typeface="Sansita"/>
                <a:cs typeface="Sansita"/>
                <a:sym typeface="Sansit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50" name="Google Shape;450;p35"/>
          <p:cNvSpPr txBox="1"/>
          <p:nvPr>
            <p:ph idx="5" type="subTitle"/>
          </p:nvPr>
        </p:nvSpPr>
        <p:spPr>
          <a:xfrm>
            <a:off x="3606602" y="1837100"/>
            <a:ext cx="1930800" cy="66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Sansita"/>
                <a:ea typeface="Sansita"/>
                <a:cs typeface="Sansita"/>
                <a:sym typeface="Sansit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51" name="Google Shape;451;p35"/>
          <p:cNvSpPr txBox="1"/>
          <p:nvPr>
            <p:ph idx="6" type="subTitle"/>
          </p:nvPr>
        </p:nvSpPr>
        <p:spPr>
          <a:xfrm>
            <a:off x="5867144" y="1837100"/>
            <a:ext cx="1930800" cy="66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Sansita"/>
                <a:ea typeface="Sansita"/>
                <a:cs typeface="Sansita"/>
                <a:sym typeface="Sansit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452" name="Google Shape;452;p35"/>
          <p:cNvGrpSpPr/>
          <p:nvPr/>
        </p:nvGrpSpPr>
        <p:grpSpPr>
          <a:xfrm>
            <a:off x="7899542" y="3856026"/>
            <a:ext cx="1062483" cy="1096997"/>
            <a:chOff x="7650917" y="3856026"/>
            <a:chExt cx="1062483" cy="1096997"/>
          </a:xfrm>
        </p:grpSpPr>
        <p:sp>
          <p:nvSpPr>
            <p:cNvPr id="453" name="Google Shape;453;p35"/>
            <p:cNvSpPr/>
            <p:nvPr/>
          </p:nvSpPr>
          <p:spPr>
            <a:xfrm>
              <a:off x="7797912" y="4898124"/>
              <a:ext cx="709800" cy="54900"/>
            </a:xfrm>
            <a:prstGeom prst="ellipse">
              <a:avLst/>
            </a:prstGeom>
            <a:solidFill>
              <a:srgbClr val="033342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54" name="Google Shape;454;p35"/>
            <p:cNvGrpSpPr/>
            <p:nvPr/>
          </p:nvGrpSpPr>
          <p:grpSpPr>
            <a:xfrm flipH="1">
              <a:off x="7650917" y="3856026"/>
              <a:ext cx="1062483" cy="1084667"/>
              <a:chOff x="5518825" y="5502600"/>
              <a:chExt cx="603375" cy="580750"/>
            </a:xfrm>
          </p:grpSpPr>
          <p:sp>
            <p:nvSpPr>
              <p:cNvPr id="455" name="Google Shape;455;p35"/>
              <p:cNvSpPr/>
              <p:nvPr/>
            </p:nvSpPr>
            <p:spPr>
              <a:xfrm>
                <a:off x="5518825" y="5502600"/>
                <a:ext cx="400075" cy="580750"/>
              </a:xfrm>
              <a:custGeom>
                <a:rect b="b" l="l" r="r" t="t"/>
                <a:pathLst>
                  <a:path extrusionOk="0" h="23230" w="16003">
                    <a:moveTo>
                      <a:pt x="10859" y="1"/>
                    </a:moveTo>
                    <a:cubicBezTo>
                      <a:pt x="7502" y="763"/>
                      <a:pt x="4597" y="2548"/>
                      <a:pt x="2668" y="5037"/>
                    </a:cubicBezTo>
                    <a:cubicBezTo>
                      <a:pt x="727" y="7549"/>
                      <a:pt x="1" y="10454"/>
                      <a:pt x="632" y="13228"/>
                    </a:cubicBezTo>
                    <a:cubicBezTo>
                      <a:pt x="1275" y="16014"/>
                      <a:pt x="3180" y="18312"/>
                      <a:pt x="6025" y="19729"/>
                    </a:cubicBezTo>
                    <a:cubicBezTo>
                      <a:pt x="7871" y="20646"/>
                      <a:pt x="9954" y="21110"/>
                      <a:pt x="12109" y="21110"/>
                    </a:cubicBezTo>
                    <a:cubicBezTo>
                      <a:pt x="12443" y="21110"/>
                      <a:pt x="12776" y="21098"/>
                      <a:pt x="13110" y="21075"/>
                    </a:cubicBezTo>
                    <a:lnTo>
                      <a:pt x="13110" y="21075"/>
                    </a:lnTo>
                    <a:lnTo>
                      <a:pt x="12824" y="22706"/>
                    </a:lnTo>
                    <a:lnTo>
                      <a:pt x="10788" y="22360"/>
                    </a:lnTo>
                    <a:lnTo>
                      <a:pt x="11216" y="23230"/>
                    </a:lnTo>
                    <a:lnTo>
                      <a:pt x="15574" y="23230"/>
                    </a:lnTo>
                    <a:lnTo>
                      <a:pt x="16003" y="22313"/>
                    </a:lnTo>
                    <a:lnTo>
                      <a:pt x="13907" y="22670"/>
                    </a:lnTo>
                    <a:lnTo>
                      <a:pt x="13538" y="21039"/>
                    </a:lnTo>
                    <a:cubicBezTo>
                      <a:pt x="14217" y="20979"/>
                      <a:pt x="14907" y="20860"/>
                      <a:pt x="15598" y="20705"/>
                    </a:cubicBezTo>
                    <a:lnTo>
                      <a:pt x="15455" y="20098"/>
                    </a:lnTo>
                    <a:cubicBezTo>
                      <a:pt x="14335" y="20355"/>
                      <a:pt x="13210" y="20483"/>
                      <a:pt x="12106" y="20483"/>
                    </a:cubicBezTo>
                    <a:cubicBezTo>
                      <a:pt x="10043" y="20483"/>
                      <a:pt x="8052" y="20038"/>
                      <a:pt x="6299" y="19170"/>
                    </a:cubicBezTo>
                    <a:cubicBezTo>
                      <a:pt x="3632" y="17848"/>
                      <a:pt x="1834" y="15681"/>
                      <a:pt x="1239" y="13097"/>
                    </a:cubicBezTo>
                    <a:cubicBezTo>
                      <a:pt x="644" y="10502"/>
                      <a:pt x="1334" y="7775"/>
                      <a:pt x="3156" y="5418"/>
                    </a:cubicBezTo>
                    <a:cubicBezTo>
                      <a:pt x="5001" y="3049"/>
                      <a:pt x="7787" y="1334"/>
                      <a:pt x="10990" y="608"/>
                    </a:cubicBezTo>
                    <a:lnTo>
                      <a:pt x="1085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6" name="Google Shape;456;p35"/>
              <p:cNvSpPr/>
              <p:nvPr/>
            </p:nvSpPr>
            <p:spPr>
              <a:xfrm>
                <a:off x="5575100" y="5527025"/>
                <a:ext cx="547100" cy="458400"/>
              </a:xfrm>
              <a:custGeom>
                <a:rect b="b" l="l" r="r" t="t"/>
                <a:pathLst>
                  <a:path extrusionOk="0" h="18336" w="21884">
                    <a:moveTo>
                      <a:pt x="11390" y="0"/>
                    </a:moveTo>
                    <a:cubicBezTo>
                      <a:pt x="10437" y="0"/>
                      <a:pt x="9459" y="108"/>
                      <a:pt x="8477" y="333"/>
                    </a:cubicBezTo>
                    <a:cubicBezTo>
                      <a:pt x="7251" y="607"/>
                      <a:pt x="6120" y="1048"/>
                      <a:pt x="5096" y="1619"/>
                    </a:cubicBezTo>
                    <a:lnTo>
                      <a:pt x="560" y="7227"/>
                    </a:lnTo>
                    <a:lnTo>
                      <a:pt x="0" y="10227"/>
                    </a:lnTo>
                    <a:lnTo>
                      <a:pt x="1286" y="13109"/>
                    </a:lnTo>
                    <a:lnTo>
                      <a:pt x="1667" y="15502"/>
                    </a:lnTo>
                    <a:cubicBezTo>
                      <a:pt x="2810" y="16752"/>
                      <a:pt x="4334" y="17704"/>
                      <a:pt x="6084" y="18252"/>
                    </a:cubicBezTo>
                    <a:lnTo>
                      <a:pt x="7822" y="18335"/>
                    </a:lnTo>
                    <a:lnTo>
                      <a:pt x="11132" y="17419"/>
                    </a:lnTo>
                    <a:lnTo>
                      <a:pt x="13978" y="16823"/>
                    </a:lnTo>
                    <a:lnTo>
                      <a:pt x="17478" y="16240"/>
                    </a:lnTo>
                    <a:cubicBezTo>
                      <a:pt x="20288" y="14097"/>
                      <a:pt x="21884" y="10906"/>
                      <a:pt x="21479" y="7691"/>
                    </a:cubicBezTo>
                    <a:lnTo>
                      <a:pt x="18729" y="3095"/>
                    </a:lnTo>
                    <a:lnTo>
                      <a:pt x="15133" y="583"/>
                    </a:lnTo>
                    <a:cubicBezTo>
                      <a:pt x="13967" y="204"/>
                      <a:pt x="12702" y="0"/>
                      <a:pt x="1139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7" name="Google Shape;457;p35"/>
              <p:cNvSpPr/>
              <p:nvPr/>
            </p:nvSpPr>
            <p:spPr>
              <a:xfrm>
                <a:off x="5727200" y="5908950"/>
                <a:ext cx="284875" cy="88100"/>
              </a:xfrm>
              <a:custGeom>
                <a:rect b="b" l="l" r="r" t="t"/>
                <a:pathLst>
                  <a:path extrusionOk="0" h="3524" w="11395">
                    <a:moveTo>
                      <a:pt x="8679" y="0"/>
                    </a:moveTo>
                    <a:cubicBezTo>
                      <a:pt x="6842" y="0"/>
                      <a:pt x="4693" y="745"/>
                      <a:pt x="3358" y="1439"/>
                    </a:cubicBezTo>
                    <a:cubicBezTo>
                      <a:pt x="2500" y="1880"/>
                      <a:pt x="1667" y="2332"/>
                      <a:pt x="798" y="2713"/>
                    </a:cubicBezTo>
                    <a:cubicBezTo>
                      <a:pt x="548" y="2808"/>
                      <a:pt x="274" y="2916"/>
                      <a:pt x="0" y="2975"/>
                    </a:cubicBezTo>
                    <a:cubicBezTo>
                      <a:pt x="1132" y="3334"/>
                      <a:pt x="2352" y="3524"/>
                      <a:pt x="3615" y="3524"/>
                    </a:cubicBezTo>
                    <a:cubicBezTo>
                      <a:pt x="4571" y="3524"/>
                      <a:pt x="5552" y="3415"/>
                      <a:pt x="6537" y="3189"/>
                    </a:cubicBezTo>
                    <a:cubicBezTo>
                      <a:pt x="8382" y="2773"/>
                      <a:pt x="10025" y="1987"/>
                      <a:pt x="11394" y="963"/>
                    </a:cubicBezTo>
                    <a:cubicBezTo>
                      <a:pt x="10759" y="265"/>
                      <a:pt x="9774" y="0"/>
                      <a:pt x="86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8" name="Google Shape;458;p35"/>
              <p:cNvSpPr/>
              <p:nvPr/>
            </p:nvSpPr>
            <p:spPr>
              <a:xfrm>
                <a:off x="5546525" y="5567500"/>
                <a:ext cx="180700" cy="347075"/>
              </a:xfrm>
              <a:custGeom>
                <a:rect b="b" l="l" r="r" t="t"/>
                <a:pathLst>
                  <a:path extrusionOk="0" h="13883" w="7228">
                    <a:moveTo>
                      <a:pt x="6239" y="0"/>
                    </a:moveTo>
                    <a:cubicBezTo>
                      <a:pt x="2274" y="2191"/>
                      <a:pt x="0" y="6275"/>
                      <a:pt x="905" y="10251"/>
                    </a:cubicBezTo>
                    <a:cubicBezTo>
                      <a:pt x="1215" y="11632"/>
                      <a:pt x="1893" y="12859"/>
                      <a:pt x="2810" y="13883"/>
                    </a:cubicBezTo>
                    <a:cubicBezTo>
                      <a:pt x="2893" y="13609"/>
                      <a:pt x="3036" y="13359"/>
                      <a:pt x="3179" y="13156"/>
                    </a:cubicBezTo>
                    <a:cubicBezTo>
                      <a:pt x="3798" y="12216"/>
                      <a:pt x="5001" y="11704"/>
                      <a:pt x="4977" y="10418"/>
                    </a:cubicBezTo>
                    <a:cubicBezTo>
                      <a:pt x="4917" y="8573"/>
                      <a:pt x="1703" y="9894"/>
                      <a:pt x="1619" y="8049"/>
                    </a:cubicBezTo>
                    <a:cubicBezTo>
                      <a:pt x="1589" y="7321"/>
                      <a:pt x="1909" y="7123"/>
                      <a:pt x="2336" y="7123"/>
                    </a:cubicBezTo>
                    <a:cubicBezTo>
                      <a:pt x="2847" y="7123"/>
                      <a:pt x="3511" y="7408"/>
                      <a:pt x="3909" y="7408"/>
                    </a:cubicBezTo>
                    <a:cubicBezTo>
                      <a:pt x="4098" y="7408"/>
                      <a:pt x="4226" y="7344"/>
                      <a:pt x="4251" y="7156"/>
                    </a:cubicBezTo>
                    <a:cubicBezTo>
                      <a:pt x="4298" y="6810"/>
                      <a:pt x="3465" y="6310"/>
                      <a:pt x="3298" y="6001"/>
                    </a:cubicBezTo>
                    <a:cubicBezTo>
                      <a:pt x="2965" y="5334"/>
                      <a:pt x="3465" y="4917"/>
                      <a:pt x="4072" y="4715"/>
                    </a:cubicBezTo>
                    <a:cubicBezTo>
                      <a:pt x="5251" y="4322"/>
                      <a:pt x="6679" y="4524"/>
                      <a:pt x="7013" y="2989"/>
                    </a:cubicBezTo>
                    <a:cubicBezTo>
                      <a:pt x="7227" y="1977"/>
                      <a:pt x="6799" y="953"/>
                      <a:pt x="623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9" name="Google Shape;459;p35"/>
              <p:cNvSpPr/>
              <p:nvPr/>
            </p:nvSpPr>
            <p:spPr>
              <a:xfrm>
                <a:off x="5913225" y="5541600"/>
                <a:ext cx="198850" cy="317400"/>
              </a:xfrm>
              <a:custGeom>
                <a:rect b="b" l="l" r="r" t="t"/>
                <a:pathLst>
                  <a:path extrusionOk="0" h="12696" w="7954">
                    <a:moveTo>
                      <a:pt x="1608" y="0"/>
                    </a:moveTo>
                    <a:cubicBezTo>
                      <a:pt x="1667" y="524"/>
                      <a:pt x="1834" y="1060"/>
                      <a:pt x="2048" y="1512"/>
                    </a:cubicBezTo>
                    <a:cubicBezTo>
                      <a:pt x="2418" y="2286"/>
                      <a:pt x="2977" y="2096"/>
                      <a:pt x="3727" y="2286"/>
                    </a:cubicBezTo>
                    <a:cubicBezTo>
                      <a:pt x="4311" y="2429"/>
                      <a:pt x="5073" y="2727"/>
                      <a:pt x="4846" y="3429"/>
                    </a:cubicBezTo>
                    <a:cubicBezTo>
                      <a:pt x="4584" y="4322"/>
                      <a:pt x="3703" y="4894"/>
                      <a:pt x="3191" y="5620"/>
                    </a:cubicBezTo>
                    <a:cubicBezTo>
                      <a:pt x="2072" y="7215"/>
                      <a:pt x="1" y="10228"/>
                      <a:pt x="2275" y="11764"/>
                    </a:cubicBezTo>
                    <a:cubicBezTo>
                      <a:pt x="2992" y="12225"/>
                      <a:pt x="4002" y="12695"/>
                      <a:pt x="4914" y="12695"/>
                    </a:cubicBezTo>
                    <a:cubicBezTo>
                      <a:pt x="5061" y="12695"/>
                      <a:pt x="5206" y="12683"/>
                      <a:pt x="5346" y="12657"/>
                    </a:cubicBezTo>
                    <a:cubicBezTo>
                      <a:pt x="6406" y="12466"/>
                      <a:pt x="5882" y="11597"/>
                      <a:pt x="5466" y="11061"/>
                    </a:cubicBezTo>
                    <a:cubicBezTo>
                      <a:pt x="4930" y="10287"/>
                      <a:pt x="4168" y="9073"/>
                      <a:pt x="4965" y="8239"/>
                    </a:cubicBezTo>
                    <a:cubicBezTo>
                      <a:pt x="5668" y="7489"/>
                      <a:pt x="6847" y="7120"/>
                      <a:pt x="7954" y="7108"/>
                    </a:cubicBezTo>
                    <a:cubicBezTo>
                      <a:pt x="7918" y="6858"/>
                      <a:pt x="7871" y="6608"/>
                      <a:pt x="7811" y="6346"/>
                    </a:cubicBezTo>
                    <a:cubicBezTo>
                      <a:pt x="7121" y="3310"/>
                      <a:pt x="4715" y="1024"/>
                      <a:pt x="160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60" name="Google Shape;460;p35"/>
          <p:cNvGrpSpPr/>
          <p:nvPr/>
        </p:nvGrpSpPr>
        <p:grpSpPr>
          <a:xfrm>
            <a:off x="153433" y="3969798"/>
            <a:ext cx="1448589" cy="1096968"/>
            <a:chOff x="153433" y="3969798"/>
            <a:chExt cx="1448589" cy="1096968"/>
          </a:xfrm>
        </p:grpSpPr>
        <p:sp>
          <p:nvSpPr>
            <p:cNvPr id="461" name="Google Shape;461;p35"/>
            <p:cNvSpPr/>
            <p:nvPr/>
          </p:nvSpPr>
          <p:spPr>
            <a:xfrm>
              <a:off x="522837" y="4953024"/>
              <a:ext cx="709800" cy="54900"/>
            </a:xfrm>
            <a:prstGeom prst="ellipse">
              <a:avLst/>
            </a:prstGeom>
            <a:solidFill>
              <a:srgbClr val="033342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62" name="Google Shape;462;p35"/>
            <p:cNvGrpSpPr/>
            <p:nvPr/>
          </p:nvGrpSpPr>
          <p:grpSpPr>
            <a:xfrm>
              <a:off x="153433" y="3969798"/>
              <a:ext cx="1448589" cy="1096968"/>
              <a:chOff x="3321225" y="6290500"/>
              <a:chExt cx="645050" cy="488475"/>
            </a:xfrm>
          </p:grpSpPr>
          <p:sp>
            <p:nvSpPr>
              <p:cNvPr id="463" name="Google Shape;463;p35"/>
              <p:cNvSpPr/>
              <p:nvPr/>
            </p:nvSpPr>
            <p:spPr>
              <a:xfrm>
                <a:off x="3321225" y="6290500"/>
                <a:ext cx="645050" cy="488475"/>
              </a:xfrm>
              <a:custGeom>
                <a:rect b="b" l="l" r="r" t="t"/>
                <a:pathLst>
                  <a:path extrusionOk="0" h="19539" w="25802">
                    <a:moveTo>
                      <a:pt x="16824" y="0"/>
                    </a:moveTo>
                    <a:lnTo>
                      <a:pt x="11752" y="5001"/>
                    </a:lnTo>
                    <a:lnTo>
                      <a:pt x="4883" y="2405"/>
                    </a:lnTo>
                    <a:lnTo>
                      <a:pt x="1" y="6513"/>
                    </a:lnTo>
                    <a:lnTo>
                      <a:pt x="3859" y="19538"/>
                    </a:lnTo>
                    <a:lnTo>
                      <a:pt x="9050" y="15919"/>
                    </a:lnTo>
                    <a:lnTo>
                      <a:pt x="15681" y="18264"/>
                    </a:lnTo>
                    <a:lnTo>
                      <a:pt x="19896" y="14050"/>
                    </a:lnTo>
                    <a:lnTo>
                      <a:pt x="25802" y="16038"/>
                    </a:lnTo>
                    <a:lnTo>
                      <a:pt x="23337" y="1751"/>
                    </a:lnTo>
                    <a:lnTo>
                      <a:pt x="1682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4" name="Google Shape;464;p35"/>
              <p:cNvSpPr/>
              <p:nvPr/>
            </p:nvSpPr>
            <p:spPr>
              <a:xfrm>
                <a:off x="3356350" y="6321150"/>
                <a:ext cx="591775" cy="436100"/>
              </a:xfrm>
              <a:custGeom>
                <a:rect b="b" l="l" r="r" t="t"/>
                <a:pathLst>
                  <a:path extrusionOk="0" h="17444" w="23671">
                    <a:moveTo>
                      <a:pt x="14872" y="1"/>
                    </a:moveTo>
                    <a:lnTo>
                      <a:pt x="10383" y="4263"/>
                    </a:lnTo>
                    <a:lnTo>
                      <a:pt x="9585" y="3977"/>
                    </a:lnTo>
                    <a:lnTo>
                      <a:pt x="5002" y="4858"/>
                    </a:lnTo>
                    <a:lnTo>
                      <a:pt x="4347" y="4358"/>
                    </a:lnTo>
                    <a:lnTo>
                      <a:pt x="1" y="7918"/>
                    </a:lnTo>
                    <a:lnTo>
                      <a:pt x="2823" y="17443"/>
                    </a:lnTo>
                    <a:lnTo>
                      <a:pt x="7454" y="14002"/>
                    </a:lnTo>
                    <a:lnTo>
                      <a:pt x="9121" y="14657"/>
                    </a:lnTo>
                    <a:lnTo>
                      <a:pt x="18229" y="12455"/>
                    </a:lnTo>
                    <a:lnTo>
                      <a:pt x="18396" y="12276"/>
                    </a:lnTo>
                    <a:lnTo>
                      <a:pt x="23671" y="13693"/>
                    </a:lnTo>
                    <a:lnTo>
                      <a:pt x="22658" y="8025"/>
                    </a:lnTo>
                    <a:cubicBezTo>
                      <a:pt x="22635" y="8014"/>
                      <a:pt x="22599" y="8002"/>
                      <a:pt x="22575" y="7990"/>
                    </a:cubicBezTo>
                    <a:lnTo>
                      <a:pt x="20623" y="2346"/>
                    </a:lnTo>
                    <a:lnTo>
                      <a:pt x="16646" y="1263"/>
                    </a:lnTo>
                    <a:lnTo>
                      <a:pt x="1487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5" name="Google Shape;465;p35"/>
              <p:cNvSpPr/>
              <p:nvPr/>
            </p:nvSpPr>
            <p:spPr>
              <a:xfrm>
                <a:off x="3584375" y="6505575"/>
                <a:ext cx="229800" cy="230525"/>
              </a:xfrm>
              <a:custGeom>
                <a:rect b="b" l="l" r="r" t="t"/>
                <a:pathLst>
                  <a:path extrusionOk="0" h="9221" w="9192">
                    <a:moveTo>
                      <a:pt x="5374" y="1"/>
                    </a:moveTo>
                    <a:cubicBezTo>
                      <a:pt x="4795" y="1"/>
                      <a:pt x="4238" y="65"/>
                      <a:pt x="3786" y="160"/>
                    </a:cubicBezTo>
                    <a:cubicBezTo>
                      <a:pt x="2739" y="375"/>
                      <a:pt x="1322" y="827"/>
                      <a:pt x="834" y="1887"/>
                    </a:cubicBezTo>
                    <a:cubicBezTo>
                      <a:pt x="536" y="2482"/>
                      <a:pt x="476" y="3089"/>
                      <a:pt x="1226" y="3184"/>
                    </a:cubicBezTo>
                    <a:cubicBezTo>
                      <a:pt x="1281" y="3190"/>
                      <a:pt x="1338" y="3192"/>
                      <a:pt x="1398" y="3192"/>
                    </a:cubicBezTo>
                    <a:cubicBezTo>
                      <a:pt x="1665" y="3192"/>
                      <a:pt x="1977" y="3145"/>
                      <a:pt x="2275" y="3145"/>
                    </a:cubicBezTo>
                    <a:cubicBezTo>
                      <a:pt x="2605" y="3145"/>
                      <a:pt x="2916" y="3203"/>
                      <a:pt x="3131" y="3446"/>
                    </a:cubicBezTo>
                    <a:cubicBezTo>
                      <a:pt x="3524" y="3899"/>
                      <a:pt x="3131" y="4804"/>
                      <a:pt x="2703" y="5113"/>
                    </a:cubicBezTo>
                    <a:cubicBezTo>
                      <a:pt x="2498" y="5269"/>
                      <a:pt x="2307" y="5338"/>
                      <a:pt x="2133" y="5338"/>
                    </a:cubicBezTo>
                    <a:cubicBezTo>
                      <a:pt x="1802" y="5338"/>
                      <a:pt x="1538" y="5083"/>
                      <a:pt x="1381" y="4685"/>
                    </a:cubicBezTo>
                    <a:cubicBezTo>
                      <a:pt x="1278" y="4376"/>
                      <a:pt x="1183" y="4154"/>
                      <a:pt x="1087" y="4154"/>
                    </a:cubicBezTo>
                    <a:cubicBezTo>
                      <a:pt x="1016" y="4154"/>
                      <a:pt x="945" y="4273"/>
                      <a:pt x="869" y="4566"/>
                    </a:cubicBezTo>
                    <a:cubicBezTo>
                      <a:pt x="667" y="5292"/>
                      <a:pt x="488" y="6471"/>
                      <a:pt x="0" y="7268"/>
                    </a:cubicBezTo>
                    <a:lnTo>
                      <a:pt x="5001" y="9221"/>
                    </a:lnTo>
                    <a:lnTo>
                      <a:pt x="9108" y="5078"/>
                    </a:lnTo>
                    <a:cubicBezTo>
                      <a:pt x="9120" y="4947"/>
                      <a:pt x="9120" y="4816"/>
                      <a:pt x="9132" y="4685"/>
                    </a:cubicBezTo>
                    <a:cubicBezTo>
                      <a:pt x="9156" y="3637"/>
                      <a:pt x="9192" y="2161"/>
                      <a:pt x="8561" y="1220"/>
                    </a:cubicBezTo>
                    <a:cubicBezTo>
                      <a:pt x="7944" y="296"/>
                      <a:pt x="6610" y="1"/>
                      <a:pt x="537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6" name="Google Shape;466;p35"/>
              <p:cNvSpPr/>
              <p:nvPr/>
            </p:nvSpPr>
            <p:spPr>
              <a:xfrm>
                <a:off x="3338200" y="6368175"/>
                <a:ext cx="257800" cy="298275"/>
              </a:xfrm>
              <a:custGeom>
                <a:rect b="b" l="l" r="r" t="t"/>
                <a:pathLst>
                  <a:path extrusionOk="0" h="11931" w="10312">
                    <a:moveTo>
                      <a:pt x="4251" y="1"/>
                    </a:moveTo>
                    <a:lnTo>
                      <a:pt x="1" y="3573"/>
                    </a:lnTo>
                    <a:lnTo>
                      <a:pt x="727" y="6037"/>
                    </a:lnTo>
                    <a:cubicBezTo>
                      <a:pt x="1040" y="5956"/>
                      <a:pt x="1370" y="5911"/>
                      <a:pt x="1681" y="5911"/>
                    </a:cubicBezTo>
                    <a:cubicBezTo>
                      <a:pt x="2279" y="5911"/>
                      <a:pt x="2805" y="6078"/>
                      <a:pt x="3001" y="6478"/>
                    </a:cubicBezTo>
                    <a:cubicBezTo>
                      <a:pt x="3144" y="6775"/>
                      <a:pt x="2787" y="7895"/>
                      <a:pt x="3120" y="8038"/>
                    </a:cubicBezTo>
                    <a:cubicBezTo>
                      <a:pt x="3149" y="8055"/>
                      <a:pt x="3177" y="8063"/>
                      <a:pt x="3203" y="8063"/>
                    </a:cubicBezTo>
                    <a:cubicBezTo>
                      <a:pt x="3554" y="8063"/>
                      <a:pt x="3669" y="6607"/>
                      <a:pt x="3692" y="6418"/>
                    </a:cubicBezTo>
                    <a:cubicBezTo>
                      <a:pt x="3870" y="5537"/>
                      <a:pt x="4263" y="4728"/>
                      <a:pt x="5204" y="4489"/>
                    </a:cubicBezTo>
                    <a:cubicBezTo>
                      <a:pt x="5357" y="4448"/>
                      <a:pt x="5534" y="4424"/>
                      <a:pt x="5716" y="4424"/>
                    </a:cubicBezTo>
                    <a:cubicBezTo>
                      <a:pt x="6213" y="4424"/>
                      <a:pt x="6744" y="4599"/>
                      <a:pt x="6918" y="5061"/>
                    </a:cubicBezTo>
                    <a:cubicBezTo>
                      <a:pt x="7156" y="5728"/>
                      <a:pt x="6311" y="6323"/>
                      <a:pt x="5954" y="6775"/>
                    </a:cubicBezTo>
                    <a:cubicBezTo>
                      <a:pt x="5287" y="7502"/>
                      <a:pt x="4596" y="8526"/>
                      <a:pt x="4299" y="9466"/>
                    </a:cubicBezTo>
                    <a:cubicBezTo>
                      <a:pt x="3852" y="10818"/>
                      <a:pt x="4532" y="11931"/>
                      <a:pt x="5736" y="11931"/>
                    </a:cubicBezTo>
                    <a:cubicBezTo>
                      <a:pt x="6007" y="11931"/>
                      <a:pt x="6304" y="11875"/>
                      <a:pt x="6620" y="11752"/>
                    </a:cubicBezTo>
                    <a:cubicBezTo>
                      <a:pt x="8371" y="11086"/>
                      <a:pt x="8275" y="9192"/>
                      <a:pt x="8275" y="7597"/>
                    </a:cubicBezTo>
                    <a:cubicBezTo>
                      <a:pt x="8275" y="6752"/>
                      <a:pt x="8240" y="5906"/>
                      <a:pt x="8549" y="5120"/>
                    </a:cubicBezTo>
                    <a:cubicBezTo>
                      <a:pt x="8823" y="4430"/>
                      <a:pt x="9359" y="3942"/>
                      <a:pt x="9752" y="3311"/>
                    </a:cubicBezTo>
                    <a:cubicBezTo>
                      <a:pt x="10002" y="2930"/>
                      <a:pt x="10180" y="2513"/>
                      <a:pt x="10311" y="2096"/>
                    </a:cubicBezTo>
                    <a:lnTo>
                      <a:pt x="425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7" name="Google Shape;467;p35"/>
              <p:cNvSpPr/>
              <p:nvPr/>
            </p:nvSpPr>
            <p:spPr>
              <a:xfrm>
                <a:off x="3682900" y="6303300"/>
                <a:ext cx="239925" cy="227075"/>
              </a:xfrm>
              <a:custGeom>
                <a:rect b="b" l="l" r="r" t="t"/>
                <a:pathLst>
                  <a:path extrusionOk="0" h="9083" w="9597">
                    <a:moveTo>
                      <a:pt x="2572" y="0"/>
                    </a:moveTo>
                    <a:lnTo>
                      <a:pt x="1810" y="715"/>
                    </a:lnTo>
                    <a:cubicBezTo>
                      <a:pt x="1774" y="917"/>
                      <a:pt x="1643" y="1108"/>
                      <a:pt x="1453" y="1358"/>
                    </a:cubicBezTo>
                    <a:cubicBezTo>
                      <a:pt x="822" y="2131"/>
                      <a:pt x="0" y="3072"/>
                      <a:pt x="1000" y="3917"/>
                    </a:cubicBezTo>
                    <a:cubicBezTo>
                      <a:pt x="1417" y="4282"/>
                      <a:pt x="1934" y="4464"/>
                      <a:pt x="2479" y="4464"/>
                    </a:cubicBezTo>
                    <a:cubicBezTo>
                      <a:pt x="2557" y="4464"/>
                      <a:pt x="2636" y="4461"/>
                      <a:pt x="2715" y="4453"/>
                    </a:cubicBezTo>
                    <a:cubicBezTo>
                      <a:pt x="3596" y="4370"/>
                      <a:pt x="3322" y="4036"/>
                      <a:pt x="3500" y="3405"/>
                    </a:cubicBezTo>
                    <a:cubicBezTo>
                      <a:pt x="3620" y="3024"/>
                      <a:pt x="3940" y="2934"/>
                      <a:pt x="4295" y="2934"/>
                    </a:cubicBezTo>
                    <a:cubicBezTo>
                      <a:pt x="4473" y="2934"/>
                      <a:pt x="4659" y="2957"/>
                      <a:pt x="4834" y="2977"/>
                    </a:cubicBezTo>
                    <a:cubicBezTo>
                      <a:pt x="5429" y="3096"/>
                      <a:pt x="5977" y="3167"/>
                      <a:pt x="5798" y="3822"/>
                    </a:cubicBezTo>
                    <a:cubicBezTo>
                      <a:pt x="5548" y="4763"/>
                      <a:pt x="5036" y="5632"/>
                      <a:pt x="4739" y="6537"/>
                    </a:cubicBezTo>
                    <a:cubicBezTo>
                      <a:pt x="4251" y="7894"/>
                      <a:pt x="5036" y="8442"/>
                      <a:pt x="6215" y="8894"/>
                    </a:cubicBezTo>
                    <a:cubicBezTo>
                      <a:pt x="6455" y="8970"/>
                      <a:pt x="6796" y="9083"/>
                      <a:pt x="7092" y="9083"/>
                    </a:cubicBezTo>
                    <a:cubicBezTo>
                      <a:pt x="7353" y="9083"/>
                      <a:pt x="7578" y="8995"/>
                      <a:pt x="7668" y="8716"/>
                    </a:cubicBezTo>
                    <a:cubicBezTo>
                      <a:pt x="7811" y="8323"/>
                      <a:pt x="7394" y="7715"/>
                      <a:pt x="7215" y="7382"/>
                    </a:cubicBezTo>
                    <a:cubicBezTo>
                      <a:pt x="6903" y="6791"/>
                      <a:pt x="6215" y="5011"/>
                      <a:pt x="7419" y="5011"/>
                    </a:cubicBezTo>
                    <a:cubicBezTo>
                      <a:pt x="7500" y="5011"/>
                      <a:pt x="7591" y="5019"/>
                      <a:pt x="7691" y="5037"/>
                    </a:cubicBezTo>
                    <a:cubicBezTo>
                      <a:pt x="8596" y="5179"/>
                      <a:pt x="7632" y="6965"/>
                      <a:pt x="8120" y="7656"/>
                    </a:cubicBezTo>
                    <a:cubicBezTo>
                      <a:pt x="8501" y="8192"/>
                      <a:pt x="9013" y="8537"/>
                      <a:pt x="9596" y="8739"/>
                    </a:cubicBezTo>
                    <a:lnTo>
                      <a:pt x="8323" y="1655"/>
                    </a:lnTo>
                    <a:lnTo>
                      <a:pt x="257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" name="Google Shape;468;p35"/>
              <p:cNvSpPr/>
              <p:nvPr/>
            </p:nvSpPr>
            <p:spPr>
              <a:xfrm>
                <a:off x="3355475" y="6296150"/>
                <a:ext cx="581050" cy="443825"/>
              </a:xfrm>
              <a:custGeom>
                <a:rect b="b" l="l" r="r" t="t"/>
                <a:pathLst>
                  <a:path extrusionOk="0" h="17753" w="23242">
                    <a:moveTo>
                      <a:pt x="16371" y="3775"/>
                    </a:moveTo>
                    <a:lnTo>
                      <a:pt x="17538" y="9156"/>
                    </a:lnTo>
                    <a:lnTo>
                      <a:pt x="12752" y="12716"/>
                    </a:lnTo>
                    <a:lnTo>
                      <a:pt x="11263" y="7692"/>
                    </a:lnTo>
                    <a:lnTo>
                      <a:pt x="16371" y="3775"/>
                    </a:lnTo>
                    <a:close/>
                    <a:moveTo>
                      <a:pt x="4703" y="6097"/>
                    </a:moveTo>
                    <a:lnTo>
                      <a:pt x="11144" y="7716"/>
                    </a:lnTo>
                    <a:lnTo>
                      <a:pt x="12633" y="12728"/>
                    </a:lnTo>
                    <a:lnTo>
                      <a:pt x="12633" y="12728"/>
                    </a:lnTo>
                    <a:lnTo>
                      <a:pt x="6299" y="11061"/>
                    </a:lnTo>
                    <a:lnTo>
                      <a:pt x="4703" y="6097"/>
                    </a:lnTo>
                    <a:close/>
                    <a:moveTo>
                      <a:pt x="15669" y="1"/>
                    </a:moveTo>
                    <a:lnTo>
                      <a:pt x="15550" y="24"/>
                    </a:lnTo>
                    <a:lnTo>
                      <a:pt x="16347" y="3644"/>
                    </a:lnTo>
                    <a:lnTo>
                      <a:pt x="11228" y="7573"/>
                    </a:lnTo>
                    <a:lnTo>
                      <a:pt x="10442" y="4954"/>
                    </a:lnTo>
                    <a:lnTo>
                      <a:pt x="10335" y="4989"/>
                    </a:lnTo>
                    <a:lnTo>
                      <a:pt x="11097" y="7585"/>
                    </a:lnTo>
                    <a:lnTo>
                      <a:pt x="4656" y="5966"/>
                    </a:lnTo>
                    <a:lnTo>
                      <a:pt x="3584" y="2620"/>
                    </a:lnTo>
                    <a:lnTo>
                      <a:pt x="3477" y="2668"/>
                    </a:lnTo>
                    <a:lnTo>
                      <a:pt x="4548" y="5989"/>
                    </a:lnTo>
                    <a:lnTo>
                      <a:pt x="0" y="9776"/>
                    </a:lnTo>
                    <a:lnTo>
                      <a:pt x="72" y="9871"/>
                    </a:lnTo>
                    <a:lnTo>
                      <a:pt x="4584" y="6120"/>
                    </a:lnTo>
                    <a:lnTo>
                      <a:pt x="6180" y="11085"/>
                    </a:lnTo>
                    <a:lnTo>
                      <a:pt x="1369" y="14478"/>
                    </a:lnTo>
                    <a:lnTo>
                      <a:pt x="1441" y="14586"/>
                    </a:lnTo>
                    <a:lnTo>
                      <a:pt x="6215" y="11204"/>
                    </a:lnTo>
                    <a:lnTo>
                      <a:pt x="7561" y="15383"/>
                    </a:lnTo>
                    <a:lnTo>
                      <a:pt x="7668" y="15348"/>
                    </a:lnTo>
                    <a:lnTo>
                      <a:pt x="6334" y="11192"/>
                    </a:lnTo>
                    <a:lnTo>
                      <a:pt x="12668" y="12871"/>
                    </a:lnTo>
                    <a:lnTo>
                      <a:pt x="14133" y="17753"/>
                    </a:lnTo>
                    <a:lnTo>
                      <a:pt x="14240" y="17729"/>
                    </a:lnTo>
                    <a:lnTo>
                      <a:pt x="12787" y="12847"/>
                    </a:lnTo>
                    <a:lnTo>
                      <a:pt x="17574" y="9287"/>
                    </a:lnTo>
                    <a:lnTo>
                      <a:pt x="18514" y="13586"/>
                    </a:lnTo>
                    <a:lnTo>
                      <a:pt x="18622" y="13562"/>
                    </a:lnTo>
                    <a:lnTo>
                      <a:pt x="17693" y="9264"/>
                    </a:lnTo>
                    <a:lnTo>
                      <a:pt x="17693" y="9264"/>
                    </a:lnTo>
                    <a:lnTo>
                      <a:pt x="23217" y="10442"/>
                    </a:lnTo>
                    <a:lnTo>
                      <a:pt x="23241" y="10323"/>
                    </a:lnTo>
                    <a:lnTo>
                      <a:pt x="17657" y="9133"/>
                    </a:lnTo>
                    <a:lnTo>
                      <a:pt x="16490" y="3739"/>
                    </a:lnTo>
                    <a:lnTo>
                      <a:pt x="22158" y="4656"/>
                    </a:lnTo>
                    <a:lnTo>
                      <a:pt x="22182" y="4537"/>
                    </a:lnTo>
                    <a:lnTo>
                      <a:pt x="16467" y="3620"/>
                    </a:lnTo>
                    <a:lnTo>
                      <a:pt x="1566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9" name="Google Shape;469;p35"/>
              <p:cNvSpPr/>
              <p:nvPr/>
            </p:nvSpPr>
            <p:spPr>
              <a:xfrm>
                <a:off x="3355475" y="6475250"/>
                <a:ext cx="31875" cy="26900"/>
              </a:xfrm>
              <a:custGeom>
                <a:rect b="b" l="l" r="r" t="t"/>
                <a:pathLst>
                  <a:path extrusionOk="0" h="1076" w="1275">
                    <a:moveTo>
                      <a:pt x="705" y="128"/>
                    </a:moveTo>
                    <a:cubicBezTo>
                      <a:pt x="755" y="128"/>
                      <a:pt x="805" y="162"/>
                      <a:pt x="834" y="218"/>
                    </a:cubicBezTo>
                    <a:cubicBezTo>
                      <a:pt x="869" y="290"/>
                      <a:pt x="857" y="361"/>
                      <a:pt x="810" y="397"/>
                    </a:cubicBezTo>
                    <a:cubicBezTo>
                      <a:pt x="800" y="402"/>
                      <a:pt x="789" y="404"/>
                      <a:pt x="777" y="404"/>
                    </a:cubicBezTo>
                    <a:cubicBezTo>
                      <a:pt x="733" y="404"/>
                      <a:pt x="681" y="370"/>
                      <a:pt x="643" y="314"/>
                    </a:cubicBezTo>
                    <a:cubicBezTo>
                      <a:pt x="607" y="242"/>
                      <a:pt x="619" y="171"/>
                      <a:pt x="667" y="135"/>
                    </a:cubicBezTo>
                    <a:cubicBezTo>
                      <a:pt x="679" y="130"/>
                      <a:pt x="692" y="128"/>
                      <a:pt x="705" y="128"/>
                    </a:cubicBezTo>
                    <a:close/>
                    <a:moveTo>
                      <a:pt x="827" y="1"/>
                    </a:moveTo>
                    <a:cubicBezTo>
                      <a:pt x="767" y="1"/>
                      <a:pt x="694" y="20"/>
                      <a:pt x="607" y="64"/>
                    </a:cubicBezTo>
                    <a:cubicBezTo>
                      <a:pt x="0" y="361"/>
                      <a:pt x="1024" y="1076"/>
                      <a:pt x="1024" y="1076"/>
                    </a:cubicBezTo>
                    <a:cubicBezTo>
                      <a:pt x="1024" y="1076"/>
                      <a:pt x="1274" y="1"/>
                      <a:pt x="82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0" name="Google Shape;470;p35"/>
              <p:cNvSpPr/>
              <p:nvPr/>
            </p:nvSpPr>
            <p:spPr>
              <a:xfrm>
                <a:off x="3832025" y="6493900"/>
                <a:ext cx="34775" cy="27300"/>
              </a:xfrm>
              <a:custGeom>
                <a:rect b="b" l="l" r="r" t="t"/>
                <a:pathLst>
                  <a:path extrusionOk="0" h="1092" w="1391">
                    <a:moveTo>
                      <a:pt x="730" y="102"/>
                    </a:moveTo>
                    <a:cubicBezTo>
                      <a:pt x="776" y="102"/>
                      <a:pt x="835" y="148"/>
                      <a:pt x="845" y="222"/>
                    </a:cubicBezTo>
                    <a:cubicBezTo>
                      <a:pt x="869" y="294"/>
                      <a:pt x="845" y="377"/>
                      <a:pt x="786" y="389"/>
                    </a:cubicBezTo>
                    <a:cubicBezTo>
                      <a:pt x="780" y="390"/>
                      <a:pt x="774" y="391"/>
                      <a:pt x="768" y="391"/>
                    </a:cubicBezTo>
                    <a:cubicBezTo>
                      <a:pt x="715" y="391"/>
                      <a:pt x="664" y="345"/>
                      <a:pt x="643" y="270"/>
                    </a:cubicBezTo>
                    <a:cubicBezTo>
                      <a:pt x="631" y="199"/>
                      <a:pt x="655" y="127"/>
                      <a:pt x="714" y="103"/>
                    </a:cubicBezTo>
                    <a:cubicBezTo>
                      <a:pt x="719" y="102"/>
                      <a:pt x="724" y="102"/>
                      <a:pt x="730" y="102"/>
                    </a:cubicBezTo>
                    <a:close/>
                    <a:moveTo>
                      <a:pt x="817" y="0"/>
                    </a:moveTo>
                    <a:cubicBezTo>
                      <a:pt x="773" y="0"/>
                      <a:pt x="724" y="7"/>
                      <a:pt x="667" y="20"/>
                    </a:cubicBezTo>
                    <a:cubicBezTo>
                      <a:pt x="0" y="175"/>
                      <a:pt x="845" y="1092"/>
                      <a:pt x="845" y="1092"/>
                    </a:cubicBezTo>
                    <a:cubicBezTo>
                      <a:pt x="845" y="1092"/>
                      <a:pt x="1391" y="0"/>
                      <a:pt x="81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1" name="Google Shape;471;p35"/>
              <p:cNvSpPr/>
              <p:nvPr/>
            </p:nvSpPr>
            <p:spPr>
              <a:xfrm>
                <a:off x="3704925" y="6362225"/>
                <a:ext cx="31900" cy="26825"/>
              </a:xfrm>
              <a:custGeom>
                <a:rect b="b" l="l" r="r" t="t"/>
                <a:pathLst>
                  <a:path extrusionOk="0" h="1073" w="1276">
                    <a:moveTo>
                      <a:pt x="716" y="130"/>
                    </a:moveTo>
                    <a:cubicBezTo>
                      <a:pt x="762" y="130"/>
                      <a:pt x="807" y="163"/>
                      <a:pt x="834" y="215"/>
                    </a:cubicBezTo>
                    <a:cubicBezTo>
                      <a:pt x="869" y="286"/>
                      <a:pt x="857" y="370"/>
                      <a:pt x="810" y="394"/>
                    </a:cubicBezTo>
                    <a:cubicBezTo>
                      <a:pt x="800" y="399"/>
                      <a:pt x="788" y="401"/>
                      <a:pt x="777" y="401"/>
                    </a:cubicBezTo>
                    <a:cubicBezTo>
                      <a:pt x="733" y="401"/>
                      <a:pt x="683" y="369"/>
                      <a:pt x="655" y="322"/>
                    </a:cubicBezTo>
                    <a:cubicBezTo>
                      <a:pt x="607" y="251"/>
                      <a:pt x="619" y="167"/>
                      <a:pt x="667" y="144"/>
                    </a:cubicBezTo>
                    <a:cubicBezTo>
                      <a:pt x="683" y="134"/>
                      <a:pt x="700" y="130"/>
                      <a:pt x="716" y="130"/>
                    </a:cubicBezTo>
                    <a:close/>
                    <a:moveTo>
                      <a:pt x="823" y="1"/>
                    </a:moveTo>
                    <a:cubicBezTo>
                      <a:pt x="764" y="1"/>
                      <a:pt x="692" y="19"/>
                      <a:pt x="607" y="60"/>
                    </a:cubicBezTo>
                    <a:cubicBezTo>
                      <a:pt x="0" y="370"/>
                      <a:pt x="1024" y="1072"/>
                      <a:pt x="1024" y="1072"/>
                    </a:cubicBezTo>
                    <a:cubicBezTo>
                      <a:pt x="1024" y="1072"/>
                      <a:pt x="1276" y="1"/>
                      <a:pt x="82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2" name="Google Shape;472;p35"/>
              <p:cNvSpPr/>
              <p:nvPr/>
            </p:nvSpPr>
            <p:spPr>
              <a:xfrm>
                <a:off x="3476025" y="6620825"/>
                <a:ext cx="31875" cy="26875"/>
              </a:xfrm>
              <a:custGeom>
                <a:rect b="b" l="l" r="r" t="t"/>
                <a:pathLst>
                  <a:path extrusionOk="0" h="1075" w="1275">
                    <a:moveTo>
                      <a:pt x="709" y="132"/>
                    </a:moveTo>
                    <a:cubicBezTo>
                      <a:pt x="751" y="132"/>
                      <a:pt x="799" y="165"/>
                      <a:pt x="834" y="218"/>
                    </a:cubicBezTo>
                    <a:cubicBezTo>
                      <a:pt x="869" y="289"/>
                      <a:pt x="857" y="360"/>
                      <a:pt x="810" y="396"/>
                    </a:cubicBezTo>
                    <a:cubicBezTo>
                      <a:pt x="797" y="401"/>
                      <a:pt x="784" y="403"/>
                      <a:pt x="771" y="403"/>
                    </a:cubicBezTo>
                    <a:cubicBezTo>
                      <a:pt x="722" y="403"/>
                      <a:pt x="671" y="369"/>
                      <a:pt x="643" y="313"/>
                    </a:cubicBezTo>
                    <a:cubicBezTo>
                      <a:pt x="607" y="241"/>
                      <a:pt x="619" y="170"/>
                      <a:pt x="667" y="146"/>
                    </a:cubicBezTo>
                    <a:cubicBezTo>
                      <a:pt x="680" y="137"/>
                      <a:pt x="694" y="132"/>
                      <a:pt x="709" y="132"/>
                    </a:cubicBezTo>
                    <a:close/>
                    <a:moveTo>
                      <a:pt x="827" y="0"/>
                    </a:moveTo>
                    <a:cubicBezTo>
                      <a:pt x="767" y="0"/>
                      <a:pt x="694" y="19"/>
                      <a:pt x="607" y="63"/>
                    </a:cubicBezTo>
                    <a:cubicBezTo>
                      <a:pt x="0" y="360"/>
                      <a:pt x="1024" y="1075"/>
                      <a:pt x="1024" y="1075"/>
                    </a:cubicBezTo>
                    <a:cubicBezTo>
                      <a:pt x="1024" y="1075"/>
                      <a:pt x="1274" y="0"/>
                      <a:pt x="8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3" name="Google Shape;473;p35"/>
              <p:cNvSpPr/>
              <p:nvPr/>
            </p:nvSpPr>
            <p:spPr>
              <a:xfrm>
                <a:off x="3753425" y="6627150"/>
                <a:ext cx="35050" cy="27400"/>
              </a:xfrm>
              <a:custGeom>
                <a:rect b="b" l="l" r="r" t="t"/>
                <a:pathLst>
                  <a:path extrusionOk="0" h="1096" w="1402">
                    <a:moveTo>
                      <a:pt x="721" y="106"/>
                    </a:moveTo>
                    <a:cubicBezTo>
                      <a:pt x="774" y="106"/>
                      <a:pt x="824" y="152"/>
                      <a:pt x="834" y="226"/>
                    </a:cubicBezTo>
                    <a:cubicBezTo>
                      <a:pt x="846" y="298"/>
                      <a:pt x="822" y="381"/>
                      <a:pt x="763" y="393"/>
                    </a:cubicBezTo>
                    <a:cubicBezTo>
                      <a:pt x="703" y="393"/>
                      <a:pt x="644" y="346"/>
                      <a:pt x="632" y="262"/>
                    </a:cubicBezTo>
                    <a:cubicBezTo>
                      <a:pt x="620" y="191"/>
                      <a:pt x="644" y="119"/>
                      <a:pt x="703" y="107"/>
                    </a:cubicBezTo>
                    <a:cubicBezTo>
                      <a:pt x="709" y="106"/>
                      <a:pt x="715" y="106"/>
                      <a:pt x="721" y="106"/>
                    </a:cubicBezTo>
                    <a:close/>
                    <a:moveTo>
                      <a:pt x="788" y="1"/>
                    </a:moveTo>
                    <a:cubicBezTo>
                      <a:pt x="752" y="1"/>
                      <a:pt x="712" y="4"/>
                      <a:pt x="668" y="12"/>
                    </a:cubicBezTo>
                    <a:cubicBezTo>
                      <a:pt x="1" y="131"/>
                      <a:pt x="775" y="1096"/>
                      <a:pt x="775" y="1096"/>
                    </a:cubicBezTo>
                    <a:cubicBezTo>
                      <a:pt x="775" y="1096"/>
                      <a:pt x="1402" y="1"/>
                      <a:pt x="78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" name="Google Shape;474;p35"/>
              <p:cNvSpPr/>
              <p:nvPr/>
            </p:nvSpPr>
            <p:spPr>
              <a:xfrm>
                <a:off x="3663250" y="6553325"/>
                <a:ext cx="31900" cy="26825"/>
              </a:xfrm>
              <a:custGeom>
                <a:rect b="b" l="l" r="r" t="t"/>
                <a:pathLst>
                  <a:path extrusionOk="0" h="1073" w="1276">
                    <a:moveTo>
                      <a:pt x="713" y="134"/>
                    </a:moveTo>
                    <a:cubicBezTo>
                      <a:pt x="760" y="134"/>
                      <a:pt x="807" y="161"/>
                      <a:pt x="834" y="215"/>
                    </a:cubicBezTo>
                    <a:cubicBezTo>
                      <a:pt x="869" y="286"/>
                      <a:pt x="857" y="370"/>
                      <a:pt x="810" y="393"/>
                    </a:cubicBezTo>
                    <a:cubicBezTo>
                      <a:pt x="798" y="399"/>
                      <a:pt x="785" y="402"/>
                      <a:pt x="771" y="402"/>
                    </a:cubicBezTo>
                    <a:cubicBezTo>
                      <a:pt x="729" y="402"/>
                      <a:pt x="682" y="376"/>
                      <a:pt x="655" y="322"/>
                    </a:cubicBezTo>
                    <a:cubicBezTo>
                      <a:pt x="607" y="251"/>
                      <a:pt x="619" y="167"/>
                      <a:pt x="667" y="143"/>
                    </a:cubicBezTo>
                    <a:cubicBezTo>
                      <a:pt x="682" y="137"/>
                      <a:pt x="697" y="134"/>
                      <a:pt x="713" y="134"/>
                    </a:cubicBezTo>
                    <a:close/>
                    <a:moveTo>
                      <a:pt x="823" y="1"/>
                    </a:moveTo>
                    <a:cubicBezTo>
                      <a:pt x="764" y="1"/>
                      <a:pt x="693" y="19"/>
                      <a:pt x="607" y="60"/>
                    </a:cubicBezTo>
                    <a:cubicBezTo>
                      <a:pt x="0" y="370"/>
                      <a:pt x="1024" y="1072"/>
                      <a:pt x="1024" y="1072"/>
                    </a:cubicBezTo>
                    <a:cubicBezTo>
                      <a:pt x="1024" y="1072"/>
                      <a:pt x="1276" y="1"/>
                      <a:pt x="82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6" name="Google Shape;476;p36"/>
          <p:cNvGrpSpPr/>
          <p:nvPr/>
        </p:nvGrpSpPr>
        <p:grpSpPr>
          <a:xfrm>
            <a:off x="0" y="0"/>
            <a:ext cx="9144003" cy="5143501"/>
            <a:chOff x="0" y="0"/>
            <a:chExt cx="9144003" cy="5143501"/>
          </a:xfrm>
        </p:grpSpPr>
        <p:pic>
          <p:nvPicPr>
            <p:cNvPr id="477" name="Google Shape;477;p36"/>
            <p:cNvPicPr preferRelativeResize="0"/>
            <p:nvPr/>
          </p:nvPicPr>
          <p:blipFill rotWithShape="1">
            <a:blip r:embed="rId2">
              <a:alphaModFix/>
            </a:blip>
            <a:srcRect b="8068" l="0" r="0" t="8060"/>
            <a:stretch/>
          </p:blipFill>
          <p:spPr>
            <a:xfrm>
              <a:off x="0" y="0"/>
              <a:ext cx="9144003" cy="5143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6"/>
            <p:cNvSpPr/>
            <p:nvPr/>
          </p:nvSpPr>
          <p:spPr>
            <a:xfrm flipH="1" rot="10800000">
              <a:off x="209980" y="194500"/>
              <a:ext cx="8763466" cy="4752275"/>
            </a:xfrm>
            <a:custGeom>
              <a:rect b="b" l="l" r="r" t="t"/>
              <a:pathLst>
                <a:path extrusionOk="0" h="147209" w="271904">
                  <a:moveTo>
                    <a:pt x="596" y="0"/>
                  </a:moveTo>
                  <a:lnTo>
                    <a:pt x="596" y="0"/>
                  </a:lnTo>
                  <a:cubicBezTo>
                    <a:pt x="2025" y="5965"/>
                    <a:pt x="3072" y="13895"/>
                    <a:pt x="3644" y="22312"/>
                  </a:cubicBezTo>
                  <a:cubicBezTo>
                    <a:pt x="7942" y="23515"/>
                    <a:pt x="13609" y="23932"/>
                    <a:pt x="5085" y="25063"/>
                  </a:cubicBezTo>
                  <a:cubicBezTo>
                    <a:pt x="5096" y="25110"/>
                    <a:pt x="5108" y="25146"/>
                    <a:pt x="5120" y="25194"/>
                  </a:cubicBezTo>
                  <a:cubicBezTo>
                    <a:pt x="5263" y="25301"/>
                    <a:pt x="5394" y="25396"/>
                    <a:pt x="5525" y="25503"/>
                  </a:cubicBezTo>
                  <a:cubicBezTo>
                    <a:pt x="5692" y="25539"/>
                    <a:pt x="5954" y="25479"/>
                    <a:pt x="6037" y="25658"/>
                  </a:cubicBezTo>
                  <a:cubicBezTo>
                    <a:pt x="8561" y="26230"/>
                    <a:pt x="4561" y="26670"/>
                    <a:pt x="3894" y="26789"/>
                  </a:cubicBezTo>
                  <a:cubicBezTo>
                    <a:pt x="4203" y="33719"/>
                    <a:pt x="4192" y="40803"/>
                    <a:pt x="3787" y="47256"/>
                  </a:cubicBezTo>
                  <a:cubicBezTo>
                    <a:pt x="2560" y="47137"/>
                    <a:pt x="1298" y="47006"/>
                    <a:pt x="1" y="46875"/>
                  </a:cubicBezTo>
                  <a:lnTo>
                    <a:pt x="1" y="46875"/>
                  </a:lnTo>
                  <a:cubicBezTo>
                    <a:pt x="1429" y="52840"/>
                    <a:pt x="2477" y="60770"/>
                    <a:pt x="3049" y="69199"/>
                  </a:cubicBezTo>
                  <a:cubicBezTo>
                    <a:pt x="7347" y="70402"/>
                    <a:pt x="13014" y="70818"/>
                    <a:pt x="4489" y="71949"/>
                  </a:cubicBezTo>
                  <a:cubicBezTo>
                    <a:pt x="4501" y="71985"/>
                    <a:pt x="4513" y="72033"/>
                    <a:pt x="4525" y="72069"/>
                  </a:cubicBezTo>
                  <a:cubicBezTo>
                    <a:pt x="4668" y="72176"/>
                    <a:pt x="4787" y="72283"/>
                    <a:pt x="4930" y="72390"/>
                  </a:cubicBezTo>
                  <a:cubicBezTo>
                    <a:pt x="5096" y="72414"/>
                    <a:pt x="5358" y="72366"/>
                    <a:pt x="5442" y="72545"/>
                  </a:cubicBezTo>
                  <a:cubicBezTo>
                    <a:pt x="7966" y="73104"/>
                    <a:pt x="3965" y="73557"/>
                    <a:pt x="3299" y="73664"/>
                  </a:cubicBezTo>
                  <a:cubicBezTo>
                    <a:pt x="3513" y="78510"/>
                    <a:pt x="3572" y="83427"/>
                    <a:pt x="3453" y="88154"/>
                  </a:cubicBezTo>
                  <a:cubicBezTo>
                    <a:pt x="2322" y="88047"/>
                    <a:pt x="1179" y="87928"/>
                    <a:pt x="1" y="87809"/>
                  </a:cubicBezTo>
                  <a:lnTo>
                    <a:pt x="1" y="87809"/>
                  </a:lnTo>
                  <a:cubicBezTo>
                    <a:pt x="989" y="91940"/>
                    <a:pt x="1798" y="97036"/>
                    <a:pt x="2394" y="102584"/>
                  </a:cubicBezTo>
                  <a:cubicBezTo>
                    <a:pt x="2239" y="103727"/>
                    <a:pt x="2072" y="104834"/>
                    <a:pt x="1882" y="105894"/>
                  </a:cubicBezTo>
                  <a:cubicBezTo>
                    <a:pt x="2156" y="105870"/>
                    <a:pt x="2429" y="105846"/>
                    <a:pt x="2715" y="105811"/>
                  </a:cubicBezTo>
                  <a:cubicBezTo>
                    <a:pt x="2834" y="107228"/>
                    <a:pt x="2953" y="108668"/>
                    <a:pt x="3049" y="110121"/>
                  </a:cubicBezTo>
                  <a:cubicBezTo>
                    <a:pt x="7347" y="111323"/>
                    <a:pt x="13014" y="111740"/>
                    <a:pt x="4489" y="112871"/>
                  </a:cubicBezTo>
                  <a:cubicBezTo>
                    <a:pt x="4501" y="112919"/>
                    <a:pt x="4513" y="112954"/>
                    <a:pt x="4525" y="113002"/>
                  </a:cubicBezTo>
                  <a:cubicBezTo>
                    <a:pt x="4668" y="113109"/>
                    <a:pt x="4799" y="113205"/>
                    <a:pt x="4930" y="113312"/>
                  </a:cubicBezTo>
                  <a:cubicBezTo>
                    <a:pt x="5096" y="113347"/>
                    <a:pt x="5358" y="113288"/>
                    <a:pt x="5442" y="113466"/>
                  </a:cubicBezTo>
                  <a:cubicBezTo>
                    <a:pt x="7966" y="114038"/>
                    <a:pt x="3965" y="114478"/>
                    <a:pt x="3299" y="114598"/>
                  </a:cubicBezTo>
                  <a:cubicBezTo>
                    <a:pt x="3822" y="126123"/>
                    <a:pt x="4668" y="127147"/>
                    <a:pt x="3120" y="135886"/>
                  </a:cubicBezTo>
                  <a:cubicBezTo>
                    <a:pt x="4608" y="136338"/>
                    <a:pt x="14133" y="147209"/>
                    <a:pt x="14133" y="147209"/>
                  </a:cubicBezTo>
                  <a:cubicBezTo>
                    <a:pt x="14133" y="147209"/>
                    <a:pt x="16765" y="146220"/>
                    <a:pt x="20479" y="146137"/>
                  </a:cubicBezTo>
                  <a:cubicBezTo>
                    <a:pt x="20503" y="146054"/>
                    <a:pt x="20539" y="145959"/>
                    <a:pt x="20563" y="145875"/>
                  </a:cubicBezTo>
                  <a:lnTo>
                    <a:pt x="20563" y="145875"/>
                  </a:lnTo>
                  <a:cubicBezTo>
                    <a:pt x="20491" y="146340"/>
                    <a:pt x="23242" y="146363"/>
                    <a:pt x="23158" y="146816"/>
                  </a:cubicBezTo>
                  <a:cubicBezTo>
                    <a:pt x="29516" y="146220"/>
                    <a:pt x="36481" y="145875"/>
                    <a:pt x="44589" y="145697"/>
                  </a:cubicBezTo>
                  <a:cubicBezTo>
                    <a:pt x="44613" y="145625"/>
                    <a:pt x="44637" y="145554"/>
                    <a:pt x="44661" y="145494"/>
                  </a:cubicBezTo>
                  <a:cubicBezTo>
                    <a:pt x="45090" y="145494"/>
                    <a:pt x="45530" y="145494"/>
                    <a:pt x="45959" y="145482"/>
                  </a:cubicBezTo>
                  <a:cubicBezTo>
                    <a:pt x="45959" y="145542"/>
                    <a:pt x="45959" y="145601"/>
                    <a:pt x="45959" y="145661"/>
                  </a:cubicBezTo>
                  <a:cubicBezTo>
                    <a:pt x="46173" y="145661"/>
                    <a:pt x="46387" y="145661"/>
                    <a:pt x="46602" y="145649"/>
                  </a:cubicBezTo>
                  <a:cubicBezTo>
                    <a:pt x="46637" y="145601"/>
                    <a:pt x="46661" y="145542"/>
                    <a:pt x="46685" y="145482"/>
                  </a:cubicBezTo>
                  <a:cubicBezTo>
                    <a:pt x="47197" y="145482"/>
                    <a:pt x="47709" y="145482"/>
                    <a:pt x="48221" y="145494"/>
                  </a:cubicBezTo>
                  <a:cubicBezTo>
                    <a:pt x="48221" y="145530"/>
                    <a:pt x="48221" y="145578"/>
                    <a:pt x="48221" y="145625"/>
                  </a:cubicBezTo>
                  <a:cubicBezTo>
                    <a:pt x="50912" y="145578"/>
                    <a:pt x="53900" y="145542"/>
                    <a:pt x="57031" y="145518"/>
                  </a:cubicBezTo>
                  <a:cubicBezTo>
                    <a:pt x="59651" y="145542"/>
                    <a:pt x="62151" y="145566"/>
                    <a:pt x="64461" y="145601"/>
                  </a:cubicBezTo>
                  <a:cubicBezTo>
                    <a:pt x="64461" y="145566"/>
                    <a:pt x="64461" y="145530"/>
                    <a:pt x="64461" y="145494"/>
                  </a:cubicBezTo>
                  <a:cubicBezTo>
                    <a:pt x="65592" y="145488"/>
                    <a:pt x="66726" y="145485"/>
                    <a:pt x="67860" y="145485"/>
                  </a:cubicBezTo>
                  <a:cubicBezTo>
                    <a:pt x="68994" y="145485"/>
                    <a:pt x="70128" y="145488"/>
                    <a:pt x="71259" y="145494"/>
                  </a:cubicBezTo>
                  <a:cubicBezTo>
                    <a:pt x="71402" y="145578"/>
                    <a:pt x="71545" y="145661"/>
                    <a:pt x="71700" y="145744"/>
                  </a:cubicBezTo>
                  <a:cubicBezTo>
                    <a:pt x="78891" y="145947"/>
                    <a:pt x="85190" y="146268"/>
                    <a:pt x="90976" y="146816"/>
                  </a:cubicBezTo>
                  <a:cubicBezTo>
                    <a:pt x="90845" y="146054"/>
                    <a:pt x="90714" y="145256"/>
                    <a:pt x="90595" y="144435"/>
                  </a:cubicBezTo>
                  <a:lnTo>
                    <a:pt x="90595" y="144435"/>
                  </a:lnTo>
                  <a:cubicBezTo>
                    <a:pt x="91429" y="144792"/>
                    <a:pt x="92191" y="145304"/>
                    <a:pt x="92976" y="145744"/>
                  </a:cubicBezTo>
                  <a:cubicBezTo>
                    <a:pt x="96596" y="145851"/>
                    <a:pt x="99989" y="145982"/>
                    <a:pt x="103204" y="146161"/>
                  </a:cubicBezTo>
                  <a:cubicBezTo>
                    <a:pt x="103156" y="146375"/>
                    <a:pt x="103121" y="146601"/>
                    <a:pt x="103085" y="146828"/>
                  </a:cubicBezTo>
                  <a:cubicBezTo>
                    <a:pt x="104573" y="146685"/>
                    <a:pt x="106109" y="146554"/>
                    <a:pt x="107669" y="146447"/>
                  </a:cubicBezTo>
                  <a:cubicBezTo>
                    <a:pt x="109240" y="146554"/>
                    <a:pt x="110764" y="146685"/>
                    <a:pt x="112265" y="146828"/>
                  </a:cubicBezTo>
                  <a:cubicBezTo>
                    <a:pt x="112217" y="146601"/>
                    <a:pt x="112181" y="146375"/>
                    <a:pt x="112146" y="146161"/>
                  </a:cubicBezTo>
                  <a:cubicBezTo>
                    <a:pt x="115979" y="145947"/>
                    <a:pt x="120075" y="145792"/>
                    <a:pt x="124504" y="145697"/>
                  </a:cubicBezTo>
                  <a:cubicBezTo>
                    <a:pt x="125022" y="144156"/>
                    <a:pt x="125413" y="143165"/>
                    <a:pt x="125645" y="143165"/>
                  </a:cubicBezTo>
                  <a:cubicBezTo>
                    <a:pt x="125846" y="143165"/>
                    <a:pt x="125929" y="143902"/>
                    <a:pt x="125873" y="145661"/>
                  </a:cubicBezTo>
                  <a:cubicBezTo>
                    <a:pt x="126100" y="145661"/>
                    <a:pt x="126302" y="145661"/>
                    <a:pt x="126528" y="145649"/>
                  </a:cubicBezTo>
                  <a:cubicBezTo>
                    <a:pt x="127181" y="144357"/>
                    <a:pt x="127670" y="143321"/>
                    <a:pt x="127939" y="143321"/>
                  </a:cubicBezTo>
                  <a:cubicBezTo>
                    <a:pt x="128150" y="143321"/>
                    <a:pt x="128225" y="143963"/>
                    <a:pt x="128136" y="145625"/>
                  </a:cubicBezTo>
                  <a:cubicBezTo>
                    <a:pt x="130541" y="145589"/>
                    <a:pt x="133184" y="145554"/>
                    <a:pt x="135946" y="145530"/>
                  </a:cubicBezTo>
                  <a:cubicBezTo>
                    <a:pt x="138720" y="145554"/>
                    <a:pt x="141352" y="145589"/>
                    <a:pt x="143757" y="145625"/>
                  </a:cubicBezTo>
                  <a:cubicBezTo>
                    <a:pt x="143667" y="143963"/>
                    <a:pt x="143745" y="143321"/>
                    <a:pt x="143959" y="143321"/>
                  </a:cubicBezTo>
                  <a:cubicBezTo>
                    <a:pt x="144230" y="143321"/>
                    <a:pt x="144723" y="144357"/>
                    <a:pt x="145376" y="145649"/>
                  </a:cubicBezTo>
                  <a:cubicBezTo>
                    <a:pt x="145590" y="145661"/>
                    <a:pt x="145804" y="145661"/>
                    <a:pt x="146019" y="145661"/>
                  </a:cubicBezTo>
                  <a:cubicBezTo>
                    <a:pt x="145964" y="143902"/>
                    <a:pt x="146046" y="143165"/>
                    <a:pt x="146247" y="143165"/>
                  </a:cubicBezTo>
                  <a:cubicBezTo>
                    <a:pt x="146479" y="143165"/>
                    <a:pt x="146870" y="144156"/>
                    <a:pt x="147388" y="145697"/>
                  </a:cubicBezTo>
                  <a:cubicBezTo>
                    <a:pt x="151817" y="145792"/>
                    <a:pt x="155913" y="145947"/>
                    <a:pt x="159759" y="146161"/>
                  </a:cubicBezTo>
                  <a:cubicBezTo>
                    <a:pt x="159711" y="146375"/>
                    <a:pt x="159675" y="146601"/>
                    <a:pt x="159640" y="146828"/>
                  </a:cubicBezTo>
                  <a:cubicBezTo>
                    <a:pt x="161128" y="146685"/>
                    <a:pt x="162664" y="146554"/>
                    <a:pt x="164223" y="146447"/>
                  </a:cubicBezTo>
                  <a:cubicBezTo>
                    <a:pt x="165795" y="146554"/>
                    <a:pt x="167319" y="146685"/>
                    <a:pt x="168819" y="146828"/>
                  </a:cubicBezTo>
                  <a:cubicBezTo>
                    <a:pt x="168772" y="146601"/>
                    <a:pt x="168736" y="146375"/>
                    <a:pt x="168700" y="146161"/>
                  </a:cubicBezTo>
                  <a:cubicBezTo>
                    <a:pt x="171915" y="145982"/>
                    <a:pt x="175296" y="145851"/>
                    <a:pt x="178916" y="145744"/>
                  </a:cubicBezTo>
                  <a:cubicBezTo>
                    <a:pt x="179702" y="145304"/>
                    <a:pt x="180464" y="144792"/>
                    <a:pt x="181309" y="144435"/>
                  </a:cubicBezTo>
                  <a:lnTo>
                    <a:pt x="181309" y="144435"/>
                  </a:lnTo>
                  <a:cubicBezTo>
                    <a:pt x="181190" y="145256"/>
                    <a:pt x="181059" y="146054"/>
                    <a:pt x="180916" y="146816"/>
                  </a:cubicBezTo>
                  <a:cubicBezTo>
                    <a:pt x="186714" y="146268"/>
                    <a:pt x="193001" y="145947"/>
                    <a:pt x="200204" y="145744"/>
                  </a:cubicBezTo>
                  <a:cubicBezTo>
                    <a:pt x="200347" y="145661"/>
                    <a:pt x="200490" y="145578"/>
                    <a:pt x="200645" y="145494"/>
                  </a:cubicBezTo>
                  <a:cubicBezTo>
                    <a:pt x="201770" y="145488"/>
                    <a:pt x="202904" y="145485"/>
                    <a:pt x="204039" y="145485"/>
                  </a:cubicBezTo>
                  <a:cubicBezTo>
                    <a:pt x="205175" y="145485"/>
                    <a:pt x="206312" y="145488"/>
                    <a:pt x="207443" y="145494"/>
                  </a:cubicBezTo>
                  <a:cubicBezTo>
                    <a:pt x="207443" y="145530"/>
                    <a:pt x="207443" y="145566"/>
                    <a:pt x="207431" y="145601"/>
                  </a:cubicBezTo>
                  <a:cubicBezTo>
                    <a:pt x="209741" y="145566"/>
                    <a:pt x="212253" y="145542"/>
                    <a:pt x="214873" y="145518"/>
                  </a:cubicBezTo>
                  <a:cubicBezTo>
                    <a:pt x="218004" y="145542"/>
                    <a:pt x="220981" y="145578"/>
                    <a:pt x="223683" y="145625"/>
                  </a:cubicBezTo>
                  <a:cubicBezTo>
                    <a:pt x="223671" y="145578"/>
                    <a:pt x="223671" y="145530"/>
                    <a:pt x="223671" y="145494"/>
                  </a:cubicBezTo>
                  <a:cubicBezTo>
                    <a:pt x="224183" y="145494"/>
                    <a:pt x="224695" y="145482"/>
                    <a:pt x="225207" y="145482"/>
                  </a:cubicBezTo>
                  <a:cubicBezTo>
                    <a:pt x="225243" y="145542"/>
                    <a:pt x="225267" y="145601"/>
                    <a:pt x="225291" y="145649"/>
                  </a:cubicBezTo>
                  <a:cubicBezTo>
                    <a:pt x="225517" y="145661"/>
                    <a:pt x="225731" y="145661"/>
                    <a:pt x="225945" y="145661"/>
                  </a:cubicBezTo>
                  <a:cubicBezTo>
                    <a:pt x="225945" y="145601"/>
                    <a:pt x="225934" y="145542"/>
                    <a:pt x="225934" y="145482"/>
                  </a:cubicBezTo>
                  <a:cubicBezTo>
                    <a:pt x="226374" y="145482"/>
                    <a:pt x="226803" y="145482"/>
                    <a:pt x="227243" y="145494"/>
                  </a:cubicBezTo>
                  <a:cubicBezTo>
                    <a:pt x="227267" y="145554"/>
                    <a:pt x="227291" y="145625"/>
                    <a:pt x="227315" y="145697"/>
                  </a:cubicBezTo>
                  <a:cubicBezTo>
                    <a:pt x="235411" y="145875"/>
                    <a:pt x="242376" y="146220"/>
                    <a:pt x="248734" y="146816"/>
                  </a:cubicBezTo>
                  <a:cubicBezTo>
                    <a:pt x="248651" y="146363"/>
                    <a:pt x="248579" y="145899"/>
                    <a:pt x="248508" y="145423"/>
                  </a:cubicBezTo>
                  <a:lnTo>
                    <a:pt x="248508" y="145423"/>
                  </a:lnTo>
                  <a:cubicBezTo>
                    <a:pt x="248532" y="145506"/>
                    <a:pt x="248567" y="145601"/>
                    <a:pt x="248591" y="145697"/>
                  </a:cubicBezTo>
                  <a:cubicBezTo>
                    <a:pt x="256699" y="145875"/>
                    <a:pt x="263664" y="146220"/>
                    <a:pt x="270022" y="146816"/>
                  </a:cubicBezTo>
                  <a:cubicBezTo>
                    <a:pt x="268463" y="138065"/>
                    <a:pt x="268082" y="126123"/>
                    <a:pt x="268606" y="114598"/>
                  </a:cubicBezTo>
                  <a:cubicBezTo>
                    <a:pt x="267939" y="114478"/>
                    <a:pt x="263926" y="114038"/>
                    <a:pt x="266462" y="113466"/>
                  </a:cubicBezTo>
                  <a:cubicBezTo>
                    <a:pt x="266546" y="113288"/>
                    <a:pt x="266808" y="113347"/>
                    <a:pt x="266974" y="113312"/>
                  </a:cubicBezTo>
                  <a:cubicBezTo>
                    <a:pt x="267105" y="113205"/>
                    <a:pt x="267236" y="113109"/>
                    <a:pt x="267367" y="113002"/>
                  </a:cubicBezTo>
                  <a:cubicBezTo>
                    <a:pt x="267391" y="112954"/>
                    <a:pt x="267403" y="112919"/>
                    <a:pt x="267415" y="112871"/>
                  </a:cubicBezTo>
                  <a:cubicBezTo>
                    <a:pt x="258878" y="111740"/>
                    <a:pt x="264557" y="111323"/>
                    <a:pt x="268856" y="110121"/>
                  </a:cubicBezTo>
                  <a:cubicBezTo>
                    <a:pt x="268951" y="108668"/>
                    <a:pt x="269070" y="107228"/>
                    <a:pt x="269189" y="105811"/>
                  </a:cubicBezTo>
                  <a:cubicBezTo>
                    <a:pt x="269463" y="105846"/>
                    <a:pt x="269749" y="105870"/>
                    <a:pt x="270022" y="105894"/>
                  </a:cubicBezTo>
                  <a:cubicBezTo>
                    <a:pt x="269832" y="104834"/>
                    <a:pt x="269653" y="103727"/>
                    <a:pt x="269510" y="102584"/>
                  </a:cubicBezTo>
                  <a:cubicBezTo>
                    <a:pt x="270094" y="97036"/>
                    <a:pt x="270903" y="91940"/>
                    <a:pt x="271904" y="87809"/>
                  </a:cubicBezTo>
                  <a:lnTo>
                    <a:pt x="271904" y="87809"/>
                  </a:lnTo>
                  <a:cubicBezTo>
                    <a:pt x="270725" y="87928"/>
                    <a:pt x="269570" y="88047"/>
                    <a:pt x="268451" y="88154"/>
                  </a:cubicBezTo>
                  <a:cubicBezTo>
                    <a:pt x="268320" y="83427"/>
                    <a:pt x="268379" y="78510"/>
                    <a:pt x="268606" y="73664"/>
                  </a:cubicBezTo>
                  <a:cubicBezTo>
                    <a:pt x="267939" y="73557"/>
                    <a:pt x="263926" y="73104"/>
                    <a:pt x="266462" y="72545"/>
                  </a:cubicBezTo>
                  <a:cubicBezTo>
                    <a:pt x="266546" y="72366"/>
                    <a:pt x="266808" y="72426"/>
                    <a:pt x="266974" y="72390"/>
                  </a:cubicBezTo>
                  <a:cubicBezTo>
                    <a:pt x="267105" y="72283"/>
                    <a:pt x="267236" y="72176"/>
                    <a:pt x="267367" y="72069"/>
                  </a:cubicBezTo>
                  <a:cubicBezTo>
                    <a:pt x="267391" y="72033"/>
                    <a:pt x="267403" y="71985"/>
                    <a:pt x="267415" y="71949"/>
                  </a:cubicBezTo>
                  <a:cubicBezTo>
                    <a:pt x="258878" y="70818"/>
                    <a:pt x="264557" y="70402"/>
                    <a:pt x="268856" y="69199"/>
                  </a:cubicBezTo>
                  <a:cubicBezTo>
                    <a:pt x="269415" y="60770"/>
                    <a:pt x="270463" y="52840"/>
                    <a:pt x="271904" y="46875"/>
                  </a:cubicBezTo>
                  <a:lnTo>
                    <a:pt x="271904" y="46875"/>
                  </a:lnTo>
                  <a:cubicBezTo>
                    <a:pt x="270606" y="47006"/>
                    <a:pt x="269344" y="47137"/>
                    <a:pt x="268105" y="47256"/>
                  </a:cubicBezTo>
                  <a:cubicBezTo>
                    <a:pt x="267713" y="40803"/>
                    <a:pt x="267689" y="33719"/>
                    <a:pt x="268010" y="26789"/>
                  </a:cubicBezTo>
                  <a:cubicBezTo>
                    <a:pt x="267343" y="26670"/>
                    <a:pt x="263331" y="26230"/>
                    <a:pt x="265867" y="25658"/>
                  </a:cubicBezTo>
                  <a:cubicBezTo>
                    <a:pt x="265950" y="25479"/>
                    <a:pt x="266212" y="25539"/>
                    <a:pt x="266379" y="25503"/>
                  </a:cubicBezTo>
                  <a:cubicBezTo>
                    <a:pt x="266510" y="25396"/>
                    <a:pt x="266641" y="25301"/>
                    <a:pt x="266772" y="25194"/>
                  </a:cubicBezTo>
                  <a:cubicBezTo>
                    <a:pt x="266796" y="25146"/>
                    <a:pt x="266808" y="25110"/>
                    <a:pt x="266820" y="25063"/>
                  </a:cubicBezTo>
                  <a:cubicBezTo>
                    <a:pt x="258283" y="23932"/>
                    <a:pt x="263962" y="23515"/>
                    <a:pt x="268260" y="22312"/>
                  </a:cubicBezTo>
                  <a:cubicBezTo>
                    <a:pt x="268415" y="19919"/>
                    <a:pt x="268856" y="15300"/>
                    <a:pt x="268856" y="15300"/>
                  </a:cubicBezTo>
                  <a:lnTo>
                    <a:pt x="254901" y="1453"/>
                  </a:lnTo>
                  <a:cubicBezTo>
                    <a:pt x="254901" y="1453"/>
                    <a:pt x="251413" y="1679"/>
                    <a:pt x="249615" y="1774"/>
                  </a:cubicBezTo>
                  <a:cubicBezTo>
                    <a:pt x="249746" y="1167"/>
                    <a:pt x="249889" y="572"/>
                    <a:pt x="250020" y="0"/>
                  </a:cubicBezTo>
                  <a:lnTo>
                    <a:pt x="250020" y="0"/>
                  </a:lnTo>
                  <a:cubicBezTo>
                    <a:pt x="240828" y="929"/>
                    <a:pt x="233577" y="1572"/>
                    <a:pt x="225017" y="1929"/>
                  </a:cubicBezTo>
                  <a:cubicBezTo>
                    <a:pt x="224814" y="2179"/>
                    <a:pt x="224600" y="2441"/>
                    <a:pt x="224386" y="2715"/>
                  </a:cubicBezTo>
                  <a:cubicBezTo>
                    <a:pt x="223731" y="2953"/>
                    <a:pt x="223112" y="3274"/>
                    <a:pt x="222647" y="3751"/>
                  </a:cubicBezTo>
                  <a:cubicBezTo>
                    <a:pt x="222755" y="3346"/>
                    <a:pt x="222945" y="2774"/>
                    <a:pt x="223219" y="2000"/>
                  </a:cubicBezTo>
                  <a:cubicBezTo>
                    <a:pt x="223094" y="1992"/>
                    <a:pt x="222968" y="1988"/>
                    <a:pt x="222843" y="1988"/>
                  </a:cubicBezTo>
                  <a:cubicBezTo>
                    <a:pt x="221740" y="1988"/>
                    <a:pt x="220632" y="2285"/>
                    <a:pt x="219537" y="2285"/>
                  </a:cubicBezTo>
                  <a:cubicBezTo>
                    <a:pt x="219371" y="2285"/>
                    <a:pt x="219205" y="2278"/>
                    <a:pt x="219040" y="2262"/>
                  </a:cubicBezTo>
                  <a:cubicBezTo>
                    <a:pt x="218567" y="2506"/>
                    <a:pt x="218202" y="2952"/>
                    <a:pt x="217926" y="2952"/>
                  </a:cubicBezTo>
                  <a:cubicBezTo>
                    <a:pt x="217744" y="2952"/>
                    <a:pt x="217601" y="2757"/>
                    <a:pt x="217492" y="2179"/>
                  </a:cubicBezTo>
                  <a:cubicBezTo>
                    <a:pt x="216420" y="2203"/>
                    <a:pt x="215337" y="2227"/>
                    <a:pt x="214218" y="2239"/>
                  </a:cubicBezTo>
                  <a:cubicBezTo>
                    <a:pt x="210515" y="2179"/>
                    <a:pt x="207169" y="2084"/>
                    <a:pt x="204002" y="1965"/>
                  </a:cubicBezTo>
                  <a:cubicBezTo>
                    <a:pt x="203967" y="2131"/>
                    <a:pt x="203943" y="2298"/>
                    <a:pt x="203919" y="2453"/>
                  </a:cubicBezTo>
                  <a:cubicBezTo>
                    <a:pt x="203550" y="2560"/>
                    <a:pt x="203181" y="2679"/>
                    <a:pt x="202824" y="2822"/>
                  </a:cubicBezTo>
                  <a:cubicBezTo>
                    <a:pt x="202776" y="2548"/>
                    <a:pt x="202728" y="2239"/>
                    <a:pt x="202681" y="1905"/>
                  </a:cubicBezTo>
                  <a:cubicBezTo>
                    <a:pt x="194453" y="1524"/>
                    <a:pt x="187357" y="905"/>
                    <a:pt x="178440" y="0"/>
                  </a:cubicBezTo>
                  <a:lnTo>
                    <a:pt x="178440" y="0"/>
                  </a:lnTo>
                  <a:cubicBezTo>
                    <a:pt x="178582" y="572"/>
                    <a:pt x="178713" y="1167"/>
                    <a:pt x="178844" y="1774"/>
                  </a:cubicBezTo>
                  <a:cubicBezTo>
                    <a:pt x="175773" y="1607"/>
                    <a:pt x="172832" y="1417"/>
                    <a:pt x="169831" y="1179"/>
                  </a:cubicBezTo>
                  <a:cubicBezTo>
                    <a:pt x="169927" y="774"/>
                    <a:pt x="170010" y="381"/>
                    <a:pt x="170105" y="0"/>
                  </a:cubicBezTo>
                  <a:lnTo>
                    <a:pt x="170105" y="0"/>
                  </a:lnTo>
                  <a:cubicBezTo>
                    <a:pt x="167843" y="226"/>
                    <a:pt x="165700" y="441"/>
                    <a:pt x="163628" y="631"/>
                  </a:cubicBezTo>
                  <a:cubicBezTo>
                    <a:pt x="161556" y="441"/>
                    <a:pt x="159413" y="226"/>
                    <a:pt x="157163" y="0"/>
                  </a:cubicBezTo>
                  <a:lnTo>
                    <a:pt x="157163" y="0"/>
                  </a:lnTo>
                  <a:cubicBezTo>
                    <a:pt x="157246" y="381"/>
                    <a:pt x="157342" y="774"/>
                    <a:pt x="157425" y="1179"/>
                  </a:cubicBezTo>
                  <a:cubicBezTo>
                    <a:pt x="153377" y="1500"/>
                    <a:pt x="149400" y="1750"/>
                    <a:pt x="145102" y="1929"/>
                  </a:cubicBezTo>
                  <a:cubicBezTo>
                    <a:pt x="144154" y="3043"/>
                    <a:pt x="143049" y="4616"/>
                    <a:pt x="142712" y="4616"/>
                  </a:cubicBezTo>
                  <a:cubicBezTo>
                    <a:pt x="142491" y="4616"/>
                    <a:pt x="142601" y="3936"/>
                    <a:pt x="143304" y="2000"/>
                  </a:cubicBezTo>
                  <a:cubicBezTo>
                    <a:pt x="143179" y="1992"/>
                    <a:pt x="143053" y="1988"/>
                    <a:pt x="142928" y="1988"/>
                  </a:cubicBezTo>
                  <a:cubicBezTo>
                    <a:pt x="141825" y="1988"/>
                    <a:pt x="140718" y="2285"/>
                    <a:pt x="139622" y="2285"/>
                  </a:cubicBezTo>
                  <a:cubicBezTo>
                    <a:pt x="139456" y="2285"/>
                    <a:pt x="139290" y="2278"/>
                    <a:pt x="139125" y="2262"/>
                  </a:cubicBezTo>
                  <a:cubicBezTo>
                    <a:pt x="138780" y="2441"/>
                    <a:pt x="138494" y="2715"/>
                    <a:pt x="138256" y="2858"/>
                  </a:cubicBezTo>
                  <a:lnTo>
                    <a:pt x="138256" y="2250"/>
                  </a:lnTo>
                  <a:cubicBezTo>
                    <a:pt x="138030" y="2250"/>
                    <a:pt x="137803" y="2239"/>
                    <a:pt x="137589" y="2239"/>
                  </a:cubicBezTo>
                  <a:cubicBezTo>
                    <a:pt x="137577" y="2215"/>
                    <a:pt x="137577" y="2203"/>
                    <a:pt x="137565" y="2179"/>
                  </a:cubicBezTo>
                  <a:cubicBezTo>
                    <a:pt x="137041" y="2191"/>
                    <a:pt x="136494" y="2203"/>
                    <a:pt x="135946" y="2215"/>
                  </a:cubicBezTo>
                  <a:cubicBezTo>
                    <a:pt x="135410" y="2203"/>
                    <a:pt x="134863" y="2191"/>
                    <a:pt x="134327" y="2179"/>
                  </a:cubicBezTo>
                  <a:cubicBezTo>
                    <a:pt x="134327" y="2203"/>
                    <a:pt x="134327" y="2215"/>
                    <a:pt x="134315" y="2239"/>
                  </a:cubicBezTo>
                  <a:cubicBezTo>
                    <a:pt x="134089" y="2239"/>
                    <a:pt x="133874" y="2250"/>
                    <a:pt x="133648" y="2250"/>
                  </a:cubicBezTo>
                  <a:lnTo>
                    <a:pt x="133648" y="2858"/>
                  </a:lnTo>
                  <a:cubicBezTo>
                    <a:pt x="133410" y="2715"/>
                    <a:pt x="133124" y="2441"/>
                    <a:pt x="132779" y="2262"/>
                  </a:cubicBezTo>
                  <a:cubicBezTo>
                    <a:pt x="132604" y="2280"/>
                    <a:pt x="132429" y="2288"/>
                    <a:pt x="132254" y="2288"/>
                  </a:cubicBezTo>
                  <a:cubicBezTo>
                    <a:pt x="131165" y="2288"/>
                    <a:pt x="130064" y="1988"/>
                    <a:pt x="128968" y="1988"/>
                  </a:cubicBezTo>
                  <a:cubicBezTo>
                    <a:pt x="128845" y="1988"/>
                    <a:pt x="128723" y="1992"/>
                    <a:pt x="128600" y="2000"/>
                  </a:cubicBezTo>
                  <a:cubicBezTo>
                    <a:pt x="129303" y="3936"/>
                    <a:pt x="129413" y="4616"/>
                    <a:pt x="129192" y="4616"/>
                  </a:cubicBezTo>
                  <a:cubicBezTo>
                    <a:pt x="128855" y="4616"/>
                    <a:pt x="127750" y="3043"/>
                    <a:pt x="126802" y="1929"/>
                  </a:cubicBezTo>
                  <a:cubicBezTo>
                    <a:pt x="122492" y="1750"/>
                    <a:pt x="118527" y="1500"/>
                    <a:pt x="114467" y="1179"/>
                  </a:cubicBezTo>
                  <a:cubicBezTo>
                    <a:pt x="114562" y="774"/>
                    <a:pt x="114646" y="381"/>
                    <a:pt x="114741" y="0"/>
                  </a:cubicBezTo>
                  <a:lnTo>
                    <a:pt x="114741" y="0"/>
                  </a:lnTo>
                  <a:cubicBezTo>
                    <a:pt x="112491" y="226"/>
                    <a:pt x="110348" y="441"/>
                    <a:pt x="108276" y="631"/>
                  </a:cubicBezTo>
                  <a:cubicBezTo>
                    <a:pt x="106192" y="441"/>
                    <a:pt x="104061" y="226"/>
                    <a:pt x="101799" y="0"/>
                  </a:cubicBezTo>
                  <a:lnTo>
                    <a:pt x="101799" y="0"/>
                  </a:lnTo>
                  <a:cubicBezTo>
                    <a:pt x="101894" y="381"/>
                    <a:pt x="101978" y="774"/>
                    <a:pt x="102073" y="1179"/>
                  </a:cubicBezTo>
                  <a:cubicBezTo>
                    <a:pt x="99072" y="1417"/>
                    <a:pt x="96132" y="1607"/>
                    <a:pt x="93060" y="1774"/>
                  </a:cubicBezTo>
                  <a:cubicBezTo>
                    <a:pt x="93191" y="1167"/>
                    <a:pt x="93322" y="572"/>
                    <a:pt x="93465" y="0"/>
                  </a:cubicBezTo>
                  <a:lnTo>
                    <a:pt x="93465" y="0"/>
                  </a:lnTo>
                  <a:cubicBezTo>
                    <a:pt x="84535" y="905"/>
                    <a:pt x="77439" y="1524"/>
                    <a:pt x="69212" y="1905"/>
                  </a:cubicBezTo>
                  <a:cubicBezTo>
                    <a:pt x="69164" y="2239"/>
                    <a:pt x="69116" y="2548"/>
                    <a:pt x="69081" y="2822"/>
                  </a:cubicBezTo>
                  <a:cubicBezTo>
                    <a:pt x="68723" y="2667"/>
                    <a:pt x="68342" y="2548"/>
                    <a:pt x="67973" y="2453"/>
                  </a:cubicBezTo>
                  <a:cubicBezTo>
                    <a:pt x="67950" y="2298"/>
                    <a:pt x="67926" y="2131"/>
                    <a:pt x="67902" y="1953"/>
                  </a:cubicBezTo>
                  <a:cubicBezTo>
                    <a:pt x="64735" y="2084"/>
                    <a:pt x="61377" y="2179"/>
                    <a:pt x="57686" y="2239"/>
                  </a:cubicBezTo>
                  <a:cubicBezTo>
                    <a:pt x="56567" y="2227"/>
                    <a:pt x="55472" y="2203"/>
                    <a:pt x="54412" y="2179"/>
                  </a:cubicBezTo>
                  <a:cubicBezTo>
                    <a:pt x="54303" y="2757"/>
                    <a:pt x="54160" y="2952"/>
                    <a:pt x="53977" y="2952"/>
                  </a:cubicBezTo>
                  <a:cubicBezTo>
                    <a:pt x="53701" y="2952"/>
                    <a:pt x="53333" y="2506"/>
                    <a:pt x="52852" y="2262"/>
                  </a:cubicBezTo>
                  <a:cubicBezTo>
                    <a:pt x="52687" y="2278"/>
                    <a:pt x="52522" y="2285"/>
                    <a:pt x="52356" y="2285"/>
                  </a:cubicBezTo>
                  <a:cubicBezTo>
                    <a:pt x="51262" y="2285"/>
                    <a:pt x="50161" y="1988"/>
                    <a:pt x="49052" y="1988"/>
                  </a:cubicBezTo>
                  <a:cubicBezTo>
                    <a:pt x="48926" y="1988"/>
                    <a:pt x="48800" y="1992"/>
                    <a:pt x="48673" y="2000"/>
                  </a:cubicBezTo>
                  <a:cubicBezTo>
                    <a:pt x="48959" y="2774"/>
                    <a:pt x="49138" y="3346"/>
                    <a:pt x="49257" y="3751"/>
                  </a:cubicBezTo>
                  <a:cubicBezTo>
                    <a:pt x="48792" y="3274"/>
                    <a:pt x="48173" y="2953"/>
                    <a:pt x="47518" y="2703"/>
                  </a:cubicBezTo>
                  <a:cubicBezTo>
                    <a:pt x="47304" y="2441"/>
                    <a:pt x="47090" y="2179"/>
                    <a:pt x="46875" y="1929"/>
                  </a:cubicBezTo>
                  <a:cubicBezTo>
                    <a:pt x="38315" y="1572"/>
                    <a:pt x="31064" y="929"/>
                    <a:pt x="21872" y="0"/>
                  </a:cubicBezTo>
                  <a:lnTo>
                    <a:pt x="21872" y="0"/>
                  </a:lnTo>
                  <a:cubicBezTo>
                    <a:pt x="22015" y="572"/>
                    <a:pt x="22146" y="1167"/>
                    <a:pt x="22277" y="1774"/>
                  </a:cubicBezTo>
                  <a:cubicBezTo>
                    <a:pt x="15098" y="1393"/>
                    <a:pt x="8573" y="810"/>
                    <a:pt x="5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36"/>
            <p:cNvSpPr/>
            <p:nvPr/>
          </p:nvSpPr>
          <p:spPr>
            <a:xfrm>
              <a:off x="283950" y="193150"/>
              <a:ext cx="8615526" cy="4752359"/>
            </a:xfrm>
            <a:custGeom>
              <a:rect b="b" l="l" r="r" t="t"/>
              <a:pathLst>
                <a:path extrusionOk="0" h="146757" w="269046">
                  <a:moveTo>
                    <a:pt x="21241" y="131"/>
                  </a:moveTo>
                  <a:cubicBezTo>
                    <a:pt x="20884" y="346"/>
                    <a:pt x="20527" y="572"/>
                    <a:pt x="20170" y="798"/>
                  </a:cubicBezTo>
                  <a:cubicBezTo>
                    <a:pt x="20217" y="953"/>
                    <a:pt x="20253" y="1120"/>
                    <a:pt x="20289" y="1286"/>
                  </a:cubicBezTo>
                  <a:cubicBezTo>
                    <a:pt x="20860" y="929"/>
                    <a:pt x="21432" y="560"/>
                    <a:pt x="22015" y="203"/>
                  </a:cubicBezTo>
                  <a:cubicBezTo>
                    <a:pt x="21753" y="179"/>
                    <a:pt x="21503" y="155"/>
                    <a:pt x="21241" y="131"/>
                  </a:cubicBezTo>
                  <a:close/>
                  <a:moveTo>
                    <a:pt x="18777" y="1691"/>
                  </a:moveTo>
                  <a:cubicBezTo>
                    <a:pt x="18515" y="1858"/>
                    <a:pt x="18265" y="2012"/>
                    <a:pt x="18015" y="2179"/>
                  </a:cubicBezTo>
                  <a:cubicBezTo>
                    <a:pt x="11788" y="6263"/>
                    <a:pt x="6156" y="10644"/>
                    <a:pt x="1155" y="15252"/>
                  </a:cubicBezTo>
                  <a:cubicBezTo>
                    <a:pt x="1179" y="15455"/>
                    <a:pt x="1203" y="15657"/>
                    <a:pt x="1215" y="15848"/>
                  </a:cubicBezTo>
                  <a:cubicBezTo>
                    <a:pt x="6263" y="11156"/>
                    <a:pt x="11966" y="6727"/>
                    <a:pt x="18277" y="2584"/>
                  </a:cubicBezTo>
                  <a:cubicBezTo>
                    <a:pt x="18705" y="2298"/>
                    <a:pt x="19146" y="2012"/>
                    <a:pt x="19574" y="1739"/>
                  </a:cubicBezTo>
                  <a:cubicBezTo>
                    <a:pt x="19312" y="1727"/>
                    <a:pt x="19039" y="1703"/>
                    <a:pt x="18777" y="1691"/>
                  </a:cubicBezTo>
                  <a:close/>
                  <a:moveTo>
                    <a:pt x="257199" y="5608"/>
                  </a:moveTo>
                  <a:cubicBezTo>
                    <a:pt x="259819" y="11180"/>
                    <a:pt x="262128" y="16943"/>
                    <a:pt x="264105" y="22884"/>
                  </a:cubicBezTo>
                  <a:cubicBezTo>
                    <a:pt x="264307" y="22836"/>
                    <a:pt x="264522" y="22789"/>
                    <a:pt x="264736" y="22741"/>
                  </a:cubicBezTo>
                  <a:cubicBezTo>
                    <a:pt x="262950" y="17360"/>
                    <a:pt x="260890" y="12085"/>
                    <a:pt x="258557" y="6942"/>
                  </a:cubicBezTo>
                  <a:lnTo>
                    <a:pt x="257199" y="5608"/>
                  </a:lnTo>
                  <a:close/>
                  <a:moveTo>
                    <a:pt x="234685" y="1239"/>
                  </a:moveTo>
                  <a:cubicBezTo>
                    <a:pt x="234423" y="1262"/>
                    <a:pt x="234149" y="1286"/>
                    <a:pt x="233887" y="1298"/>
                  </a:cubicBezTo>
                  <a:cubicBezTo>
                    <a:pt x="234554" y="1727"/>
                    <a:pt x="235220" y="2143"/>
                    <a:pt x="235875" y="2584"/>
                  </a:cubicBezTo>
                  <a:cubicBezTo>
                    <a:pt x="245662" y="9001"/>
                    <a:pt x="253961" y="16145"/>
                    <a:pt x="260676" y="23813"/>
                  </a:cubicBezTo>
                  <a:cubicBezTo>
                    <a:pt x="260783" y="23741"/>
                    <a:pt x="260938" y="23682"/>
                    <a:pt x="261140" y="23610"/>
                  </a:cubicBezTo>
                  <a:cubicBezTo>
                    <a:pt x="254377" y="15871"/>
                    <a:pt x="246007" y="8656"/>
                    <a:pt x="236137" y="2179"/>
                  </a:cubicBezTo>
                  <a:cubicBezTo>
                    <a:pt x="235649" y="1870"/>
                    <a:pt x="235173" y="1548"/>
                    <a:pt x="234685" y="1239"/>
                  </a:cubicBezTo>
                  <a:close/>
                  <a:moveTo>
                    <a:pt x="264807" y="25051"/>
                  </a:moveTo>
                  <a:lnTo>
                    <a:pt x="264867" y="25218"/>
                  </a:lnTo>
                  <a:cubicBezTo>
                    <a:pt x="264879" y="25218"/>
                    <a:pt x="264879" y="25206"/>
                    <a:pt x="264891" y="25194"/>
                  </a:cubicBezTo>
                  <a:cubicBezTo>
                    <a:pt x="264914" y="25158"/>
                    <a:pt x="264926" y="25111"/>
                    <a:pt x="264938" y="25075"/>
                  </a:cubicBezTo>
                  <a:cubicBezTo>
                    <a:pt x="264891" y="25063"/>
                    <a:pt x="264855" y="25063"/>
                    <a:pt x="264807" y="25051"/>
                  </a:cubicBezTo>
                  <a:close/>
                  <a:moveTo>
                    <a:pt x="265319" y="26670"/>
                  </a:moveTo>
                  <a:lnTo>
                    <a:pt x="265319" y="26670"/>
                  </a:lnTo>
                  <a:cubicBezTo>
                    <a:pt x="265557" y="27480"/>
                    <a:pt x="265807" y="28290"/>
                    <a:pt x="266034" y="29099"/>
                  </a:cubicBezTo>
                  <a:cubicBezTo>
                    <a:pt x="266057" y="28444"/>
                    <a:pt x="266081" y="27789"/>
                    <a:pt x="266117" y="27135"/>
                  </a:cubicBezTo>
                  <a:cubicBezTo>
                    <a:pt x="266081" y="27016"/>
                    <a:pt x="266046" y="26896"/>
                    <a:pt x="266010" y="26777"/>
                  </a:cubicBezTo>
                  <a:cubicBezTo>
                    <a:pt x="265843" y="26754"/>
                    <a:pt x="265593" y="26718"/>
                    <a:pt x="265319" y="26670"/>
                  </a:cubicBezTo>
                  <a:close/>
                  <a:moveTo>
                    <a:pt x="261188" y="24408"/>
                  </a:moveTo>
                  <a:lnTo>
                    <a:pt x="261188" y="24408"/>
                  </a:lnTo>
                  <a:cubicBezTo>
                    <a:pt x="262902" y="26396"/>
                    <a:pt x="264498" y="28409"/>
                    <a:pt x="265998" y="30456"/>
                  </a:cubicBezTo>
                  <a:cubicBezTo>
                    <a:pt x="265998" y="30195"/>
                    <a:pt x="266010" y="29944"/>
                    <a:pt x="266022" y="29683"/>
                  </a:cubicBezTo>
                  <a:cubicBezTo>
                    <a:pt x="265153" y="28516"/>
                    <a:pt x="264260" y="27361"/>
                    <a:pt x="263331" y="26218"/>
                  </a:cubicBezTo>
                  <a:cubicBezTo>
                    <a:pt x="263200" y="26158"/>
                    <a:pt x="263140" y="26087"/>
                    <a:pt x="263164" y="26015"/>
                  </a:cubicBezTo>
                  <a:cubicBezTo>
                    <a:pt x="262771" y="25539"/>
                    <a:pt x="262378" y="25075"/>
                    <a:pt x="261986" y="24599"/>
                  </a:cubicBezTo>
                  <a:cubicBezTo>
                    <a:pt x="261664" y="24539"/>
                    <a:pt x="261402" y="24468"/>
                    <a:pt x="261188" y="24408"/>
                  </a:cubicBezTo>
                  <a:close/>
                  <a:moveTo>
                    <a:pt x="127076" y="17431"/>
                  </a:moveTo>
                  <a:cubicBezTo>
                    <a:pt x="133339" y="17431"/>
                    <a:pt x="139506" y="17574"/>
                    <a:pt x="145578" y="17848"/>
                  </a:cubicBezTo>
                  <a:cubicBezTo>
                    <a:pt x="146150" y="29278"/>
                    <a:pt x="146554" y="41363"/>
                    <a:pt x="146769" y="53924"/>
                  </a:cubicBezTo>
                  <a:cubicBezTo>
                    <a:pt x="140292" y="53816"/>
                    <a:pt x="133720" y="53769"/>
                    <a:pt x="127076" y="53769"/>
                  </a:cubicBezTo>
                  <a:cubicBezTo>
                    <a:pt x="120432" y="53769"/>
                    <a:pt x="113860" y="53816"/>
                    <a:pt x="107371" y="53924"/>
                  </a:cubicBezTo>
                  <a:cubicBezTo>
                    <a:pt x="107585" y="41363"/>
                    <a:pt x="107990" y="29278"/>
                    <a:pt x="108562" y="17848"/>
                  </a:cubicBezTo>
                  <a:cubicBezTo>
                    <a:pt x="114634" y="17574"/>
                    <a:pt x="120813" y="17431"/>
                    <a:pt x="127076" y="17431"/>
                  </a:cubicBezTo>
                  <a:close/>
                  <a:moveTo>
                    <a:pt x="108359" y="17848"/>
                  </a:moveTo>
                  <a:cubicBezTo>
                    <a:pt x="107776" y="29385"/>
                    <a:pt x="107371" y="41482"/>
                    <a:pt x="107169" y="53924"/>
                  </a:cubicBezTo>
                  <a:cubicBezTo>
                    <a:pt x="94727" y="54138"/>
                    <a:pt x="82630" y="54531"/>
                    <a:pt x="71093" y="55114"/>
                  </a:cubicBezTo>
                  <a:cubicBezTo>
                    <a:pt x="71617" y="43244"/>
                    <a:pt x="72640" y="31766"/>
                    <a:pt x="74117" y="20872"/>
                  </a:cubicBezTo>
                  <a:cubicBezTo>
                    <a:pt x="85011" y="19407"/>
                    <a:pt x="96477" y="18384"/>
                    <a:pt x="108359" y="17848"/>
                  </a:cubicBezTo>
                  <a:close/>
                  <a:moveTo>
                    <a:pt x="145792" y="17860"/>
                  </a:moveTo>
                  <a:lnTo>
                    <a:pt x="145792" y="17860"/>
                  </a:lnTo>
                  <a:cubicBezTo>
                    <a:pt x="157675" y="18384"/>
                    <a:pt x="169141" y="19407"/>
                    <a:pt x="180035" y="20884"/>
                  </a:cubicBezTo>
                  <a:cubicBezTo>
                    <a:pt x="181499" y="31766"/>
                    <a:pt x="182523" y="43244"/>
                    <a:pt x="183059" y="55114"/>
                  </a:cubicBezTo>
                  <a:cubicBezTo>
                    <a:pt x="171522" y="54531"/>
                    <a:pt x="159425" y="54138"/>
                    <a:pt x="146983" y="53924"/>
                  </a:cubicBezTo>
                  <a:cubicBezTo>
                    <a:pt x="146781" y="41482"/>
                    <a:pt x="146376" y="29385"/>
                    <a:pt x="145792" y="17860"/>
                  </a:cubicBezTo>
                  <a:close/>
                  <a:moveTo>
                    <a:pt x="73724" y="20931"/>
                  </a:moveTo>
                  <a:lnTo>
                    <a:pt x="73724" y="20931"/>
                  </a:lnTo>
                  <a:cubicBezTo>
                    <a:pt x="72259" y="31909"/>
                    <a:pt x="71247" y="43375"/>
                    <a:pt x="70724" y="55138"/>
                  </a:cubicBezTo>
                  <a:cubicBezTo>
                    <a:pt x="54805" y="55948"/>
                    <a:pt x="39958" y="57103"/>
                    <a:pt x="26742" y="58579"/>
                  </a:cubicBezTo>
                  <a:cubicBezTo>
                    <a:pt x="27373" y="48816"/>
                    <a:pt x="28599" y="39255"/>
                    <a:pt x="30397" y="29992"/>
                  </a:cubicBezTo>
                  <a:cubicBezTo>
                    <a:pt x="43292" y="26158"/>
                    <a:pt x="57901" y="23086"/>
                    <a:pt x="73724" y="20931"/>
                  </a:cubicBezTo>
                  <a:close/>
                  <a:moveTo>
                    <a:pt x="180416" y="20931"/>
                  </a:moveTo>
                  <a:lnTo>
                    <a:pt x="180416" y="20931"/>
                  </a:lnTo>
                  <a:cubicBezTo>
                    <a:pt x="196251" y="23086"/>
                    <a:pt x="210860" y="26170"/>
                    <a:pt x="223755" y="29992"/>
                  </a:cubicBezTo>
                  <a:cubicBezTo>
                    <a:pt x="225552" y="39255"/>
                    <a:pt x="226779" y="48816"/>
                    <a:pt x="227410" y="58579"/>
                  </a:cubicBezTo>
                  <a:cubicBezTo>
                    <a:pt x="214194" y="57103"/>
                    <a:pt x="199335" y="55948"/>
                    <a:pt x="183416" y="55138"/>
                  </a:cubicBezTo>
                  <a:cubicBezTo>
                    <a:pt x="182904" y="43375"/>
                    <a:pt x="181892" y="31909"/>
                    <a:pt x="180416" y="20931"/>
                  </a:cubicBezTo>
                  <a:close/>
                  <a:moveTo>
                    <a:pt x="70724" y="55352"/>
                  </a:moveTo>
                  <a:cubicBezTo>
                    <a:pt x="70450" y="61436"/>
                    <a:pt x="70319" y="67616"/>
                    <a:pt x="70319" y="73843"/>
                  </a:cubicBezTo>
                  <a:cubicBezTo>
                    <a:pt x="70319" y="80070"/>
                    <a:pt x="70450" y="86237"/>
                    <a:pt x="70724" y="92321"/>
                  </a:cubicBezTo>
                  <a:cubicBezTo>
                    <a:pt x="54543" y="91500"/>
                    <a:pt x="39696" y="90333"/>
                    <a:pt x="26730" y="88892"/>
                  </a:cubicBezTo>
                  <a:cubicBezTo>
                    <a:pt x="26420" y="83915"/>
                    <a:pt x="26254" y="78891"/>
                    <a:pt x="26254" y="73843"/>
                  </a:cubicBezTo>
                  <a:cubicBezTo>
                    <a:pt x="26254" y="68783"/>
                    <a:pt x="26420" y="63758"/>
                    <a:pt x="26730" y="58781"/>
                  </a:cubicBezTo>
                  <a:cubicBezTo>
                    <a:pt x="39696" y="57341"/>
                    <a:pt x="54543" y="56174"/>
                    <a:pt x="70724" y="55352"/>
                  </a:cubicBezTo>
                  <a:close/>
                  <a:moveTo>
                    <a:pt x="183428" y="55352"/>
                  </a:moveTo>
                  <a:cubicBezTo>
                    <a:pt x="199609" y="56174"/>
                    <a:pt x="214444" y="57341"/>
                    <a:pt x="227410" y="58781"/>
                  </a:cubicBezTo>
                  <a:cubicBezTo>
                    <a:pt x="227731" y="63758"/>
                    <a:pt x="227886" y="68783"/>
                    <a:pt x="227886" y="73843"/>
                  </a:cubicBezTo>
                  <a:cubicBezTo>
                    <a:pt x="227886" y="78903"/>
                    <a:pt x="227731" y="83915"/>
                    <a:pt x="227410" y="88892"/>
                  </a:cubicBezTo>
                  <a:cubicBezTo>
                    <a:pt x="214444" y="90333"/>
                    <a:pt x="199609" y="91500"/>
                    <a:pt x="183428" y="92321"/>
                  </a:cubicBezTo>
                  <a:cubicBezTo>
                    <a:pt x="183690" y="86237"/>
                    <a:pt x="183833" y="80070"/>
                    <a:pt x="183833" y="73843"/>
                  </a:cubicBezTo>
                  <a:cubicBezTo>
                    <a:pt x="183833" y="67616"/>
                    <a:pt x="183690" y="61436"/>
                    <a:pt x="183428" y="55352"/>
                  </a:cubicBezTo>
                  <a:close/>
                  <a:moveTo>
                    <a:pt x="107157" y="54138"/>
                  </a:moveTo>
                  <a:cubicBezTo>
                    <a:pt x="107050" y="60627"/>
                    <a:pt x="107002" y="67199"/>
                    <a:pt x="107002" y="73843"/>
                  </a:cubicBezTo>
                  <a:cubicBezTo>
                    <a:pt x="107002" y="80475"/>
                    <a:pt x="107050" y="87047"/>
                    <a:pt x="107157" y="93536"/>
                  </a:cubicBezTo>
                  <a:cubicBezTo>
                    <a:pt x="94596" y="93321"/>
                    <a:pt x="82511" y="92917"/>
                    <a:pt x="71081" y="92345"/>
                  </a:cubicBezTo>
                  <a:cubicBezTo>
                    <a:pt x="70807" y="86273"/>
                    <a:pt x="70676" y="80105"/>
                    <a:pt x="70676" y="73843"/>
                  </a:cubicBezTo>
                  <a:cubicBezTo>
                    <a:pt x="70676" y="67580"/>
                    <a:pt x="70807" y="61401"/>
                    <a:pt x="71081" y="55329"/>
                  </a:cubicBezTo>
                  <a:cubicBezTo>
                    <a:pt x="82511" y="54757"/>
                    <a:pt x="94596" y="54352"/>
                    <a:pt x="107157" y="54138"/>
                  </a:cubicBezTo>
                  <a:close/>
                  <a:moveTo>
                    <a:pt x="146983" y="54138"/>
                  </a:moveTo>
                  <a:cubicBezTo>
                    <a:pt x="159544" y="54352"/>
                    <a:pt x="171641" y="54757"/>
                    <a:pt x="183071" y="55329"/>
                  </a:cubicBezTo>
                  <a:cubicBezTo>
                    <a:pt x="183333" y="61401"/>
                    <a:pt x="183476" y="67568"/>
                    <a:pt x="183476" y="73831"/>
                  </a:cubicBezTo>
                  <a:cubicBezTo>
                    <a:pt x="183476" y="80094"/>
                    <a:pt x="183333" y="86273"/>
                    <a:pt x="183071" y="92345"/>
                  </a:cubicBezTo>
                  <a:cubicBezTo>
                    <a:pt x="171641" y="92917"/>
                    <a:pt x="159544" y="93321"/>
                    <a:pt x="146983" y="93536"/>
                  </a:cubicBezTo>
                  <a:cubicBezTo>
                    <a:pt x="147090" y="87047"/>
                    <a:pt x="147150" y="80475"/>
                    <a:pt x="147150" y="73843"/>
                  </a:cubicBezTo>
                  <a:cubicBezTo>
                    <a:pt x="147150" y="67199"/>
                    <a:pt x="147090" y="60627"/>
                    <a:pt x="146983" y="54138"/>
                  </a:cubicBezTo>
                  <a:close/>
                  <a:moveTo>
                    <a:pt x="127076" y="53971"/>
                  </a:moveTo>
                  <a:cubicBezTo>
                    <a:pt x="133743" y="53971"/>
                    <a:pt x="140327" y="54031"/>
                    <a:pt x="146781" y="54138"/>
                  </a:cubicBezTo>
                  <a:cubicBezTo>
                    <a:pt x="146876" y="60591"/>
                    <a:pt x="146935" y="67163"/>
                    <a:pt x="146935" y="73843"/>
                  </a:cubicBezTo>
                  <a:cubicBezTo>
                    <a:pt x="146935" y="80510"/>
                    <a:pt x="146888" y="87082"/>
                    <a:pt x="146781" y="93536"/>
                  </a:cubicBezTo>
                  <a:cubicBezTo>
                    <a:pt x="140327" y="93643"/>
                    <a:pt x="133743" y="93702"/>
                    <a:pt x="127076" y="93702"/>
                  </a:cubicBezTo>
                  <a:cubicBezTo>
                    <a:pt x="120396" y="93702"/>
                    <a:pt x="113824" y="93643"/>
                    <a:pt x="107371" y="93536"/>
                  </a:cubicBezTo>
                  <a:cubicBezTo>
                    <a:pt x="107264" y="87082"/>
                    <a:pt x="107204" y="80510"/>
                    <a:pt x="107204" y="73843"/>
                  </a:cubicBezTo>
                  <a:cubicBezTo>
                    <a:pt x="107204" y="67163"/>
                    <a:pt x="107264" y="60591"/>
                    <a:pt x="107371" y="54138"/>
                  </a:cubicBezTo>
                  <a:cubicBezTo>
                    <a:pt x="113824" y="54031"/>
                    <a:pt x="120396" y="53971"/>
                    <a:pt x="127076" y="53971"/>
                  </a:cubicBezTo>
                  <a:close/>
                  <a:moveTo>
                    <a:pt x="48" y="105632"/>
                  </a:moveTo>
                  <a:cubicBezTo>
                    <a:pt x="36" y="105716"/>
                    <a:pt x="12" y="105811"/>
                    <a:pt x="0" y="105894"/>
                  </a:cubicBezTo>
                  <a:cubicBezTo>
                    <a:pt x="155" y="105882"/>
                    <a:pt x="310" y="105870"/>
                    <a:pt x="477" y="105859"/>
                  </a:cubicBezTo>
                  <a:cubicBezTo>
                    <a:pt x="334" y="105775"/>
                    <a:pt x="191" y="105704"/>
                    <a:pt x="48" y="105632"/>
                  </a:cubicBezTo>
                  <a:close/>
                  <a:moveTo>
                    <a:pt x="26742" y="89095"/>
                  </a:moveTo>
                  <a:cubicBezTo>
                    <a:pt x="39958" y="90571"/>
                    <a:pt x="54805" y="91726"/>
                    <a:pt x="70724" y="92536"/>
                  </a:cubicBezTo>
                  <a:cubicBezTo>
                    <a:pt x="71247" y="104299"/>
                    <a:pt x="72259" y="115765"/>
                    <a:pt x="73724" y="126742"/>
                  </a:cubicBezTo>
                  <a:cubicBezTo>
                    <a:pt x="57901" y="124587"/>
                    <a:pt x="43292" y="121515"/>
                    <a:pt x="30397" y="117681"/>
                  </a:cubicBezTo>
                  <a:cubicBezTo>
                    <a:pt x="28599" y="108418"/>
                    <a:pt x="27373" y="98858"/>
                    <a:pt x="26742" y="89095"/>
                  </a:cubicBezTo>
                  <a:close/>
                  <a:moveTo>
                    <a:pt x="227410" y="89095"/>
                  </a:moveTo>
                  <a:cubicBezTo>
                    <a:pt x="226779" y="98858"/>
                    <a:pt x="225552" y="108418"/>
                    <a:pt x="223755" y="117681"/>
                  </a:cubicBezTo>
                  <a:cubicBezTo>
                    <a:pt x="210860" y="121515"/>
                    <a:pt x="196251" y="124587"/>
                    <a:pt x="180416" y="126742"/>
                  </a:cubicBezTo>
                  <a:cubicBezTo>
                    <a:pt x="181892" y="115765"/>
                    <a:pt x="182904" y="104299"/>
                    <a:pt x="183416" y="92536"/>
                  </a:cubicBezTo>
                  <a:cubicBezTo>
                    <a:pt x="199347" y="91726"/>
                    <a:pt x="214194" y="90571"/>
                    <a:pt x="227410" y="89095"/>
                  </a:cubicBezTo>
                  <a:close/>
                  <a:moveTo>
                    <a:pt x="71093" y="92559"/>
                  </a:moveTo>
                  <a:lnTo>
                    <a:pt x="71093" y="92559"/>
                  </a:lnTo>
                  <a:cubicBezTo>
                    <a:pt x="82630" y="93143"/>
                    <a:pt x="94715" y="93536"/>
                    <a:pt x="107169" y="93750"/>
                  </a:cubicBezTo>
                  <a:cubicBezTo>
                    <a:pt x="107371" y="106192"/>
                    <a:pt x="107776" y="118289"/>
                    <a:pt x="108347" y="129826"/>
                  </a:cubicBezTo>
                  <a:cubicBezTo>
                    <a:pt x="96477" y="129290"/>
                    <a:pt x="85011" y="128266"/>
                    <a:pt x="74117" y="126790"/>
                  </a:cubicBezTo>
                  <a:cubicBezTo>
                    <a:pt x="72640" y="115907"/>
                    <a:pt x="71617" y="104442"/>
                    <a:pt x="71093" y="92559"/>
                  </a:cubicBezTo>
                  <a:close/>
                  <a:moveTo>
                    <a:pt x="183059" y="92559"/>
                  </a:moveTo>
                  <a:lnTo>
                    <a:pt x="183059" y="92559"/>
                  </a:lnTo>
                  <a:cubicBezTo>
                    <a:pt x="182523" y="104442"/>
                    <a:pt x="181499" y="115907"/>
                    <a:pt x="180035" y="126802"/>
                  </a:cubicBezTo>
                  <a:cubicBezTo>
                    <a:pt x="169141" y="128266"/>
                    <a:pt x="157675" y="129290"/>
                    <a:pt x="145792" y="129826"/>
                  </a:cubicBezTo>
                  <a:cubicBezTo>
                    <a:pt x="146376" y="118289"/>
                    <a:pt x="146769" y="106192"/>
                    <a:pt x="146983" y="93750"/>
                  </a:cubicBezTo>
                  <a:cubicBezTo>
                    <a:pt x="159425" y="93536"/>
                    <a:pt x="171522" y="93143"/>
                    <a:pt x="183059" y="92559"/>
                  </a:cubicBezTo>
                  <a:close/>
                  <a:moveTo>
                    <a:pt x="107371" y="93750"/>
                  </a:moveTo>
                  <a:cubicBezTo>
                    <a:pt x="113860" y="93857"/>
                    <a:pt x="120432" y="93917"/>
                    <a:pt x="127076" y="93917"/>
                  </a:cubicBezTo>
                  <a:cubicBezTo>
                    <a:pt x="133708" y="93917"/>
                    <a:pt x="140292" y="93857"/>
                    <a:pt x="146769" y="93750"/>
                  </a:cubicBezTo>
                  <a:lnTo>
                    <a:pt x="146769" y="93750"/>
                  </a:lnTo>
                  <a:cubicBezTo>
                    <a:pt x="146566" y="106311"/>
                    <a:pt x="146150" y="118396"/>
                    <a:pt x="145578" y="129826"/>
                  </a:cubicBezTo>
                  <a:cubicBezTo>
                    <a:pt x="139506" y="130100"/>
                    <a:pt x="133339" y="130243"/>
                    <a:pt x="127076" y="130243"/>
                  </a:cubicBezTo>
                  <a:cubicBezTo>
                    <a:pt x="120813" y="130243"/>
                    <a:pt x="114634" y="130100"/>
                    <a:pt x="108574" y="129826"/>
                  </a:cubicBezTo>
                  <a:cubicBezTo>
                    <a:pt x="107990" y="118396"/>
                    <a:pt x="107585" y="106311"/>
                    <a:pt x="107371" y="93750"/>
                  </a:cubicBezTo>
                  <a:close/>
                  <a:moveTo>
                    <a:pt x="266653" y="116300"/>
                  </a:moveTo>
                  <a:lnTo>
                    <a:pt x="266653" y="116300"/>
                  </a:lnTo>
                  <a:cubicBezTo>
                    <a:pt x="259152" y="126861"/>
                    <a:pt x="248817" y="136600"/>
                    <a:pt x="235875" y="145101"/>
                  </a:cubicBezTo>
                  <a:cubicBezTo>
                    <a:pt x="235411" y="145399"/>
                    <a:pt x="234946" y="145697"/>
                    <a:pt x="234482" y="145994"/>
                  </a:cubicBezTo>
                  <a:cubicBezTo>
                    <a:pt x="234756" y="146006"/>
                    <a:pt x="235030" y="146018"/>
                    <a:pt x="235304" y="146030"/>
                  </a:cubicBezTo>
                  <a:cubicBezTo>
                    <a:pt x="235577" y="145852"/>
                    <a:pt x="235851" y="145673"/>
                    <a:pt x="236137" y="145494"/>
                  </a:cubicBezTo>
                  <a:cubicBezTo>
                    <a:pt x="248710" y="137243"/>
                    <a:pt x="258854" y="127814"/>
                    <a:pt x="266319" y="117586"/>
                  </a:cubicBezTo>
                  <a:lnTo>
                    <a:pt x="266319" y="117586"/>
                  </a:lnTo>
                  <a:cubicBezTo>
                    <a:pt x="263533" y="127504"/>
                    <a:pt x="259831" y="137005"/>
                    <a:pt x="255306" y="145971"/>
                  </a:cubicBezTo>
                  <a:cubicBezTo>
                    <a:pt x="255544" y="145983"/>
                    <a:pt x="255794" y="145994"/>
                    <a:pt x="256032" y="146006"/>
                  </a:cubicBezTo>
                  <a:cubicBezTo>
                    <a:pt x="260354" y="137374"/>
                    <a:pt x="263879" y="128338"/>
                    <a:pt x="266569" y="118991"/>
                  </a:cubicBezTo>
                  <a:cubicBezTo>
                    <a:pt x="266593" y="118098"/>
                    <a:pt x="266617" y="117193"/>
                    <a:pt x="266653" y="116300"/>
                  </a:cubicBezTo>
                  <a:close/>
                  <a:moveTo>
                    <a:pt x="1798" y="132362"/>
                  </a:moveTo>
                  <a:cubicBezTo>
                    <a:pt x="1774" y="132540"/>
                    <a:pt x="1739" y="132731"/>
                    <a:pt x="1715" y="132933"/>
                  </a:cubicBezTo>
                  <a:cubicBezTo>
                    <a:pt x="6573" y="137362"/>
                    <a:pt x="12014" y="141553"/>
                    <a:pt x="18015" y="145494"/>
                  </a:cubicBezTo>
                  <a:cubicBezTo>
                    <a:pt x="18229" y="145637"/>
                    <a:pt x="18455" y="145780"/>
                    <a:pt x="18669" y="145923"/>
                  </a:cubicBezTo>
                  <a:cubicBezTo>
                    <a:pt x="18681" y="145899"/>
                    <a:pt x="18681" y="145887"/>
                    <a:pt x="18693" y="145875"/>
                  </a:cubicBezTo>
                  <a:lnTo>
                    <a:pt x="18693" y="145875"/>
                  </a:lnTo>
                  <a:cubicBezTo>
                    <a:pt x="18681" y="145899"/>
                    <a:pt x="18693" y="145911"/>
                    <a:pt x="18693" y="145935"/>
                  </a:cubicBezTo>
                  <a:cubicBezTo>
                    <a:pt x="18800" y="146006"/>
                    <a:pt x="18908" y="146066"/>
                    <a:pt x="19015" y="146137"/>
                  </a:cubicBezTo>
                  <a:cubicBezTo>
                    <a:pt x="19348" y="146256"/>
                    <a:pt x="19872" y="146328"/>
                    <a:pt x="20336" y="146423"/>
                  </a:cubicBezTo>
                  <a:cubicBezTo>
                    <a:pt x="19646" y="145983"/>
                    <a:pt x="18955" y="145542"/>
                    <a:pt x="18277" y="145090"/>
                  </a:cubicBezTo>
                  <a:cubicBezTo>
                    <a:pt x="12204" y="141113"/>
                    <a:pt x="6692" y="136850"/>
                    <a:pt x="1798" y="132362"/>
                  </a:cubicBezTo>
                  <a:close/>
                  <a:moveTo>
                    <a:pt x="176558" y="0"/>
                  </a:moveTo>
                  <a:cubicBezTo>
                    <a:pt x="176701" y="572"/>
                    <a:pt x="176832" y="1167"/>
                    <a:pt x="176963" y="1774"/>
                  </a:cubicBezTo>
                  <a:lnTo>
                    <a:pt x="176903" y="1774"/>
                  </a:lnTo>
                  <a:cubicBezTo>
                    <a:pt x="178070" y="7787"/>
                    <a:pt x="179106" y="14038"/>
                    <a:pt x="179975" y="20491"/>
                  </a:cubicBezTo>
                  <a:cubicBezTo>
                    <a:pt x="168998" y="19015"/>
                    <a:pt x="157544" y="18003"/>
                    <a:pt x="145781" y="17491"/>
                  </a:cubicBezTo>
                  <a:cubicBezTo>
                    <a:pt x="145507" y="12157"/>
                    <a:pt x="145197" y="6942"/>
                    <a:pt x="144852" y="1858"/>
                  </a:cubicBezTo>
                  <a:cubicBezTo>
                    <a:pt x="144780" y="1870"/>
                    <a:pt x="144697" y="1870"/>
                    <a:pt x="144626" y="1870"/>
                  </a:cubicBezTo>
                  <a:cubicBezTo>
                    <a:pt x="144971" y="6918"/>
                    <a:pt x="145292" y="12121"/>
                    <a:pt x="145554" y="17479"/>
                  </a:cubicBezTo>
                  <a:cubicBezTo>
                    <a:pt x="139470" y="17217"/>
                    <a:pt x="133303" y="17074"/>
                    <a:pt x="127076" y="17074"/>
                  </a:cubicBezTo>
                  <a:cubicBezTo>
                    <a:pt x="120849" y="17074"/>
                    <a:pt x="114681" y="17217"/>
                    <a:pt x="108585" y="17479"/>
                  </a:cubicBezTo>
                  <a:cubicBezTo>
                    <a:pt x="108895" y="11573"/>
                    <a:pt x="109240" y="5846"/>
                    <a:pt x="109621" y="322"/>
                  </a:cubicBezTo>
                  <a:lnTo>
                    <a:pt x="109621" y="322"/>
                  </a:lnTo>
                  <a:cubicBezTo>
                    <a:pt x="109550" y="334"/>
                    <a:pt x="109478" y="334"/>
                    <a:pt x="109407" y="346"/>
                  </a:cubicBezTo>
                  <a:cubicBezTo>
                    <a:pt x="109014" y="5894"/>
                    <a:pt x="108669" y="11621"/>
                    <a:pt x="108371" y="17491"/>
                  </a:cubicBezTo>
                  <a:cubicBezTo>
                    <a:pt x="96608" y="18003"/>
                    <a:pt x="85142" y="19015"/>
                    <a:pt x="74164" y="20491"/>
                  </a:cubicBezTo>
                  <a:cubicBezTo>
                    <a:pt x="75069" y="13871"/>
                    <a:pt x="76129" y="7454"/>
                    <a:pt x="77343" y="1298"/>
                  </a:cubicBezTo>
                  <a:lnTo>
                    <a:pt x="77343" y="1298"/>
                  </a:lnTo>
                  <a:cubicBezTo>
                    <a:pt x="77212" y="1310"/>
                    <a:pt x="77081" y="1322"/>
                    <a:pt x="76951" y="1334"/>
                  </a:cubicBezTo>
                  <a:cubicBezTo>
                    <a:pt x="75724" y="7537"/>
                    <a:pt x="74665" y="13954"/>
                    <a:pt x="73783" y="20539"/>
                  </a:cubicBezTo>
                  <a:cubicBezTo>
                    <a:pt x="58198" y="22646"/>
                    <a:pt x="43601" y="25682"/>
                    <a:pt x="30480" y="29575"/>
                  </a:cubicBezTo>
                  <a:cubicBezTo>
                    <a:pt x="32374" y="19872"/>
                    <a:pt x="34910" y="10502"/>
                    <a:pt x="38029" y="1560"/>
                  </a:cubicBezTo>
                  <a:cubicBezTo>
                    <a:pt x="37874" y="1548"/>
                    <a:pt x="37708" y="1548"/>
                    <a:pt x="37541" y="1536"/>
                  </a:cubicBezTo>
                  <a:cubicBezTo>
                    <a:pt x="34409" y="10525"/>
                    <a:pt x="31862" y="19955"/>
                    <a:pt x="29968" y="29718"/>
                  </a:cubicBezTo>
                  <a:cubicBezTo>
                    <a:pt x="25849" y="30957"/>
                    <a:pt x="21884" y="32266"/>
                    <a:pt x="18086" y="33659"/>
                  </a:cubicBezTo>
                  <a:cubicBezTo>
                    <a:pt x="12252" y="35802"/>
                    <a:pt x="6942" y="38088"/>
                    <a:pt x="2191" y="40493"/>
                  </a:cubicBezTo>
                  <a:lnTo>
                    <a:pt x="2179" y="40934"/>
                  </a:lnTo>
                  <a:cubicBezTo>
                    <a:pt x="10097" y="36910"/>
                    <a:pt x="19420" y="33278"/>
                    <a:pt x="29885" y="30147"/>
                  </a:cubicBezTo>
                  <a:lnTo>
                    <a:pt x="29885" y="30147"/>
                  </a:lnTo>
                  <a:cubicBezTo>
                    <a:pt x="28111" y="39386"/>
                    <a:pt x="26885" y="48911"/>
                    <a:pt x="26266" y="58627"/>
                  </a:cubicBezTo>
                  <a:cubicBezTo>
                    <a:pt x="23480" y="58948"/>
                    <a:pt x="20765" y="59270"/>
                    <a:pt x="18134" y="59615"/>
                  </a:cubicBezTo>
                  <a:cubicBezTo>
                    <a:pt x="11621" y="60460"/>
                    <a:pt x="5763" y="61365"/>
                    <a:pt x="584" y="62329"/>
                  </a:cubicBezTo>
                  <a:cubicBezTo>
                    <a:pt x="596" y="62389"/>
                    <a:pt x="596" y="62460"/>
                    <a:pt x="608" y="62520"/>
                  </a:cubicBezTo>
                  <a:cubicBezTo>
                    <a:pt x="7942" y="61163"/>
                    <a:pt x="16574" y="59924"/>
                    <a:pt x="26254" y="58841"/>
                  </a:cubicBezTo>
                  <a:lnTo>
                    <a:pt x="26254" y="58841"/>
                  </a:lnTo>
                  <a:cubicBezTo>
                    <a:pt x="25944" y="63794"/>
                    <a:pt x="25777" y="68794"/>
                    <a:pt x="25777" y="73843"/>
                  </a:cubicBezTo>
                  <a:cubicBezTo>
                    <a:pt x="25777" y="78879"/>
                    <a:pt x="25944" y="83880"/>
                    <a:pt x="26254" y="88833"/>
                  </a:cubicBezTo>
                  <a:cubicBezTo>
                    <a:pt x="17014" y="87797"/>
                    <a:pt x="8740" y="86618"/>
                    <a:pt x="1620" y="85332"/>
                  </a:cubicBezTo>
                  <a:cubicBezTo>
                    <a:pt x="1620" y="85404"/>
                    <a:pt x="1620" y="85475"/>
                    <a:pt x="1620" y="85535"/>
                  </a:cubicBezTo>
                  <a:cubicBezTo>
                    <a:pt x="6537" y="86428"/>
                    <a:pt x="12050" y="87273"/>
                    <a:pt x="18134" y="88059"/>
                  </a:cubicBezTo>
                  <a:cubicBezTo>
                    <a:pt x="20765" y="88404"/>
                    <a:pt x="23480" y="88726"/>
                    <a:pt x="26266" y="89047"/>
                  </a:cubicBezTo>
                  <a:cubicBezTo>
                    <a:pt x="26885" y="98762"/>
                    <a:pt x="28099" y="108287"/>
                    <a:pt x="29885" y="117527"/>
                  </a:cubicBezTo>
                  <a:cubicBezTo>
                    <a:pt x="18824" y="114217"/>
                    <a:pt x="9037" y="110359"/>
                    <a:pt x="846" y="106049"/>
                  </a:cubicBezTo>
                  <a:lnTo>
                    <a:pt x="846" y="106049"/>
                  </a:lnTo>
                  <a:cubicBezTo>
                    <a:pt x="858" y="106204"/>
                    <a:pt x="870" y="106359"/>
                    <a:pt x="881" y="106513"/>
                  </a:cubicBezTo>
                  <a:cubicBezTo>
                    <a:pt x="5977" y="109169"/>
                    <a:pt x="11716" y="111669"/>
                    <a:pt x="18086" y="114014"/>
                  </a:cubicBezTo>
                  <a:cubicBezTo>
                    <a:pt x="21884" y="115407"/>
                    <a:pt x="25849" y="116717"/>
                    <a:pt x="29968" y="117955"/>
                  </a:cubicBezTo>
                  <a:cubicBezTo>
                    <a:pt x="31850" y="127611"/>
                    <a:pt x="34350" y="136946"/>
                    <a:pt x="37446" y="145852"/>
                  </a:cubicBezTo>
                  <a:cubicBezTo>
                    <a:pt x="37600" y="145840"/>
                    <a:pt x="37767" y="145840"/>
                    <a:pt x="37934" y="145828"/>
                  </a:cubicBezTo>
                  <a:cubicBezTo>
                    <a:pt x="34862" y="136981"/>
                    <a:pt x="32362" y="127706"/>
                    <a:pt x="30480" y="118098"/>
                  </a:cubicBezTo>
                  <a:lnTo>
                    <a:pt x="30480" y="118098"/>
                  </a:lnTo>
                  <a:cubicBezTo>
                    <a:pt x="43589" y="121992"/>
                    <a:pt x="58198" y="125028"/>
                    <a:pt x="73783" y="127135"/>
                  </a:cubicBezTo>
                  <a:cubicBezTo>
                    <a:pt x="74653" y="133600"/>
                    <a:pt x="75688" y="139910"/>
                    <a:pt x="76879" y="146006"/>
                  </a:cubicBezTo>
                  <a:cubicBezTo>
                    <a:pt x="77010" y="146006"/>
                    <a:pt x="77141" y="146018"/>
                    <a:pt x="77272" y="146018"/>
                  </a:cubicBezTo>
                  <a:cubicBezTo>
                    <a:pt x="76093" y="139970"/>
                    <a:pt x="75046" y="133683"/>
                    <a:pt x="74164" y="127183"/>
                  </a:cubicBezTo>
                  <a:lnTo>
                    <a:pt x="74164" y="127183"/>
                  </a:lnTo>
                  <a:cubicBezTo>
                    <a:pt x="85154" y="128659"/>
                    <a:pt x="96608" y="129659"/>
                    <a:pt x="108371" y="130183"/>
                  </a:cubicBezTo>
                  <a:cubicBezTo>
                    <a:pt x="108657" y="135850"/>
                    <a:pt x="108990" y="141375"/>
                    <a:pt x="109371" y="146733"/>
                  </a:cubicBezTo>
                  <a:cubicBezTo>
                    <a:pt x="109443" y="146745"/>
                    <a:pt x="109514" y="146745"/>
                    <a:pt x="109586" y="146756"/>
                  </a:cubicBezTo>
                  <a:cubicBezTo>
                    <a:pt x="109205" y="141411"/>
                    <a:pt x="108883" y="135886"/>
                    <a:pt x="108585" y="130195"/>
                  </a:cubicBezTo>
                  <a:lnTo>
                    <a:pt x="108585" y="130195"/>
                  </a:lnTo>
                  <a:cubicBezTo>
                    <a:pt x="114681" y="130457"/>
                    <a:pt x="120849" y="130600"/>
                    <a:pt x="127076" y="130600"/>
                  </a:cubicBezTo>
                  <a:cubicBezTo>
                    <a:pt x="133303" y="130600"/>
                    <a:pt x="139470" y="130457"/>
                    <a:pt x="145554" y="130195"/>
                  </a:cubicBezTo>
                  <a:lnTo>
                    <a:pt x="145554" y="130195"/>
                  </a:lnTo>
                  <a:cubicBezTo>
                    <a:pt x="145328" y="134815"/>
                    <a:pt x="145066" y="139327"/>
                    <a:pt x="144769" y="143720"/>
                  </a:cubicBezTo>
                  <a:cubicBezTo>
                    <a:pt x="144828" y="143851"/>
                    <a:pt x="144888" y="143994"/>
                    <a:pt x="144959" y="144161"/>
                  </a:cubicBezTo>
                  <a:cubicBezTo>
                    <a:pt x="145257" y="139613"/>
                    <a:pt x="145531" y="134945"/>
                    <a:pt x="145781" y="130183"/>
                  </a:cubicBezTo>
                  <a:cubicBezTo>
                    <a:pt x="157544" y="129671"/>
                    <a:pt x="168998" y="128659"/>
                    <a:pt x="179975" y="127183"/>
                  </a:cubicBezTo>
                  <a:lnTo>
                    <a:pt x="179975" y="127183"/>
                  </a:lnTo>
                  <a:cubicBezTo>
                    <a:pt x="179106" y="133588"/>
                    <a:pt x="178094" y="139791"/>
                    <a:pt x="176927" y="145756"/>
                  </a:cubicBezTo>
                  <a:lnTo>
                    <a:pt x="177034" y="145756"/>
                  </a:lnTo>
                  <a:cubicBezTo>
                    <a:pt x="177142" y="145697"/>
                    <a:pt x="177249" y="145625"/>
                    <a:pt x="177356" y="145566"/>
                  </a:cubicBezTo>
                  <a:cubicBezTo>
                    <a:pt x="178511" y="139601"/>
                    <a:pt x="179511" y="133445"/>
                    <a:pt x="180368" y="127135"/>
                  </a:cubicBezTo>
                  <a:cubicBezTo>
                    <a:pt x="195953" y="125028"/>
                    <a:pt x="210551" y="121992"/>
                    <a:pt x="223671" y="118098"/>
                  </a:cubicBezTo>
                  <a:lnTo>
                    <a:pt x="223671" y="118098"/>
                  </a:lnTo>
                  <a:cubicBezTo>
                    <a:pt x="221814" y="127599"/>
                    <a:pt x="219337" y="136791"/>
                    <a:pt x="216301" y="145554"/>
                  </a:cubicBezTo>
                  <a:lnTo>
                    <a:pt x="216801" y="145554"/>
                  </a:lnTo>
                  <a:cubicBezTo>
                    <a:pt x="219849" y="136743"/>
                    <a:pt x="222326" y="127504"/>
                    <a:pt x="224183" y="117943"/>
                  </a:cubicBezTo>
                  <a:cubicBezTo>
                    <a:pt x="228291" y="116717"/>
                    <a:pt x="232268" y="115407"/>
                    <a:pt x="236066" y="114002"/>
                  </a:cubicBezTo>
                  <a:cubicBezTo>
                    <a:pt x="249877" y="108930"/>
                    <a:pt x="260747" y="103073"/>
                    <a:pt x="268367" y="96679"/>
                  </a:cubicBezTo>
                  <a:cubicBezTo>
                    <a:pt x="268391" y="96476"/>
                    <a:pt x="268427" y="96286"/>
                    <a:pt x="268451" y="96084"/>
                  </a:cubicBezTo>
                  <a:lnTo>
                    <a:pt x="268451" y="96084"/>
                  </a:lnTo>
                  <a:cubicBezTo>
                    <a:pt x="258592" y="104477"/>
                    <a:pt x="243317" y="111824"/>
                    <a:pt x="224267" y="117527"/>
                  </a:cubicBezTo>
                  <a:cubicBezTo>
                    <a:pt x="226041" y="108287"/>
                    <a:pt x="227267" y="98762"/>
                    <a:pt x="227886" y="89047"/>
                  </a:cubicBezTo>
                  <a:cubicBezTo>
                    <a:pt x="230672" y="88726"/>
                    <a:pt x="233387" y="88404"/>
                    <a:pt x="236018" y="88059"/>
                  </a:cubicBezTo>
                  <a:cubicBezTo>
                    <a:pt x="248770" y="86404"/>
                    <a:pt x="259009" y="84511"/>
                    <a:pt x="266510" y="82451"/>
                  </a:cubicBezTo>
                  <a:cubicBezTo>
                    <a:pt x="266510" y="82379"/>
                    <a:pt x="266510" y="82308"/>
                    <a:pt x="266510" y="82249"/>
                  </a:cubicBezTo>
                  <a:cubicBezTo>
                    <a:pt x="257306" y="84773"/>
                    <a:pt x="244079" y="87023"/>
                    <a:pt x="227898" y="88833"/>
                  </a:cubicBezTo>
                  <a:cubicBezTo>
                    <a:pt x="228208" y="83880"/>
                    <a:pt x="228362" y="78867"/>
                    <a:pt x="228362" y="73831"/>
                  </a:cubicBezTo>
                  <a:cubicBezTo>
                    <a:pt x="228362" y="68794"/>
                    <a:pt x="228208" y="63782"/>
                    <a:pt x="227898" y="58829"/>
                  </a:cubicBezTo>
                  <a:lnTo>
                    <a:pt x="227898" y="58829"/>
                  </a:lnTo>
                  <a:cubicBezTo>
                    <a:pt x="244519" y="60698"/>
                    <a:pt x="258009" y="63008"/>
                    <a:pt x="267248" y="65627"/>
                  </a:cubicBezTo>
                  <a:cubicBezTo>
                    <a:pt x="267248" y="65556"/>
                    <a:pt x="267260" y="65496"/>
                    <a:pt x="267260" y="65425"/>
                  </a:cubicBezTo>
                  <a:cubicBezTo>
                    <a:pt x="259711" y="63282"/>
                    <a:pt x="249210" y="61317"/>
                    <a:pt x="236018" y="59603"/>
                  </a:cubicBezTo>
                  <a:cubicBezTo>
                    <a:pt x="233387" y="59270"/>
                    <a:pt x="230672" y="58936"/>
                    <a:pt x="227886" y="58627"/>
                  </a:cubicBezTo>
                  <a:cubicBezTo>
                    <a:pt x="227267" y="48899"/>
                    <a:pt x="226041" y="39374"/>
                    <a:pt x="224267" y="30135"/>
                  </a:cubicBezTo>
                  <a:lnTo>
                    <a:pt x="224267" y="30135"/>
                  </a:lnTo>
                  <a:cubicBezTo>
                    <a:pt x="243650" y="35945"/>
                    <a:pt x="259116" y="43446"/>
                    <a:pt x="268963" y="52019"/>
                  </a:cubicBezTo>
                  <a:cubicBezTo>
                    <a:pt x="268986" y="51864"/>
                    <a:pt x="269010" y="51709"/>
                    <a:pt x="269046" y="51566"/>
                  </a:cubicBezTo>
                  <a:cubicBezTo>
                    <a:pt x="261390" y="44946"/>
                    <a:pt x="250294" y="38886"/>
                    <a:pt x="236066" y="33659"/>
                  </a:cubicBezTo>
                  <a:cubicBezTo>
                    <a:pt x="232268" y="32266"/>
                    <a:pt x="228291" y="30945"/>
                    <a:pt x="224183" y="29718"/>
                  </a:cubicBezTo>
                  <a:cubicBezTo>
                    <a:pt x="222338" y="20277"/>
                    <a:pt x="219909" y="11133"/>
                    <a:pt x="216908" y="2417"/>
                  </a:cubicBezTo>
                  <a:cubicBezTo>
                    <a:pt x="216766" y="2513"/>
                    <a:pt x="216635" y="2620"/>
                    <a:pt x="216504" y="2715"/>
                  </a:cubicBezTo>
                  <a:cubicBezTo>
                    <a:pt x="219456" y="11299"/>
                    <a:pt x="221850" y="20277"/>
                    <a:pt x="223671" y="29563"/>
                  </a:cubicBezTo>
                  <a:cubicBezTo>
                    <a:pt x="210551" y="25682"/>
                    <a:pt x="195953" y="22646"/>
                    <a:pt x="180368" y="20539"/>
                  </a:cubicBezTo>
                  <a:cubicBezTo>
                    <a:pt x="179416" y="13490"/>
                    <a:pt x="178273" y="6644"/>
                    <a:pt x="176951" y="36"/>
                  </a:cubicBezTo>
                  <a:cubicBezTo>
                    <a:pt x="176820" y="24"/>
                    <a:pt x="176689" y="12"/>
                    <a:pt x="176558" y="0"/>
                  </a:cubicBezTo>
                  <a:close/>
                </a:path>
              </a:pathLst>
            </a:custGeom>
            <a:solidFill>
              <a:srgbClr val="E3C98E">
                <a:alpha val="246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0" name="Google Shape;480;p3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81" name="Google Shape;481;p36"/>
          <p:cNvSpPr txBox="1"/>
          <p:nvPr>
            <p:ph idx="1" type="subTitle"/>
          </p:nvPr>
        </p:nvSpPr>
        <p:spPr>
          <a:xfrm>
            <a:off x="2110311" y="1995300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2" name="Google Shape;482;p36"/>
          <p:cNvSpPr txBox="1"/>
          <p:nvPr>
            <p:ph idx="2" type="subTitle"/>
          </p:nvPr>
        </p:nvSpPr>
        <p:spPr>
          <a:xfrm>
            <a:off x="5055489" y="1995300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3" name="Google Shape;483;p36"/>
          <p:cNvSpPr txBox="1"/>
          <p:nvPr>
            <p:ph idx="3" type="subTitle"/>
          </p:nvPr>
        </p:nvSpPr>
        <p:spPr>
          <a:xfrm>
            <a:off x="2110311" y="3409575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4" name="Google Shape;484;p36"/>
          <p:cNvSpPr txBox="1"/>
          <p:nvPr>
            <p:ph idx="4" type="subTitle"/>
          </p:nvPr>
        </p:nvSpPr>
        <p:spPr>
          <a:xfrm>
            <a:off x="5055489" y="3409575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5" name="Google Shape;485;p36"/>
          <p:cNvSpPr txBox="1"/>
          <p:nvPr>
            <p:ph idx="5" type="subTitle"/>
          </p:nvPr>
        </p:nvSpPr>
        <p:spPr>
          <a:xfrm>
            <a:off x="2110311" y="1565900"/>
            <a:ext cx="19782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Sansita"/>
                <a:ea typeface="Sansita"/>
                <a:cs typeface="Sansita"/>
                <a:sym typeface="Sansit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86" name="Google Shape;486;p36"/>
          <p:cNvSpPr txBox="1"/>
          <p:nvPr>
            <p:ph idx="6" type="subTitle"/>
          </p:nvPr>
        </p:nvSpPr>
        <p:spPr>
          <a:xfrm>
            <a:off x="2110311" y="2980275"/>
            <a:ext cx="19782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Sansita"/>
                <a:ea typeface="Sansita"/>
                <a:cs typeface="Sansita"/>
                <a:sym typeface="Sansit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87" name="Google Shape;487;p36"/>
          <p:cNvSpPr txBox="1"/>
          <p:nvPr>
            <p:ph idx="7" type="subTitle"/>
          </p:nvPr>
        </p:nvSpPr>
        <p:spPr>
          <a:xfrm>
            <a:off x="5055486" y="1565900"/>
            <a:ext cx="19782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Sansita"/>
                <a:ea typeface="Sansita"/>
                <a:cs typeface="Sansita"/>
                <a:sym typeface="Sansit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88" name="Google Shape;488;p36"/>
          <p:cNvSpPr txBox="1"/>
          <p:nvPr>
            <p:ph idx="8" type="subTitle"/>
          </p:nvPr>
        </p:nvSpPr>
        <p:spPr>
          <a:xfrm>
            <a:off x="5055486" y="2980275"/>
            <a:ext cx="19782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Sansita"/>
                <a:ea typeface="Sansita"/>
                <a:cs typeface="Sansita"/>
                <a:sym typeface="Sansit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89" name="Google Shape;489;p36"/>
          <p:cNvSpPr/>
          <p:nvPr/>
        </p:nvSpPr>
        <p:spPr>
          <a:xfrm>
            <a:off x="7628475" y="4849199"/>
            <a:ext cx="1163100" cy="103500"/>
          </a:xfrm>
          <a:prstGeom prst="ellipse">
            <a:avLst/>
          </a:prstGeom>
          <a:solidFill>
            <a:srgbClr val="033342">
              <a:alpha val="297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0" name="Google Shape;490;p36"/>
          <p:cNvGrpSpPr/>
          <p:nvPr/>
        </p:nvGrpSpPr>
        <p:grpSpPr>
          <a:xfrm>
            <a:off x="7291418" y="3966074"/>
            <a:ext cx="1800871" cy="938030"/>
            <a:chOff x="6486525" y="6868500"/>
            <a:chExt cx="707250" cy="368375"/>
          </a:xfrm>
        </p:grpSpPr>
        <p:sp>
          <p:nvSpPr>
            <p:cNvPr id="491" name="Google Shape;491;p36"/>
            <p:cNvSpPr/>
            <p:nvPr/>
          </p:nvSpPr>
          <p:spPr>
            <a:xfrm>
              <a:off x="6486525" y="6868500"/>
              <a:ext cx="706050" cy="368375"/>
            </a:xfrm>
            <a:custGeom>
              <a:rect b="b" l="l" r="r" t="t"/>
              <a:pathLst>
                <a:path extrusionOk="0" h="14735" w="28242">
                  <a:moveTo>
                    <a:pt x="10223" y="1"/>
                  </a:moveTo>
                  <a:cubicBezTo>
                    <a:pt x="9064" y="1"/>
                    <a:pt x="7145" y="2819"/>
                    <a:pt x="5679" y="4372"/>
                  </a:cubicBezTo>
                  <a:cubicBezTo>
                    <a:pt x="3477" y="6705"/>
                    <a:pt x="0" y="7765"/>
                    <a:pt x="0" y="7765"/>
                  </a:cubicBezTo>
                  <a:cubicBezTo>
                    <a:pt x="470" y="13548"/>
                    <a:pt x="8510" y="14735"/>
                    <a:pt x="15033" y="14735"/>
                  </a:cubicBezTo>
                  <a:cubicBezTo>
                    <a:pt x="19576" y="14735"/>
                    <a:pt x="23384" y="14159"/>
                    <a:pt x="23384" y="14159"/>
                  </a:cubicBezTo>
                  <a:cubicBezTo>
                    <a:pt x="23384" y="14159"/>
                    <a:pt x="23205" y="9944"/>
                    <a:pt x="28242" y="3134"/>
                  </a:cubicBezTo>
                  <a:cubicBezTo>
                    <a:pt x="28242" y="3134"/>
                    <a:pt x="27813" y="1338"/>
                    <a:pt x="26788" y="1338"/>
                  </a:cubicBezTo>
                  <a:cubicBezTo>
                    <a:pt x="26511" y="1338"/>
                    <a:pt x="26191" y="1469"/>
                    <a:pt x="25825" y="1800"/>
                  </a:cubicBezTo>
                  <a:cubicBezTo>
                    <a:pt x="25182" y="2395"/>
                    <a:pt x="25039" y="3479"/>
                    <a:pt x="24741" y="4812"/>
                  </a:cubicBezTo>
                  <a:cubicBezTo>
                    <a:pt x="23059" y="5264"/>
                    <a:pt x="21492" y="5450"/>
                    <a:pt x="20052" y="5450"/>
                  </a:cubicBezTo>
                  <a:cubicBezTo>
                    <a:pt x="15878" y="5450"/>
                    <a:pt x="12775" y="3888"/>
                    <a:pt x="11049" y="2729"/>
                  </a:cubicBezTo>
                  <a:cubicBezTo>
                    <a:pt x="11180" y="2681"/>
                    <a:pt x="11240" y="2657"/>
                    <a:pt x="11240" y="2657"/>
                  </a:cubicBezTo>
                  <a:cubicBezTo>
                    <a:pt x="11196" y="713"/>
                    <a:pt x="10805" y="1"/>
                    <a:pt x="102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36"/>
            <p:cNvSpPr/>
            <p:nvPr/>
          </p:nvSpPr>
          <p:spPr>
            <a:xfrm>
              <a:off x="6541575" y="6970350"/>
              <a:ext cx="507525" cy="250650"/>
            </a:xfrm>
            <a:custGeom>
              <a:rect b="b" l="l" r="r" t="t"/>
              <a:pathLst>
                <a:path extrusionOk="0" h="10026" w="20301">
                  <a:moveTo>
                    <a:pt x="7764" y="0"/>
                  </a:moveTo>
                  <a:lnTo>
                    <a:pt x="5394" y="1095"/>
                  </a:lnTo>
                  <a:lnTo>
                    <a:pt x="632" y="4977"/>
                  </a:lnTo>
                  <a:cubicBezTo>
                    <a:pt x="346" y="5489"/>
                    <a:pt x="132" y="6037"/>
                    <a:pt x="1" y="6596"/>
                  </a:cubicBezTo>
                  <a:cubicBezTo>
                    <a:pt x="286" y="6894"/>
                    <a:pt x="989" y="7525"/>
                    <a:pt x="2251" y="8180"/>
                  </a:cubicBezTo>
                  <a:lnTo>
                    <a:pt x="3942" y="8061"/>
                  </a:lnTo>
                  <a:lnTo>
                    <a:pt x="5799" y="9096"/>
                  </a:lnTo>
                  <a:lnTo>
                    <a:pt x="13526" y="10025"/>
                  </a:lnTo>
                  <a:cubicBezTo>
                    <a:pt x="14883" y="9966"/>
                    <a:pt x="16360" y="9823"/>
                    <a:pt x="17955" y="9573"/>
                  </a:cubicBezTo>
                  <a:cubicBezTo>
                    <a:pt x="17193" y="9096"/>
                    <a:pt x="16860" y="8382"/>
                    <a:pt x="16860" y="8382"/>
                  </a:cubicBezTo>
                  <a:cubicBezTo>
                    <a:pt x="17181" y="8204"/>
                    <a:pt x="17479" y="8013"/>
                    <a:pt x="17753" y="7834"/>
                  </a:cubicBezTo>
                  <a:lnTo>
                    <a:pt x="20301" y="4298"/>
                  </a:lnTo>
                  <a:lnTo>
                    <a:pt x="18229" y="2060"/>
                  </a:lnTo>
                  <a:lnTo>
                    <a:pt x="15812" y="1988"/>
                  </a:lnTo>
                  <a:cubicBezTo>
                    <a:pt x="14562" y="1846"/>
                    <a:pt x="13443" y="1560"/>
                    <a:pt x="12455" y="1215"/>
                  </a:cubicBezTo>
                  <a:lnTo>
                    <a:pt x="776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36"/>
            <p:cNvSpPr/>
            <p:nvPr/>
          </p:nvSpPr>
          <p:spPr>
            <a:xfrm>
              <a:off x="6854125" y="7002775"/>
              <a:ext cx="247675" cy="163450"/>
            </a:xfrm>
            <a:custGeom>
              <a:rect b="b" l="l" r="r" t="t"/>
              <a:pathLst>
                <a:path extrusionOk="0" h="6538" w="9907">
                  <a:moveTo>
                    <a:pt x="9906" y="1"/>
                  </a:moveTo>
                  <a:lnTo>
                    <a:pt x="9906" y="1"/>
                  </a:lnTo>
                  <a:cubicBezTo>
                    <a:pt x="8430" y="465"/>
                    <a:pt x="7025" y="703"/>
                    <a:pt x="5727" y="763"/>
                  </a:cubicBezTo>
                  <a:cubicBezTo>
                    <a:pt x="5553" y="1079"/>
                    <a:pt x="5128" y="1256"/>
                    <a:pt x="4436" y="1256"/>
                  </a:cubicBezTo>
                  <a:cubicBezTo>
                    <a:pt x="4373" y="1256"/>
                    <a:pt x="4307" y="1254"/>
                    <a:pt x="4239" y="1251"/>
                  </a:cubicBezTo>
                  <a:cubicBezTo>
                    <a:pt x="3846" y="1239"/>
                    <a:pt x="3238" y="1174"/>
                    <a:pt x="2608" y="1174"/>
                  </a:cubicBezTo>
                  <a:cubicBezTo>
                    <a:pt x="1423" y="1174"/>
                    <a:pt x="157" y="1401"/>
                    <a:pt x="72" y="2620"/>
                  </a:cubicBezTo>
                  <a:cubicBezTo>
                    <a:pt x="0" y="3704"/>
                    <a:pt x="1411" y="4598"/>
                    <a:pt x="2572" y="4598"/>
                  </a:cubicBezTo>
                  <a:cubicBezTo>
                    <a:pt x="3159" y="4598"/>
                    <a:pt x="3682" y="4370"/>
                    <a:pt x="3917" y="3823"/>
                  </a:cubicBezTo>
                  <a:cubicBezTo>
                    <a:pt x="4203" y="3192"/>
                    <a:pt x="4203" y="2835"/>
                    <a:pt x="4977" y="2763"/>
                  </a:cubicBezTo>
                  <a:cubicBezTo>
                    <a:pt x="5070" y="2757"/>
                    <a:pt x="5175" y="2753"/>
                    <a:pt x="5287" y="2753"/>
                  </a:cubicBezTo>
                  <a:cubicBezTo>
                    <a:pt x="5815" y="2753"/>
                    <a:pt x="6492" y="2844"/>
                    <a:pt x="6787" y="3227"/>
                  </a:cubicBezTo>
                  <a:cubicBezTo>
                    <a:pt x="6144" y="3859"/>
                    <a:pt x="5156" y="4144"/>
                    <a:pt x="4977" y="5132"/>
                  </a:cubicBezTo>
                  <a:cubicBezTo>
                    <a:pt x="4870" y="5656"/>
                    <a:pt x="4989" y="6121"/>
                    <a:pt x="5251" y="6537"/>
                  </a:cubicBezTo>
                  <a:cubicBezTo>
                    <a:pt x="8477" y="4382"/>
                    <a:pt x="9430" y="1977"/>
                    <a:pt x="99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36"/>
            <p:cNvSpPr/>
            <p:nvPr/>
          </p:nvSpPr>
          <p:spPr>
            <a:xfrm>
              <a:off x="6557350" y="6943250"/>
              <a:ext cx="295600" cy="197650"/>
            </a:xfrm>
            <a:custGeom>
              <a:rect b="b" l="l" r="r" t="t"/>
              <a:pathLst>
                <a:path extrusionOk="0" h="7906" w="11824">
                  <a:moveTo>
                    <a:pt x="7621" y="1"/>
                  </a:moveTo>
                  <a:cubicBezTo>
                    <a:pt x="5870" y="810"/>
                    <a:pt x="1727" y="2965"/>
                    <a:pt x="1" y="6061"/>
                  </a:cubicBezTo>
                  <a:cubicBezTo>
                    <a:pt x="282" y="6954"/>
                    <a:pt x="478" y="7906"/>
                    <a:pt x="1337" y="7906"/>
                  </a:cubicBezTo>
                  <a:cubicBezTo>
                    <a:pt x="1498" y="7906"/>
                    <a:pt x="1682" y="7872"/>
                    <a:pt x="1894" y="7799"/>
                  </a:cubicBezTo>
                  <a:cubicBezTo>
                    <a:pt x="3132" y="7335"/>
                    <a:pt x="3525" y="6001"/>
                    <a:pt x="4549" y="5287"/>
                  </a:cubicBezTo>
                  <a:cubicBezTo>
                    <a:pt x="4958" y="5014"/>
                    <a:pt x="5654" y="4699"/>
                    <a:pt x="6261" y="4699"/>
                  </a:cubicBezTo>
                  <a:cubicBezTo>
                    <a:pt x="6502" y="4699"/>
                    <a:pt x="6729" y="4749"/>
                    <a:pt x="6918" y="4870"/>
                  </a:cubicBezTo>
                  <a:cubicBezTo>
                    <a:pt x="7112" y="4972"/>
                    <a:pt x="7514" y="5826"/>
                    <a:pt x="7834" y="5826"/>
                  </a:cubicBezTo>
                  <a:cubicBezTo>
                    <a:pt x="7927" y="5826"/>
                    <a:pt x="8013" y="5754"/>
                    <a:pt x="8085" y="5573"/>
                  </a:cubicBezTo>
                  <a:cubicBezTo>
                    <a:pt x="8299" y="5037"/>
                    <a:pt x="7240" y="4442"/>
                    <a:pt x="6918" y="4192"/>
                  </a:cubicBezTo>
                  <a:cubicBezTo>
                    <a:pt x="6418" y="3846"/>
                    <a:pt x="5573" y="3132"/>
                    <a:pt x="5894" y="2394"/>
                  </a:cubicBezTo>
                  <a:cubicBezTo>
                    <a:pt x="6044" y="2058"/>
                    <a:pt x="6285" y="1937"/>
                    <a:pt x="6553" y="1937"/>
                  </a:cubicBezTo>
                  <a:cubicBezTo>
                    <a:pt x="6989" y="1937"/>
                    <a:pt x="7497" y="2258"/>
                    <a:pt x="7799" y="2501"/>
                  </a:cubicBezTo>
                  <a:cubicBezTo>
                    <a:pt x="8428" y="2977"/>
                    <a:pt x="9035" y="3294"/>
                    <a:pt x="9713" y="3294"/>
                  </a:cubicBezTo>
                  <a:cubicBezTo>
                    <a:pt x="10036" y="3294"/>
                    <a:pt x="10375" y="3222"/>
                    <a:pt x="10740" y="3061"/>
                  </a:cubicBezTo>
                  <a:cubicBezTo>
                    <a:pt x="11157" y="2894"/>
                    <a:pt x="11526" y="2632"/>
                    <a:pt x="11824" y="2299"/>
                  </a:cubicBezTo>
                  <a:cubicBezTo>
                    <a:pt x="9800" y="1584"/>
                    <a:pt x="8359" y="584"/>
                    <a:pt x="762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36"/>
            <p:cNvSpPr/>
            <p:nvPr/>
          </p:nvSpPr>
          <p:spPr>
            <a:xfrm>
              <a:off x="6597825" y="7135025"/>
              <a:ext cx="333250" cy="87125"/>
            </a:xfrm>
            <a:custGeom>
              <a:rect b="b" l="l" r="r" t="t"/>
              <a:pathLst>
                <a:path extrusionOk="0" h="3485" w="13330">
                  <a:moveTo>
                    <a:pt x="2571" y="0"/>
                  </a:moveTo>
                  <a:cubicBezTo>
                    <a:pt x="1855" y="0"/>
                    <a:pt x="684" y="1084"/>
                    <a:pt x="1" y="1581"/>
                  </a:cubicBezTo>
                  <a:cubicBezTo>
                    <a:pt x="1833" y="2523"/>
                    <a:pt x="4842" y="3485"/>
                    <a:pt x="9473" y="3485"/>
                  </a:cubicBezTo>
                  <a:cubicBezTo>
                    <a:pt x="10049" y="3485"/>
                    <a:pt x="10650" y="3470"/>
                    <a:pt x="11276" y="3438"/>
                  </a:cubicBezTo>
                  <a:cubicBezTo>
                    <a:pt x="11514" y="3200"/>
                    <a:pt x="11741" y="2950"/>
                    <a:pt x="11943" y="2676"/>
                  </a:cubicBezTo>
                  <a:cubicBezTo>
                    <a:pt x="13329" y="795"/>
                    <a:pt x="11654" y="304"/>
                    <a:pt x="9748" y="304"/>
                  </a:cubicBezTo>
                  <a:cubicBezTo>
                    <a:pt x="8398" y="304"/>
                    <a:pt x="6932" y="551"/>
                    <a:pt x="6359" y="724"/>
                  </a:cubicBezTo>
                  <a:cubicBezTo>
                    <a:pt x="5652" y="952"/>
                    <a:pt x="4319" y="2065"/>
                    <a:pt x="3504" y="2065"/>
                  </a:cubicBezTo>
                  <a:cubicBezTo>
                    <a:pt x="3426" y="2065"/>
                    <a:pt x="3354" y="2055"/>
                    <a:pt x="3287" y="2033"/>
                  </a:cubicBezTo>
                  <a:cubicBezTo>
                    <a:pt x="2501" y="1783"/>
                    <a:pt x="3251" y="1009"/>
                    <a:pt x="3108" y="450"/>
                  </a:cubicBezTo>
                  <a:cubicBezTo>
                    <a:pt x="3008" y="127"/>
                    <a:pt x="2816" y="0"/>
                    <a:pt x="25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36"/>
            <p:cNvSpPr/>
            <p:nvPr/>
          </p:nvSpPr>
          <p:spPr>
            <a:xfrm>
              <a:off x="6577900" y="6956350"/>
              <a:ext cx="517350" cy="273875"/>
            </a:xfrm>
            <a:custGeom>
              <a:rect b="b" l="l" r="r" t="t"/>
              <a:pathLst>
                <a:path extrusionOk="0" h="10955" w="20694">
                  <a:moveTo>
                    <a:pt x="7763" y="1763"/>
                  </a:moveTo>
                  <a:cubicBezTo>
                    <a:pt x="8239" y="2048"/>
                    <a:pt x="8775" y="2346"/>
                    <a:pt x="9359" y="2620"/>
                  </a:cubicBezTo>
                  <a:lnTo>
                    <a:pt x="8156" y="4382"/>
                  </a:lnTo>
                  <a:cubicBezTo>
                    <a:pt x="8049" y="4334"/>
                    <a:pt x="7954" y="4287"/>
                    <a:pt x="7846" y="4239"/>
                  </a:cubicBezTo>
                  <a:cubicBezTo>
                    <a:pt x="7287" y="3977"/>
                    <a:pt x="6775" y="3703"/>
                    <a:pt x="6311" y="3430"/>
                  </a:cubicBezTo>
                  <a:lnTo>
                    <a:pt x="7763" y="1763"/>
                  </a:lnTo>
                  <a:close/>
                  <a:moveTo>
                    <a:pt x="9442" y="2668"/>
                  </a:moveTo>
                  <a:cubicBezTo>
                    <a:pt x="9704" y="2798"/>
                    <a:pt x="9990" y="2918"/>
                    <a:pt x="10263" y="3037"/>
                  </a:cubicBezTo>
                  <a:cubicBezTo>
                    <a:pt x="10656" y="3203"/>
                    <a:pt x="11073" y="3358"/>
                    <a:pt x="11525" y="3501"/>
                  </a:cubicBezTo>
                  <a:lnTo>
                    <a:pt x="10418" y="5215"/>
                  </a:lnTo>
                  <a:cubicBezTo>
                    <a:pt x="9620" y="4977"/>
                    <a:pt x="8894" y="4703"/>
                    <a:pt x="8251" y="4430"/>
                  </a:cubicBezTo>
                  <a:lnTo>
                    <a:pt x="9442" y="2668"/>
                  </a:lnTo>
                  <a:close/>
                  <a:moveTo>
                    <a:pt x="11621" y="3525"/>
                  </a:moveTo>
                  <a:cubicBezTo>
                    <a:pt x="12192" y="3715"/>
                    <a:pt x="12811" y="3870"/>
                    <a:pt x="13454" y="3977"/>
                  </a:cubicBezTo>
                  <a:lnTo>
                    <a:pt x="12621" y="5680"/>
                  </a:lnTo>
                  <a:cubicBezTo>
                    <a:pt x="11871" y="5573"/>
                    <a:pt x="11168" y="5418"/>
                    <a:pt x="10513" y="5239"/>
                  </a:cubicBezTo>
                  <a:lnTo>
                    <a:pt x="11621" y="3525"/>
                  </a:lnTo>
                  <a:close/>
                  <a:moveTo>
                    <a:pt x="13561" y="4001"/>
                  </a:moveTo>
                  <a:cubicBezTo>
                    <a:pt x="14181" y="4096"/>
                    <a:pt x="14835" y="4156"/>
                    <a:pt x="15514" y="4156"/>
                  </a:cubicBezTo>
                  <a:cubicBezTo>
                    <a:pt x="15776" y="4156"/>
                    <a:pt x="16050" y="4156"/>
                    <a:pt x="16324" y="4132"/>
                  </a:cubicBezTo>
                  <a:lnTo>
                    <a:pt x="16324" y="4132"/>
                  </a:lnTo>
                  <a:lnTo>
                    <a:pt x="15490" y="5835"/>
                  </a:lnTo>
                  <a:cubicBezTo>
                    <a:pt x="15278" y="5842"/>
                    <a:pt x="15067" y="5846"/>
                    <a:pt x="14860" y="5846"/>
                  </a:cubicBezTo>
                  <a:cubicBezTo>
                    <a:pt x="14112" y="5846"/>
                    <a:pt x="13396" y="5797"/>
                    <a:pt x="12716" y="5704"/>
                  </a:cubicBezTo>
                  <a:lnTo>
                    <a:pt x="13561" y="4001"/>
                  </a:lnTo>
                  <a:close/>
                  <a:moveTo>
                    <a:pt x="6239" y="3501"/>
                  </a:moveTo>
                  <a:cubicBezTo>
                    <a:pt x="6715" y="3787"/>
                    <a:pt x="7239" y="4072"/>
                    <a:pt x="7811" y="4334"/>
                  </a:cubicBezTo>
                  <a:cubicBezTo>
                    <a:pt x="7906" y="4382"/>
                    <a:pt x="8001" y="4430"/>
                    <a:pt x="8096" y="4477"/>
                  </a:cubicBezTo>
                  <a:lnTo>
                    <a:pt x="6561" y="6728"/>
                  </a:lnTo>
                  <a:cubicBezTo>
                    <a:pt x="6072" y="6537"/>
                    <a:pt x="5620" y="6347"/>
                    <a:pt x="5227" y="6144"/>
                  </a:cubicBezTo>
                  <a:cubicBezTo>
                    <a:pt x="4906" y="5989"/>
                    <a:pt x="4620" y="5835"/>
                    <a:pt x="4346" y="5668"/>
                  </a:cubicBezTo>
                  <a:lnTo>
                    <a:pt x="6239" y="3501"/>
                  </a:lnTo>
                  <a:close/>
                  <a:moveTo>
                    <a:pt x="8192" y="4513"/>
                  </a:moveTo>
                  <a:cubicBezTo>
                    <a:pt x="8835" y="4799"/>
                    <a:pt x="9561" y="5073"/>
                    <a:pt x="10359" y="5299"/>
                  </a:cubicBezTo>
                  <a:lnTo>
                    <a:pt x="8978" y="7442"/>
                  </a:lnTo>
                  <a:cubicBezTo>
                    <a:pt x="8108" y="7251"/>
                    <a:pt x="7334" y="7013"/>
                    <a:pt x="6656" y="6763"/>
                  </a:cubicBezTo>
                  <a:lnTo>
                    <a:pt x="8192" y="4513"/>
                  </a:lnTo>
                  <a:close/>
                  <a:moveTo>
                    <a:pt x="10454" y="5335"/>
                  </a:moveTo>
                  <a:cubicBezTo>
                    <a:pt x="11109" y="5525"/>
                    <a:pt x="11823" y="5680"/>
                    <a:pt x="12573" y="5787"/>
                  </a:cubicBezTo>
                  <a:lnTo>
                    <a:pt x="11573" y="7811"/>
                  </a:lnTo>
                  <a:cubicBezTo>
                    <a:pt x="10680" y="7751"/>
                    <a:pt x="9847" y="7621"/>
                    <a:pt x="9085" y="7466"/>
                  </a:cubicBezTo>
                  <a:lnTo>
                    <a:pt x="10454" y="5335"/>
                  </a:lnTo>
                  <a:close/>
                  <a:moveTo>
                    <a:pt x="12668" y="5799"/>
                  </a:moveTo>
                  <a:cubicBezTo>
                    <a:pt x="13371" y="5894"/>
                    <a:pt x="14109" y="5954"/>
                    <a:pt x="14883" y="5954"/>
                  </a:cubicBezTo>
                  <a:cubicBezTo>
                    <a:pt x="15062" y="5954"/>
                    <a:pt x="15252" y="5954"/>
                    <a:pt x="15443" y="5942"/>
                  </a:cubicBezTo>
                  <a:lnTo>
                    <a:pt x="15443" y="5942"/>
                  </a:lnTo>
                  <a:lnTo>
                    <a:pt x="14514" y="7823"/>
                  </a:lnTo>
                  <a:cubicBezTo>
                    <a:pt x="14031" y="7857"/>
                    <a:pt x="13564" y="7872"/>
                    <a:pt x="13112" y="7872"/>
                  </a:cubicBezTo>
                  <a:cubicBezTo>
                    <a:pt x="12617" y="7872"/>
                    <a:pt x="12141" y="7854"/>
                    <a:pt x="11680" y="7823"/>
                  </a:cubicBezTo>
                  <a:lnTo>
                    <a:pt x="12668" y="5799"/>
                  </a:lnTo>
                  <a:close/>
                  <a:moveTo>
                    <a:pt x="4275" y="5739"/>
                  </a:moveTo>
                  <a:cubicBezTo>
                    <a:pt x="4548" y="5906"/>
                    <a:pt x="4858" y="6073"/>
                    <a:pt x="5179" y="6239"/>
                  </a:cubicBezTo>
                  <a:cubicBezTo>
                    <a:pt x="5572" y="6442"/>
                    <a:pt x="6013" y="6632"/>
                    <a:pt x="6501" y="6823"/>
                  </a:cubicBezTo>
                  <a:lnTo>
                    <a:pt x="5477" y="8323"/>
                  </a:lnTo>
                  <a:cubicBezTo>
                    <a:pt x="4834" y="8097"/>
                    <a:pt x="4263" y="7859"/>
                    <a:pt x="3775" y="7621"/>
                  </a:cubicBezTo>
                  <a:cubicBezTo>
                    <a:pt x="3489" y="7478"/>
                    <a:pt x="3239" y="7347"/>
                    <a:pt x="2989" y="7204"/>
                  </a:cubicBezTo>
                  <a:lnTo>
                    <a:pt x="4275" y="5739"/>
                  </a:lnTo>
                  <a:close/>
                  <a:moveTo>
                    <a:pt x="6596" y="6859"/>
                  </a:moveTo>
                  <a:cubicBezTo>
                    <a:pt x="7275" y="7109"/>
                    <a:pt x="8049" y="7347"/>
                    <a:pt x="8906" y="7537"/>
                  </a:cubicBezTo>
                  <a:lnTo>
                    <a:pt x="7989" y="8954"/>
                  </a:lnTo>
                  <a:cubicBezTo>
                    <a:pt x="7096" y="8799"/>
                    <a:pt x="6287" y="8585"/>
                    <a:pt x="5572" y="8347"/>
                  </a:cubicBezTo>
                  <a:lnTo>
                    <a:pt x="6596" y="6859"/>
                  </a:lnTo>
                  <a:close/>
                  <a:moveTo>
                    <a:pt x="9013" y="7561"/>
                  </a:moveTo>
                  <a:cubicBezTo>
                    <a:pt x="9787" y="7716"/>
                    <a:pt x="10621" y="7847"/>
                    <a:pt x="11525" y="7918"/>
                  </a:cubicBezTo>
                  <a:lnTo>
                    <a:pt x="10871" y="9264"/>
                  </a:lnTo>
                  <a:cubicBezTo>
                    <a:pt x="9859" y="9228"/>
                    <a:pt x="8942" y="9121"/>
                    <a:pt x="8096" y="8978"/>
                  </a:cubicBezTo>
                  <a:lnTo>
                    <a:pt x="9013" y="7561"/>
                  </a:lnTo>
                  <a:close/>
                  <a:moveTo>
                    <a:pt x="11633" y="7918"/>
                  </a:moveTo>
                  <a:cubicBezTo>
                    <a:pt x="12121" y="7954"/>
                    <a:pt x="12621" y="7978"/>
                    <a:pt x="13145" y="7978"/>
                  </a:cubicBezTo>
                  <a:cubicBezTo>
                    <a:pt x="13573" y="7978"/>
                    <a:pt x="14014" y="7966"/>
                    <a:pt x="14466" y="7942"/>
                  </a:cubicBezTo>
                  <a:lnTo>
                    <a:pt x="14466" y="7942"/>
                  </a:lnTo>
                  <a:lnTo>
                    <a:pt x="13859" y="9168"/>
                  </a:lnTo>
                  <a:cubicBezTo>
                    <a:pt x="13077" y="9241"/>
                    <a:pt x="12329" y="9272"/>
                    <a:pt x="11622" y="9272"/>
                  </a:cubicBezTo>
                  <a:cubicBezTo>
                    <a:pt x="11403" y="9272"/>
                    <a:pt x="11189" y="9269"/>
                    <a:pt x="10978" y="9264"/>
                  </a:cubicBezTo>
                  <a:lnTo>
                    <a:pt x="11633" y="7918"/>
                  </a:lnTo>
                  <a:close/>
                  <a:moveTo>
                    <a:pt x="5477" y="1"/>
                  </a:moveTo>
                  <a:lnTo>
                    <a:pt x="5418" y="84"/>
                  </a:lnTo>
                  <a:cubicBezTo>
                    <a:pt x="5429" y="96"/>
                    <a:pt x="6287" y="846"/>
                    <a:pt x="7680" y="1703"/>
                  </a:cubicBezTo>
                  <a:lnTo>
                    <a:pt x="6227" y="3370"/>
                  </a:lnTo>
                  <a:cubicBezTo>
                    <a:pt x="4406" y="2275"/>
                    <a:pt x="3358" y="1227"/>
                    <a:pt x="3346" y="1215"/>
                  </a:cubicBezTo>
                  <a:lnTo>
                    <a:pt x="3274" y="1286"/>
                  </a:lnTo>
                  <a:cubicBezTo>
                    <a:pt x="3286" y="1310"/>
                    <a:pt x="4334" y="2358"/>
                    <a:pt x="6156" y="3441"/>
                  </a:cubicBezTo>
                  <a:lnTo>
                    <a:pt x="4251" y="5608"/>
                  </a:lnTo>
                  <a:cubicBezTo>
                    <a:pt x="2274" y="4418"/>
                    <a:pt x="1346" y="3191"/>
                    <a:pt x="1334" y="3179"/>
                  </a:cubicBezTo>
                  <a:lnTo>
                    <a:pt x="1262" y="3251"/>
                  </a:lnTo>
                  <a:cubicBezTo>
                    <a:pt x="1274" y="3263"/>
                    <a:pt x="2203" y="4489"/>
                    <a:pt x="4179" y="5692"/>
                  </a:cubicBezTo>
                  <a:lnTo>
                    <a:pt x="2905" y="7144"/>
                  </a:lnTo>
                  <a:cubicBezTo>
                    <a:pt x="953" y="6013"/>
                    <a:pt x="84" y="4834"/>
                    <a:pt x="72" y="4823"/>
                  </a:cubicBezTo>
                  <a:lnTo>
                    <a:pt x="0" y="4894"/>
                  </a:lnTo>
                  <a:cubicBezTo>
                    <a:pt x="12" y="4906"/>
                    <a:pt x="881" y="6085"/>
                    <a:pt x="2834" y="7228"/>
                  </a:cubicBezTo>
                  <a:lnTo>
                    <a:pt x="1405" y="8859"/>
                  </a:lnTo>
                  <a:lnTo>
                    <a:pt x="1477" y="8930"/>
                  </a:lnTo>
                  <a:lnTo>
                    <a:pt x="2917" y="7287"/>
                  </a:lnTo>
                  <a:cubicBezTo>
                    <a:pt x="3167" y="7430"/>
                    <a:pt x="3441" y="7573"/>
                    <a:pt x="3727" y="7716"/>
                  </a:cubicBezTo>
                  <a:cubicBezTo>
                    <a:pt x="4215" y="7954"/>
                    <a:pt x="4775" y="8192"/>
                    <a:pt x="5418" y="8406"/>
                  </a:cubicBezTo>
                  <a:lnTo>
                    <a:pt x="4239" y="10133"/>
                  </a:lnTo>
                  <a:lnTo>
                    <a:pt x="4322" y="10192"/>
                  </a:lnTo>
                  <a:lnTo>
                    <a:pt x="5513" y="8442"/>
                  </a:lnTo>
                  <a:cubicBezTo>
                    <a:pt x="6227" y="8680"/>
                    <a:pt x="7037" y="8894"/>
                    <a:pt x="7930" y="9049"/>
                  </a:cubicBezTo>
                  <a:lnTo>
                    <a:pt x="6930" y="10597"/>
                  </a:lnTo>
                  <a:lnTo>
                    <a:pt x="7013" y="10657"/>
                  </a:lnTo>
                  <a:lnTo>
                    <a:pt x="8037" y="9073"/>
                  </a:lnTo>
                  <a:cubicBezTo>
                    <a:pt x="8882" y="9216"/>
                    <a:pt x="9811" y="9323"/>
                    <a:pt x="10823" y="9359"/>
                  </a:cubicBezTo>
                  <a:lnTo>
                    <a:pt x="10061" y="10907"/>
                  </a:lnTo>
                  <a:lnTo>
                    <a:pt x="10144" y="10954"/>
                  </a:lnTo>
                  <a:lnTo>
                    <a:pt x="10930" y="9359"/>
                  </a:lnTo>
                  <a:cubicBezTo>
                    <a:pt x="11168" y="9371"/>
                    <a:pt x="11418" y="9383"/>
                    <a:pt x="11680" y="9383"/>
                  </a:cubicBezTo>
                  <a:cubicBezTo>
                    <a:pt x="12359" y="9383"/>
                    <a:pt x="13061" y="9347"/>
                    <a:pt x="13811" y="9287"/>
                  </a:cubicBezTo>
                  <a:lnTo>
                    <a:pt x="13811" y="9287"/>
                  </a:lnTo>
                  <a:lnTo>
                    <a:pt x="13014" y="10907"/>
                  </a:lnTo>
                  <a:lnTo>
                    <a:pt x="13109" y="10954"/>
                  </a:lnTo>
                  <a:lnTo>
                    <a:pt x="13919" y="9275"/>
                  </a:lnTo>
                  <a:cubicBezTo>
                    <a:pt x="14716" y="9204"/>
                    <a:pt x="15550" y="9097"/>
                    <a:pt x="16419" y="8942"/>
                  </a:cubicBezTo>
                  <a:lnTo>
                    <a:pt x="16407" y="8835"/>
                  </a:lnTo>
                  <a:cubicBezTo>
                    <a:pt x="15550" y="8990"/>
                    <a:pt x="14752" y="9097"/>
                    <a:pt x="13978" y="9156"/>
                  </a:cubicBezTo>
                  <a:lnTo>
                    <a:pt x="14585" y="7930"/>
                  </a:lnTo>
                  <a:cubicBezTo>
                    <a:pt x="15645" y="7859"/>
                    <a:pt x="16776" y="7728"/>
                    <a:pt x="17991" y="7490"/>
                  </a:cubicBezTo>
                  <a:lnTo>
                    <a:pt x="17979" y="7382"/>
                  </a:lnTo>
                  <a:cubicBezTo>
                    <a:pt x="16788" y="7609"/>
                    <a:pt x="15681" y="7751"/>
                    <a:pt x="14633" y="7823"/>
                  </a:cubicBezTo>
                  <a:lnTo>
                    <a:pt x="15550" y="5942"/>
                  </a:lnTo>
                  <a:cubicBezTo>
                    <a:pt x="16776" y="5882"/>
                    <a:pt x="18086" y="5692"/>
                    <a:pt x="19455" y="5287"/>
                  </a:cubicBezTo>
                  <a:lnTo>
                    <a:pt x="19431" y="5180"/>
                  </a:lnTo>
                  <a:cubicBezTo>
                    <a:pt x="18086" y="5573"/>
                    <a:pt x="16812" y="5775"/>
                    <a:pt x="15597" y="5835"/>
                  </a:cubicBezTo>
                  <a:lnTo>
                    <a:pt x="16431" y="4120"/>
                  </a:lnTo>
                  <a:cubicBezTo>
                    <a:pt x="17824" y="4001"/>
                    <a:pt x="19265" y="3608"/>
                    <a:pt x="20693" y="2787"/>
                  </a:cubicBezTo>
                  <a:lnTo>
                    <a:pt x="20658" y="2691"/>
                  </a:lnTo>
                  <a:cubicBezTo>
                    <a:pt x="19253" y="3489"/>
                    <a:pt x="17848" y="3882"/>
                    <a:pt x="16490" y="4013"/>
                  </a:cubicBezTo>
                  <a:lnTo>
                    <a:pt x="17276" y="2394"/>
                  </a:lnTo>
                  <a:lnTo>
                    <a:pt x="17193" y="2346"/>
                  </a:lnTo>
                  <a:lnTo>
                    <a:pt x="16371" y="4013"/>
                  </a:lnTo>
                  <a:cubicBezTo>
                    <a:pt x="16074" y="4039"/>
                    <a:pt x="15778" y="4051"/>
                    <a:pt x="15485" y="4051"/>
                  </a:cubicBezTo>
                  <a:cubicBezTo>
                    <a:pt x="14839" y="4051"/>
                    <a:pt x="14207" y="3992"/>
                    <a:pt x="13609" y="3894"/>
                  </a:cubicBezTo>
                  <a:lnTo>
                    <a:pt x="14335" y="2394"/>
                  </a:lnTo>
                  <a:lnTo>
                    <a:pt x="14252" y="2346"/>
                  </a:lnTo>
                  <a:lnTo>
                    <a:pt x="13502" y="3882"/>
                  </a:lnTo>
                  <a:cubicBezTo>
                    <a:pt x="12859" y="3763"/>
                    <a:pt x="12252" y="3620"/>
                    <a:pt x="11680" y="3430"/>
                  </a:cubicBezTo>
                  <a:lnTo>
                    <a:pt x="12645" y="1941"/>
                  </a:lnTo>
                  <a:lnTo>
                    <a:pt x="12561" y="1882"/>
                  </a:lnTo>
                  <a:lnTo>
                    <a:pt x="11585" y="3406"/>
                  </a:lnTo>
                  <a:cubicBezTo>
                    <a:pt x="11133" y="3263"/>
                    <a:pt x="10704" y="3096"/>
                    <a:pt x="10311" y="2929"/>
                  </a:cubicBezTo>
                  <a:cubicBezTo>
                    <a:pt x="10025" y="2822"/>
                    <a:pt x="9763" y="2703"/>
                    <a:pt x="9501" y="2572"/>
                  </a:cubicBezTo>
                  <a:lnTo>
                    <a:pt x="10382" y="1286"/>
                  </a:lnTo>
                  <a:lnTo>
                    <a:pt x="10311" y="1227"/>
                  </a:lnTo>
                  <a:lnTo>
                    <a:pt x="9418" y="2537"/>
                  </a:lnTo>
                  <a:cubicBezTo>
                    <a:pt x="8835" y="2251"/>
                    <a:pt x="8311" y="1965"/>
                    <a:pt x="7846" y="1679"/>
                  </a:cubicBezTo>
                  <a:lnTo>
                    <a:pt x="8930" y="441"/>
                  </a:lnTo>
                  <a:lnTo>
                    <a:pt x="8858" y="370"/>
                  </a:lnTo>
                  <a:lnTo>
                    <a:pt x="7751" y="1620"/>
                  </a:lnTo>
                  <a:cubicBezTo>
                    <a:pt x="6346" y="774"/>
                    <a:pt x="5489" y="12"/>
                    <a:pt x="54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36"/>
            <p:cNvSpPr/>
            <p:nvPr/>
          </p:nvSpPr>
          <p:spPr>
            <a:xfrm>
              <a:off x="6587425" y="7084350"/>
              <a:ext cx="29200" cy="16100"/>
            </a:xfrm>
            <a:custGeom>
              <a:rect b="b" l="l" r="r" t="t"/>
              <a:pathLst>
                <a:path extrusionOk="0" h="644" w="1168">
                  <a:moveTo>
                    <a:pt x="584" y="0"/>
                  </a:moveTo>
                  <a:cubicBezTo>
                    <a:pt x="262" y="0"/>
                    <a:pt x="0" y="143"/>
                    <a:pt x="0" y="322"/>
                  </a:cubicBezTo>
                  <a:cubicBezTo>
                    <a:pt x="0" y="500"/>
                    <a:pt x="262" y="643"/>
                    <a:pt x="584" y="643"/>
                  </a:cubicBezTo>
                  <a:cubicBezTo>
                    <a:pt x="905" y="643"/>
                    <a:pt x="1167" y="500"/>
                    <a:pt x="1167" y="322"/>
                  </a:cubicBezTo>
                  <a:cubicBezTo>
                    <a:pt x="1167" y="143"/>
                    <a:pt x="905" y="0"/>
                    <a:pt x="5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36"/>
            <p:cNvSpPr/>
            <p:nvPr/>
          </p:nvSpPr>
          <p:spPr>
            <a:xfrm>
              <a:off x="7033900" y="7028975"/>
              <a:ext cx="29200" cy="15800"/>
            </a:xfrm>
            <a:custGeom>
              <a:rect b="b" l="l" r="r" t="t"/>
              <a:pathLst>
                <a:path extrusionOk="0" h="632" w="1168">
                  <a:moveTo>
                    <a:pt x="584" y="1"/>
                  </a:moveTo>
                  <a:cubicBezTo>
                    <a:pt x="263" y="1"/>
                    <a:pt x="1" y="144"/>
                    <a:pt x="1" y="310"/>
                  </a:cubicBezTo>
                  <a:cubicBezTo>
                    <a:pt x="1" y="489"/>
                    <a:pt x="263" y="632"/>
                    <a:pt x="584" y="632"/>
                  </a:cubicBezTo>
                  <a:cubicBezTo>
                    <a:pt x="905" y="632"/>
                    <a:pt x="1167" y="489"/>
                    <a:pt x="1167" y="310"/>
                  </a:cubicBezTo>
                  <a:cubicBezTo>
                    <a:pt x="1167" y="144"/>
                    <a:pt x="905" y="1"/>
                    <a:pt x="5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36"/>
            <p:cNvSpPr/>
            <p:nvPr/>
          </p:nvSpPr>
          <p:spPr>
            <a:xfrm>
              <a:off x="6620150" y="7020950"/>
              <a:ext cx="406625" cy="153600"/>
            </a:xfrm>
            <a:custGeom>
              <a:rect b="b" l="l" r="r" t="t"/>
              <a:pathLst>
                <a:path extrusionOk="0" h="6144" w="16265">
                  <a:moveTo>
                    <a:pt x="8169" y="0"/>
                  </a:moveTo>
                  <a:lnTo>
                    <a:pt x="8169" y="107"/>
                  </a:lnTo>
                  <a:lnTo>
                    <a:pt x="8276" y="107"/>
                  </a:lnTo>
                  <a:lnTo>
                    <a:pt x="8276" y="0"/>
                  </a:lnTo>
                  <a:close/>
                  <a:moveTo>
                    <a:pt x="8383" y="0"/>
                  </a:moveTo>
                  <a:lnTo>
                    <a:pt x="8383" y="107"/>
                  </a:lnTo>
                  <a:lnTo>
                    <a:pt x="8490" y="107"/>
                  </a:lnTo>
                  <a:lnTo>
                    <a:pt x="8490" y="0"/>
                  </a:lnTo>
                  <a:close/>
                  <a:moveTo>
                    <a:pt x="8597" y="0"/>
                  </a:moveTo>
                  <a:lnTo>
                    <a:pt x="8597" y="107"/>
                  </a:lnTo>
                  <a:lnTo>
                    <a:pt x="8704" y="107"/>
                  </a:lnTo>
                  <a:lnTo>
                    <a:pt x="8704" y="0"/>
                  </a:lnTo>
                  <a:close/>
                  <a:moveTo>
                    <a:pt x="8812" y="0"/>
                  </a:moveTo>
                  <a:lnTo>
                    <a:pt x="8812" y="107"/>
                  </a:lnTo>
                  <a:lnTo>
                    <a:pt x="8907" y="107"/>
                  </a:lnTo>
                  <a:lnTo>
                    <a:pt x="8919" y="0"/>
                  </a:lnTo>
                  <a:close/>
                  <a:moveTo>
                    <a:pt x="9014" y="0"/>
                  </a:moveTo>
                  <a:lnTo>
                    <a:pt x="9014" y="107"/>
                  </a:lnTo>
                  <a:lnTo>
                    <a:pt x="9121" y="107"/>
                  </a:lnTo>
                  <a:lnTo>
                    <a:pt x="9121" y="0"/>
                  </a:lnTo>
                  <a:close/>
                  <a:moveTo>
                    <a:pt x="7954" y="12"/>
                  </a:moveTo>
                  <a:lnTo>
                    <a:pt x="7966" y="119"/>
                  </a:lnTo>
                  <a:lnTo>
                    <a:pt x="8073" y="119"/>
                  </a:lnTo>
                  <a:lnTo>
                    <a:pt x="8061" y="12"/>
                  </a:lnTo>
                  <a:close/>
                  <a:moveTo>
                    <a:pt x="9228" y="12"/>
                  </a:moveTo>
                  <a:lnTo>
                    <a:pt x="9228" y="119"/>
                  </a:lnTo>
                  <a:lnTo>
                    <a:pt x="9335" y="119"/>
                  </a:lnTo>
                  <a:lnTo>
                    <a:pt x="9335" y="12"/>
                  </a:lnTo>
                  <a:close/>
                  <a:moveTo>
                    <a:pt x="9443" y="12"/>
                  </a:moveTo>
                  <a:lnTo>
                    <a:pt x="9443" y="119"/>
                  </a:lnTo>
                  <a:lnTo>
                    <a:pt x="9550" y="119"/>
                  </a:lnTo>
                  <a:lnTo>
                    <a:pt x="9538" y="24"/>
                  </a:lnTo>
                  <a:lnTo>
                    <a:pt x="9443" y="12"/>
                  </a:lnTo>
                  <a:close/>
                  <a:moveTo>
                    <a:pt x="7740" y="24"/>
                  </a:moveTo>
                  <a:lnTo>
                    <a:pt x="7752" y="131"/>
                  </a:lnTo>
                  <a:lnTo>
                    <a:pt x="7859" y="131"/>
                  </a:lnTo>
                  <a:lnTo>
                    <a:pt x="7847" y="24"/>
                  </a:lnTo>
                  <a:close/>
                  <a:moveTo>
                    <a:pt x="9657" y="24"/>
                  </a:moveTo>
                  <a:lnTo>
                    <a:pt x="9657" y="131"/>
                  </a:lnTo>
                  <a:lnTo>
                    <a:pt x="9764" y="131"/>
                  </a:lnTo>
                  <a:lnTo>
                    <a:pt x="9764" y="24"/>
                  </a:lnTo>
                  <a:close/>
                  <a:moveTo>
                    <a:pt x="9871" y="36"/>
                  </a:moveTo>
                  <a:lnTo>
                    <a:pt x="9859" y="143"/>
                  </a:lnTo>
                  <a:lnTo>
                    <a:pt x="9966" y="143"/>
                  </a:lnTo>
                  <a:lnTo>
                    <a:pt x="9978" y="36"/>
                  </a:lnTo>
                  <a:close/>
                  <a:moveTo>
                    <a:pt x="7633" y="36"/>
                  </a:moveTo>
                  <a:cubicBezTo>
                    <a:pt x="7597" y="36"/>
                    <a:pt x="7561" y="36"/>
                    <a:pt x="7526" y="48"/>
                  </a:cubicBezTo>
                  <a:lnTo>
                    <a:pt x="7538" y="155"/>
                  </a:lnTo>
                  <a:cubicBezTo>
                    <a:pt x="7573" y="143"/>
                    <a:pt x="7609" y="143"/>
                    <a:pt x="7645" y="143"/>
                  </a:cubicBezTo>
                  <a:lnTo>
                    <a:pt x="7633" y="36"/>
                  </a:lnTo>
                  <a:close/>
                  <a:moveTo>
                    <a:pt x="10086" y="48"/>
                  </a:moveTo>
                  <a:lnTo>
                    <a:pt x="10074" y="155"/>
                  </a:lnTo>
                  <a:lnTo>
                    <a:pt x="10181" y="155"/>
                  </a:lnTo>
                  <a:lnTo>
                    <a:pt x="10193" y="48"/>
                  </a:lnTo>
                  <a:close/>
                  <a:moveTo>
                    <a:pt x="7419" y="48"/>
                  </a:moveTo>
                  <a:cubicBezTo>
                    <a:pt x="7383" y="60"/>
                    <a:pt x="7347" y="60"/>
                    <a:pt x="7323" y="60"/>
                  </a:cubicBezTo>
                  <a:lnTo>
                    <a:pt x="7335" y="167"/>
                  </a:lnTo>
                  <a:cubicBezTo>
                    <a:pt x="7359" y="167"/>
                    <a:pt x="7395" y="167"/>
                    <a:pt x="7430" y="155"/>
                  </a:cubicBezTo>
                  <a:lnTo>
                    <a:pt x="7419" y="48"/>
                  </a:lnTo>
                  <a:close/>
                  <a:moveTo>
                    <a:pt x="10288" y="60"/>
                  </a:moveTo>
                  <a:lnTo>
                    <a:pt x="10288" y="167"/>
                  </a:lnTo>
                  <a:lnTo>
                    <a:pt x="10395" y="167"/>
                  </a:lnTo>
                  <a:lnTo>
                    <a:pt x="10395" y="60"/>
                  </a:lnTo>
                  <a:close/>
                  <a:moveTo>
                    <a:pt x="10502" y="72"/>
                  </a:moveTo>
                  <a:lnTo>
                    <a:pt x="10502" y="179"/>
                  </a:lnTo>
                  <a:lnTo>
                    <a:pt x="10597" y="191"/>
                  </a:lnTo>
                  <a:lnTo>
                    <a:pt x="10609" y="84"/>
                  </a:lnTo>
                  <a:lnTo>
                    <a:pt x="10502" y="72"/>
                  </a:lnTo>
                  <a:close/>
                  <a:moveTo>
                    <a:pt x="7216" y="84"/>
                  </a:moveTo>
                  <a:cubicBezTo>
                    <a:pt x="7180" y="84"/>
                    <a:pt x="7145" y="84"/>
                    <a:pt x="7109" y="95"/>
                  </a:cubicBezTo>
                  <a:lnTo>
                    <a:pt x="7121" y="203"/>
                  </a:lnTo>
                  <a:cubicBezTo>
                    <a:pt x="7157" y="191"/>
                    <a:pt x="7192" y="191"/>
                    <a:pt x="7228" y="191"/>
                  </a:cubicBezTo>
                  <a:lnTo>
                    <a:pt x="7216" y="84"/>
                  </a:lnTo>
                  <a:close/>
                  <a:moveTo>
                    <a:pt x="10717" y="84"/>
                  </a:moveTo>
                  <a:lnTo>
                    <a:pt x="10705" y="191"/>
                  </a:lnTo>
                  <a:lnTo>
                    <a:pt x="10812" y="203"/>
                  </a:lnTo>
                  <a:lnTo>
                    <a:pt x="10824" y="95"/>
                  </a:lnTo>
                  <a:lnTo>
                    <a:pt x="10717" y="84"/>
                  </a:lnTo>
                  <a:close/>
                  <a:moveTo>
                    <a:pt x="10931" y="107"/>
                  </a:moveTo>
                  <a:lnTo>
                    <a:pt x="10919" y="214"/>
                  </a:lnTo>
                  <a:lnTo>
                    <a:pt x="11026" y="214"/>
                  </a:lnTo>
                  <a:lnTo>
                    <a:pt x="11038" y="119"/>
                  </a:lnTo>
                  <a:lnTo>
                    <a:pt x="10931" y="107"/>
                  </a:lnTo>
                  <a:close/>
                  <a:moveTo>
                    <a:pt x="7002" y="107"/>
                  </a:moveTo>
                  <a:cubicBezTo>
                    <a:pt x="6966" y="119"/>
                    <a:pt x="6930" y="119"/>
                    <a:pt x="6895" y="131"/>
                  </a:cubicBezTo>
                  <a:lnTo>
                    <a:pt x="6918" y="238"/>
                  </a:lnTo>
                  <a:cubicBezTo>
                    <a:pt x="6942" y="226"/>
                    <a:pt x="6978" y="226"/>
                    <a:pt x="7014" y="214"/>
                  </a:cubicBezTo>
                  <a:lnTo>
                    <a:pt x="7002" y="107"/>
                  </a:lnTo>
                  <a:close/>
                  <a:moveTo>
                    <a:pt x="11145" y="119"/>
                  </a:moveTo>
                  <a:lnTo>
                    <a:pt x="11133" y="226"/>
                  </a:lnTo>
                  <a:lnTo>
                    <a:pt x="11240" y="238"/>
                  </a:lnTo>
                  <a:lnTo>
                    <a:pt x="11252" y="131"/>
                  </a:lnTo>
                  <a:lnTo>
                    <a:pt x="11145" y="119"/>
                  </a:lnTo>
                  <a:close/>
                  <a:moveTo>
                    <a:pt x="11348" y="143"/>
                  </a:moveTo>
                  <a:lnTo>
                    <a:pt x="11348" y="250"/>
                  </a:lnTo>
                  <a:lnTo>
                    <a:pt x="11455" y="262"/>
                  </a:lnTo>
                  <a:lnTo>
                    <a:pt x="11455" y="155"/>
                  </a:lnTo>
                  <a:lnTo>
                    <a:pt x="11348" y="143"/>
                  </a:lnTo>
                  <a:close/>
                  <a:moveTo>
                    <a:pt x="11562" y="155"/>
                  </a:moveTo>
                  <a:lnTo>
                    <a:pt x="11550" y="262"/>
                  </a:lnTo>
                  <a:lnTo>
                    <a:pt x="11657" y="274"/>
                  </a:lnTo>
                  <a:lnTo>
                    <a:pt x="11669" y="167"/>
                  </a:lnTo>
                  <a:lnTo>
                    <a:pt x="11562" y="155"/>
                  </a:lnTo>
                  <a:close/>
                  <a:moveTo>
                    <a:pt x="6787" y="155"/>
                  </a:moveTo>
                  <a:cubicBezTo>
                    <a:pt x="6752" y="155"/>
                    <a:pt x="6716" y="167"/>
                    <a:pt x="6680" y="179"/>
                  </a:cubicBezTo>
                  <a:lnTo>
                    <a:pt x="6716" y="286"/>
                  </a:lnTo>
                  <a:cubicBezTo>
                    <a:pt x="6740" y="274"/>
                    <a:pt x="6776" y="262"/>
                    <a:pt x="6811" y="262"/>
                  </a:cubicBezTo>
                  <a:lnTo>
                    <a:pt x="6787" y="155"/>
                  </a:lnTo>
                  <a:close/>
                  <a:moveTo>
                    <a:pt x="11776" y="179"/>
                  </a:moveTo>
                  <a:lnTo>
                    <a:pt x="11764" y="286"/>
                  </a:lnTo>
                  <a:lnTo>
                    <a:pt x="11871" y="298"/>
                  </a:lnTo>
                  <a:lnTo>
                    <a:pt x="11883" y="191"/>
                  </a:lnTo>
                  <a:lnTo>
                    <a:pt x="11776" y="179"/>
                  </a:lnTo>
                  <a:close/>
                  <a:moveTo>
                    <a:pt x="11991" y="203"/>
                  </a:moveTo>
                  <a:lnTo>
                    <a:pt x="11979" y="310"/>
                  </a:lnTo>
                  <a:lnTo>
                    <a:pt x="12086" y="322"/>
                  </a:lnTo>
                  <a:lnTo>
                    <a:pt x="12098" y="214"/>
                  </a:lnTo>
                  <a:lnTo>
                    <a:pt x="11991" y="203"/>
                  </a:lnTo>
                  <a:close/>
                  <a:moveTo>
                    <a:pt x="6585" y="203"/>
                  </a:moveTo>
                  <a:cubicBezTo>
                    <a:pt x="6549" y="214"/>
                    <a:pt x="6514" y="226"/>
                    <a:pt x="6478" y="238"/>
                  </a:cubicBezTo>
                  <a:lnTo>
                    <a:pt x="6514" y="334"/>
                  </a:lnTo>
                  <a:cubicBezTo>
                    <a:pt x="6537" y="334"/>
                    <a:pt x="6573" y="322"/>
                    <a:pt x="6609" y="310"/>
                  </a:cubicBezTo>
                  <a:lnTo>
                    <a:pt x="6585" y="203"/>
                  </a:lnTo>
                  <a:close/>
                  <a:moveTo>
                    <a:pt x="12193" y="226"/>
                  </a:moveTo>
                  <a:lnTo>
                    <a:pt x="12193" y="334"/>
                  </a:lnTo>
                  <a:lnTo>
                    <a:pt x="12288" y="345"/>
                  </a:lnTo>
                  <a:lnTo>
                    <a:pt x="12300" y="238"/>
                  </a:lnTo>
                  <a:lnTo>
                    <a:pt x="12193" y="226"/>
                  </a:lnTo>
                  <a:close/>
                  <a:moveTo>
                    <a:pt x="12407" y="250"/>
                  </a:moveTo>
                  <a:lnTo>
                    <a:pt x="12395" y="357"/>
                  </a:lnTo>
                  <a:lnTo>
                    <a:pt x="12502" y="369"/>
                  </a:lnTo>
                  <a:lnTo>
                    <a:pt x="12514" y="262"/>
                  </a:lnTo>
                  <a:lnTo>
                    <a:pt x="12407" y="250"/>
                  </a:lnTo>
                  <a:close/>
                  <a:moveTo>
                    <a:pt x="12622" y="274"/>
                  </a:moveTo>
                  <a:lnTo>
                    <a:pt x="12610" y="381"/>
                  </a:lnTo>
                  <a:lnTo>
                    <a:pt x="12717" y="393"/>
                  </a:lnTo>
                  <a:lnTo>
                    <a:pt x="12729" y="286"/>
                  </a:lnTo>
                  <a:lnTo>
                    <a:pt x="12622" y="274"/>
                  </a:lnTo>
                  <a:close/>
                  <a:moveTo>
                    <a:pt x="6371" y="274"/>
                  </a:moveTo>
                  <a:cubicBezTo>
                    <a:pt x="6335" y="298"/>
                    <a:pt x="6299" y="310"/>
                    <a:pt x="6276" y="322"/>
                  </a:cubicBezTo>
                  <a:lnTo>
                    <a:pt x="6323" y="417"/>
                  </a:lnTo>
                  <a:cubicBezTo>
                    <a:pt x="6347" y="405"/>
                    <a:pt x="6383" y="393"/>
                    <a:pt x="6418" y="381"/>
                  </a:cubicBezTo>
                  <a:lnTo>
                    <a:pt x="6371" y="274"/>
                  </a:lnTo>
                  <a:close/>
                  <a:moveTo>
                    <a:pt x="12836" y="298"/>
                  </a:moveTo>
                  <a:lnTo>
                    <a:pt x="12824" y="405"/>
                  </a:lnTo>
                  <a:lnTo>
                    <a:pt x="12919" y="417"/>
                  </a:lnTo>
                  <a:lnTo>
                    <a:pt x="12931" y="310"/>
                  </a:lnTo>
                  <a:lnTo>
                    <a:pt x="12836" y="298"/>
                  </a:lnTo>
                  <a:close/>
                  <a:moveTo>
                    <a:pt x="13038" y="322"/>
                  </a:moveTo>
                  <a:lnTo>
                    <a:pt x="13026" y="429"/>
                  </a:lnTo>
                  <a:lnTo>
                    <a:pt x="13134" y="441"/>
                  </a:lnTo>
                  <a:lnTo>
                    <a:pt x="13145" y="334"/>
                  </a:lnTo>
                  <a:lnTo>
                    <a:pt x="13038" y="322"/>
                  </a:lnTo>
                  <a:close/>
                  <a:moveTo>
                    <a:pt x="13253" y="345"/>
                  </a:moveTo>
                  <a:lnTo>
                    <a:pt x="13241" y="453"/>
                  </a:lnTo>
                  <a:lnTo>
                    <a:pt x="13348" y="465"/>
                  </a:lnTo>
                  <a:lnTo>
                    <a:pt x="13360" y="357"/>
                  </a:lnTo>
                  <a:lnTo>
                    <a:pt x="13253" y="345"/>
                  </a:lnTo>
                  <a:close/>
                  <a:moveTo>
                    <a:pt x="13467" y="381"/>
                  </a:moveTo>
                  <a:lnTo>
                    <a:pt x="13455" y="476"/>
                  </a:lnTo>
                  <a:lnTo>
                    <a:pt x="13550" y="500"/>
                  </a:lnTo>
                  <a:lnTo>
                    <a:pt x="13562" y="393"/>
                  </a:lnTo>
                  <a:lnTo>
                    <a:pt x="13467" y="381"/>
                  </a:lnTo>
                  <a:close/>
                  <a:moveTo>
                    <a:pt x="6180" y="369"/>
                  </a:moveTo>
                  <a:cubicBezTo>
                    <a:pt x="6145" y="393"/>
                    <a:pt x="6109" y="417"/>
                    <a:pt x="6085" y="429"/>
                  </a:cubicBezTo>
                  <a:lnTo>
                    <a:pt x="6145" y="524"/>
                  </a:lnTo>
                  <a:cubicBezTo>
                    <a:pt x="6168" y="500"/>
                    <a:pt x="6204" y="476"/>
                    <a:pt x="6228" y="465"/>
                  </a:cubicBezTo>
                  <a:lnTo>
                    <a:pt x="6180" y="369"/>
                  </a:lnTo>
                  <a:close/>
                  <a:moveTo>
                    <a:pt x="13669" y="405"/>
                  </a:moveTo>
                  <a:lnTo>
                    <a:pt x="13657" y="512"/>
                  </a:lnTo>
                  <a:lnTo>
                    <a:pt x="13765" y="524"/>
                  </a:lnTo>
                  <a:lnTo>
                    <a:pt x="13776" y="417"/>
                  </a:lnTo>
                  <a:lnTo>
                    <a:pt x="13669" y="405"/>
                  </a:lnTo>
                  <a:close/>
                  <a:moveTo>
                    <a:pt x="13884" y="429"/>
                  </a:moveTo>
                  <a:lnTo>
                    <a:pt x="13872" y="536"/>
                  </a:lnTo>
                  <a:lnTo>
                    <a:pt x="13979" y="548"/>
                  </a:lnTo>
                  <a:lnTo>
                    <a:pt x="13991" y="441"/>
                  </a:lnTo>
                  <a:lnTo>
                    <a:pt x="13884" y="429"/>
                  </a:lnTo>
                  <a:close/>
                  <a:moveTo>
                    <a:pt x="14098" y="465"/>
                  </a:moveTo>
                  <a:lnTo>
                    <a:pt x="14086" y="560"/>
                  </a:lnTo>
                  <a:lnTo>
                    <a:pt x="14181" y="584"/>
                  </a:lnTo>
                  <a:lnTo>
                    <a:pt x="14205" y="476"/>
                  </a:lnTo>
                  <a:lnTo>
                    <a:pt x="14098" y="465"/>
                  </a:lnTo>
                  <a:close/>
                  <a:moveTo>
                    <a:pt x="14312" y="488"/>
                  </a:moveTo>
                  <a:lnTo>
                    <a:pt x="14288" y="595"/>
                  </a:lnTo>
                  <a:lnTo>
                    <a:pt x="14396" y="607"/>
                  </a:lnTo>
                  <a:lnTo>
                    <a:pt x="14407" y="500"/>
                  </a:lnTo>
                  <a:lnTo>
                    <a:pt x="14312" y="488"/>
                  </a:lnTo>
                  <a:close/>
                  <a:moveTo>
                    <a:pt x="14515" y="524"/>
                  </a:moveTo>
                  <a:lnTo>
                    <a:pt x="14503" y="631"/>
                  </a:lnTo>
                  <a:lnTo>
                    <a:pt x="14610" y="643"/>
                  </a:lnTo>
                  <a:lnTo>
                    <a:pt x="14622" y="536"/>
                  </a:lnTo>
                  <a:lnTo>
                    <a:pt x="14515" y="524"/>
                  </a:lnTo>
                  <a:close/>
                  <a:moveTo>
                    <a:pt x="6002" y="500"/>
                  </a:moveTo>
                  <a:cubicBezTo>
                    <a:pt x="5966" y="536"/>
                    <a:pt x="5942" y="560"/>
                    <a:pt x="5918" y="595"/>
                  </a:cubicBezTo>
                  <a:lnTo>
                    <a:pt x="6014" y="655"/>
                  </a:lnTo>
                  <a:cubicBezTo>
                    <a:pt x="6025" y="631"/>
                    <a:pt x="6049" y="607"/>
                    <a:pt x="6073" y="584"/>
                  </a:cubicBezTo>
                  <a:lnTo>
                    <a:pt x="6002" y="500"/>
                  </a:lnTo>
                  <a:close/>
                  <a:moveTo>
                    <a:pt x="14729" y="548"/>
                  </a:moveTo>
                  <a:lnTo>
                    <a:pt x="14717" y="655"/>
                  </a:lnTo>
                  <a:lnTo>
                    <a:pt x="14812" y="667"/>
                  </a:lnTo>
                  <a:lnTo>
                    <a:pt x="14836" y="560"/>
                  </a:lnTo>
                  <a:lnTo>
                    <a:pt x="14729" y="548"/>
                  </a:lnTo>
                  <a:close/>
                  <a:moveTo>
                    <a:pt x="14931" y="584"/>
                  </a:moveTo>
                  <a:lnTo>
                    <a:pt x="14919" y="691"/>
                  </a:lnTo>
                  <a:lnTo>
                    <a:pt x="15027" y="703"/>
                  </a:lnTo>
                  <a:lnTo>
                    <a:pt x="15039" y="595"/>
                  </a:lnTo>
                  <a:lnTo>
                    <a:pt x="14931" y="584"/>
                  </a:lnTo>
                  <a:close/>
                  <a:moveTo>
                    <a:pt x="15158" y="619"/>
                  </a:moveTo>
                  <a:lnTo>
                    <a:pt x="15134" y="667"/>
                  </a:lnTo>
                  <a:lnTo>
                    <a:pt x="15134" y="715"/>
                  </a:lnTo>
                  <a:lnTo>
                    <a:pt x="15241" y="738"/>
                  </a:lnTo>
                  <a:lnTo>
                    <a:pt x="15253" y="631"/>
                  </a:lnTo>
                  <a:lnTo>
                    <a:pt x="15158" y="619"/>
                  </a:lnTo>
                  <a:close/>
                  <a:moveTo>
                    <a:pt x="15360" y="643"/>
                  </a:moveTo>
                  <a:lnTo>
                    <a:pt x="15336" y="750"/>
                  </a:lnTo>
                  <a:lnTo>
                    <a:pt x="15443" y="762"/>
                  </a:lnTo>
                  <a:lnTo>
                    <a:pt x="15467" y="667"/>
                  </a:lnTo>
                  <a:lnTo>
                    <a:pt x="15360" y="643"/>
                  </a:lnTo>
                  <a:close/>
                  <a:moveTo>
                    <a:pt x="15562" y="679"/>
                  </a:moveTo>
                  <a:lnTo>
                    <a:pt x="15550" y="786"/>
                  </a:lnTo>
                  <a:lnTo>
                    <a:pt x="15658" y="798"/>
                  </a:lnTo>
                  <a:lnTo>
                    <a:pt x="15670" y="691"/>
                  </a:lnTo>
                  <a:lnTo>
                    <a:pt x="15562" y="679"/>
                  </a:lnTo>
                  <a:close/>
                  <a:moveTo>
                    <a:pt x="5859" y="691"/>
                  </a:moveTo>
                  <a:cubicBezTo>
                    <a:pt x="5859" y="703"/>
                    <a:pt x="5859" y="715"/>
                    <a:pt x="5847" y="738"/>
                  </a:cubicBezTo>
                  <a:cubicBezTo>
                    <a:pt x="5847" y="762"/>
                    <a:pt x="5835" y="786"/>
                    <a:pt x="5835" y="810"/>
                  </a:cubicBezTo>
                  <a:lnTo>
                    <a:pt x="5930" y="834"/>
                  </a:lnTo>
                  <a:cubicBezTo>
                    <a:pt x="5942" y="810"/>
                    <a:pt x="5942" y="786"/>
                    <a:pt x="5954" y="762"/>
                  </a:cubicBezTo>
                  <a:cubicBezTo>
                    <a:pt x="5954" y="762"/>
                    <a:pt x="5954" y="750"/>
                    <a:pt x="5966" y="738"/>
                  </a:cubicBezTo>
                  <a:lnTo>
                    <a:pt x="5859" y="691"/>
                  </a:lnTo>
                  <a:close/>
                  <a:moveTo>
                    <a:pt x="15777" y="715"/>
                  </a:moveTo>
                  <a:lnTo>
                    <a:pt x="15765" y="822"/>
                  </a:lnTo>
                  <a:lnTo>
                    <a:pt x="15860" y="834"/>
                  </a:lnTo>
                  <a:lnTo>
                    <a:pt x="15884" y="726"/>
                  </a:lnTo>
                  <a:lnTo>
                    <a:pt x="15777" y="715"/>
                  </a:lnTo>
                  <a:close/>
                  <a:moveTo>
                    <a:pt x="15991" y="750"/>
                  </a:moveTo>
                  <a:lnTo>
                    <a:pt x="15967" y="846"/>
                  </a:lnTo>
                  <a:lnTo>
                    <a:pt x="16074" y="869"/>
                  </a:lnTo>
                  <a:lnTo>
                    <a:pt x="16098" y="762"/>
                  </a:lnTo>
                  <a:lnTo>
                    <a:pt x="15991" y="750"/>
                  </a:lnTo>
                  <a:close/>
                  <a:moveTo>
                    <a:pt x="16193" y="786"/>
                  </a:moveTo>
                  <a:lnTo>
                    <a:pt x="16182" y="881"/>
                  </a:lnTo>
                  <a:lnTo>
                    <a:pt x="16265" y="905"/>
                  </a:lnTo>
                  <a:lnTo>
                    <a:pt x="16265" y="798"/>
                  </a:lnTo>
                  <a:lnTo>
                    <a:pt x="16193" y="786"/>
                  </a:lnTo>
                  <a:close/>
                  <a:moveTo>
                    <a:pt x="5811" y="917"/>
                  </a:moveTo>
                  <a:cubicBezTo>
                    <a:pt x="5811" y="929"/>
                    <a:pt x="5811" y="941"/>
                    <a:pt x="5811" y="953"/>
                  </a:cubicBezTo>
                  <a:cubicBezTo>
                    <a:pt x="5811" y="976"/>
                    <a:pt x="5811" y="1012"/>
                    <a:pt x="5823" y="1036"/>
                  </a:cubicBezTo>
                  <a:lnTo>
                    <a:pt x="5930" y="1024"/>
                  </a:lnTo>
                  <a:cubicBezTo>
                    <a:pt x="5918" y="1000"/>
                    <a:pt x="5918" y="976"/>
                    <a:pt x="5918" y="953"/>
                  </a:cubicBezTo>
                  <a:lnTo>
                    <a:pt x="5918" y="929"/>
                  </a:lnTo>
                  <a:lnTo>
                    <a:pt x="5811" y="917"/>
                  </a:lnTo>
                  <a:close/>
                  <a:moveTo>
                    <a:pt x="5942" y="1119"/>
                  </a:moveTo>
                  <a:lnTo>
                    <a:pt x="5835" y="1143"/>
                  </a:lnTo>
                  <a:cubicBezTo>
                    <a:pt x="5847" y="1179"/>
                    <a:pt x="5859" y="1215"/>
                    <a:pt x="5871" y="1250"/>
                  </a:cubicBezTo>
                  <a:lnTo>
                    <a:pt x="5966" y="1215"/>
                  </a:lnTo>
                  <a:cubicBezTo>
                    <a:pt x="5954" y="1179"/>
                    <a:pt x="5942" y="1155"/>
                    <a:pt x="5942" y="1119"/>
                  </a:cubicBezTo>
                  <a:close/>
                  <a:moveTo>
                    <a:pt x="6002" y="1310"/>
                  </a:moveTo>
                  <a:lnTo>
                    <a:pt x="5906" y="1357"/>
                  </a:lnTo>
                  <a:cubicBezTo>
                    <a:pt x="5918" y="1381"/>
                    <a:pt x="5942" y="1417"/>
                    <a:pt x="5954" y="1453"/>
                  </a:cubicBezTo>
                  <a:lnTo>
                    <a:pt x="6049" y="1405"/>
                  </a:lnTo>
                  <a:cubicBezTo>
                    <a:pt x="6037" y="1369"/>
                    <a:pt x="6025" y="1346"/>
                    <a:pt x="6002" y="1310"/>
                  </a:cubicBezTo>
                  <a:close/>
                  <a:moveTo>
                    <a:pt x="6097" y="1488"/>
                  </a:moveTo>
                  <a:lnTo>
                    <a:pt x="6014" y="1548"/>
                  </a:lnTo>
                  <a:cubicBezTo>
                    <a:pt x="6025" y="1584"/>
                    <a:pt x="6049" y="1608"/>
                    <a:pt x="6073" y="1643"/>
                  </a:cubicBezTo>
                  <a:lnTo>
                    <a:pt x="6156" y="1584"/>
                  </a:lnTo>
                  <a:cubicBezTo>
                    <a:pt x="6133" y="1548"/>
                    <a:pt x="6121" y="1524"/>
                    <a:pt x="6097" y="1488"/>
                  </a:cubicBezTo>
                  <a:close/>
                  <a:moveTo>
                    <a:pt x="6216" y="1667"/>
                  </a:moveTo>
                  <a:lnTo>
                    <a:pt x="6133" y="1727"/>
                  </a:lnTo>
                  <a:cubicBezTo>
                    <a:pt x="6156" y="1750"/>
                    <a:pt x="6180" y="1786"/>
                    <a:pt x="6192" y="1810"/>
                  </a:cubicBezTo>
                  <a:lnTo>
                    <a:pt x="6276" y="1750"/>
                  </a:lnTo>
                  <a:cubicBezTo>
                    <a:pt x="6264" y="1715"/>
                    <a:pt x="6240" y="1691"/>
                    <a:pt x="6216" y="1667"/>
                  </a:cubicBezTo>
                  <a:close/>
                  <a:moveTo>
                    <a:pt x="6347" y="1822"/>
                  </a:moveTo>
                  <a:lnTo>
                    <a:pt x="6264" y="1893"/>
                  </a:lnTo>
                  <a:cubicBezTo>
                    <a:pt x="6287" y="1917"/>
                    <a:pt x="6311" y="1953"/>
                    <a:pt x="6335" y="1977"/>
                  </a:cubicBezTo>
                  <a:lnTo>
                    <a:pt x="6418" y="1905"/>
                  </a:lnTo>
                  <a:cubicBezTo>
                    <a:pt x="6395" y="1881"/>
                    <a:pt x="6371" y="1858"/>
                    <a:pt x="6347" y="1822"/>
                  </a:cubicBezTo>
                  <a:close/>
                  <a:moveTo>
                    <a:pt x="6490" y="1989"/>
                  </a:moveTo>
                  <a:lnTo>
                    <a:pt x="6406" y="2060"/>
                  </a:lnTo>
                  <a:cubicBezTo>
                    <a:pt x="6430" y="2084"/>
                    <a:pt x="6454" y="2108"/>
                    <a:pt x="6478" y="2131"/>
                  </a:cubicBezTo>
                  <a:lnTo>
                    <a:pt x="6561" y="2060"/>
                  </a:lnTo>
                  <a:cubicBezTo>
                    <a:pt x="6537" y="2036"/>
                    <a:pt x="6514" y="2012"/>
                    <a:pt x="6490" y="1989"/>
                  </a:cubicBezTo>
                  <a:close/>
                  <a:moveTo>
                    <a:pt x="6633" y="2143"/>
                  </a:moveTo>
                  <a:lnTo>
                    <a:pt x="6549" y="2215"/>
                  </a:lnTo>
                  <a:lnTo>
                    <a:pt x="6633" y="2286"/>
                  </a:lnTo>
                  <a:lnTo>
                    <a:pt x="6704" y="2215"/>
                  </a:lnTo>
                  <a:cubicBezTo>
                    <a:pt x="6680" y="2191"/>
                    <a:pt x="6657" y="2167"/>
                    <a:pt x="6633" y="2143"/>
                  </a:cubicBezTo>
                  <a:close/>
                  <a:moveTo>
                    <a:pt x="6776" y="2286"/>
                  </a:moveTo>
                  <a:lnTo>
                    <a:pt x="6704" y="2370"/>
                  </a:lnTo>
                  <a:lnTo>
                    <a:pt x="6787" y="2441"/>
                  </a:lnTo>
                  <a:lnTo>
                    <a:pt x="6859" y="2358"/>
                  </a:lnTo>
                  <a:lnTo>
                    <a:pt x="6776" y="2286"/>
                  </a:lnTo>
                  <a:close/>
                  <a:moveTo>
                    <a:pt x="6930" y="2429"/>
                  </a:moveTo>
                  <a:lnTo>
                    <a:pt x="6859" y="2512"/>
                  </a:lnTo>
                  <a:lnTo>
                    <a:pt x="6942" y="2584"/>
                  </a:lnTo>
                  <a:lnTo>
                    <a:pt x="7014" y="2500"/>
                  </a:lnTo>
                  <a:lnTo>
                    <a:pt x="6930" y="2429"/>
                  </a:lnTo>
                  <a:close/>
                  <a:moveTo>
                    <a:pt x="7085" y="2572"/>
                  </a:moveTo>
                  <a:lnTo>
                    <a:pt x="7014" y="2655"/>
                  </a:lnTo>
                  <a:lnTo>
                    <a:pt x="7097" y="2727"/>
                  </a:lnTo>
                  <a:lnTo>
                    <a:pt x="7168" y="2643"/>
                  </a:lnTo>
                  <a:lnTo>
                    <a:pt x="7085" y="2572"/>
                  </a:lnTo>
                  <a:close/>
                  <a:moveTo>
                    <a:pt x="7240" y="2715"/>
                  </a:moveTo>
                  <a:lnTo>
                    <a:pt x="7180" y="2798"/>
                  </a:lnTo>
                  <a:lnTo>
                    <a:pt x="7252" y="2870"/>
                  </a:lnTo>
                  <a:lnTo>
                    <a:pt x="7323" y="2786"/>
                  </a:lnTo>
                  <a:lnTo>
                    <a:pt x="7240" y="2715"/>
                  </a:lnTo>
                  <a:close/>
                  <a:moveTo>
                    <a:pt x="7407" y="2858"/>
                  </a:moveTo>
                  <a:lnTo>
                    <a:pt x="7335" y="2941"/>
                  </a:lnTo>
                  <a:lnTo>
                    <a:pt x="7419" y="3012"/>
                  </a:lnTo>
                  <a:lnTo>
                    <a:pt x="7490" y="2929"/>
                  </a:lnTo>
                  <a:lnTo>
                    <a:pt x="7407" y="2858"/>
                  </a:lnTo>
                  <a:close/>
                  <a:moveTo>
                    <a:pt x="7561" y="3001"/>
                  </a:moveTo>
                  <a:lnTo>
                    <a:pt x="7490" y="3084"/>
                  </a:lnTo>
                  <a:lnTo>
                    <a:pt x="7573" y="3143"/>
                  </a:lnTo>
                  <a:lnTo>
                    <a:pt x="7645" y="3072"/>
                  </a:lnTo>
                  <a:lnTo>
                    <a:pt x="7561" y="3001"/>
                  </a:lnTo>
                  <a:close/>
                  <a:moveTo>
                    <a:pt x="84" y="3143"/>
                  </a:moveTo>
                  <a:lnTo>
                    <a:pt x="1" y="3215"/>
                  </a:lnTo>
                  <a:cubicBezTo>
                    <a:pt x="1" y="3215"/>
                    <a:pt x="37" y="3239"/>
                    <a:pt x="84" y="3286"/>
                  </a:cubicBezTo>
                  <a:lnTo>
                    <a:pt x="156" y="3215"/>
                  </a:lnTo>
                  <a:cubicBezTo>
                    <a:pt x="108" y="3167"/>
                    <a:pt x="84" y="3143"/>
                    <a:pt x="84" y="3143"/>
                  </a:cubicBezTo>
                  <a:close/>
                  <a:moveTo>
                    <a:pt x="7728" y="3143"/>
                  </a:moveTo>
                  <a:lnTo>
                    <a:pt x="7657" y="3215"/>
                  </a:lnTo>
                  <a:lnTo>
                    <a:pt x="7728" y="3286"/>
                  </a:lnTo>
                  <a:lnTo>
                    <a:pt x="7800" y="3215"/>
                  </a:lnTo>
                  <a:lnTo>
                    <a:pt x="7728" y="3143"/>
                  </a:lnTo>
                  <a:close/>
                  <a:moveTo>
                    <a:pt x="239" y="3286"/>
                  </a:moveTo>
                  <a:lnTo>
                    <a:pt x="168" y="3358"/>
                  </a:lnTo>
                  <a:cubicBezTo>
                    <a:pt x="191" y="3382"/>
                    <a:pt x="215" y="3405"/>
                    <a:pt x="239" y="3429"/>
                  </a:cubicBezTo>
                  <a:lnTo>
                    <a:pt x="310" y="3346"/>
                  </a:lnTo>
                  <a:cubicBezTo>
                    <a:pt x="287" y="3322"/>
                    <a:pt x="263" y="3298"/>
                    <a:pt x="239" y="3286"/>
                  </a:cubicBezTo>
                  <a:close/>
                  <a:moveTo>
                    <a:pt x="7883" y="3286"/>
                  </a:moveTo>
                  <a:lnTo>
                    <a:pt x="7811" y="3358"/>
                  </a:lnTo>
                  <a:lnTo>
                    <a:pt x="7895" y="3429"/>
                  </a:lnTo>
                  <a:lnTo>
                    <a:pt x="7954" y="3358"/>
                  </a:lnTo>
                  <a:lnTo>
                    <a:pt x="7883" y="3286"/>
                  </a:lnTo>
                  <a:close/>
                  <a:moveTo>
                    <a:pt x="394" y="3417"/>
                  </a:moveTo>
                  <a:lnTo>
                    <a:pt x="322" y="3501"/>
                  </a:lnTo>
                  <a:lnTo>
                    <a:pt x="406" y="3572"/>
                  </a:lnTo>
                  <a:lnTo>
                    <a:pt x="477" y="3489"/>
                  </a:lnTo>
                  <a:lnTo>
                    <a:pt x="394" y="3417"/>
                  </a:lnTo>
                  <a:close/>
                  <a:moveTo>
                    <a:pt x="8038" y="3429"/>
                  </a:moveTo>
                  <a:lnTo>
                    <a:pt x="7966" y="3501"/>
                  </a:lnTo>
                  <a:lnTo>
                    <a:pt x="8050" y="3572"/>
                  </a:lnTo>
                  <a:lnTo>
                    <a:pt x="8121" y="3501"/>
                  </a:lnTo>
                  <a:lnTo>
                    <a:pt x="8038" y="3429"/>
                  </a:lnTo>
                  <a:close/>
                  <a:moveTo>
                    <a:pt x="549" y="3560"/>
                  </a:moveTo>
                  <a:lnTo>
                    <a:pt x="489" y="3632"/>
                  </a:lnTo>
                  <a:lnTo>
                    <a:pt x="572" y="3703"/>
                  </a:lnTo>
                  <a:lnTo>
                    <a:pt x="632" y="3620"/>
                  </a:lnTo>
                  <a:lnTo>
                    <a:pt x="549" y="3560"/>
                  </a:lnTo>
                  <a:close/>
                  <a:moveTo>
                    <a:pt x="8192" y="3572"/>
                  </a:moveTo>
                  <a:lnTo>
                    <a:pt x="8121" y="3643"/>
                  </a:lnTo>
                  <a:lnTo>
                    <a:pt x="8204" y="3715"/>
                  </a:lnTo>
                  <a:lnTo>
                    <a:pt x="8276" y="3643"/>
                  </a:lnTo>
                  <a:cubicBezTo>
                    <a:pt x="8240" y="3620"/>
                    <a:pt x="8216" y="3596"/>
                    <a:pt x="8192" y="3572"/>
                  </a:cubicBezTo>
                  <a:close/>
                  <a:moveTo>
                    <a:pt x="715" y="3691"/>
                  </a:moveTo>
                  <a:lnTo>
                    <a:pt x="656" y="3774"/>
                  </a:lnTo>
                  <a:cubicBezTo>
                    <a:pt x="680" y="3798"/>
                    <a:pt x="703" y="3822"/>
                    <a:pt x="739" y="3834"/>
                  </a:cubicBezTo>
                  <a:lnTo>
                    <a:pt x="799" y="3751"/>
                  </a:lnTo>
                  <a:cubicBezTo>
                    <a:pt x="775" y="3727"/>
                    <a:pt x="739" y="3703"/>
                    <a:pt x="715" y="3691"/>
                  </a:cubicBezTo>
                  <a:close/>
                  <a:moveTo>
                    <a:pt x="8347" y="3715"/>
                  </a:moveTo>
                  <a:lnTo>
                    <a:pt x="8276" y="3798"/>
                  </a:lnTo>
                  <a:cubicBezTo>
                    <a:pt x="8300" y="3822"/>
                    <a:pt x="8323" y="3846"/>
                    <a:pt x="8347" y="3870"/>
                  </a:cubicBezTo>
                  <a:lnTo>
                    <a:pt x="8431" y="3798"/>
                  </a:lnTo>
                  <a:lnTo>
                    <a:pt x="8347" y="3715"/>
                  </a:lnTo>
                  <a:close/>
                  <a:moveTo>
                    <a:pt x="882" y="3822"/>
                  </a:moveTo>
                  <a:lnTo>
                    <a:pt x="822" y="3905"/>
                  </a:lnTo>
                  <a:lnTo>
                    <a:pt x="906" y="3965"/>
                  </a:lnTo>
                  <a:lnTo>
                    <a:pt x="965" y="3882"/>
                  </a:lnTo>
                  <a:lnTo>
                    <a:pt x="882" y="3822"/>
                  </a:lnTo>
                  <a:close/>
                  <a:moveTo>
                    <a:pt x="8502" y="3870"/>
                  </a:moveTo>
                  <a:lnTo>
                    <a:pt x="8419" y="3941"/>
                  </a:lnTo>
                  <a:cubicBezTo>
                    <a:pt x="8454" y="3965"/>
                    <a:pt x="8466" y="3989"/>
                    <a:pt x="8502" y="4024"/>
                  </a:cubicBezTo>
                  <a:lnTo>
                    <a:pt x="8573" y="3953"/>
                  </a:lnTo>
                  <a:cubicBezTo>
                    <a:pt x="8550" y="3917"/>
                    <a:pt x="8526" y="3894"/>
                    <a:pt x="8502" y="3870"/>
                  </a:cubicBezTo>
                  <a:close/>
                  <a:moveTo>
                    <a:pt x="1049" y="3953"/>
                  </a:moveTo>
                  <a:lnTo>
                    <a:pt x="989" y="4036"/>
                  </a:lnTo>
                  <a:lnTo>
                    <a:pt x="1072" y="4096"/>
                  </a:lnTo>
                  <a:lnTo>
                    <a:pt x="1132" y="4013"/>
                  </a:lnTo>
                  <a:lnTo>
                    <a:pt x="1049" y="3953"/>
                  </a:lnTo>
                  <a:close/>
                  <a:moveTo>
                    <a:pt x="8645" y="4024"/>
                  </a:moveTo>
                  <a:lnTo>
                    <a:pt x="8573" y="4096"/>
                  </a:lnTo>
                  <a:cubicBezTo>
                    <a:pt x="8585" y="4120"/>
                    <a:pt x="8609" y="4144"/>
                    <a:pt x="8633" y="4179"/>
                  </a:cubicBezTo>
                  <a:lnTo>
                    <a:pt x="8716" y="4108"/>
                  </a:lnTo>
                  <a:cubicBezTo>
                    <a:pt x="8692" y="4084"/>
                    <a:pt x="8669" y="4048"/>
                    <a:pt x="8645" y="4024"/>
                  </a:cubicBezTo>
                  <a:close/>
                  <a:moveTo>
                    <a:pt x="1227" y="4072"/>
                  </a:moveTo>
                  <a:lnTo>
                    <a:pt x="1156" y="4155"/>
                  </a:lnTo>
                  <a:lnTo>
                    <a:pt x="1251" y="4227"/>
                  </a:lnTo>
                  <a:lnTo>
                    <a:pt x="1311" y="4132"/>
                  </a:lnTo>
                  <a:lnTo>
                    <a:pt x="1227" y="4072"/>
                  </a:lnTo>
                  <a:close/>
                  <a:moveTo>
                    <a:pt x="8788" y="4191"/>
                  </a:moveTo>
                  <a:lnTo>
                    <a:pt x="8704" y="4263"/>
                  </a:lnTo>
                  <a:cubicBezTo>
                    <a:pt x="8728" y="4286"/>
                    <a:pt x="8740" y="4310"/>
                    <a:pt x="8764" y="4334"/>
                  </a:cubicBezTo>
                  <a:lnTo>
                    <a:pt x="8847" y="4275"/>
                  </a:lnTo>
                  <a:cubicBezTo>
                    <a:pt x="8835" y="4251"/>
                    <a:pt x="8812" y="4215"/>
                    <a:pt x="8788" y="4191"/>
                  </a:cubicBezTo>
                  <a:close/>
                  <a:moveTo>
                    <a:pt x="1394" y="4203"/>
                  </a:moveTo>
                  <a:lnTo>
                    <a:pt x="1334" y="4286"/>
                  </a:lnTo>
                  <a:lnTo>
                    <a:pt x="1418" y="4346"/>
                  </a:lnTo>
                  <a:lnTo>
                    <a:pt x="1477" y="4263"/>
                  </a:lnTo>
                  <a:lnTo>
                    <a:pt x="1394" y="4203"/>
                  </a:lnTo>
                  <a:close/>
                  <a:moveTo>
                    <a:pt x="1573" y="4322"/>
                  </a:moveTo>
                  <a:lnTo>
                    <a:pt x="1513" y="4405"/>
                  </a:lnTo>
                  <a:lnTo>
                    <a:pt x="1596" y="4465"/>
                  </a:lnTo>
                  <a:lnTo>
                    <a:pt x="1656" y="4370"/>
                  </a:lnTo>
                  <a:lnTo>
                    <a:pt x="1573" y="4322"/>
                  </a:lnTo>
                  <a:close/>
                  <a:moveTo>
                    <a:pt x="8919" y="4370"/>
                  </a:moveTo>
                  <a:lnTo>
                    <a:pt x="8823" y="4429"/>
                  </a:lnTo>
                  <a:cubicBezTo>
                    <a:pt x="8847" y="4453"/>
                    <a:pt x="8859" y="4477"/>
                    <a:pt x="8883" y="4513"/>
                  </a:cubicBezTo>
                  <a:lnTo>
                    <a:pt x="8978" y="4453"/>
                  </a:lnTo>
                  <a:cubicBezTo>
                    <a:pt x="8954" y="4429"/>
                    <a:pt x="8931" y="4394"/>
                    <a:pt x="8919" y="4370"/>
                  </a:cubicBezTo>
                  <a:close/>
                  <a:moveTo>
                    <a:pt x="1751" y="4429"/>
                  </a:moveTo>
                  <a:lnTo>
                    <a:pt x="1692" y="4525"/>
                  </a:lnTo>
                  <a:lnTo>
                    <a:pt x="1775" y="4584"/>
                  </a:lnTo>
                  <a:lnTo>
                    <a:pt x="1834" y="4489"/>
                  </a:lnTo>
                  <a:lnTo>
                    <a:pt x="1751" y="4429"/>
                  </a:lnTo>
                  <a:close/>
                  <a:moveTo>
                    <a:pt x="1918" y="4548"/>
                  </a:moveTo>
                  <a:lnTo>
                    <a:pt x="1870" y="4632"/>
                  </a:lnTo>
                  <a:lnTo>
                    <a:pt x="1954" y="4691"/>
                  </a:lnTo>
                  <a:lnTo>
                    <a:pt x="2013" y="4608"/>
                  </a:lnTo>
                  <a:lnTo>
                    <a:pt x="1918" y="4548"/>
                  </a:lnTo>
                  <a:close/>
                  <a:moveTo>
                    <a:pt x="9026" y="4548"/>
                  </a:moveTo>
                  <a:lnTo>
                    <a:pt x="8931" y="4596"/>
                  </a:lnTo>
                  <a:cubicBezTo>
                    <a:pt x="8954" y="4632"/>
                    <a:pt x="8966" y="4656"/>
                    <a:pt x="8978" y="4691"/>
                  </a:cubicBezTo>
                  <a:lnTo>
                    <a:pt x="9073" y="4644"/>
                  </a:lnTo>
                  <a:cubicBezTo>
                    <a:pt x="9062" y="4620"/>
                    <a:pt x="9050" y="4584"/>
                    <a:pt x="9026" y="4548"/>
                  </a:cubicBezTo>
                  <a:close/>
                  <a:moveTo>
                    <a:pt x="2108" y="4656"/>
                  </a:moveTo>
                  <a:lnTo>
                    <a:pt x="2049" y="4751"/>
                  </a:lnTo>
                  <a:lnTo>
                    <a:pt x="2144" y="4798"/>
                  </a:lnTo>
                  <a:lnTo>
                    <a:pt x="2192" y="4715"/>
                  </a:lnTo>
                  <a:lnTo>
                    <a:pt x="2108" y="4656"/>
                  </a:lnTo>
                  <a:close/>
                  <a:moveTo>
                    <a:pt x="9109" y="4751"/>
                  </a:moveTo>
                  <a:lnTo>
                    <a:pt x="9014" y="4786"/>
                  </a:lnTo>
                  <a:cubicBezTo>
                    <a:pt x="9026" y="4822"/>
                    <a:pt x="9026" y="4846"/>
                    <a:pt x="9038" y="4882"/>
                  </a:cubicBezTo>
                  <a:lnTo>
                    <a:pt x="9133" y="4858"/>
                  </a:lnTo>
                  <a:cubicBezTo>
                    <a:pt x="9133" y="4834"/>
                    <a:pt x="9121" y="4786"/>
                    <a:pt x="9109" y="4751"/>
                  </a:cubicBezTo>
                  <a:close/>
                  <a:moveTo>
                    <a:pt x="2287" y="4763"/>
                  </a:moveTo>
                  <a:lnTo>
                    <a:pt x="2227" y="4858"/>
                  </a:lnTo>
                  <a:lnTo>
                    <a:pt x="2323" y="4917"/>
                  </a:lnTo>
                  <a:lnTo>
                    <a:pt x="2370" y="4822"/>
                  </a:lnTo>
                  <a:lnTo>
                    <a:pt x="2287" y="4763"/>
                  </a:lnTo>
                  <a:close/>
                  <a:moveTo>
                    <a:pt x="2466" y="4870"/>
                  </a:moveTo>
                  <a:lnTo>
                    <a:pt x="2418" y="4965"/>
                  </a:lnTo>
                  <a:lnTo>
                    <a:pt x="2513" y="5013"/>
                  </a:lnTo>
                  <a:lnTo>
                    <a:pt x="2561" y="4929"/>
                  </a:lnTo>
                  <a:lnTo>
                    <a:pt x="2466" y="4870"/>
                  </a:lnTo>
                  <a:close/>
                  <a:moveTo>
                    <a:pt x="9157" y="4977"/>
                  </a:moveTo>
                  <a:lnTo>
                    <a:pt x="9050" y="4989"/>
                  </a:lnTo>
                  <a:cubicBezTo>
                    <a:pt x="9050" y="5013"/>
                    <a:pt x="9038" y="5048"/>
                    <a:pt x="9038" y="5072"/>
                  </a:cubicBezTo>
                  <a:lnTo>
                    <a:pt x="9145" y="5096"/>
                  </a:lnTo>
                  <a:cubicBezTo>
                    <a:pt x="9145" y="5060"/>
                    <a:pt x="9145" y="5025"/>
                    <a:pt x="9157" y="4989"/>
                  </a:cubicBezTo>
                  <a:lnTo>
                    <a:pt x="9157" y="4977"/>
                  </a:lnTo>
                  <a:close/>
                  <a:moveTo>
                    <a:pt x="2656" y="4977"/>
                  </a:moveTo>
                  <a:lnTo>
                    <a:pt x="2608" y="5060"/>
                  </a:lnTo>
                  <a:lnTo>
                    <a:pt x="2692" y="5120"/>
                  </a:lnTo>
                  <a:lnTo>
                    <a:pt x="2751" y="5025"/>
                  </a:lnTo>
                  <a:lnTo>
                    <a:pt x="2656" y="4977"/>
                  </a:lnTo>
                  <a:close/>
                  <a:moveTo>
                    <a:pt x="2835" y="5072"/>
                  </a:moveTo>
                  <a:lnTo>
                    <a:pt x="2787" y="5167"/>
                  </a:lnTo>
                  <a:lnTo>
                    <a:pt x="2882" y="5215"/>
                  </a:lnTo>
                  <a:lnTo>
                    <a:pt x="2930" y="5120"/>
                  </a:lnTo>
                  <a:lnTo>
                    <a:pt x="2835" y="5072"/>
                  </a:lnTo>
                  <a:close/>
                  <a:moveTo>
                    <a:pt x="3025" y="5167"/>
                  </a:moveTo>
                  <a:lnTo>
                    <a:pt x="2977" y="5263"/>
                  </a:lnTo>
                  <a:lnTo>
                    <a:pt x="3073" y="5310"/>
                  </a:lnTo>
                  <a:lnTo>
                    <a:pt x="3120" y="5215"/>
                  </a:lnTo>
                  <a:lnTo>
                    <a:pt x="3025" y="5167"/>
                  </a:lnTo>
                  <a:close/>
                  <a:moveTo>
                    <a:pt x="9014" y="5167"/>
                  </a:moveTo>
                  <a:cubicBezTo>
                    <a:pt x="9002" y="5191"/>
                    <a:pt x="8990" y="5227"/>
                    <a:pt x="8978" y="5251"/>
                  </a:cubicBezTo>
                  <a:lnTo>
                    <a:pt x="9062" y="5310"/>
                  </a:lnTo>
                  <a:cubicBezTo>
                    <a:pt x="9085" y="5275"/>
                    <a:pt x="9097" y="5239"/>
                    <a:pt x="9109" y="5203"/>
                  </a:cubicBezTo>
                  <a:lnTo>
                    <a:pt x="9014" y="5167"/>
                  </a:lnTo>
                  <a:close/>
                  <a:moveTo>
                    <a:pt x="3216" y="5263"/>
                  </a:moveTo>
                  <a:lnTo>
                    <a:pt x="3180" y="5358"/>
                  </a:lnTo>
                  <a:lnTo>
                    <a:pt x="3275" y="5394"/>
                  </a:lnTo>
                  <a:lnTo>
                    <a:pt x="3311" y="5298"/>
                  </a:lnTo>
                  <a:lnTo>
                    <a:pt x="3216" y="5263"/>
                  </a:lnTo>
                  <a:close/>
                  <a:moveTo>
                    <a:pt x="3406" y="5346"/>
                  </a:moveTo>
                  <a:lnTo>
                    <a:pt x="3370" y="5441"/>
                  </a:lnTo>
                  <a:cubicBezTo>
                    <a:pt x="3406" y="5453"/>
                    <a:pt x="3430" y="5477"/>
                    <a:pt x="3466" y="5489"/>
                  </a:cubicBezTo>
                  <a:lnTo>
                    <a:pt x="3513" y="5394"/>
                  </a:lnTo>
                  <a:cubicBezTo>
                    <a:pt x="3478" y="5370"/>
                    <a:pt x="3442" y="5358"/>
                    <a:pt x="3406" y="5346"/>
                  </a:cubicBezTo>
                  <a:close/>
                  <a:moveTo>
                    <a:pt x="8919" y="5334"/>
                  </a:moveTo>
                  <a:cubicBezTo>
                    <a:pt x="8895" y="5358"/>
                    <a:pt x="8871" y="5382"/>
                    <a:pt x="8847" y="5406"/>
                  </a:cubicBezTo>
                  <a:lnTo>
                    <a:pt x="8919" y="5489"/>
                  </a:lnTo>
                  <a:cubicBezTo>
                    <a:pt x="8954" y="5453"/>
                    <a:pt x="8978" y="5429"/>
                    <a:pt x="9002" y="5406"/>
                  </a:cubicBezTo>
                  <a:lnTo>
                    <a:pt x="8919" y="5334"/>
                  </a:lnTo>
                  <a:close/>
                  <a:moveTo>
                    <a:pt x="3609" y="5429"/>
                  </a:moveTo>
                  <a:lnTo>
                    <a:pt x="3561" y="5525"/>
                  </a:lnTo>
                  <a:lnTo>
                    <a:pt x="3668" y="5560"/>
                  </a:lnTo>
                  <a:lnTo>
                    <a:pt x="3704" y="5465"/>
                  </a:lnTo>
                  <a:lnTo>
                    <a:pt x="3609" y="5429"/>
                  </a:lnTo>
                  <a:close/>
                  <a:moveTo>
                    <a:pt x="8776" y="5477"/>
                  </a:moveTo>
                  <a:cubicBezTo>
                    <a:pt x="8752" y="5489"/>
                    <a:pt x="8716" y="5513"/>
                    <a:pt x="8692" y="5525"/>
                  </a:cubicBezTo>
                  <a:lnTo>
                    <a:pt x="8752" y="5620"/>
                  </a:lnTo>
                  <a:cubicBezTo>
                    <a:pt x="8776" y="5596"/>
                    <a:pt x="8812" y="5572"/>
                    <a:pt x="8835" y="5560"/>
                  </a:cubicBezTo>
                  <a:lnTo>
                    <a:pt x="8776" y="5477"/>
                  </a:lnTo>
                  <a:close/>
                  <a:moveTo>
                    <a:pt x="3799" y="5513"/>
                  </a:moveTo>
                  <a:lnTo>
                    <a:pt x="3763" y="5608"/>
                  </a:lnTo>
                  <a:lnTo>
                    <a:pt x="3859" y="5644"/>
                  </a:lnTo>
                  <a:lnTo>
                    <a:pt x="3894" y="5548"/>
                  </a:lnTo>
                  <a:lnTo>
                    <a:pt x="3799" y="5513"/>
                  </a:lnTo>
                  <a:close/>
                  <a:moveTo>
                    <a:pt x="4001" y="5584"/>
                  </a:moveTo>
                  <a:lnTo>
                    <a:pt x="3966" y="5679"/>
                  </a:lnTo>
                  <a:cubicBezTo>
                    <a:pt x="4001" y="5691"/>
                    <a:pt x="4025" y="5703"/>
                    <a:pt x="4061" y="5715"/>
                  </a:cubicBezTo>
                  <a:lnTo>
                    <a:pt x="4097" y="5620"/>
                  </a:lnTo>
                  <a:cubicBezTo>
                    <a:pt x="4061" y="5608"/>
                    <a:pt x="4037" y="5596"/>
                    <a:pt x="4001" y="5584"/>
                  </a:cubicBezTo>
                  <a:close/>
                  <a:moveTo>
                    <a:pt x="8597" y="5584"/>
                  </a:moveTo>
                  <a:cubicBezTo>
                    <a:pt x="8573" y="5596"/>
                    <a:pt x="8538" y="5620"/>
                    <a:pt x="8514" y="5632"/>
                  </a:cubicBezTo>
                  <a:lnTo>
                    <a:pt x="8562" y="5727"/>
                  </a:lnTo>
                  <a:cubicBezTo>
                    <a:pt x="8585" y="5715"/>
                    <a:pt x="8621" y="5691"/>
                    <a:pt x="8657" y="5679"/>
                  </a:cubicBezTo>
                  <a:lnTo>
                    <a:pt x="8597" y="5584"/>
                  </a:lnTo>
                  <a:close/>
                  <a:moveTo>
                    <a:pt x="4204" y="5656"/>
                  </a:moveTo>
                  <a:lnTo>
                    <a:pt x="4168" y="5751"/>
                  </a:lnTo>
                  <a:cubicBezTo>
                    <a:pt x="4204" y="5763"/>
                    <a:pt x="4228" y="5775"/>
                    <a:pt x="4263" y="5787"/>
                  </a:cubicBezTo>
                  <a:lnTo>
                    <a:pt x="4299" y="5679"/>
                  </a:lnTo>
                  <a:cubicBezTo>
                    <a:pt x="4263" y="5679"/>
                    <a:pt x="4228" y="5668"/>
                    <a:pt x="4204" y="5656"/>
                  </a:cubicBezTo>
                  <a:close/>
                  <a:moveTo>
                    <a:pt x="8419" y="5679"/>
                  </a:moveTo>
                  <a:cubicBezTo>
                    <a:pt x="8383" y="5691"/>
                    <a:pt x="8347" y="5703"/>
                    <a:pt x="8323" y="5715"/>
                  </a:cubicBezTo>
                  <a:lnTo>
                    <a:pt x="8359" y="5810"/>
                  </a:lnTo>
                  <a:cubicBezTo>
                    <a:pt x="8395" y="5799"/>
                    <a:pt x="8431" y="5787"/>
                    <a:pt x="8454" y="5775"/>
                  </a:cubicBezTo>
                  <a:lnTo>
                    <a:pt x="8419" y="5679"/>
                  </a:lnTo>
                  <a:close/>
                  <a:moveTo>
                    <a:pt x="4394" y="5715"/>
                  </a:moveTo>
                  <a:lnTo>
                    <a:pt x="4371" y="5810"/>
                  </a:lnTo>
                  <a:cubicBezTo>
                    <a:pt x="4406" y="5822"/>
                    <a:pt x="4430" y="5834"/>
                    <a:pt x="4466" y="5846"/>
                  </a:cubicBezTo>
                  <a:lnTo>
                    <a:pt x="4501" y="5751"/>
                  </a:lnTo>
                  <a:cubicBezTo>
                    <a:pt x="4466" y="5739"/>
                    <a:pt x="4430" y="5727"/>
                    <a:pt x="4394" y="5715"/>
                  </a:cubicBezTo>
                  <a:close/>
                  <a:moveTo>
                    <a:pt x="8228" y="5751"/>
                  </a:moveTo>
                  <a:cubicBezTo>
                    <a:pt x="8192" y="5763"/>
                    <a:pt x="8157" y="5775"/>
                    <a:pt x="8121" y="5787"/>
                  </a:cubicBezTo>
                  <a:lnTo>
                    <a:pt x="8157" y="5882"/>
                  </a:lnTo>
                  <a:cubicBezTo>
                    <a:pt x="8192" y="5870"/>
                    <a:pt x="8228" y="5858"/>
                    <a:pt x="8264" y="5846"/>
                  </a:cubicBezTo>
                  <a:lnTo>
                    <a:pt x="8228" y="5751"/>
                  </a:lnTo>
                  <a:close/>
                  <a:moveTo>
                    <a:pt x="4597" y="5775"/>
                  </a:moveTo>
                  <a:lnTo>
                    <a:pt x="4573" y="5882"/>
                  </a:lnTo>
                  <a:cubicBezTo>
                    <a:pt x="4609" y="5882"/>
                    <a:pt x="4644" y="5894"/>
                    <a:pt x="4680" y="5906"/>
                  </a:cubicBezTo>
                  <a:lnTo>
                    <a:pt x="4704" y="5799"/>
                  </a:lnTo>
                  <a:cubicBezTo>
                    <a:pt x="4668" y="5799"/>
                    <a:pt x="4632" y="5787"/>
                    <a:pt x="4597" y="5775"/>
                  </a:cubicBezTo>
                  <a:close/>
                  <a:moveTo>
                    <a:pt x="4799" y="5834"/>
                  </a:moveTo>
                  <a:lnTo>
                    <a:pt x="4775" y="5929"/>
                  </a:lnTo>
                  <a:cubicBezTo>
                    <a:pt x="4811" y="5941"/>
                    <a:pt x="4847" y="5953"/>
                    <a:pt x="4882" y="5953"/>
                  </a:cubicBezTo>
                  <a:lnTo>
                    <a:pt x="4906" y="5858"/>
                  </a:lnTo>
                  <a:cubicBezTo>
                    <a:pt x="4871" y="5846"/>
                    <a:pt x="4835" y="5834"/>
                    <a:pt x="4799" y="5834"/>
                  </a:cubicBezTo>
                  <a:close/>
                  <a:moveTo>
                    <a:pt x="8026" y="5810"/>
                  </a:moveTo>
                  <a:cubicBezTo>
                    <a:pt x="7990" y="5822"/>
                    <a:pt x="7954" y="5834"/>
                    <a:pt x="7919" y="5846"/>
                  </a:cubicBezTo>
                  <a:lnTo>
                    <a:pt x="7954" y="5953"/>
                  </a:lnTo>
                  <a:cubicBezTo>
                    <a:pt x="7990" y="5941"/>
                    <a:pt x="8014" y="5929"/>
                    <a:pt x="8050" y="5918"/>
                  </a:cubicBezTo>
                  <a:lnTo>
                    <a:pt x="8026" y="5810"/>
                  </a:lnTo>
                  <a:close/>
                  <a:moveTo>
                    <a:pt x="5013" y="5882"/>
                  </a:moveTo>
                  <a:lnTo>
                    <a:pt x="4990" y="5977"/>
                  </a:lnTo>
                  <a:cubicBezTo>
                    <a:pt x="5025" y="5989"/>
                    <a:pt x="5061" y="6001"/>
                    <a:pt x="5085" y="6001"/>
                  </a:cubicBezTo>
                  <a:lnTo>
                    <a:pt x="5109" y="5906"/>
                  </a:lnTo>
                  <a:lnTo>
                    <a:pt x="5013" y="5882"/>
                  </a:lnTo>
                  <a:close/>
                  <a:moveTo>
                    <a:pt x="7823" y="5870"/>
                  </a:moveTo>
                  <a:lnTo>
                    <a:pt x="7800" y="5882"/>
                  </a:lnTo>
                  <a:cubicBezTo>
                    <a:pt x="7764" y="5882"/>
                    <a:pt x="7740" y="5894"/>
                    <a:pt x="7716" y="5894"/>
                  </a:cubicBezTo>
                  <a:lnTo>
                    <a:pt x="7740" y="6001"/>
                  </a:lnTo>
                  <a:cubicBezTo>
                    <a:pt x="7764" y="5989"/>
                    <a:pt x="7800" y="5989"/>
                    <a:pt x="7823" y="5977"/>
                  </a:cubicBezTo>
                  <a:lnTo>
                    <a:pt x="7847" y="5977"/>
                  </a:lnTo>
                  <a:lnTo>
                    <a:pt x="7823" y="5870"/>
                  </a:lnTo>
                  <a:close/>
                  <a:moveTo>
                    <a:pt x="5216" y="5918"/>
                  </a:moveTo>
                  <a:lnTo>
                    <a:pt x="5192" y="6025"/>
                  </a:lnTo>
                  <a:cubicBezTo>
                    <a:pt x="5228" y="6037"/>
                    <a:pt x="5263" y="6037"/>
                    <a:pt x="5299" y="6049"/>
                  </a:cubicBezTo>
                  <a:lnTo>
                    <a:pt x="5323" y="5941"/>
                  </a:lnTo>
                  <a:cubicBezTo>
                    <a:pt x="5287" y="5941"/>
                    <a:pt x="5252" y="5929"/>
                    <a:pt x="5216" y="5918"/>
                  </a:cubicBezTo>
                  <a:close/>
                  <a:moveTo>
                    <a:pt x="7621" y="5918"/>
                  </a:moveTo>
                  <a:cubicBezTo>
                    <a:pt x="7585" y="5929"/>
                    <a:pt x="7549" y="5929"/>
                    <a:pt x="7514" y="5941"/>
                  </a:cubicBezTo>
                  <a:lnTo>
                    <a:pt x="7538" y="6049"/>
                  </a:lnTo>
                  <a:cubicBezTo>
                    <a:pt x="7573" y="6037"/>
                    <a:pt x="7609" y="6037"/>
                    <a:pt x="7633" y="6025"/>
                  </a:cubicBezTo>
                  <a:lnTo>
                    <a:pt x="7621" y="5918"/>
                  </a:lnTo>
                  <a:close/>
                  <a:moveTo>
                    <a:pt x="5418" y="5953"/>
                  </a:moveTo>
                  <a:lnTo>
                    <a:pt x="5406" y="6060"/>
                  </a:lnTo>
                  <a:cubicBezTo>
                    <a:pt x="5442" y="6072"/>
                    <a:pt x="5478" y="6072"/>
                    <a:pt x="5514" y="6084"/>
                  </a:cubicBezTo>
                  <a:lnTo>
                    <a:pt x="5525" y="5977"/>
                  </a:lnTo>
                  <a:cubicBezTo>
                    <a:pt x="5490" y="5965"/>
                    <a:pt x="5454" y="5965"/>
                    <a:pt x="5418" y="5953"/>
                  </a:cubicBezTo>
                  <a:close/>
                  <a:moveTo>
                    <a:pt x="7407" y="5965"/>
                  </a:moveTo>
                  <a:cubicBezTo>
                    <a:pt x="7371" y="5965"/>
                    <a:pt x="7335" y="5977"/>
                    <a:pt x="7311" y="5977"/>
                  </a:cubicBezTo>
                  <a:lnTo>
                    <a:pt x="7323" y="6084"/>
                  </a:lnTo>
                  <a:cubicBezTo>
                    <a:pt x="7359" y="6072"/>
                    <a:pt x="7395" y="6072"/>
                    <a:pt x="7430" y="6060"/>
                  </a:cubicBezTo>
                  <a:lnTo>
                    <a:pt x="7407" y="5965"/>
                  </a:lnTo>
                  <a:close/>
                  <a:moveTo>
                    <a:pt x="5633" y="5989"/>
                  </a:moveTo>
                  <a:lnTo>
                    <a:pt x="5621" y="6096"/>
                  </a:lnTo>
                  <a:cubicBezTo>
                    <a:pt x="5656" y="6096"/>
                    <a:pt x="5692" y="6108"/>
                    <a:pt x="5728" y="6108"/>
                  </a:cubicBezTo>
                  <a:lnTo>
                    <a:pt x="5740" y="6001"/>
                  </a:lnTo>
                  <a:cubicBezTo>
                    <a:pt x="5704" y="6001"/>
                    <a:pt x="5668" y="5989"/>
                    <a:pt x="5633" y="5989"/>
                  </a:cubicBezTo>
                  <a:close/>
                  <a:moveTo>
                    <a:pt x="7204" y="5989"/>
                  </a:moveTo>
                  <a:cubicBezTo>
                    <a:pt x="7168" y="6001"/>
                    <a:pt x="7133" y="6001"/>
                    <a:pt x="7097" y="6001"/>
                  </a:cubicBezTo>
                  <a:lnTo>
                    <a:pt x="7109" y="6108"/>
                  </a:lnTo>
                  <a:lnTo>
                    <a:pt x="7216" y="6096"/>
                  </a:lnTo>
                  <a:lnTo>
                    <a:pt x="7204" y="5989"/>
                  </a:lnTo>
                  <a:close/>
                  <a:moveTo>
                    <a:pt x="5835" y="6013"/>
                  </a:moveTo>
                  <a:lnTo>
                    <a:pt x="5835" y="6120"/>
                  </a:lnTo>
                  <a:cubicBezTo>
                    <a:pt x="5859" y="6120"/>
                    <a:pt x="5895" y="6120"/>
                    <a:pt x="5930" y="6132"/>
                  </a:cubicBezTo>
                  <a:lnTo>
                    <a:pt x="5942" y="6025"/>
                  </a:lnTo>
                  <a:cubicBezTo>
                    <a:pt x="5906" y="6013"/>
                    <a:pt x="5871" y="6013"/>
                    <a:pt x="5835" y="6013"/>
                  </a:cubicBezTo>
                  <a:close/>
                  <a:moveTo>
                    <a:pt x="6990" y="6013"/>
                  </a:moveTo>
                  <a:cubicBezTo>
                    <a:pt x="6954" y="6025"/>
                    <a:pt x="6918" y="6025"/>
                    <a:pt x="6883" y="6025"/>
                  </a:cubicBezTo>
                  <a:lnTo>
                    <a:pt x="6895" y="6132"/>
                  </a:lnTo>
                  <a:cubicBezTo>
                    <a:pt x="6930" y="6132"/>
                    <a:pt x="6966" y="6120"/>
                    <a:pt x="7002" y="6120"/>
                  </a:cubicBezTo>
                  <a:lnTo>
                    <a:pt x="6990" y="6013"/>
                  </a:lnTo>
                  <a:close/>
                  <a:moveTo>
                    <a:pt x="6049" y="6025"/>
                  </a:moveTo>
                  <a:lnTo>
                    <a:pt x="6049" y="6132"/>
                  </a:lnTo>
                  <a:cubicBezTo>
                    <a:pt x="6073" y="6132"/>
                    <a:pt x="6109" y="6144"/>
                    <a:pt x="6145" y="6144"/>
                  </a:cubicBezTo>
                  <a:lnTo>
                    <a:pt x="6156" y="6037"/>
                  </a:lnTo>
                  <a:cubicBezTo>
                    <a:pt x="6121" y="6037"/>
                    <a:pt x="6085" y="6037"/>
                    <a:pt x="6049" y="6025"/>
                  </a:cubicBezTo>
                  <a:close/>
                  <a:moveTo>
                    <a:pt x="6264" y="6037"/>
                  </a:moveTo>
                  <a:lnTo>
                    <a:pt x="6252" y="6144"/>
                  </a:lnTo>
                  <a:lnTo>
                    <a:pt x="6359" y="6144"/>
                  </a:lnTo>
                  <a:lnTo>
                    <a:pt x="6359" y="6049"/>
                  </a:lnTo>
                  <a:cubicBezTo>
                    <a:pt x="6323" y="6037"/>
                    <a:pt x="6287" y="6037"/>
                    <a:pt x="6264" y="6037"/>
                  </a:cubicBezTo>
                  <a:close/>
                  <a:moveTo>
                    <a:pt x="6573" y="6037"/>
                  </a:moveTo>
                  <a:cubicBezTo>
                    <a:pt x="6537" y="6049"/>
                    <a:pt x="6502" y="6049"/>
                    <a:pt x="6466" y="6049"/>
                  </a:cubicBezTo>
                  <a:lnTo>
                    <a:pt x="6466" y="6144"/>
                  </a:lnTo>
                  <a:lnTo>
                    <a:pt x="6573" y="6144"/>
                  </a:lnTo>
                  <a:lnTo>
                    <a:pt x="6573" y="6037"/>
                  </a:lnTo>
                  <a:close/>
                  <a:moveTo>
                    <a:pt x="6680" y="6037"/>
                  </a:moveTo>
                  <a:lnTo>
                    <a:pt x="6680" y="6144"/>
                  </a:lnTo>
                  <a:lnTo>
                    <a:pt x="6787" y="6144"/>
                  </a:lnTo>
                  <a:lnTo>
                    <a:pt x="6787" y="6037"/>
                  </a:lnTo>
                  <a:close/>
                </a:path>
              </a:pathLst>
            </a:custGeom>
            <a:solidFill>
              <a:srgbClr val="003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36"/>
            <p:cNvSpPr/>
            <p:nvPr/>
          </p:nvSpPr>
          <p:spPr>
            <a:xfrm>
              <a:off x="6489775" y="6933725"/>
              <a:ext cx="278350" cy="220000"/>
            </a:xfrm>
            <a:custGeom>
              <a:rect b="b" l="l" r="r" t="t"/>
              <a:pathLst>
                <a:path extrusionOk="0" h="8800" w="11134">
                  <a:moveTo>
                    <a:pt x="11098" y="1"/>
                  </a:moveTo>
                  <a:cubicBezTo>
                    <a:pt x="11074" y="1"/>
                    <a:pt x="8919" y="858"/>
                    <a:pt x="6716" y="2346"/>
                  </a:cubicBezTo>
                  <a:cubicBezTo>
                    <a:pt x="4716" y="3703"/>
                    <a:pt x="2275" y="5882"/>
                    <a:pt x="1930" y="8573"/>
                  </a:cubicBezTo>
                  <a:cubicBezTo>
                    <a:pt x="1573" y="8216"/>
                    <a:pt x="168" y="6668"/>
                    <a:pt x="537" y="5656"/>
                  </a:cubicBezTo>
                  <a:cubicBezTo>
                    <a:pt x="608" y="5454"/>
                    <a:pt x="703" y="5347"/>
                    <a:pt x="846" y="5335"/>
                  </a:cubicBezTo>
                  <a:cubicBezTo>
                    <a:pt x="857" y="5333"/>
                    <a:pt x="868" y="5333"/>
                    <a:pt x="879" y="5333"/>
                  </a:cubicBezTo>
                  <a:cubicBezTo>
                    <a:pt x="1079" y="5333"/>
                    <a:pt x="1346" y="5532"/>
                    <a:pt x="1549" y="5870"/>
                  </a:cubicBezTo>
                  <a:cubicBezTo>
                    <a:pt x="1858" y="6347"/>
                    <a:pt x="2025" y="7061"/>
                    <a:pt x="1715" y="7573"/>
                  </a:cubicBezTo>
                  <a:cubicBezTo>
                    <a:pt x="1682" y="7629"/>
                    <a:pt x="1617" y="7705"/>
                    <a:pt x="1561" y="7705"/>
                  </a:cubicBezTo>
                  <a:cubicBezTo>
                    <a:pt x="1557" y="7705"/>
                    <a:pt x="1553" y="7705"/>
                    <a:pt x="1549" y="7704"/>
                  </a:cubicBezTo>
                  <a:cubicBezTo>
                    <a:pt x="1346" y="7656"/>
                    <a:pt x="1180" y="6775"/>
                    <a:pt x="1096" y="6097"/>
                  </a:cubicBezTo>
                  <a:lnTo>
                    <a:pt x="1096" y="6097"/>
                  </a:lnTo>
                  <a:lnTo>
                    <a:pt x="1394" y="6656"/>
                  </a:lnTo>
                  <a:lnTo>
                    <a:pt x="1489" y="6609"/>
                  </a:lnTo>
                  <a:lnTo>
                    <a:pt x="942" y="5561"/>
                  </a:lnTo>
                  <a:lnTo>
                    <a:pt x="965" y="5823"/>
                  </a:lnTo>
                  <a:cubicBezTo>
                    <a:pt x="989" y="6144"/>
                    <a:pt x="1156" y="7716"/>
                    <a:pt x="1525" y="7811"/>
                  </a:cubicBezTo>
                  <a:cubicBezTo>
                    <a:pt x="1537" y="7814"/>
                    <a:pt x="1549" y="7816"/>
                    <a:pt x="1562" y="7816"/>
                  </a:cubicBezTo>
                  <a:cubicBezTo>
                    <a:pt x="1644" y="7816"/>
                    <a:pt x="1726" y="7747"/>
                    <a:pt x="1799" y="7633"/>
                  </a:cubicBezTo>
                  <a:cubicBezTo>
                    <a:pt x="2144" y="7073"/>
                    <a:pt x="1966" y="6323"/>
                    <a:pt x="1644" y="5811"/>
                  </a:cubicBezTo>
                  <a:cubicBezTo>
                    <a:pt x="1411" y="5445"/>
                    <a:pt x="1127" y="5224"/>
                    <a:pt x="887" y="5224"/>
                  </a:cubicBezTo>
                  <a:cubicBezTo>
                    <a:pt x="869" y="5224"/>
                    <a:pt x="852" y="5225"/>
                    <a:pt x="834" y="5227"/>
                  </a:cubicBezTo>
                  <a:cubicBezTo>
                    <a:pt x="715" y="5239"/>
                    <a:pt x="537" y="5311"/>
                    <a:pt x="430" y="5620"/>
                  </a:cubicBezTo>
                  <a:cubicBezTo>
                    <a:pt x="1" y="6835"/>
                    <a:pt x="1846" y="8645"/>
                    <a:pt x="1930" y="8728"/>
                  </a:cubicBezTo>
                  <a:lnTo>
                    <a:pt x="2013" y="8799"/>
                  </a:lnTo>
                  <a:lnTo>
                    <a:pt x="2013" y="8692"/>
                  </a:lnTo>
                  <a:cubicBezTo>
                    <a:pt x="2561" y="3513"/>
                    <a:pt x="11050" y="132"/>
                    <a:pt x="11133" y="96"/>
                  </a:cubicBezTo>
                  <a:lnTo>
                    <a:pt x="1109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36"/>
            <p:cNvSpPr/>
            <p:nvPr/>
          </p:nvSpPr>
          <p:spPr>
            <a:xfrm>
              <a:off x="6961575" y="6900575"/>
              <a:ext cx="232200" cy="321600"/>
            </a:xfrm>
            <a:custGeom>
              <a:rect b="b" l="l" r="r" t="t"/>
              <a:pathLst>
                <a:path extrusionOk="0" h="12864" w="9288">
                  <a:moveTo>
                    <a:pt x="7789" y="0"/>
                  </a:moveTo>
                  <a:cubicBezTo>
                    <a:pt x="7473" y="0"/>
                    <a:pt x="7137" y="159"/>
                    <a:pt x="6787" y="481"/>
                  </a:cubicBezTo>
                  <a:cubicBezTo>
                    <a:pt x="6215" y="1005"/>
                    <a:pt x="6037" y="1886"/>
                    <a:pt x="5799" y="2994"/>
                  </a:cubicBezTo>
                  <a:cubicBezTo>
                    <a:pt x="5322" y="5303"/>
                    <a:pt x="4656" y="8458"/>
                    <a:pt x="36" y="11137"/>
                  </a:cubicBezTo>
                  <a:lnTo>
                    <a:pt x="0" y="11161"/>
                  </a:lnTo>
                  <a:lnTo>
                    <a:pt x="12" y="11197"/>
                  </a:lnTo>
                  <a:cubicBezTo>
                    <a:pt x="24" y="11221"/>
                    <a:pt x="822" y="12864"/>
                    <a:pt x="2715" y="12864"/>
                  </a:cubicBezTo>
                  <a:cubicBezTo>
                    <a:pt x="2810" y="12864"/>
                    <a:pt x="2906" y="12852"/>
                    <a:pt x="3013" y="12852"/>
                  </a:cubicBezTo>
                  <a:cubicBezTo>
                    <a:pt x="3596" y="12792"/>
                    <a:pt x="3775" y="12566"/>
                    <a:pt x="3810" y="12376"/>
                  </a:cubicBezTo>
                  <a:cubicBezTo>
                    <a:pt x="3906" y="11911"/>
                    <a:pt x="3370" y="11340"/>
                    <a:pt x="2810" y="11030"/>
                  </a:cubicBezTo>
                  <a:cubicBezTo>
                    <a:pt x="2480" y="10841"/>
                    <a:pt x="2158" y="10749"/>
                    <a:pt x="1869" y="10749"/>
                  </a:cubicBezTo>
                  <a:cubicBezTo>
                    <a:pt x="1576" y="10749"/>
                    <a:pt x="1318" y="10844"/>
                    <a:pt x="1120" y="11030"/>
                  </a:cubicBezTo>
                  <a:cubicBezTo>
                    <a:pt x="881" y="11256"/>
                    <a:pt x="798" y="11447"/>
                    <a:pt x="870" y="11614"/>
                  </a:cubicBezTo>
                  <a:cubicBezTo>
                    <a:pt x="1039" y="12004"/>
                    <a:pt x="2082" y="12068"/>
                    <a:pt x="2743" y="12068"/>
                  </a:cubicBezTo>
                  <a:cubicBezTo>
                    <a:pt x="3009" y="12068"/>
                    <a:pt x="3213" y="12058"/>
                    <a:pt x="3275" y="12054"/>
                  </a:cubicBezTo>
                  <a:lnTo>
                    <a:pt x="3537" y="12042"/>
                  </a:lnTo>
                  <a:lnTo>
                    <a:pt x="2048" y="11495"/>
                  </a:lnTo>
                  <a:lnTo>
                    <a:pt x="2013" y="11590"/>
                  </a:lnTo>
                  <a:lnTo>
                    <a:pt x="3001" y="11959"/>
                  </a:lnTo>
                  <a:cubicBezTo>
                    <a:pt x="2942" y="11960"/>
                    <a:pt x="2880" y="11960"/>
                    <a:pt x="2815" y="11960"/>
                  </a:cubicBezTo>
                  <a:cubicBezTo>
                    <a:pt x="2116" y="11960"/>
                    <a:pt x="1106" y="11893"/>
                    <a:pt x="965" y="11566"/>
                  </a:cubicBezTo>
                  <a:cubicBezTo>
                    <a:pt x="917" y="11459"/>
                    <a:pt x="989" y="11304"/>
                    <a:pt x="1191" y="11114"/>
                  </a:cubicBezTo>
                  <a:cubicBezTo>
                    <a:pt x="1370" y="10941"/>
                    <a:pt x="1608" y="10855"/>
                    <a:pt x="1879" y="10855"/>
                  </a:cubicBezTo>
                  <a:cubicBezTo>
                    <a:pt x="2149" y="10855"/>
                    <a:pt x="2453" y="10941"/>
                    <a:pt x="2763" y="11114"/>
                  </a:cubicBezTo>
                  <a:cubicBezTo>
                    <a:pt x="3370" y="11459"/>
                    <a:pt x="3787" y="11995"/>
                    <a:pt x="3703" y="12352"/>
                  </a:cubicBezTo>
                  <a:cubicBezTo>
                    <a:pt x="3656" y="12578"/>
                    <a:pt x="3417" y="12709"/>
                    <a:pt x="3001" y="12745"/>
                  </a:cubicBezTo>
                  <a:cubicBezTo>
                    <a:pt x="2900" y="12754"/>
                    <a:pt x="2803" y="12758"/>
                    <a:pt x="2708" y="12758"/>
                  </a:cubicBezTo>
                  <a:cubicBezTo>
                    <a:pt x="1063" y="12758"/>
                    <a:pt x="278" y="11456"/>
                    <a:pt x="131" y="11197"/>
                  </a:cubicBezTo>
                  <a:cubicBezTo>
                    <a:pt x="4751" y="8506"/>
                    <a:pt x="5418" y="5339"/>
                    <a:pt x="5906" y="3017"/>
                  </a:cubicBezTo>
                  <a:cubicBezTo>
                    <a:pt x="6132" y="1922"/>
                    <a:pt x="6311" y="1053"/>
                    <a:pt x="6858" y="565"/>
                  </a:cubicBezTo>
                  <a:cubicBezTo>
                    <a:pt x="7192" y="259"/>
                    <a:pt x="7503" y="112"/>
                    <a:pt x="7788" y="112"/>
                  </a:cubicBezTo>
                  <a:cubicBezTo>
                    <a:pt x="7869" y="112"/>
                    <a:pt x="7948" y="124"/>
                    <a:pt x="8025" y="148"/>
                  </a:cubicBezTo>
                  <a:cubicBezTo>
                    <a:pt x="8835" y="398"/>
                    <a:pt x="9180" y="1839"/>
                    <a:pt x="9192" y="1862"/>
                  </a:cubicBezTo>
                  <a:lnTo>
                    <a:pt x="9287" y="1839"/>
                  </a:lnTo>
                  <a:cubicBezTo>
                    <a:pt x="9275" y="1767"/>
                    <a:pt x="8918" y="303"/>
                    <a:pt x="8061" y="41"/>
                  </a:cubicBezTo>
                  <a:cubicBezTo>
                    <a:pt x="7972" y="14"/>
                    <a:pt x="7881" y="0"/>
                    <a:pt x="77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02" name="Google Shape;502;p36"/>
          <p:cNvGrpSpPr/>
          <p:nvPr/>
        </p:nvGrpSpPr>
        <p:grpSpPr>
          <a:xfrm>
            <a:off x="8138984" y="3638168"/>
            <a:ext cx="354062" cy="860711"/>
            <a:chOff x="10244955" y="3489518"/>
            <a:chExt cx="777988" cy="1891257"/>
          </a:xfrm>
        </p:grpSpPr>
        <p:sp>
          <p:nvSpPr>
            <p:cNvPr id="503" name="Google Shape;503;p36"/>
            <p:cNvSpPr/>
            <p:nvPr/>
          </p:nvSpPr>
          <p:spPr>
            <a:xfrm>
              <a:off x="10265104" y="5125057"/>
              <a:ext cx="77393" cy="255718"/>
            </a:xfrm>
            <a:custGeom>
              <a:rect b="b" l="l" r="r" t="t"/>
              <a:pathLst>
                <a:path extrusionOk="0" h="2716" w="822">
                  <a:moveTo>
                    <a:pt x="274" y="1"/>
                  </a:moveTo>
                  <a:lnTo>
                    <a:pt x="0" y="2715"/>
                  </a:lnTo>
                  <a:lnTo>
                    <a:pt x="822" y="120"/>
                  </a:lnTo>
                  <a:lnTo>
                    <a:pt x="27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36"/>
            <p:cNvSpPr/>
            <p:nvPr/>
          </p:nvSpPr>
          <p:spPr>
            <a:xfrm>
              <a:off x="10872676" y="5106038"/>
              <a:ext cx="150267" cy="222671"/>
            </a:xfrm>
            <a:custGeom>
              <a:rect b="b" l="l" r="r" t="t"/>
              <a:pathLst>
                <a:path extrusionOk="0" h="2365" w="1596">
                  <a:moveTo>
                    <a:pt x="1" y="0"/>
                  </a:moveTo>
                  <a:lnTo>
                    <a:pt x="774" y="2132"/>
                  </a:lnTo>
                  <a:cubicBezTo>
                    <a:pt x="774" y="2132"/>
                    <a:pt x="1105" y="2365"/>
                    <a:pt x="1391" y="2365"/>
                  </a:cubicBezTo>
                  <a:cubicBezTo>
                    <a:pt x="1464" y="2365"/>
                    <a:pt x="1535" y="2349"/>
                    <a:pt x="1596" y="2310"/>
                  </a:cubicBezTo>
                  <a:lnTo>
                    <a:pt x="56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36"/>
            <p:cNvSpPr/>
            <p:nvPr/>
          </p:nvSpPr>
          <p:spPr>
            <a:xfrm>
              <a:off x="10244955" y="4016401"/>
              <a:ext cx="738815" cy="1206282"/>
            </a:xfrm>
            <a:custGeom>
              <a:rect b="b" l="l" r="r" t="t"/>
              <a:pathLst>
                <a:path extrusionOk="0" h="12812" w="7847">
                  <a:moveTo>
                    <a:pt x="2881" y="1"/>
                  </a:moveTo>
                  <a:cubicBezTo>
                    <a:pt x="2131" y="1"/>
                    <a:pt x="1524" y="548"/>
                    <a:pt x="1524" y="1227"/>
                  </a:cubicBezTo>
                  <a:cubicBezTo>
                    <a:pt x="1524" y="1632"/>
                    <a:pt x="1750" y="1989"/>
                    <a:pt x="2096" y="2215"/>
                  </a:cubicBezTo>
                  <a:lnTo>
                    <a:pt x="0" y="12502"/>
                  </a:lnTo>
                  <a:lnTo>
                    <a:pt x="1214" y="12812"/>
                  </a:lnTo>
                  <a:lnTo>
                    <a:pt x="2703" y="2429"/>
                  </a:lnTo>
                  <a:cubicBezTo>
                    <a:pt x="2762" y="2441"/>
                    <a:pt x="2822" y="2441"/>
                    <a:pt x="2881" y="2441"/>
                  </a:cubicBezTo>
                  <a:cubicBezTo>
                    <a:pt x="2965" y="2441"/>
                    <a:pt x="3036" y="2429"/>
                    <a:pt x="3108" y="2417"/>
                  </a:cubicBezTo>
                  <a:lnTo>
                    <a:pt x="6394" y="12538"/>
                  </a:lnTo>
                  <a:lnTo>
                    <a:pt x="7846" y="11859"/>
                  </a:lnTo>
                  <a:lnTo>
                    <a:pt x="3822" y="2108"/>
                  </a:lnTo>
                  <a:cubicBezTo>
                    <a:pt x="4084" y="1882"/>
                    <a:pt x="4251" y="1572"/>
                    <a:pt x="4251" y="1227"/>
                  </a:cubicBezTo>
                  <a:cubicBezTo>
                    <a:pt x="4251" y="548"/>
                    <a:pt x="3643" y="1"/>
                    <a:pt x="2881" y="1"/>
                  </a:cubicBezTo>
                  <a:close/>
                </a:path>
              </a:pathLst>
            </a:custGeom>
            <a:solidFill>
              <a:srgbClr val="033342">
                <a:alpha val="740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36"/>
            <p:cNvSpPr/>
            <p:nvPr/>
          </p:nvSpPr>
          <p:spPr>
            <a:xfrm>
              <a:off x="10332330" y="3766423"/>
              <a:ext cx="385743" cy="396947"/>
            </a:xfrm>
            <a:custGeom>
              <a:rect b="b" l="l" r="r" t="t"/>
              <a:pathLst>
                <a:path extrusionOk="0" h="4216" w="4097">
                  <a:moveTo>
                    <a:pt x="3287" y="0"/>
                  </a:moveTo>
                  <a:lnTo>
                    <a:pt x="1" y="798"/>
                  </a:lnTo>
                  <a:lnTo>
                    <a:pt x="1" y="4215"/>
                  </a:lnTo>
                  <a:lnTo>
                    <a:pt x="4096" y="3525"/>
                  </a:lnTo>
                  <a:lnTo>
                    <a:pt x="328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36"/>
            <p:cNvSpPr/>
            <p:nvPr/>
          </p:nvSpPr>
          <p:spPr>
            <a:xfrm>
              <a:off x="10332330" y="3489518"/>
              <a:ext cx="208642" cy="301665"/>
            </a:xfrm>
            <a:custGeom>
              <a:rect b="b" l="l" r="r" t="t"/>
              <a:pathLst>
                <a:path extrusionOk="0" h="3204" w="2216">
                  <a:moveTo>
                    <a:pt x="1870" y="1"/>
                  </a:moveTo>
                  <a:lnTo>
                    <a:pt x="1" y="453"/>
                  </a:lnTo>
                  <a:lnTo>
                    <a:pt x="667" y="3203"/>
                  </a:lnTo>
                  <a:lnTo>
                    <a:pt x="2215" y="2810"/>
                  </a:lnTo>
                  <a:lnTo>
                    <a:pt x="187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36"/>
            <p:cNvSpPr/>
            <p:nvPr/>
          </p:nvSpPr>
          <p:spPr>
            <a:xfrm>
              <a:off x="10363777" y="3517576"/>
              <a:ext cx="136804" cy="250069"/>
            </a:xfrm>
            <a:custGeom>
              <a:rect b="b" l="l" r="r" t="t"/>
              <a:pathLst>
                <a:path extrusionOk="0" h="2656" w="1453">
                  <a:moveTo>
                    <a:pt x="1179" y="0"/>
                  </a:moveTo>
                  <a:lnTo>
                    <a:pt x="1072" y="12"/>
                  </a:lnTo>
                  <a:lnTo>
                    <a:pt x="1346" y="2358"/>
                  </a:lnTo>
                  <a:lnTo>
                    <a:pt x="1453" y="2346"/>
                  </a:lnTo>
                  <a:lnTo>
                    <a:pt x="1179" y="0"/>
                  </a:lnTo>
                  <a:close/>
                  <a:moveTo>
                    <a:pt x="584" y="155"/>
                  </a:moveTo>
                  <a:lnTo>
                    <a:pt x="476" y="179"/>
                  </a:lnTo>
                  <a:lnTo>
                    <a:pt x="929" y="2465"/>
                  </a:lnTo>
                  <a:lnTo>
                    <a:pt x="1036" y="2453"/>
                  </a:lnTo>
                  <a:lnTo>
                    <a:pt x="584" y="155"/>
                  </a:lnTo>
                  <a:close/>
                  <a:moveTo>
                    <a:pt x="107" y="155"/>
                  </a:moveTo>
                  <a:lnTo>
                    <a:pt x="0" y="179"/>
                  </a:lnTo>
                  <a:lnTo>
                    <a:pt x="607" y="2655"/>
                  </a:lnTo>
                  <a:lnTo>
                    <a:pt x="714" y="2632"/>
                  </a:lnTo>
                  <a:lnTo>
                    <a:pt x="107" y="155"/>
                  </a:lnTo>
                  <a:close/>
                </a:path>
              </a:pathLst>
            </a:custGeom>
            <a:solidFill>
              <a:srgbClr val="6BC0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36"/>
            <p:cNvSpPr/>
            <p:nvPr/>
          </p:nvSpPr>
          <p:spPr>
            <a:xfrm>
              <a:off x="10482599" y="4150946"/>
              <a:ext cx="83043" cy="54985"/>
            </a:xfrm>
            <a:custGeom>
              <a:rect b="b" l="l" r="r" t="t"/>
              <a:pathLst>
                <a:path extrusionOk="0" h="584" w="882">
                  <a:moveTo>
                    <a:pt x="441" y="0"/>
                  </a:moveTo>
                  <a:cubicBezTo>
                    <a:pt x="191" y="0"/>
                    <a:pt x="0" y="131"/>
                    <a:pt x="0" y="298"/>
                  </a:cubicBezTo>
                  <a:cubicBezTo>
                    <a:pt x="0" y="453"/>
                    <a:pt x="191" y="584"/>
                    <a:pt x="441" y="584"/>
                  </a:cubicBezTo>
                  <a:cubicBezTo>
                    <a:pt x="679" y="584"/>
                    <a:pt x="881" y="453"/>
                    <a:pt x="881" y="298"/>
                  </a:cubicBezTo>
                  <a:cubicBezTo>
                    <a:pt x="881" y="131"/>
                    <a:pt x="679" y="0"/>
                    <a:pt x="4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1" name="Google Shape;511;p37"/>
          <p:cNvGrpSpPr/>
          <p:nvPr/>
        </p:nvGrpSpPr>
        <p:grpSpPr>
          <a:xfrm>
            <a:off x="0" y="0"/>
            <a:ext cx="9144003" cy="5143501"/>
            <a:chOff x="0" y="0"/>
            <a:chExt cx="9144003" cy="5143501"/>
          </a:xfrm>
        </p:grpSpPr>
        <p:pic>
          <p:nvPicPr>
            <p:cNvPr id="512" name="Google Shape;512;p37"/>
            <p:cNvPicPr preferRelativeResize="0"/>
            <p:nvPr/>
          </p:nvPicPr>
          <p:blipFill rotWithShape="1">
            <a:blip r:embed="rId2">
              <a:alphaModFix/>
            </a:blip>
            <a:srcRect b="8068" l="0" r="0" t="8060"/>
            <a:stretch/>
          </p:blipFill>
          <p:spPr>
            <a:xfrm>
              <a:off x="0" y="0"/>
              <a:ext cx="9144003" cy="5143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3" name="Google Shape;513;p37"/>
            <p:cNvSpPr/>
            <p:nvPr/>
          </p:nvSpPr>
          <p:spPr>
            <a:xfrm>
              <a:off x="209980" y="194500"/>
              <a:ext cx="8763466" cy="4752275"/>
            </a:xfrm>
            <a:custGeom>
              <a:rect b="b" l="l" r="r" t="t"/>
              <a:pathLst>
                <a:path extrusionOk="0" h="147209" w="271904">
                  <a:moveTo>
                    <a:pt x="596" y="0"/>
                  </a:moveTo>
                  <a:lnTo>
                    <a:pt x="596" y="0"/>
                  </a:lnTo>
                  <a:cubicBezTo>
                    <a:pt x="2025" y="5965"/>
                    <a:pt x="3072" y="13895"/>
                    <a:pt x="3644" y="22312"/>
                  </a:cubicBezTo>
                  <a:cubicBezTo>
                    <a:pt x="7942" y="23515"/>
                    <a:pt x="13609" y="23932"/>
                    <a:pt x="5085" y="25063"/>
                  </a:cubicBezTo>
                  <a:cubicBezTo>
                    <a:pt x="5096" y="25110"/>
                    <a:pt x="5108" y="25146"/>
                    <a:pt x="5120" y="25194"/>
                  </a:cubicBezTo>
                  <a:cubicBezTo>
                    <a:pt x="5263" y="25301"/>
                    <a:pt x="5394" y="25396"/>
                    <a:pt x="5525" y="25503"/>
                  </a:cubicBezTo>
                  <a:cubicBezTo>
                    <a:pt x="5692" y="25539"/>
                    <a:pt x="5954" y="25479"/>
                    <a:pt x="6037" y="25658"/>
                  </a:cubicBezTo>
                  <a:cubicBezTo>
                    <a:pt x="8561" y="26230"/>
                    <a:pt x="4561" y="26670"/>
                    <a:pt x="3894" y="26789"/>
                  </a:cubicBezTo>
                  <a:cubicBezTo>
                    <a:pt x="4203" y="33719"/>
                    <a:pt x="4192" y="40803"/>
                    <a:pt x="3787" y="47256"/>
                  </a:cubicBezTo>
                  <a:cubicBezTo>
                    <a:pt x="2560" y="47137"/>
                    <a:pt x="1298" y="47006"/>
                    <a:pt x="1" y="46875"/>
                  </a:cubicBezTo>
                  <a:lnTo>
                    <a:pt x="1" y="46875"/>
                  </a:lnTo>
                  <a:cubicBezTo>
                    <a:pt x="1429" y="52840"/>
                    <a:pt x="2477" y="60770"/>
                    <a:pt x="3049" y="69199"/>
                  </a:cubicBezTo>
                  <a:cubicBezTo>
                    <a:pt x="7347" y="70402"/>
                    <a:pt x="13014" y="70818"/>
                    <a:pt x="4489" y="71949"/>
                  </a:cubicBezTo>
                  <a:cubicBezTo>
                    <a:pt x="4501" y="71985"/>
                    <a:pt x="4513" y="72033"/>
                    <a:pt x="4525" y="72069"/>
                  </a:cubicBezTo>
                  <a:cubicBezTo>
                    <a:pt x="4668" y="72176"/>
                    <a:pt x="4787" y="72283"/>
                    <a:pt x="4930" y="72390"/>
                  </a:cubicBezTo>
                  <a:cubicBezTo>
                    <a:pt x="5096" y="72414"/>
                    <a:pt x="5358" y="72366"/>
                    <a:pt x="5442" y="72545"/>
                  </a:cubicBezTo>
                  <a:cubicBezTo>
                    <a:pt x="7966" y="73104"/>
                    <a:pt x="3965" y="73557"/>
                    <a:pt x="3299" y="73664"/>
                  </a:cubicBezTo>
                  <a:cubicBezTo>
                    <a:pt x="3513" y="78510"/>
                    <a:pt x="3572" y="83427"/>
                    <a:pt x="3453" y="88154"/>
                  </a:cubicBezTo>
                  <a:cubicBezTo>
                    <a:pt x="2322" y="88047"/>
                    <a:pt x="1179" y="87928"/>
                    <a:pt x="1" y="87809"/>
                  </a:cubicBezTo>
                  <a:lnTo>
                    <a:pt x="1" y="87809"/>
                  </a:lnTo>
                  <a:cubicBezTo>
                    <a:pt x="989" y="91940"/>
                    <a:pt x="1798" y="97036"/>
                    <a:pt x="2394" y="102584"/>
                  </a:cubicBezTo>
                  <a:cubicBezTo>
                    <a:pt x="2239" y="103727"/>
                    <a:pt x="2072" y="104834"/>
                    <a:pt x="1882" y="105894"/>
                  </a:cubicBezTo>
                  <a:cubicBezTo>
                    <a:pt x="2156" y="105870"/>
                    <a:pt x="2429" y="105846"/>
                    <a:pt x="2715" y="105811"/>
                  </a:cubicBezTo>
                  <a:cubicBezTo>
                    <a:pt x="2834" y="107228"/>
                    <a:pt x="2953" y="108668"/>
                    <a:pt x="3049" y="110121"/>
                  </a:cubicBezTo>
                  <a:cubicBezTo>
                    <a:pt x="7347" y="111323"/>
                    <a:pt x="13014" y="111740"/>
                    <a:pt x="4489" y="112871"/>
                  </a:cubicBezTo>
                  <a:cubicBezTo>
                    <a:pt x="4501" y="112919"/>
                    <a:pt x="4513" y="112954"/>
                    <a:pt x="4525" y="113002"/>
                  </a:cubicBezTo>
                  <a:cubicBezTo>
                    <a:pt x="4668" y="113109"/>
                    <a:pt x="4799" y="113205"/>
                    <a:pt x="4930" y="113312"/>
                  </a:cubicBezTo>
                  <a:cubicBezTo>
                    <a:pt x="5096" y="113347"/>
                    <a:pt x="5358" y="113288"/>
                    <a:pt x="5442" y="113466"/>
                  </a:cubicBezTo>
                  <a:cubicBezTo>
                    <a:pt x="7966" y="114038"/>
                    <a:pt x="3965" y="114478"/>
                    <a:pt x="3299" y="114598"/>
                  </a:cubicBezTo>
                  <a:cubicBezTo>
                    <a:pt x="3822" y="126123"/>
                    <a:pt x="4668" y="127147"/>
                    <a:pt x="3120" y="135886"/>
                  </a:cubicBezTo>
                  <a:cubicBezTo>
                    <a:pt x="4608" y="136338"/>
                    <a:pt x="14133" y="147209"/>
                    <a:pt x="14133" y="147209"/>
                  </a:cubicBezTo>
                  <a:cubicBezTo>
                    <a:pt x="14133" y="147209"/>
                    <a:pt x="16765" y="146220"/>
                    <a:pt x="20479" y="146137"/>
                  </a:cubicBezTo>
                  <a:cubicBezTo>
                    <a:pt x="20503" y="146054"/>
                    <a:pt x="20539" y="145959"/>
                    <a:pt x="20563" y="145875"/>
                  </a:cubicBezTo>
                  <a:lnTo>
                    <a:pt x="20563" y="145875"/>
                  </a:lnTo>
                  <a:cubicBezTo>
                    <a:pt x="20491" y="146340"/>
                    <a:pt x="23242" y="146363"/>
                    <a:pt x="23158" y="146816"/>
                  </a:cubicBezTo>
                  <a:cubicBezTo>
                    <a:pt x="29516" y="146220"/>
                    <a:pt x="36481" y="145875"/>
                    <a:pt x="44589" y="145697"/>
                  </a:cubicBezTo>
                  <a:cubicBezTo>
                    <a:pt x="44613" y="145625"/>
                    <a:pt x="44637" y="145554"/>
                    <a:pt x="44661" y="145494"/>
                  </a:cubicBezTo>
                  <a:cubicBezTo>
                    <a:pt x="45090" y="145494"/>
                    <a:pt x="45530" y="145494"/>
                    <a:pt x="45959" y="145482"/>
                  </a:cubicBezTo>
                  <a:cubicBezTo>
                    <a:pt x="45959" y="145542"/>
                    <a:pt x="45959" y="145601"/>
                    <a:pt x="45959" y="145661"/>
                  </a:cubicBezTo>
                  <a:cubicBezTo>
                    <a:pt x="46173" y="145661"/>
                    <a:pt x="46387" y="145661"/>
                    <a:pt x="46602" y="145649"/>
                  </a:cubicBezTo>
                  <a:cubicBezTo>
                    <a:pt x="46637" y="145601"/>
                    <a:pt x="46661" y="145542"/>
                    <a:pt x="46685" y="145482"/>
                  </a:cubicBezTo>
                  <a:cubicBezTo>
                    <a:pt x="47197" y="145482"/>
                    <a:pt x="47709" y="145482"/>
                    <a:pt x="48221" y="145494"/>
                  </a:cubicBezTo>
                  <a:cubicBezTo>
                    <a:pt x="48221" y="145530"/>
                    <a:pt x="48221" y="145578"/>
                    <a:pt x="48221" y="145625"/>
                  </a:cubicBezTo>
                  <a:cubicBezTo>
                    <a:pt x="50912" y="145578"/>
                    <a:pt x="53900" y="145542"/>
                    <a:pt x="57031" y="145518"/>
                  </a:cubicBezTo>
                  <a:cubicBezTo>
                    <a:pt x="59651" y="145542"/>
                    <a:pt x="62151" y="145566"/>
                    <a:pt x="64461" y="145601"/>
                  </a:cubicBezTo>
                  <a:cubicBezTo>
                    <a:pt x="64461" y="145566"/>
                    <a:pt x="64461" y="145530"/>
                    <a:pt x="64461" y="145494"/>
                  </a:cubicBezTo>
                  <a:cubicBezTo>
                    <a:pt x="65592" y="145488"/>
                    <a:pt x="66726" y="145485"/>
                    <a:pt x="67860" y="145485"/>
                  </a:cubicBezTo>
                  <a:cubicBezTo>
                    <a:pt x="68994" y="145485"/>
                    <a:pt x="70128" y="145488"/>
                    <a:pt x="71259" y="145494"/>
                  </a:cubicBezTo>
                  <a:cubicBezTo>
                    <a:pt x="71402" y="145578"/>
                    <a:pt x="71545" y="145661"/>
                    <a:pt x="71700" y="145744"/>
                  </a:cubicBezTo>
                  <a:cubicBezTo>
                    <a:pt x="78891" y="145947"/>
                    <a:pt x="85190" y="146268"/>
                    <a:pt x="90976" y="146816"/>
                  </a:cubicBezTo>
                  <a:cubicBezTo>
                    <a:pt x="90845" y="146054"/>
                    <a:pt x="90714" y="145256"/>
                    <a:pt x="90595" y="144435"/>
                  </a:cubicBezTo>
                  <a:lnTo>
                    <a:pt x="90595" y="144435"/>
                  </a:lnTo>
                  <a:cubicBezTo>
                    <a:pt x="91429" y="144792"/>
                    <a:pt x="92191" y="145304"/>
                    <a:pt x="92976" y="145744"/>
                  </a:cubicBezTo>
                  <a:cubicBezTo>
                    <a:pt x="96596" y="145851"/>
                    <a:pt x="99989" y="145982"/>
                    <a:pt x="103204" y="146161"/>
                  </a:cubicBezTo>
                  <a:cubicBezTo>
                    <a:pt x="103156" y="146375"/>
                    <a:pt x="103121" y="146601"/>
                    <a:pt x="103085" y="146828"/>
                  </a:cubicBezTo>
                  <a:cubicBezTo>
                    <a:pt x="104573" y="146685"/>
                    <a:pt x="106109" y="146554"/>
                    <a:pt x="107669" y="146447"/>
                  </a:cubicBezTo>
                  <a:cubicBezTo>
                    <a:pt x="109240" y="146554"/>
                    <a:pt x="110764" y="146685"/>
                    <a:pt x="112265" y="146828"/>
                  </a:cubicBezTo>
                  <a:cubicBezTo>
                    <a:pt x="112217" y="146601"/>
                    <a:pt x="112181" y="146375"/>
                    <a:pt x="112146" y="146161"/>
                  </a:cubicBezTo>
                  <a:cubicBezTo>
                    <a:pt x="115979" y="145947"/>
                    <a:pt x="120075" y="145792"/>
                    <a:pt x="124504" y="145697"/>
                  </a:cubicBezTo>
                  <a:cubicBezTo>
                    <a:pt x="125022" y="144156"/>
                    <a:pt x="125413" y="143165"/>
                    <a:pt x="125645" y="143165"/>
                  </a:cubicBezTo>
                  <a:cubicBezTo>
                    <a:pt x="125846" y="143165"/>
                    <a:pt x="125929" y="143902"/>
                    <a:pt x="125873" y="145661"/>
                  </a:cubicBezTo>
                  <a:cubicBezTo>
                    <a:pt x="126100" y="145661"/>
                    <a:pt x="126302" y="145661"/>
                    <a:pt x="126528" y="145649"/>
                  </a:cubicBezTo>
                  <a:cubicBezTo>
                    <a:pt x="127181" y="144357"/>
                    <a:pt x="127670" y="143321"/>
                    <a:pt x="127939" y="143321"/>
                  </a:cubicBezTo>
                  <a:cubicBezTo>
                    <a:pt x="128150" y="143321"/>
                    <a:pt x="128225" y="143963"/>
                    <a:pt x="128136" y="145625"/>
                  </a:cubicBezTo>
                  <a:cubicBezTo>
                    <a:pt x="130541" y="145589"/>
                    <a:pt x="133184" y="145554"/>
                    <a:pt x="135946" y="145530"/>
                  </a:cubicBezTo>
                  <a:cubicBezTo>
                    <a:pt x="138720" y="145554"/>
                    <a:pt x="141352" y="145589"/>
                    <a:pt x="143757" y="145625"/>
                  </a:cubicBezTo>
                  <a:cubicBezTo>
                    <a:pt x="143667" y="143963"/>
                    <a:pt x="143745" y="143321"/>
                    <a:pt x="143959" y="143321"/>
                  </a:cubicBezTo>
                  <a:cubicBezTo>
                    <a:pt x="144230" y="143321"/>
                    <a:pt x="144723" y="144357"/>
                    <a:pt x="145376" y="145649"/>
                  </a:cubicBezTo>
                  <a:cubicBezTo>
                    <a:pt x="145590" y="145661"/>
                    <a:pt x="145804" y="145661"/>
                    <a:pt x="146019" y="145661"/>
                  </a:cubicBezTo>
                  <a:cubicBezTo>
                    <a:pt x="145964" y="143902"/>
                    <a:pt x="146046" y="143165"/>
                    <a:pt x="146247" y="143165"/>
                  </a:cubicBezTo>
                  <a:cubicBezTo>
                    <a:pt x="146479" y="143165"/>
                    <a:pt x="146870" y="144156"/>
                    <a:pt x="147388" y="145697"/>
                  </a:cubicBezTo>
                  <a:cubicBezTo>
                    <a:pt x="151817" y="145792"/>
                    <a:pt x="155913" y="145947"/>
                    <a:pt x="159759" y="146161"/>
                  </a:cubicBezTo>
                  <a:cubicBezTo>
                    <a:pt x="159711" y="146375"/>
                    <a:pt x="159675" y="146601"/>
                    <a:pt x="159640" y="146828"/>
                  </a:cubicBezTo>
                  <a:cubicBezTo>
                    <a:pt x="161128" y="146685"/>
                    <a:pt x="162664" y="146554"/>
                    <a:pt x="164223" y="146447"/>
                  </a:cubicBezTo>
                  <a:cubicBezTo>
                    <a:pt x="165795" y="146554"/>
                    <a:pt x="167319" y="146685"/>
                    <a:pt x="168819" y="146828"/>
                  </a:cubicBezTo>
                  <a:cubicBezTo>
                    <a:pt x="168772" y="146601"/>
                    <a:pt x="168736" y="146375"/>
                    <a:pt x="168700" y="146161"/>
                  </a:cubicBezTo>
                  <a:cubicBezTo>
                    <a:pt x="171915" y="145982"/>
                    <a:pt x="175296" y="145851"/>
                    <a:pt x="178916" y="145744"/>
                  </a:cubicBezTo>
                  <a:cubicBezTo>
                    <a:pt x="179702" y="145304"/>
                    <a:pt x="180464" y="144792"/>
                    <a:pt x="181309" y="144435"/>
                  </a:cubicBezTo>
                  <a:lnTo>
                    <a:pt x="181309" y="144435"/>
                  </a:lnTo>
                  <a:cubicBezTo>
                    <a:pt x="181190" y="145256"/>
                    <a:pt x="181059" y="146054"/>
                    <a:pt x="180916" y="146816"/>
                  </a:cubicBezTo>
                  <a:cubicBezTo>
                    <a:pt x="186714" y="146268"/>
                    <a:pt x="193001" y="145947"/>
                    <a:pt x="200204" y="145744"/>
                  </a:cubicBezTo>
                  <a:cubicBezTo>
                    <a:pt x="200347" y="145661"/>
                    <a:pt x="200490" y="145578"/>
                    <a:pt x="200645" y="145494"/>
                  </a:cubicBezTo>
                  <a:cubicBezTo>
                    <a:pt x="201770" y="145488"/>
                    <a:pt x="202904" y="145485"/>
                    <a:pt x="204039" y="145485"/>
                  </a:cubicBezTo>
                  <a:cubicBezTo>
                    <a:pt x="205175" y="145485"/>
                    <a:pt x="206312" y="145488"/>
                    <a:pt x="207443" y="145494"/>
                  </a:cubicBezTo>
                  <a:cubicBezTo>
                    <a:pt x="207443" y="145530"/>
                    <a:pt x="207443" y="145566"/>
                    <a:pt x="207431" y="145601"/>
                  </a:cubicBezTo>
                  <a:cubicBezTo>
                    <a:pt x="209741" y="145566"/>
                    <a:pt x="212253" y="145542"/>
                    <a:pt x="214873" y="145518"/>
                  </a:cubicBezTo>
                  <a:cubicBezTo>
                    <a:pt x="218004" y="145542"/>
                    <a:pt x="220981" y="145578"/>
                    <a:pt x="223683" y="145625"/>
                  </a:cubicBezTo>
                  <a:cubicBezTo>
                    <a:pt x="223671" y="145578"/>
                    <a:pt x="223671" y="145530"/>
                    <a:pt x="223671" y="145494"/>
                  </a:cubicBezTo>
                  <a:cubicBezTo>
                    <a:pt x="224183" y="145494"/>
                    <a:pt x="224695" y="145482"/>
                    <a:pt x="225207" y="145482"/>
                  </a:cubicBezTo>
                  <a:cubicBezTo>
                    <a:pt x="225243" y="145542"/>
                    <a:pt x="225267" y="145601"/>
                    <a:pt x="225291" y="145649"/>
                  </a:cubicBezTo>
                  <a:cubicBezTo>
                    <a:pt x="225517" y="145661"/>
                    <a:pt x="225731" y="145661"/>
                    <a:pt x="225945" y="145661"/>
                  </a:cubicBezTo>
                  <a:cubicBezTo>
                    <a:pt x="225945" y="145601"/>
                    <a:pt x="225934" y="145542"/>
                    <a:pt x="225934" y="145482"/>
                  </a:cubicBezTo>
                  <a:cubicBezTo>
                    <a:pt x="226374" y="145482"/>
                    <a:pt x="226803" y="145482"/>
                    <a:pt x="227243" y="145494"/>
                  </a:cubicBezTo>
                  <a:cubicBezTo>
                    <a:pt x="227267" y="145554"/>
                    <a:pt x="227291" y="145625"/>
                    <a:pt x="227315" y="145697"/>
                  </a:cubicBezTo>
                  <a:cubicBezTo>
                    <a:pt x="235411" y="145875"/>
                    <a:pt x="242376" y="146220"/>
                    <a:pt x="248734" y="146816"/>
                  </a:cubicBezTo>
                  <a:cubicBezTo>
                    <a:pt x="248651" y="146363"/>
                    <a:pt x="248579" y="145899"/>
                    <a:pt x="248508" y="145423"/>
                  </a:cubicBezTo>
                  <a:lnTo>
                    <a:pt x="248508" y="145423"/>
                  </a:lnTo>
                  <a:cubicBezTo>
                    <a:pt x="248532" y="145506"/>
                    <a:pt x="248567" y="145601"/>
                    <a:pt x="248591" y="145697"/>
                  </a:cubicBezTo>
                  <a:cubicBezTo>
                    <a:pt x="256699" y="145875"/>
                    <a:pt x="263664" y="146220"/>
                    <a:pt x="270022" y="146816"/>
                  </a:cubicBezTo>
                  <a:cubicBezTo>
                    <a:pt x="268463" y="138065"/>
                    <a:pt x="268082" y="126123"/>
                    <a:pt x="268606" y="114598"/>
                  </a:cubicBezTo>
                  <a:cubicBezTo>
                    <a:pt x="267939" y="114478"/>
                    <a:pt x="263926" y="114038"/>
                    <a:pt x="266462" y="113466"/>
                  </a:cubicBezTo>
                  <a:cubicBezTo>
                    <a:pt x="266546" y="113288"/>
                    <a:pt x="266808" y="113347"/>
                    <a:pt x="266974" y="113312"/>
                  </a:cubicBezTo>
                  <a:cubicBezTo>
                    <a:pt x="267105" y="113205"/>
                    <a:pt x="267236" y="113109"/>
                    <a:pt x="267367" y="113002"/>
                  </a:cubicBezTo>
                  <a:cubicBezTo>
                    <a:pt x="267391" y="112954"/>
                    <a:pt x="267403" y="112919"/>
                    <a:pt x="267415" y="112871"/>
                  </a:cubicBezTo>
                  <a:cubicBezTo>
                    <a:pt x="258878" y="111740"/>
                    <a:pt x="264557" y="111323"/>
                    <a:pt x="268856" y="110121"/>
                  </a:cubicBezTo>
                  <a:cubicBezTo>
                    <a:pt x="268951" y="108668"/>
                    <a:pt x="269070" y="107228"/>
                    <a:pt x="269189" y="105811"/>
                  </a:cubicBezTo>
                  <a:cubicBezTo>
                    <a:pt x="269463" y="105846"/>
                    <a:pt x="269749" y="105870"/>
                    <a:pt x="270022" y="105894"/>
                  </a:cubicBezTo>
                  <a:cubicBezTo>
                    <a:pt x="269832" y="104834"/>
                    <a:pt x="269653" y="103727"/>
                    <a:pt x="269510" y="102584"/>
                  </a:cubicBezTo>
                  <a:cubicBezTo>
                    <a:pt x="270094" y="97036"/>
                    <a:pt x="270903" y="91940"/>
                    <a:pt x="271904" y="87809"/>
                  </a:cubicBezTo>
                  <a:lnTo>
                    <a:pt x="271904" y="87809"/>
                  </a:lnTo>
                  <a:cubicBezTo>
                    <a:pt x="270725" y="87928"/>
                    <a:pt x="269570" y="88047"/>
                    <a:pt x="268451" y="88154"/>
                  </a:cubicBezTo>
                  <a:cubicBezTo>
                    <a:pt x="268320" y="83427"/>
                    <a:pt x="268379" y="78510"/>
                    <a:pt x="268606" y="73664"/>
                  </a:cubicBezTo>
                  <a:cubicBezTo>
                    <a:pt x="267939" y="73557"/>
                    <a:pt x="263926" y="73104"/>
                    <a:pt x="266462" y="72545"/>
                  </a:cubicBezTo>
                  <a:cubicBezTo>
                    <a:pt x="266546" y="72366"/>
                    <a:pt x="266808" y="72426"/>
                    <a:pt x="266974" y="72390"/>
                  </a:cubicBezTo>
                  <a:cubicBezTo>
                    <a:pt x="267105" y="72283"/>
                    <a:pt x="267236" y="72176"/>
                    <a:pt x="267367" y="72069"/>
                  </a:cubicBezTo>
                  <a:cubicBezTo>
                    <a:pt x="267391" y="72033"/>
                    <a:pt x="267403" y="71985"/>
                    <a:pt x="267415" y="71949"/>
                  </a:cubicBezTo>
                  <a:cubicBezTo>
                    <a:pt x="258878" y="70818"/>
                    <a:pt x="264557" y="70402"/>
                    <a:pt x="268856" y="69199"/>
                  </a:cubicBezTo>
                  <a:cubicBezTo>
                    <a:pt x="269415" y="60770"/>
                    <a:pt x="270463" y="52840"/>
                    <a:pt x="271904" y="46875"/>
                  </a:cubicBezTo>
                  <a:lnTo>
                    <a:pt x="271904" y="46875"/>
                  </a:lnTo>
                  <a:cubicBezTo>
                    <a:pt x="270606" y="47006"/>
                    <a:pt x="269344" y="47137"/>
                    <a:pt x="268105" y="47256"/>
                  </a:cubicBezTo>
                  <a:cubicBezTo>
                    <a:pt x="267713" y="40803"/>
                    <a:pt x="267689" y="33719"/>
                    <a:pt x="268010" y="26789"/>
                  </a:cubicBezTo>
                  <a:cubicBezTo>
                    <a:pt x="267343" y="26670"/>
                    <a:pt x="263331" y="26230"/>
                    <a:pt x="265867" y="25658"/>
                  </a:cubicBezTo>
                  <a:cubicBezTo>
                    <a:pt x="265950" y="25479"/>
                    <a:pt x="266212" y="25539"/>
                    <a:pt x="266379" y="25503"/>
                  </a:cubicBezTo>
                  <a:cubicBezTo>
                    <a:pt x="266510" y="25396"/>
                    <a:pt x="266641" y="25301"/>
                    <a:pt x="266772" y="25194"/>
                  </a:cubicBezTo>
                  <a:cubicBezTo>
                    <a:pt x="266796" y="25146"/>
                    <a:pt x="266808" y="25110"/>
                    <a:pt x="266820" y="25063"/>
                  </a:cubicBezTo>
                  <a:cubicBezTo>
                    <a:pt x="258283" y="23932"/>
                    <a:pt x="263962" y="23515"/>
                    <a:pt x="268260" y="22312"/>
                  </a:cubicBezTo>
                  <a:cubicBezTo>
                    <a:pt x="268415" y="19919"/>
                    <a:pt x="268856" y="15300"/>
                    <a:pt x="268856" y="15300"/>
                  </a:cubicBezTo>
                  <a:lnTo>
                    <a:pt x="254901" y="1453"/>
                  </a:lnTo>
                  <a:cubicBezTo>
                    <a:pt x="254901" y="1453"/>
                    <a:pt x="251413" y="1679"/>
                    <a:pt x="249615" y="1774"/>
                  </a:cubicBezTo>
                  <a:cubicBezTo>
                    <a:pt x="249746" y="1167"/>
                    <a:pt x="249889" y="572"/>
                    <a:pt x="250020" y="0"/>
                  </a:cubicBezTo>
                  <a:lnTo>
                    <a:pt x="250020" y="0"/>
                  </a:lnTo>
                  <a:cubicBezTo>
                    <a:pt x="240828" y="929"/>
                    <a:pt x="233577" y="1572"/>
                    <a:pt x="225017" y="1929"/>
                  </a:cubicBezTo>
                  <a:cubicBezTo>
                    <a:pt x="224814" y="2179"/>
                    <a:pt x="224600" y="2441"/>
                    <a:pt x="224386" y="2715"/>
                  </a:cubicBezTo>
                  <a:cubicBezTo>
                    <a:pt x="223731" y="2953"/>
                    <a:pt x="223112" y="3274"/>
                    <a:pt x="222647" y="3751"/>
                  </a:cubicBezTo>
                  <a:cubicBezTo>
                    <a:pt x="222755" y="3346"/>
                    <a:pt x="222945" y="2774"/>
                    <a:pt x="223219" y="2000"/>
                  </a:cubicBezTo>
                  <a:cubicBezTo>
                    <a:pt x="223094" y="1992"/>
                    <a:pt x="222968" y="1988"/>
                    <a:pt x="222843" y="1988"/>
                  </a:cubicBezTo>
                  <a:cubicBezTo>
                    <a:pt x="221740" y="1988"/>
                    <a:pt x="220632" y="2285"/>
                    <a:pt x="219537" y="2285"/>
                  </a:cubicBezTo>
                  <a:cubicBezTo>
                    <a:pt x="219371" y="2285"/>
                    <a:pt x="219205" y="2278"/>
                    <a:pt x="219040" y="2262"/>
                  </a:cubicBezTo>
                  <a:cubicBezTo>
                    <a:pt x="218567" y="2506"/>
                    <a:pt x="218202" y="2952"/>
                    <a:pt x="217926" y="2952"/>
                  </a:cubicBezTo>
                  <a:cubicBezTo>
                    <a:pt x="217744" y="2952"/>
                    <a:pt x="217601" y="2757"/>
                    <a:pt x="217492" y="2179"/>
                  </a:cubicBezTo>
                  <a:cubicBezTo>
                    <a:pt x="216420" y="2203"/>
                    <a:pt x="215337" y="2227"/>
                    <a:pt x="214218" y="2239"/>
                  </a:cubicBezTo>
                  <a:cubicBezTo>
                    <a:pt x="210515" y="2179"/>
                    <a:pt x="207169" y="2084"/>
                    <a:pt x="204002" y="1965"/>
                  </a:cubicBezTo>
                  <a:cubicBezTo>
                    <a:pt x="203967" y="2131"/>
                    <a:pt x="203943" y="2298"/>
                    <a:pt x="203919" y="2453"/>
                  </a:cubicBezTo>
                  <a:cubicBezTo>
                    <a:pt x="203550" y="2560"/>
                    <a:pt x="203181" y="2679"/>
                    <a:pt x="202824" y="2822"/>
                  </a:cubicBezTo>
                  <a:cubicBezTo>
                    <a:pt x="202776" y="2548"/>
                    <a:pt x="202728" y="2239"/>
                    <a:pt x="202681" y="1905"/>
                  </a:cubicBezTo>
                  <a:cubicBezTo>
                    <a:pt x="194453" y="1524"/>
                    <a:pt x="187357" y="905"/>
                    <a:pt x="178440" y="0"/>
                  </a:cubicBezTo>
                  <a:lnTo>
                    <a:pt x="178440" y="0"/>
                  </a:lnTo>
                  <a:cubicBezTo>
                    <a:pt x="178582" y="572"/>
                    <a:pt x="178713" y="1167"/>
                    <a:pt x="178844" y="1774"/>
                  </a:cubicBezTo>
                  <a:cubicBezTo>
                    <a:pt x="175773" y="1607"/>
                    <a:pt x="172832" y="1417"/>
                    <a:pt x="169831" y="1179"/>
                  </a:cubicBezTo>
                  <a:cubicBezTo>
                    <a:pt x="169927" y="774"/>
                    <a:pt x="170010" y="381"/>
                    <a:pt x="170105" y="0"/>
                  </a:cubicBezTo>
                  <a:lnTo>
                    <a:pt x="170105" y="0"/>
                  </a:lnTo>
                  <a:cubicBezTo>
                    <a:pt x="167843" y="226"/>
                    <a:pt x="165700" y="441"/>
                    <a:pt x="163628" y="631"/>
                  </a:cubicBezTo>
                  <a:cubicBezTo>
                    <a:pt x="161556" y="441"/>
                    <a:pt x="159413" y="226"/>
                    <a:pt x="157163" y="0"/>
                  </a:cubicBezTo>
                  <a:lnTo>
                    <a:pt x="157163" y="0"/>
                  </a:lnTo>
                  <a:cubicBezTo>
                    <a:pt x="157246" y="381"/>
                    <a:pt x="157342" y="774"/>
                    <a:pt x="157425" y="1179"/>
                  </a:cubicBezTo>
                  <a:cubicBezTo>
                    <a:pt x="153377" y="1500"/>
                    <a:pt x="149400" y="1750"/>
                    <a:pt x="145102" y="1929"/>
                  </a:cubicBezTo>
                  <a:cubicBezTo>
                    <a:pt x="144154" y="3043"/>
                    <a:pt x="143049" y="4616"/>
                    <a:pt x="142712" y="4616"/>
                  </a:cubicBezTo>
                  <a:cubicBezTo>
                    <a:pt x="142491" y="4616"/>
                    <a:pt x="142601" y="3936"/>
                    <a:pt x="143304" y="2000"/>
                  </a:cubicBezTo>
                  <a:cubicBezTo>
                    <a:pt x="143179" y="1992"/>
                    <a:pt x="143053" y="1988"/>
                    <a:pt x="142928" y="1988"/>
                  </a:cubicBezTo>
                  <a:cubicBezTo>
                    <a:pt x="141825" y="1988"/>
                    <a:pt x="140718" y="2285"/>
                    <a:pt x="139622" y="2285"/>
                  </a:cubicBezTo>
                  <a:cubicBezTo>
                    <a:pt x="139456" y="2285"/>
                    <a:pt x="139290" y="2278"/>
                    <a:pt x="139125" y="2262"/>
                  </a:cubicBezTo>
                  <a:cubicBezTo>
                    <a:pt x="138780" y="2441"/>
                    <a:pt x="138494" y="2715"/>
                    <a:pt x="138256" y="2858"/>
                  </a:cubicBezTo>
                  <a:lnTo>
                    <a:pt x="138256" y="2250"/>
                  </a:lnTo>
                  <a:cubicBezTo>
                    <a:pt x="138030" y="2250"/>
                    <a:pt x="137803" y="2239"/>
                    <a:pt x="137589" y="2239"/>
                  </a:cubicBezTo>
                  <a:cubicBezTo>
                    <a:pt x="137577" y="2215"/>
                    <a:pt x="137577" y="2203"/>
                    <a:pt x="137565" y="2179"/>
                  </a:cubicBezTo>
                  <a:cubicBezTo>
                    <a:pt x="137041" y="2191"/>
                    <a:pt x="136494" y="2203"/>
                    <a:pt x="135946" y="2215"/>
                  </a:cubicBezTo>
                  <a:cubicBezTo>
                    <a:pt x="135410" y="2203"/>
                    <a:pt x="134863" y="2191"/>
                    <a:pt x="134327" y="2179"/>
                  </a:cubicBezTo>
                  <a:cubicBezTo>
                    <a:pt x="134327" y="2203"/>
                    <a:pt x="134327" y="2215"/>
                    <a:pt x="134315" y="2239"/>
                  </a:cubicBezTo>
                  <a:cubicBezTo>
                    <a:pt x="134089" y="2239"/>
                    <a:pt x="133874" y="2250"/>
                    <a:pt x="133648" y="2250"/>
                  </a:cubicBezTo>
                  <a:lnTo>
                    <a:pt x="133648" y="2858"/>
                  </a:lnTo>
                  <a:cubicBezTo>
                    <a:pt x="133410" y="2715"/>
                    <a:pt x="133124" y="2441"/>
                    <a:pt x="132779" y="2262"/>
                  </a:cubicBezTo>
                  <a:cubicBezTo>
                    <a:pt x="132604" y="2280"/>
                    <a:pt x="132429" y="2288"/>
                    <a:pt x="132254" y="2288"/>
                  </a:cubicBezTo>
                  <a:cubicBezTo>
                    <a:pt x="131165" y="2288"/>
                    <a:pt x="130064" y="1988"/>
                    <a:pt x="128968" y="1988"/>
                  </a:cubicBezTo>
                  <a:cubicBezTo>
                    <a:pt x="128845" y="1988"/>
                    <a:pt x="128723" y="1992"/>
                    <a:pt x="128600" y="2000"/>
                  </a:cubicBezTo>
                  <a:cubicBezTo>
                    <a:pt x="129303" y="3936"/>
                    <a:pt x="129413" y="4616"/>
                    <a:pt x="129192" y="4616"/>
                  </a:cubicBezTo>
                  <a:cubicBezTo>
                    <a:pt x="128855" y="4616"/>
                    <a:pt x="127750" y="3043"/>
                    <a:pt x="126802" y="1929"/>
                  </a:cubicBezTo>
                  <a:cubicBezTo>
                    <a:pt x="122492" y="1750"/>
                    <a:pt x="118527" y="1500"/>
                    <a:pt x="114467" y="1179"/>
                  </a:cubicBezTo>
                  <a:cubicBezTo>
                    <a:pt x="114562" y="774"/>
                    <a:pt x="114646" y="381"/>
                    <a:pt x="114741" y="0"/>
                  </a:cubicBezTo>
                  <a:lnTo>
                    <a:pt x="114741" y="0"/>
                  </a:lnTo>
                  <a:cubicBezTo>
                    <a:pt x="112491" y="226"/>
                    <a:pt x="110348" y="441"/>
                    <a:pt x="108276" y="631"/>
                  </a:cubicBezTo>
                  <a:cubicBezTo>
                    <a:pt x="106192" y="441"/>
                    <a:pt x="104061" y="226"/>
                    <a:pt x="101799" y="0"/>
                  </a:cubicBezTo>
                  <a:lnTo>
                    <a:pt x="101799" y="0"/>
                  </a:lnTo>
                  <a:cubicBezTo>
                    <a:pt x="101894" y="381"/>
                    <a:pt x="101978" y="774"/>
                    <a:pt x="102073" y="1179"/>
                  </a:cubicBezTo>
                  <a:cubicBezTo>
                    <a:pt x="99072" y="1417"/>
                    <a:pt x="96132" y="1607"/>
                    <a:pt x="93060" y="1774"/>
                  </a:cubicBezTo>
                  <a:cubicBezTo>
                    <a:pt x="93191" y="1167"/>
                    <a:pt x="93322" y="572"/>
                    <a:pt x="93465" y="0"/>
                  </a:cubicBezTo>
                  <a:lnTo>
                    <a:pt x="93465" y="0"/>
                  </a:lnTo>
                  <a:cubicBezTo>
                    <a:pt x="84535" y="905"/>
                    <a:pt x="77439" y="1524"/>
                    <a:pt x="69212" y="1905"/>
                  </a:cubicBezTo>
                  <a:cubicBezTo>
                    <a:pt x="69164" y="2239"/>
                    <a:pt x="69116" y="2548"/>
                    <a:pt x="69081" y="2822"/>
                  </a:cubicBezTo>
                  <a:cubicBezTo>
                    <a:pt x="68723" y="2667"/>
                    <a:pt x="68342" y="2548"/>
                    <a:pt x="67973" y="2453"/>
                  </a:cubicBezTo>
                  <a:cubicBezTo>
                    <a:pt x="67950" y="2298"/>
                    <a:pt x="67926" y="2131"/>
                    <a:pt x="67902" y="1953"/>
                  </a:cubicBezTo>
                  <a:cubicBezTo>
                    <a:pt x="64735" y="2084"/>
                    <a:pt x="61377" y="2179"/>
                    <a:pt x="57686" y="2239"/>
                  </a:cubicBezTo>
                  <a:cubicBezTo>
                    <a:pt x="56567" y="2227"/>
                    <a:pt x="55472" y="2203"/>
                    <a:pt x="54412" y="2179"/>
                  </a:cubicBezTo>
                  <a:cubicBezTo>
                    <a:pt x="54303" y="2757"/>
                    <a:pt x="54160" y="2952"/>
                    <a:pt x="53977" y="2952"/>
                  </a:cubicBezTo>
                  <a:cubicBezTo>
                    <a:pt x="53701" y="2952"/>
                    <a:pt x="53333" y="2506"/>
                    <a:pt x="52852" y="2262"/>
                  </a:cubicBezTo>
                  <a:cubicBezTo>
                    <a:pt x="52687" y="2278"/>
                    <a:pt x="52522" y="2285"/>
                    <a:pt x="52356" y="2285"/>
                  </a:cubicBezTo>
                  <a:cubicBezTo>
                    <a:pt x="51262" y="2285"/>
                    <a:pt x="50161" y="1988"/>
                    <a:pt x="49052" y="1988"/>
                  </a:cubicBezTo>
                  <a:cubicBezTo>
                    <a:pt x="48926" y="1988"/>
                    <a:pt x="48800" y="1992"/>
                    <a:pt x="48673" y="2000"/>
                  </a:cubicBezTo>
                  <a:cubicBezTo>
                    <a:pt x="48959" y="2774"/>
                    <a:pt x="49138" y="3346"/>
                    <a:pt x="49257" y="3751"/>
                  </a:cubicBezTo>
                  <a:cubicBezTo>
                    <a:pt x="48792" y="3274"/>
                    <a:pt x="48173" y="2953"/>
                    <a:pt x="47518" y="2703"/>
                  </a:cubicBezTo>
                  <a:cubicBezTo>
                    <a:pt x="47304" y="2441"/>
                    <a:pt x="47090" y="2179"/>
                    <a:pt x="46875" y="1929"/>
                  </a:cubicBezTo>
                  <a:cubicBezTo>
                    <a:pt x="38315" y="1572"/>
                    <a:pt x="31064" y="929"/>
                    <a:pt x="21872" y="0"/>
                  </a:cubicBezTo>
                  <a:lnTo>
                    <a:pt x="21872" y="0"/>
                  </a:lnTo>
                  <a:cubicBezTo>
                    <a:pt x="22015" y="572"/>
                    <a:pt x="22146" y="1167"/>
                    <a:pt x="22277" y="1774"/>
                  </a:cubicBezTo>
                  <a:cubicBezTo>
                    <a:pt x="15098" y="1393"/>
                    <a:pt x="8573" y="810"/>
                    <a:pt x="5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37"/>
            <p:cNvSpPr/>
            <p:nvPr/>
          </p:nvSpPr>
          <p:spPr>
            <a:xfrm>
              <a:off x="283950" y="193150"/>
              <a:ext cx="8615526" cy="4752359"/>
            </a:xfrm>
            <a:custGeom>
              <a:rect b="b" l="l" r="r" t="t"/>
              <a:pathLst>
                <a:path extrusionOk="0" h="146757" w="269046">
                  <a:moveTo>
                    <a:pt x="21241" y="131"/>
                  </a:moveTo>
                  <a:cubicBezTo>
                    <a:pt x="20884" y="346"/>
                    <a:pt x="20527" y="572"/>
                    <a:pt x="20170" y="798"/>
                  </a:cubicBezTo>
                  <a:cubicBezTo>
                    <a:pt x="20217" y="953"/>
                    <a:pt x="20253" y="1120"/>
                    <a:pt x="20289" y="1286"/>
                  </a:cubicBezTo>
                  <a:cubicBezTo>
                    <a:pt x="20860" y="929"/>
                    <a:pt x="21432" y="560"/>
                    <a:pt x="22015" y="203"/>
                  </a:cubicBezTo>
                  <a:cubicBezTo>
                    <a:pt x="21753" y="179"/>
                    <a:pt x="21503" y="155"/>
                    <a:pt x="21241" y="131"/>
                  </a:cubicBezTo>
                  <a:close/>
                  <a:moveTo>
                    <a:pt x="18777" y="1691"/>
                  </a:moveTo>
                  <a:cubicBezTo>
                    <a:pt x="18515" y="1858"/>
                    <a:pt x="18265" y="2012"/>
                    <a:pt x="18015" y="2179"/>
                  </a:cubicBezTo>
                  <a:cubicBezTo>
                    <a:pt x="11788" y="6263"/>
                    <a:pt x="6156" y="10644"/>
                    <a:pt x="1155" y="15252"/>
                  </a:cubicBezTo>
                  <a:cubicBezTo>
                    <a:pt x="1179" y="15455"/>
                    <a:pt x="1203" y="15657"/>
                    <a:pt x="1215" y="15848"/>
                  </a:cubicBezTo>
                  <a:cubicBezTo>
                    <a:pt x="6263" y="11156"/>
                    <a:pt x="11966" y="6727"/>
                    <a:pt x="18277" y="2584"/>
                  </a:cubicBezTo>
                  <a:cubicBezTo>
                    <a:pt x="18705" y="2298"/>
                    <a:pt x="19146" y="2012"/>
                    <a:pt x="19574" y="1739"/>
                  </a:cubicBezTo>
                  <a:cubicBezTo>
                    <a:pt x="19312" y="1727"/>
                    <a:pt x="19039" y="1703"/>
                    <a:pt x="18777" y="1691"/>
                  </a:cubicBezTo>
                  <a:close/>
                  <a:moveTo>
                    <a:pt x="257199" y="5608"/>
                  </a:moveTo>
                  <a:cubicBezTo>
                    <a:pt x="259819" y="11180"/>
                    <a:pt x="262128" y="16943"/>
                    <a:pt x="264105" y="22884"/>
                  </a:cubicBezTo>
                  <a:cubicBezTo>
                    <a:pt x="264307" y="22836"/>
                    <a:pt x="264522" y="22789"/>
                    <a:pt x="264736" y="22741"/>
                  </a:cubicBezTo>
                  <a:cubicBezTo>
                    <a:pt x="262950" y="17360"/>
                    <a:pt x="260890" y="12085"/>
                    <a:pt x="258557" y="6942"/>
                  </a:cubicBezTo>
                  <a:lnTo>
                    <a:pt x="257199" y="5608"/>
                  </a:lnTo>
                  <a:close/>
                  <a:moveTo>
                    <a:pt x="234685" y="1239"/>
                  </a:moveTo>
                  <a:cubicBezTo>
                    <a:pt x="234423" y="1262"/>
                    <a:pt x="234149" y="1286"/>
                    <a:pt x="233887" y="1298"/>
                  </a:cubicBezTo>
                  <a:cubicBezTo>
                    <a:pt x="234554" y="1727"/>
                    <a:pt x="235220" y="2143"/>
                    <a:pt x="235875" y="2584"/>
                  </a:cubicBezTo>
                  <a:cubicBezTo>
                    <a:pt x="245662" y="9001"/>
                    <a:pt x="253961" y="16145"/>
                    <a:pt x="260676" y="23813"/>
                  </a:cubicBezTo>
                  <a:cubicBezTo>
                    <a:pt x="260783" y="23741"/>
                    <a:pt x="260938" y="23682"/>
                    <a:pt x="261140" y="23610"/>
                  </a:cubicBezTo>
                  <a:cubicBezTo>
                    <a:pt x="254377" y="15871"/>
                    <a:pt x="246007" y="8656"/>
                    <a:pt x="236137" y="2179"/>
                  </a:cubicBezTo>
                  <a:cubicBezTo>
                    <a:pt x="235649" y="1870"/>
                    <a:pt x="235173" y="1548"/>
                    <a:pt x="234685" y="1239"/>
                  </a:cubicBezTo>
                  <a:close/>
                  <a:moveTo>
                    <a:pt x="264807" y="25051"/>
                  </a:moveTo>
                  <a:lnTo>
                    <a:pt x="264867" y="25218"/>
                  </a:lnTo>
                  <a:cubicBezTo>
                    <a:pt x="264879" y="25218"/>
                    <a:pt x="264879" y="25206"/>
                    <a:pt x="264891" y="25194"/>
                  </a:cubicBezTo>
                  <a:cubicBezTo>
                    <a:pt x="264914" y="25158"/>
                    <a:pt x="264926" y="25111"/>
                    <a:pt x="264938" y="25075"/>
                  </a:cubicBezTo>
                  <a:cubicBezTo>
                    <a:pt x="264891" y="25063"/>
                    <a:pt x="264855" y="25063"/>
                    <a:pt x="264807" y="25051"/>
                  </a:cubicBezTo>
                  <a:close/>
                  <a:moveTo>
                    <a:pt x="265319" y="26670"/>
                  </a:moveTo>
                  <a:lnTo>
                    <a:pt x="265319" y="26670"/>
                  </a:lnTo>
                  <a:cubicBezTo>
                    <a:pt x="265557" y="27480"/>
                    <a:pt x="265807" y="28290"/>
                    <a:pt x="266034" y="29099"/>
                  </a:cubicBezTo>
                  <a:cubicBezTo>
                    <a:pt x="266057" y="28444"/>
                    <a:pt x="266081" y="27789"/>
                    <a:pt x="266117" y="27135"/>
                  </a:cubicBezTo>
                  <a:cubicBezTo>
                    <a:pt x="266081" y="27016"/>
                    <a:pt x="266046" y="26896"/>
                    <a:pt x="266010" y="26777"/>
                  </a:cubicBezTo>
                  <a:cubicBezTo>
                    <a:pt x="265843" y="26754"/>
                    <a:pt x="265593" y="26718"/>
                    <a:pt x="265319" y="26670"/>
                  </a:cubicBezTo>
                  <a:close/>
                  <a:moveTo>
                    <a:pt x="261188" y="24408"/>
                  </a:moveTo>
                  <a:lnTo>
                    <a:pt x="261188" y="24408"/>
                  </a:lnTo>
                  <a:cubicBezTo>
                    <a:pt x="262902" y="26396"/>
                    <a:pt x="264498" y="28409"/>
                    <a:pt x="265998" y="30456"/>
                  </a:cubicBezTo>
                  <a:cubicBezTo>
                    <a:pt x="265998" y="30195"/>
                    <a:pt x="266010" y="29944"/>
                    <a:pt x="266022" y="29683"/>
                  </a:cubicBezTo>
                  <a:cubicBezTo>
                    <a:pt x="265153" y="28516"/>
                    <a:pt x="264260" y="27361"/>
                    <a:pt x="263331" y="26218"/>
                  </a:cubicBezTo>
                  <a:cubicBezTo>
                    <a:pt x="263200" y="26158"/>
                    <a:pt x="263140" y="26087"/>
                    <a:pt x="263164" y="26015"/>
                  </a:cubicBezTo>
                  <a:cubicBezTo>
                    <a:pt x="262771" y="25539"/>
                    <a:pt x="262378" y="25075"/>
                    <a:pt x="261986" y="24599"/>
                  </a:cubicBezTo>
                  <a:cubicBezTo>
                    <a:pt x="261664" y="24539"/>
                    <a:pt x="261402" y="24468"/>
                    <a:pt x="261188" y="24408"/>
                  </a:cubicBezTo>
                  <a:close/>
                  <a:moveTo>
                    <a:pt x="127076" y="17431"/>
                  </a:moveTo>
                  <a:cubicBezTo>
                    <a:pt x="133339" y="17431"/>
                    <a:pt x="139506" y="17574"/>
                    <a:pt x="145578" y="17848"/>
                  </a:cubicBezTo>
                  <a:cubicBezTo>
                    <a:pt x="146150" y="29278"/>
                    <a:pt x="146554" y="41363"/>
                    <a:pt x="146769" y="53924"/>
                  </a:cubicBezTo>
                  <a:cubicBezTo>
                    <a:pt x="140292" y="53816"/>
                    <a:pt x="133720" y="53769"/>
                    <a:pt x="127076" y="53769"/>
                  </a:cubicBezTo>
                  <a:cubicBezTo>
                    <a:pt x="120432" y="53769"/>
                    <a:pt x="113860" y="53816"/>
                    <a:pt x="107371" y="53924"/>
                  </a:cubicBezTo>
                  <a:cubicBezTo>
                    <a:pt x="107585" y="41363"/>
                    <a:pt x="107990" y="29278"/>
                    <a:pt x="108562" y="17848"/>
                  </a:cubicBezTo>
                  <a:cubicBezTo>
                    <a:pt x="114634" y="17574"/>
                    <a:pt x="120813" y="17431"/>
                    <a:pt x="127076" y="17431"/>
                  </a:cubicBezTo>
                  <a:close/>
                  <a:moveTo>
                    <a:pt x="108359" y="17848"/>
                  </a:moveTo>
                  <a:cubicBezTo>
                    <a:pt x="107776" y="29385"/>
                    <a:pt x="107371" y="41482"/>
                    <a:pt x="107169" y="53924"/>
                  </a:cubicBezTo>
                  <a:cubicBezTo>
                    <a:pt x="94727" y="54138"/>
                    <a:pt x="82630" y="54531"/>
                    <a:pt x="71093" y="55114"/>
                  </a:cubicBezTo>
                  <a:cubicBezTo>
                    <a:pt x="71617" y="43244"/>
                    <a:pt x="72640" y="31766"/>
                    <a:pt x="74117" y="20872"/>
                  </a:cubicBezTo>
                  <a:cubicBezTo>
                    <a:pt x="85011" y="19407"/>
                    <a:pt x="96477" y="18384"/>
                    <a:pt x="108359" y="17848"/>
                  </a:cubicBezTo>
                  <a:close/>
                  <a:moveTo>
                    <a:pt x="145792" y="17860"/>
                  </a:moveTo>
                  <a:lnTo>
                    <a:pt x="145792" y="17860"/>
                  </a:lnTo>
                  <a:cubicBezTo>
                    <a:pt x="157675" y="18384"/>
                    <a:pt x="169141" y="19407"/>
                    <a:pt x="180035" y="20884"/>
                  </a:cubicBezTo>
                  <a:cubicBezTo>
                    <a:pt x="181499" y="31766"/>
                    <a:pt x="182523" y="43244"/>
                    <a:pt x="183059" y="55114"/>
                  </a:cubicBezTo>
                  <a:cubicBezTo>
                    <a:pt x="171522" y="54531"/>
                    <a:pt x="159425" y="54138"/>
                    <a:pt x="146983" y="53924"/>
                  </a:cubicBezTo>
                  <a:cubicBezTo>
                    <a:pt x="146781" y="41482"/>
                    <a:pt x="146376" y="29385"/>
                    <a:pt x="145792" y="17860"/>
                  </a:cubicBezTo>
                  <a:close/>
                  <a:moveTo>
                    <a:pt x="73724" y="20931"/>
                  </a:moveTo>
                  <a:lnTo>
                    <a:pt x="73724" y="20931"/>
                  </a:lnTo>
                  <a:cubicBezTo>
                    <a:pt x="72259" y="31909"/>
                    <a:pt x="71247" y="43375"/>
                    <a:pt x="70724" y="55138"/>
                  </a:cubicBezTo>
                  <a:cubicBezTo>
                    <a:pt x="54805" y="55948"/>
                    <a:pt x="39958" y="57103"/>
                    <a:pt x="26742" y="58579"/>
                  </a:cubicBezTo>
                  <a:cubicBezTo>
                    <a:pt x="27373" y="48816"/>
                    <a:pt x="28599" y="39255"/>
                    <a:pt x="30397" y="29992"/>
                  </a:cubicBezTo>
                  <a:cubicBezTo>
                    <a:pt x="43292" y="26158"/>
                    <a:pt x="57901" y="23086"/>
                    <a:pt x="73724" y="20931"/>
                  </a:cubicBezTo>
                  <a:close/>
                  <a:moveTo>
                    <a:pt x="180416" y="20931"/>
                  </a:moveTo>
                  <a:lnTo>
                    <a:pt x="180416" y="20931"/>
                  </a:lnTo>
                  <a:cubicBezTo>
                    <a:pt x="196251" y="23086"/>
                    <a:pt x="210860" y="26170"/>
                    <a:pt x="223755" y="29992"/>
                  </a:cubicBezTo>
                  <a:cubicBezTo>
                    <a:pt x="225552" y="39255"/>
                    <a:pt x="226779" y="48816"/>
                    <a:pt x="227410" y="58579"/>
                  </a:cubicBezTo>
                  <a:cubicBezTo>
                    <a:pt x="214194" y="57103"/>
                    <a:pt x="199335" y="55948"/>
                    <a:pt x="183416" y="55138"/>
                  </a:cubicBezTo>
                  <a:cubicBezTo>
                    <a:pt x="182904" y="43375"/>
                    <a:pt x="181892" y="31909"/>
                    <a:pt x="180416" y="20931"/>
                  </a:cubicBezTo>
                  <a:close/>
                  <a:moveTo>
                    <a:pt x="70724" y="55352"/>
                  </a:moveTo>
                  <a:cubicBezTo>
                    <a:pt x="70450" y="61436"/>
                    <a:pt x="70319" y="67616"/>
                    <a:pt x="70319" y="73843"/>
                  </a:cubicBezTo>
                  <a:cubicBezTo>
                    <a:pt x="70319" y="80070"/>
                    <a:pt x="70450" y="86237"/>
                    <a:pt x="70724" y="92321"/>
                  </a:cubicBezTo>
                  <a:cubicBezTo>
                    <a:pt x="54543" y="91500"/>
                    <a:pt x="39696" y="90333"/>
                    <a:pt x="26730" y="88892"/>
                  </a:cubicBezTo>
                  <a:cubicBezTo>
                    <a:pt x="26420" y="83915"/>
                    <a:pt x="26254" y="78891"/>
                    <a:pt x="26254" y="73843"/>
                  </a:cubicBezTo>
                  <a:cubicBezTo>
                    <a:pt x="26254" y="68783"/>
                    <a:pt x="26420" y="63758"/>
                    <a:pt x="26730" y="58781"/>
                  </a:cubicBezTo>
                  <a:cubicBezTo>
                    <a:pt x="39696" y="57341"/>
                    <a:pt x="54543" y="56174"/>
                    <a:pt x="70724" y="55352"/>
                  </a:cubicBezTo>
                  <a:close/>
                  <a:moveTo>
                    <a:pt x="183428" y="55352"/>
                  </a:moveTo>
                  <a:cubicBezTo>
                    <a:pt x="199609" y="56174"/>
                    <a:pt x="214444" y="57341"/>
                    <a:pt x="227410" y="58781"/>
                  </a:cubicBezTo>
                  <a:cubicBezTo>
                    <a:pt x="227731" y="63758"/>
                    <a:pt x="227886" y="68783"/>
                    <a:pt x="227886" y="73843"/>
                  </a:cubicBezTo>
                  <a:cubicBezTo>
                    <a:pt x="227886" y="78903"/>
                    <a:pt x="227731" y="83915"/>
                    <a:pt x="227410" y="88892"/>
                  </a:cubicBezTo>
                  <a:cubicBezTo>
                    <a:pt x="214444" y="90333"/>
                    <a:pt x="199609" y="91500"/>
                    <a:pt x="183428" y="92321"/>
                  </a:cubicBezTo>
                  <a:cubicBezTo>
                    <a:pt x="183690" y="86237"/>
                    <a:pt x="183833" y="80070"/>
                    <a:pt x="183833" y="73843"/>
                  </a:cubicBezTo>
                  <a:cubicBezTo>
                    <a:pt x="183833" y="67616"/>
                    <a:pt x="183690" y="61436"/>
                    <a:pt x="183428" y="55352"/>
                  </a:cubicBezTo>
                  <a:close/>
                  <a:moveTo>
                    <a:pt x="107157" y="54138"/>
                  </a:moveTo>
                  <a:cubicBezTo>
                    <a:pt x="107050" y="60627"/>
                    <a:pt x="107002" y="67199"/>
                    <a:pt x="107002" y="73843"/>
                  </a:cubicBezTo>
                  <a:cubicBezTo>
                    <a:pt x="107002" y="80475"/>
                    <a:pt x="107050" y="87047"/>
                    <a:pt x="107157" y="93536"/>
                  </a:cubicBezTo>
                  <a:cubicBezTo>
                    <a:pt x="94596" y="93321"/>
                    <a:pt x="82511" y="92917"/>
                    <a:pt x="71081" y="92345"/>
                  </a:cubicBezTo>
                  <a:cubicBezTo>
                    <a:pt x="70807" y="86273"/>
                    <a:pt x="70676" y="80105"/>
                    <a:pt x="70676" y="73843"/>
                  </a:cubicBezTo>
                  <a:cubicBezTo>
                    <a:pt x="70676" y="67580"/>
                    <a:pt x="70807" y="61401"/>
                    <a:pt x="71081" y="55329"/>
                  </a:cubicBezTo>
                  <a:cubicBezTo>
                    <a:pt x="82511" y="54757"/>
                    <a:pt x="94596" y="54352"/>
                    <a:pt x="107157" y="54138"/>
                  </a:cubicBezTo>
                  <a:close/>
                  <a:moveTo>
                    <a:pt x="146983" y="54138"/>
                  </a:moveTo>
                  <a:cubicBezTo>
                    <a:pt x="159544" y="54352"/>
                    <a:pt x="171641" y="54757"/>
                    <a:pt x="183071" y="55329"/>
                  </a:cubicBezTo>
                  <a:cubicBezTo>
                    <a:pt x="183333" y="61401"/>
                    <a:pt x="183476" y="67568"/>
                    <a:pt x="183476" y="73831"/>
                  </a:cubicBezTo>
                  <a:cubicBezTo>
                    <a:pt x="183476" y="80094"/>
                    <a:pt x="183333" y="86273"/>
                    <a:pt x="183071" y="92345"/>
                  </a:cubicBezTo>
                  <a:cubicBezTo>
                    <a:pt x="171641" y="92917"/>
                    <a:pt x="159544" y="93321"/>
                    <a:pt x="146983" y="93536"/>
                  </a:cubicBezTo>
                  <a:cubicBezTo>
                    <a:pt x="147090" y="87047"/>
                    <a:pt x="147150" y="80475"/>
                    <a:pt x="147150" y="73843"/>
                  </a:cubicBezTo>
                  <a:cubicBezTo>
                    <a:pt x="147150" y="67199"/>
                    <a:pt x="147090" y="60627"/>
                    <a:pt x="146983" y="54138"/>
                  </a:cubicBezTo>
                  <a:close/>
                  <a:moveTo>
                    <a:pt x="127076" y="53971"/>
                  </a:moveTo>
                  <a:cubicBezTo>
                    <a:pt x="133743" y="53971"/>
                    <a:pt x="140327" y="54031"/>
                    <a:pt x="146781" y="54138"/>
                  </a:cubicBezTo>
                  <a:cubicBezTo>
                    <a:pt x="146876" y="60591"/>
                    <a:pt x="146935" y="67163"/>
                    <a:pt x="146935" y="73843"/>
                  </a:cubicBezTo>
                  <a:cubicBezTo>
                    <a:pt x="146935" y="80510"/>
                    <a:pt x="146888" y="87082"/>
                    <a:pt x="146781" y="93536"/>
                  </a:cubicBezTo>
                  <a:cubicBezTo>
                    <a:pt x="140327" y="93643"/>
                    <a:pt x="133743" y="93702"/>
                    <a:pt x="127076" y="93702"/>
                  </a:cubicBezTo>
                  <a:cubicBezTo>
                    <a:pt x="120396" y="93702"/>
                    <a:pt x="113824" y="93643"/>
                    <a:pt x="107371" y="93536"/>
                  </a:cubicBezTo>
                  <a:cubicBezTo>
                    <a:pt x="107264" y="87082"/>
                    <a:pt x="107204" y="80510"/>
                    <a:pt x="107204" y="73843"/>
                  </a:cubicBezTo>
                  <a:cubicBezTo>
                    <a:pt x="107204" y="67163"/>
                    <a:pt x="107264" y="60591"/>
                    <a:pt x="107371" y="54138"/>
                  </a:cubicBezTo>
                  <a:cubicBezTo>
                    <a:pt x="113824" y="54031"/>
                    <a:pt x="120396" y="53971"/>
                    <a:pt x="127076" y="53971"/>
                  </a:cubicBezTo>
                  <a:close/>
                  <a:moveTo>
                    <a:pt x="48" y="105632"/>
                  </a:moveTo>
                  <a:cubicBezTo>
                    <a:pt x="36" y="105716"/>
                    <a:pt x="12" y="105811"/>
                    <a:pt x="0" y="105894"/>
                  </a:cubicBezTo>
                  <a:cubicBezTo>
                    <a:pt x="155" y="105882"/>
                    <a:pt x="310" y="105870"/>
                    <a:pt x="477" y="105859"/>
                  </a:cubicBezTo>
                  <a:cubicBezTo>
                    <a:pt x="334" y="105775"/>
                    <a:pt x="191" y="105704"/>
                    <a:pt x="48" y="105632"/>
                  </a:cubicBezTo>
                  <a:close/>
                  <a:moveTo>
                    <a:pt x="26742" y="89095"/>
                  </a:moveTo>
                  <a:cubicBezTo>
                    <a:pt x="39958" y="90571"/>
                    <a:pt x="54805" y="91726"/>
                    <a:pt x="70724" y="92536"/>
                  </a:cubicBezTo>
                  <a:cubicBezTo>
                    <a:pt x="71247" y="104299"/>
                    <a:pt x="72259" y="115765"/>
                    <a:pt x="73724" y="126742"/>
                  </a:cubicBezTo>
                  <a:cubicBezTo>
                    <a:pt x="57901" y="124587"/>
                    <a:pt x="43292" y="121515"/>
                    <a:pt x="30397" y="117681"/>
                  </a:cubicBezTo>
                  <a:cubicBezTo>
                    <a:pt x="28599" y="108418"/>
                    <a:pt x="27373" y="98858"/>
                    <a:pt x="26742" y="89095"/>
                  </a:cubicBezTo>
                  <a:close/>
                  <a:moveTo>
                    <a:pt x="227410" y="89095"/>
                  </a:moveTo>
                  <a:cubicBezTo>
                    <a:pt x="226779" y="98858"/>
                    <a:pt x="225552" y="108418"/>
                    <a:pt x="223755" y="117681"/>
                  </a:cubicBezTo>
                  <a:cubicBezTo>
                    <a:pt x="210860" y="121515"/>
                    <a:pt x="196251" y="124587"/>
                    <a:pt x="180416" y="126742"/>
                  </a:cubicBezTo>
                  <a:cubicBezTo>
                    <a:pt x="181892" y="115765"/>
                    <a:pt x="182904" y="104299"/>
                    <a:pt x="183416" y="92536"/>
                  </a:cubicBezTo>
                  <a:cubicBezTo>
                    <a:pt x="199347" y="91726"/>
                    <a:pt x="214194" y="90571"/>
                    <a:pt x="227410" y="89095"/>
                  </a:cubicBezTo>
                  <a:close/>
                  <a:moveTo>
                    <a:pt x="71093" y="92559"/>
                  </a:moveTo>
                  <a:lnTo>
                    <a:pt x="71093" y="92559"/>
                  </a:lnTo>
                  <a:cubicBezTo>
                    <a:pt x="82630" y="93143"/>
                    <a:pt x="94715" y="93536"/>
                    <a:pt x="107169" y="93750"/>
                  </a:cubicBezTo>
                  <a:cubicBezTo>
                    <a:pt x="107371" y="106192"/>
                    <a:pt x="107776" y="118289"/>
                    <a:pt x="108347" y="129826"/>
                  </a:cubicBezTo>
                  <a:cubicBezTo>
                    <a:pt x="96477" y="129290"/>
                    <a:pt x="85011" y="128266"/>
                    <a:pt x="74117" y="126790"/>
                  </a:cubicBezTo>
                  <a:cubicBezTo>
                    <a:pt x="72640" y="115907"/>
                    <a:pt x="71617" y="104442"/>
                    <a:pt x="71093" y="92559"/>
                  </a:cubicBezTo>
                  <a:close/>
                  <a:moveTo>
                    <a:pt x="183059" y="92559"/>
                  </a:moveTo>
                  <a:lnTo>
                    <a:pt x="183059" y="92559"/>
                  </a:lnTo>
                  <a:cubicBezTo>
                    <a:pt x="182523" y="104442"/>
                    <a:pt x="181499" y="115907"/>
                    <a:pt x="180035" y="126802"/>
                  </a:cubicBezTo>
                  <a:cubicBezTo>
                    <a:pt x="169141" y="128266"/>
                    <a:pt x="157675" y="129290"/>
                    <a:pt x="145792" y="129826"/>
                  </a:cubicBezTo>
                  <a:cubicBezTo>
                    <a:pt x="146376" y="118289"/>
                    <a:pt x="146769" y="106192"/>
                    <a:pt x="146983" y="93750"/>
                  </a:cubicBezTo>
                  <a:cubicBezTo>
                    <a:pt x="159425" y="93536"/>
                    <a:pt x="171522" y="93143"/>
                    <a:pt x="183059" y="92559"/>
                  </a:cubicBezTo>
                  <a:close/>
                  <a:moveTo>
                    <a:pt x="107371" y="93750"/>
                  </a:moveTo>
                  <a:cubicBezTo>
                    <a:pt x="113860" y="93857"/>
                    <a:pt x="120432" y="93917"/>
                    <a:pt x="127076" y="93917"/>
                  </a:cubicBezTo>
                  <a:cubicBezTo>
                    <a:pt x="133708" y="93917"/>
                    <a:pt x="140292" y="93857"/>
                    <a:pt x="146769" y="93750"/>
                  </a:cubicBezTo>
                  <a:lnTo>
                    <a:pt x="146769" y="93750"/>
                  </a:lnTo>
                  <a:cubicBezTo>
                    <a:pt x="146566" y="106311"/>
                    <a:pt x="146150" y="118396"/>
                    <a:pt x="145578" y="129826"/>
                  </a:cubicBezTo>
                  <a:cubicBezTo>
                    <a:pt x="139506" y="130100"/>
                    <a:pt x="133339" y="130243"/>
                    <a:pt x="127076" y="130243"/>
                  </a:cubicBezTo>
                  <a:cubicBezTo>
                    <a:pt x="120813" y="130243"/>
                    <a:pt x="114634" y="130100"/>
                    <a:pt x="108574" y="129826"/>
                  </a:cubicBezTo>
                  <a:cubicBezTo>
                    <a:pt x="107990" y="118396"/>
                    <a:pt x="107585" y="106311"/>
                    <a:pt x="107371" y="93750"/>
                  </a:cubicBezTo>
                  <a:close/>
                  <a:moveTo>
                    <a:pt x="266653" y="116300"/>
                  </a:moveTo>
                  <a:lnTo>
                    <a:pt x="266653" y="116300"/>
                  </a:lnTo>
                  <a:cubicBezTo>
                    <a:pt x="259152" y="126861"/>
                    <a:pt x="248817" y="136600"/>
                    <a:pt x="235875" y="145101"/>
                  </a:cubicBezTo>
                  <a:cubicBezTo>
                    <a:pt x="235411" y="145399"/>
                    <a:pt x="234946" y="145697"/>
                    <a:pt x="234482" y="145994"/>
                  </a:cubicBezTo>
                  <a:cubicBezTo>
                    <a:pt x="234756" y="146006"/>
                    <a:pt x="235030" y="146018"/>
                    <a:pt x="235304" y="146030"/>
                  </a:cubicBezTo>
                  <a:cubicBezTo>
                    <a:pt x="235577" y="145852"/>
                    <a:pt x="235851" y="145673"/>
                    <a:pt x="236137" y="145494"/>
                  </a:cubicBezTo>
                  <a:cubicBezTo>
                    <a:pt x="248710" y="137243"/>
                    <a:pt x="258854" y="127814"/>
                    <a:pt x="266319" y="117586"/>
                  </a:cubicBezTo>
                  <a:lnTo>
                    <a:pt x="266319" y="117586"/>
                  </a:lnTo>
                  <a:cubicBezTo>
                    <a:pt x="263533" y="127504"/>
                    <a:pt x="259831" y="137005"/>
                    <a:pt x="255306" y="145971"/>
                  </a:cubicBezTo>
                  <a:cubicBezTo>
                    <a:pt x="255544" y="145983"/>
                    <a:pt x="255794" y="145994"/>
                    <a:pt x="256032" y="146006"/>
                  </a:cubicBezTo>
                  <a:cubicBezTo>
                    <a:pt x="260354" y="137374"/>
                    <a:pt x="263879" y="128338"/>
                    <a:pt x="266569" y="118991"/>
                  </a:cubicBezTo>
                  <a:cubicBezTo>
                    <a:pt x="266593" y="118098"/>
                    <a:pt x="266617" y="117193"/>
                    <a:pt x="266653" y="116300"/>
                  </a:cubicBezTo>
                  <a:close/>
                  <a:moveTo>
                    <a:pt x="1798" y="132362"/>
                  </a:moveTo>
                  <a:cubicBezTo>
                    <a:pt x="1774" y="132540"/>
                    <a:pt x="1739" y="132731"/>
                    <a:pt x="1715" y="132933"/>
                  </a:cubicBezTo>
                  <a:cubicBezTo>
                    <a:pt x="6573" y="137362"/>
                    <a:pt x="12014" y="141553"/>
                    <a:pt x="18015" y="145494"/>
                  </a:cubicBezTo>
                  <a:cubicBezTo>
                    <a:pt x="18229" y="145637"/>
                    <a:pt x="18455" y="145780"/>
                    <a:pt x="18669" y="145923"/>
                  </a:cubicBezTo>
                  <a:cubicBezTo>
                    <a:pt x="18681" y="145899"/>
                    <a:pt x="18681" y="145887"/>
                    <a:pt x="18693" y="145875"/>
                  </a:cubicBezTo>
                  <a:lnTo>
                    <a:pt x="18693" y="145875"/>
                  </a:lnTo>
                  <a:cubicBezTo>
                    <a:pt x="18681" y="145899"/>
                    <a:pt x="18693" y="145911"/>
                    <a:pt x="18693" y="145935"/>
                  </a:cubicBezTo>
                  <a:cubicBezTo>
                    <a:pt x="18800" y="146006"/>
                    <a:pt x="18908" y="146066"/>
                    <a:pt x="19015" y="146137"/>
                  </a:cubicBezTo>
                  <a:cubicBezTo>
                    <a:pt x="19348" y="146256"/>
                    <a:pt x="19872" y="146328"/>
                    <a:pt x="20336" y="146423"/>
                  </a:cubicBezTo>
                  <a:cubicBezTo>
                    <a:pt x="19646" y="145983"/>
                    <a:pt x="18955" y="145542"/>
                    <a:pt x="18277" y="145090"/>
                  </a:cubicBezTo>
                  <a:cubicBezTo>
                    <a:pt x="12204" y="141113"/>
                    <a:pt x="6692" y="136850"/>
                    <a:pt x="1798" y="132362"/>
                  </a:cubicBezTo>
                  <a:close/>
                  <a:moveTo>
                    <a:pt x="176558" y="0"/>
                  </a:moveTo>
                  <a:cubicBezTo>
                    <a:pt x="176701" y="572"/>
                    <a:pt x="176832" y="1167"/>
                    <a:pt x="176963" y="1774"/>
                  </a:cubicBezTo>
                  <a:lnTo>
                    <a:pt x="176903" y="1774"/>
                  </a:lnTo>
                  <a:cubicBezTo>
                    <a:pt x="178070" y="7787"/>
                    <a:pt x="179106" y="14038"/>
                    <a:pt x="179975" y="20491"/>
                  </a:cubicBezTo>
                  <a:cubicBezTo>
                    <a:pt x="168998" y="19015"/>
                    <a:pt x="157544" y="18003"/>
                    <a:pt x="145781" y="17491"/>
                  </a:cubicBezTo>
                  <a:cubicBezTo>
                    <a:pt x="145507" y="12157"/>
                    <a:pt x="145197" y="6942"/>
                    <a:pt x="144852" y="1858"/>
                  </a:cubicBezTo>
                  <a:cubicBezTo>
                    <a:pt x="144780" y="1870"/>
                    <a:pt x="144697" y="1870"/>
                    <a:pt x="144626" y="1870"/>
                  </a:cubicBezTo>
                  <a:cubicBezTo>
                    <a:pt x="144971" y="6918"/>
                    <a:pt x="145292" y="12121"/>
                    <a:pt x="145554" y="17479"/>
                  </a:cubicBezTo>
                  <a:cubicBezTo>
                    <a:pt x="139470" y="17217"/>
                    <a:pt x="133303" y="17074"/>
                    <a:pt x="127076" y="17074"/>
                  </a:cubicBezTo>
                  <a:cubicBezTo>
                    <a:pt x="120849" y="17074"/>
                    <a:pt x="114681" y="17217"/>
                    <a:pt x="108585" y="17479"/>
                  </a:cubicBezTo>
                  <a:cubicBezTo>
                    <a:pt x="108895" y="11573"/>
                    <a:pt x="109240" y="5846"/>
                    <a:pt x="109621" y="322"/>
                  </a:cubicBezTo>
                  <a:lnTo>
                    <a:pt x="109621" y="322"/>
                  </a:lnTo>
                  <a:cubicBezTo>
                    <a:pt x="109550" y="334"/>
                    <a:pt x="109478" y="334"/>
                    <a:pt x="109407" y="346"/>
                  </a:cubicBezTo>
                  <a:cubicBezTo>
                    <a:pt x="109014" y="5894"/>
                    <a:pt x="108669" y="11621"/>
                    <a:pt x="108371" y="17491"/>
                  </a:cubicBezTo>
                  <a:cubicBezTo>
                    <a:pt x="96608" y="18003"/>
                    <a:pt x="85142" y="19015"/>
                    <a:pt x="74164" y="20491"/>
                  </a:cubicBezTo>
                  <a:cubicBezTo>
                    <a:pt x="75069" y="13871"/>
                    <a:pt x="76129" y="7454"/>
                    <a:pt x="77343" y="1298"/>
                  </a:cubicBezTo>
                  <a:lnTo>
                    <a:pt x="77343" y="1298"/>
                  </a:lnTo>
                  <a:cubicBezTo>
                    <a:pt x="77212" y="1310"/>
                    <a:pt x="77081" y="1322"/>
                    <a:pt x="76951" y="1334"/>
                  </a:cubicBezTo>
                  <a:cubicBezTo>
                    <a:pt x="75724" y="7537"/>
                    <a:pt x="74665" y="13954"/>
                    <a:pt x="73783" y="20539"/>
                  </a:cubicBezTo>
                  <a:cubicBezTo>
                    <a:pt x="58198" y="22646"/>
                    <a:pt x="43601" y="25682"/>
                    <a:pt x="30480" y="29575"/>
                  </a:cubicBezTo>
                  <a:cubicBezTo>
                    <a:pt x="32374" y="19872"/>
                    <a:pt x="34910" y="10502"/>
                    <a:pt x="38029" y="1560"/>
                  </a:cubicBezTo>
                  <a:cubicBezTo>
                    <a:pt x="37874" y="1548"/>
                    <a:pt x="37708" y="1548"/>
                    <a:pt x="37541" y="1536"/>
                  </a:cubicBezTo>
                  <a:cubicBezTo>
                    <a:pt x="34409" y="10525"/>
                    <a:pt x="31862" y="19955"/>
                    <a:pt x="29968" y="29718"/>
                  </a:cubicBezTo>
                  <a:cubicBezTo>
                    <a:pt x="25849" y="30957"/>
                    <a:pt x="21884" y="32266"/>
                    <a:pt x="18086" y="33659"/>
                  </a:cubicBezTo>
                  <a:cubicBezTo>
                    <a:pt x="12252" y="35802"/>
                    <a:pt x="6942" y="38088"/>
                    <a:pt x="2191" y="40493"/>
                  </a:cubicBezTo>
                  <a:lnTo>
                    <a:pt x="2179" y="40934"/>
                  </a:lnTo>
                  <a:cubicBezTo>
                    <a:pt x="10097" y="36910"/>
                    <a:pt x="19420" y="33278"/>
                    <a:pt x="29885" y="30147"/>
                  </a:cubicBezTo>
                  <a:lnTo>
                    <a:pt x="29885" y="30147"/>
                  </a:lnTo>
                  <a:cubicBezTo>
                    <a:pt x="28111" y="39386"/>
                    <a:pt x="26885" y="48911"/>
                    <a:pt x="26266" y="58627"/>
                  </a:cubicBezTo>
                  <a:cubicBezTo>
                    <a:pt x="23480" y="58948"/>
                    <a:pt x="20765" y="59270"/>
                    <a:pt x="18134" y="59615"/>
                  </a:cubicBezTo>
                  <a:cubicBezTo>
                    <a:pt x="11621" y="60460"/>
                    <a:pt x="5763" y="61365"/>
                    <a:pt x="584" y="62329"/>
                  </a:cubicBezTo>
                  <a:cubicBezTo>
                    <a:pt x="596" y="62389"/>
                    <a:pt x="596" y="62460"/>
                    <a:pt x="608" y="62520"/>
                  </a:cubicBezTo>
                  <a:cubicBezTo>
                    <a:pt x="7942" y="61163"/>
                    <a:pt x="16574" y="59924"/>
                    <a:pt x="26254" y="58841"/>
                  </a:cubicBezTo>
                  <a:lnTo>
                    <a:pt x="26254" y="58841"/>
                  </a:lnTo>
                  <a:cubicBezTo>
                    <a:pt x="25944" y="63794"/>
                    <a:pt x="25777" y="68794"/>
                    <a:pt x="25777" y="73843"/>
                  </a:cubicBezTo>
                  <a:cubicBezTo>
                    <a:pt x="25777" y="78879"/>
                    <a:pt x="25944" y="83880"/>
                    <a:pt x="26254" y="88833"/>
                  </a:cubicBezTo>
                  <a:cubicBezTo>
                    <a:pt x="17014" y="87797"/>
                    <a:pt x="8740" y="86618"/>
                    <a:pt x="1620" y="85332"/>
                  </a:cubicBezTo>
                  <a:cubicBezTo>
                    <a:pt x="1620" y="85404"/>
                    <a:pt x="1620" y="85475"/>
                    <a:pt x="1620" y="85535"/>
                  </a:cubicBezTo>
                  <a:cubicBezTo>
                    <a:pt x="6537" y="86428"/>
                    <a:pt x="12050" y="87273"/>
                    <a:pt x="18134" y="88059"/>
                  </a:cubicBezTo>
                  <a:cubicBezTo>
                    <a:pt x="20765" y="88404"/>
                    <a:pt x="23480" y="88726"/>
                    <a:pt x="26266" y="89047"/>
                  </a:cubicBezTo>
                  <a:cubicBezTo>
                    <a:pt x="26885" y="98762"/>
                    <a:pt x="28099" y="108287"/>
                    <a:pt x="29885" y="117527"/>
                  </a:cubicBezTo>
                  <a:cubicBezTo>
                    <a:pt x="18824" y="114217"/>
                    <a:pt x="9037" y="110359"/>
                    <a:pt x="846" y="106049"/>
                  </a:cubicBezTo>
                  <a:lnTo>
                    <a:pt x="846" y="106049"/>
                  </a:lnTo>
                  <a:cubicBezTo>
                    <a:pt x="858" y="106204"/>
                    <a:pt x="870" y="106359"/>
                    <a:pt x="881" y="106513"/>
                  </a:cubicBezTo>
                  <a:cubicBezTo>
                    <a:pt x="5977" y="109169"/>
                    <a:pt x="11716" y="111669"/>
                    <a:pt x="18086" y="114014"/>
                  </a:cubicBezTo>
                  <a:cubicBezTo>
                    <a:pt x="21884" y="115407"/>
                    <a:pt x="25849" y="116717"/>
                    <a:pt x="29968" y="117955"/>
                  </a:cubicBezTo>
                  <a:cubicBezTo>
                    <a:pt x="31850" y="127611"/>
                    <a:pt x="34350" y="136946"/>
                    <a:pt x="37446" y="145852"/>
                  </a:cubicBezTo>
                  <a:cubicBezTo>
                    <a:pt x="37600" y="145840"/>
                    <a:pt x="37767" y="145840"/>
                    <a:pt x="37934" y="145828"/>
                  </a:cubicBezTo>
                  <a:cubicBezTo>
                    <a:pt x="34862" y="136981"/>
                    <a:pt x="32362" y="127706"/>
                    <a:pt x="30480" y="118098"/>
                  </a:cubicBezTo>
                  <a:lnTo>
                    <a:pt x="30480" y="118098"/>
                  </a:lnTo>
                  <a:cubicBezTo>
                    <a:pt x="43589" y="121992"/>
                    <a:pt x="58198" y="125028"/>
                    <a:pt x="73783" y="127135"/>
                  </a:cubicBezTo>
                  <a:cubicBezTo>
                    <a:pt x="74653" y="133600"/>
                    <a:pt x="75688" y="139910"/>
                    <a:pt x="76879" y="146006"/>
                  </a:cubicBezTo>
                  <a:cubicBezTo>
                    <a:pt x="77010" y="146006"/>
                    <a:pt x="77141" y="146018"/>
                    <a:pt x="77272" y="146018"/>
                  </a:cubicBezTo>
                  <a:cubicBezTo>
                    <a:pt x="76093" y="139970"/>
                    <a:pt x="75046" y="133683"/>
                    <a:pt x="74164" y="127183"/>
                  </a:cubicBezTo>
                  <a:lnTo>
                    <a:pt x="74164" y="127183"/>
                  </a:lnTo>
                  <a:cubicBezTo>
                    <a:pt x="85154" y="128659"/>
                    <a:pt x="96608" y="129659"/>
                    <a:pt x="108371" y="130183"/>
                  </a:cubicBezTo>
                  <a:cubicBezTo>
                    <a:pt x="108657" y="135850"/>
                    <a:pt x="108990" y="141375"/>
                    <a:pt x="109371" y="146733"/>
                  </a:cubicBezTo>
                  <a:cubicBezTo>
                    <a:pt x="109443" y="146745"/>
                    <a:pt x="109514" y="146745"/>
                    <a:pt x="109586" y="146756"/>
                  </a:cubicBezTo>
                  <a:cubicBezTo>
                    <a:pt x="109205" y="141411"/>
                    <a:pt x="108883" y="135886"/>
                    <a:pt x="108585" y="130195"/>
                  </a:cubicBezTo>
                  <a:lnTo>
                    <a:pt x="108585" y="130195"/>
                  </a:lnTo>
                  <a:cubicBezTo>
                    <a:pt x="114681" y="130457"/>
                    <a:pt x="120849" y="130600"/>
                    <a:pt x="127076" y="130600"/>
                  </a:cubicBezTo>
                  <a:cubicBezTo>
                    <a:pt x="133303" y="130600"/>
                    <a:pt x="139470" y="130457"/>
                    <a:pt x="145554" y="130195"/>
                  </a:cubicBezTo>
                  <a:lnTo>
                    <a:pt x="145554" y="130195"/>
                  </a:lnTo>
                  <a:cubicBezTo>
                    <a:pt x="145328" y="134815"/>
                    <a:pt x="145066" y="139327"/>
                    <a:pt x="144769" y="143720"/>
                  </a:cubicBezTo>
                  <a:cubicBezTo>
                    <a:pt x="144828" y="143851"/>
                    <a:pt x="144888" y="143994"/>
                    <a:pt x="144959" y="144161"/>
                  </a:cubicBezTo>
                  <a:cubicBezTo>
                    <a:pt x="145257" y="139613"/>
                    <a:pt x="145531" y="134945"/>
                    <a:pt x="145781" y="130183"/>
                  </a:cubicBezTo>
                  <a:cubicBezTo>
                    <a:pt x="157544" y="129671"/>
                    <a:pt x="168998" y="128659"/>
                    <a:pt x="179975" y="127183"/>
                  </a:cubicBezTo>
                  <a:lnTo>
                    <a:pt x="179975" y="127183"/>
                  </a:lnTo>
                  <a:cubicBezTo>
                    <a:pt x="179106" y="133588"/>
                    <a:pt x="178094" y="139791"/>
                    <a:pt x="176927" y="145756"/>
                  </a:cubicBezTo>
                  <a:lnTo>
                    <a:pt x="177034" y="145756"/>
                  </a:lnTo>
                  <a:cubicBezTo>
                    <a:pt x="177142" y="145697"/>
                    <a:pt x="177249" y="145625"/>
                    <a:pt x="177356" y="145566"/>
                  </a:cubicBezTo>
                  <a:cubicBezTo>
                    <a:pt x="178511" y="139601"/>
                    <a:pt x="179511" y="133445"/>
                    <a:pt x="180368" y="127135"/>
                  </a:cubicBezTo>
                  <a:cubicBezTo>
                    <a:pt x="195953" y="125028"/>
                    <a:pt x="210551" y="121992"/>
                    <a:pt x="223671" y="118098"/>
                  </a:cubicBezTo>
                  <a:lnTo>
                    <a:pt x="223671" y="118098"/>
                  </a:lnTo>
                  <a:cubicBezTo>
                    <a:pt x="221814" y="127599"/>
                    <a:pt x="219337" y="136791"/>
                    <a:pt x="216301" y="145554"/>
                  </a:cubicBezTo>
                  <a:lnTo>
                    <a:pt x="216801" y="145554"/>
                  </a:lnTo>
                  <a:cubicBezTo>
                    <a:pt x="219849" y="136743"/>
                    <a:pt x="222326" y="127504"/>
                    <a:pt x="224183" y="117943"/>
                  </a:cubicBezTo>
                  <a:cubicBezTo>
                    <a:pt x="228291" y="116717"/>
                    <a:pt x="232268" y="115407"/>
                    <a:pt x="236066" y="114002"/>
                  </a:cubicBezTo>
                  <a:cubicBezTo>
                    <a:pt x="249877" y="108930"/>
                    <a:pt x="260747" y="103073"/>
                    <a:pt x="268367" y="96679"/>
                  </a:cubicBezTo>
                  <a:cubicBezTo>
                    <a:pt x="268391" y="96476"/>
                    <a:pt x="268427" y="96286"/>
                    <a:pt x="268451" y="96084"/>
                  </a:cubicBezTo>
                  <a:lnTo>
                    <a:pt x="268451" y="96084"/>
                  </a:lnTo>
                  <a:cubicBezTo>
                    <a:pt x="258592" y="104477"/>
                    <a:pt x="243317" y="111824"/>
                    <a:pt x="224267" y="117527"/>
                  </a:cubicBezTo>
                  <a:cubicBezTo>
                    <a:pt x="226041" y="108287"/>
                    <a:pt x="227267" y="98762"/>
                    <a:pt x="227886" y="89047"/>
                  </a:cubicBezTo>
                  <a:cubicBezTo>
                    <a:pt x="230672" y="88726"/>
                    <a:pt x="233387" y="88404"/>
                    <a:pt x="236018" y="88059"/>
                  </a:cubicBezTo>
                  <a:cubicBezTo>
                    <a:pt x="248770" y="86404"/>
                    <a:pt x="259009" y="84511"/>
                    <a:pt x="266510" y="82451"/>
                  </a:cubicBezTo>
                  <a:cubicBezTo>
                    <a:pt x="266510" y="82379"/>
                    <a:pt x="266510" y="82308"/>
                    <a:pt x="266510" y="82249"/>
                  </a:cubicBezTo>
                  <a:cubicBezTo>
                    <a:pt x="257306" y="84773"/>
                    <a:pt x="244079" y="87023"/>
                    <a:pt x="227898" y="88833"/>
                  </a:cubicBezTo>
                  <a:cubicBezTo>
                    <a:pt x="228208" y="83880"/>
                    <a:pt x="228362" y="78867"/>
                    <a:pt x="228362" y="73831"/>
                  </a:cubicBezTo>
                  <a:cubicBezTo>
                    <a:pt x="228362" y="68794"/>
                    <a:pt x="228208" y="63782"/>
                    <a:pt x="227898" y="58829"/>
                  </a:cubicBezTo>
                  <a:lnTo>
                    <a:pt x="227898" y="58829"/>
                  </a:lnTo>
                  <a:cubicBezTo>
                    <a:pt x="244519" y="60698"/>
                    <a:pt x="258009" y="63008"/>
                    <a:pt x="267248" y="65627"/>
                  </a:cubicBezTo>
                  <a:cubicBezTo>
                    <a:pt x="267248" y="65556"/>
                    <a:pt x="267260" y="65496"/>
                    <a:pt x="267260" y="65425"/>
                  </a:cubicBezTo>
                  <a:cubicBezTo>
                    <a:pt x="259711" y="63282"/>
                    <a:pt x="249210" y="61317"/>
                    <a:pt x="236018" y="59603"/>
                  </a:cubicBezTo>
                  <a:cubicBezTo>
                    <a:pt x="233387" y="59270"/>
                    <a:pt x="230672" y="58936"/>
                    <a:pt x="227886" y="58627"/>
                  </a:cubicBezTo>
                  <a:cubicBezTo>
                    <a:pt x="227267" y="48899"/>
                    <a:pt x="226041" y="39374"/>
                    <a:pt x="224267" y="30135"/>
                  </a:cubicBezTo>
                  <a:lnTo>
                    <a:pt x="224267" y="30135"/>
                  </a:lnTo>
                  <a:cubicBezTo>
                    <a:pt x="243650" y="35945"/>
                    <a:pt x="259116" y="43446"/>
                    <a:pt x="268963" y="52019"/>
                  </a:cubicBezTo>
                  <a:cubicBezTo>
                    <a:pt x="268986" y="51864"/>
                    <a:pt x="269010" y="51709"/>
                    <a:pt x="269046" y="51566"/>
                  </a:cubicBezTo>
                  <a:cubicBezTo>
                    <a:pt x="261390" y="44946"/>
                    <a:pt x="250294" y="38886"/>
                    <a:pt x="236066" y="33659"/>
                  </a:cubicBezTo>
                  <a:cubicBezTo>
                    <a:pt x="232268" y="32266"/>
                    <a:pt x="228291" y="30945"/>
                    <a:pt x="224183" y="29718"/>
                  </a:cubicBezTo>
                  <a:cubicBezTo>
                    <a:pt x="222338" y="20277"/>
                    <a:pt x="219909" y="11133"/>
                    <a:pt x="216908" y="2417"/>
                  </a:cubicBezTo>
                  <a:cubicBezTo>
                    <a:pt x="216766" y="2513"/>
                    <a:pt x="216635" y="2620"/>
                    <a:pt x="216504" y="2715"/>
                  </a:cubicBezTo>
                  <a:cubicBezTo>
                    <a:pt x="219456" y="11299"/>
                    <a:pt x="221850" y="20277"/>
                    <a:pt x="223671" y="29563"/>
                  </a:cubicBezTo>
                  <a:cubicBezTo>
                    <a:pt x="210551" y="25682"/>
                    <a:pt x="195953" y="22646"/>
                    <a:pt x="180368" y="20539"/>
                  </a:cubicBezTo>
                  <a:cubicBezTo>
                    <a:pt x="179416" y="13490"/>
                    <a:pt x="178273" y="6644"/>
                    <a:pt x="176951" y="36"/>
                  </a:cubicBezTo>
                  <a:cubicBezTo>
                    <a:pt x="176820" y="24"/>
                    <a:pt x="176689" y="12"/>
                    <a:pt x="176558" y="0"/>
                  </a:cubicBezTo>
                  <a:close/>
                </a:path>
              </a:pathLst>
            </a:custGeom>
            <a:solidFill>
              <a:srgbClr val="E3C98E">
                <a:alpha val="246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5" name="Google Shape;515;p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16" name="Google Shape;516;p37"/>
          <p:cNvSpPr txBox="1"/>
          <p:nvPr>
            <p:ph idx="1" type="subTitle"/>
          </p:nvPr>
        </p:nvSpPr>
        <p:spPr>
          <a:xfrm>
            <a:off x="1214585" y="2149201"/>
            <a:ext cx="21135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7" name="Google Shape;517;p37"/>
          <p:cNvSpPr txBox="1"/>
          <p:nvPr>
            <p:ph idx="2" type="subTitle"/>
          </p:nvPr>
        </p:nvSpPr>
        <p:spPr>
          <a:xfrm>
            <a:off x="3473150" y="2149201"/>
            <a:ext cx="21135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8" name="Google Shape;518;p37"/>
          <p:cNvSpPr txBox="1"/>
          <p:nvPr>
            <p:ph idx="3" type="subTitle"/>
          </p:nvPr>
        </p:nvSpPr>
        <p:spPr>
          <a:xfrm>
            <a:off x="1214585" y="3579425"/>
            <a:ext cx="21135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9" name="Google Shape;519;p37"/>
          <p:cNvSpPr txBox="1"/>
          <p:nvPr>
            <p:ph idx="4" type="subTitle"/>
          </p:nvPr>
        </p:nvSpPr>
        <p:spPr>
          <a:xfrm>
            <a:off x="3473150" y="3579425"/>
            <a:ext cx="21135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0" name="Google Shape;520;p37"/>
          <p:cNvSpPr txBox="1"/>
          <p:nvPr>
            <p:ph idx="5" type="subTitle"/>
          </p:nvPr>
        </p:nvSpPr>
        <p:spPr>
          <a:xfrm>
            <a:off x="5815915" y="2149201"/>
            <a:ext cx="21135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1" name="Google Shape;521;p37"/>
          <p:cNvSpPr txBox="1"/>
          <p:nvPr>
            <p:ph idx="6" type="subTitle"/>
          </p:nvPr>
        </p:nvSpPr>
        <p:spPr>
          <a:xfrm>
            <a:off x="5815915" y="3579425"/>
            <a:ext cx="21135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2" name="Google Shape;522;p37"/>
          <p:cNvSpPr txBox="1"/>
          <p:nvPr>
            <p:ph idx="7" type="subTitle"/>
          </p:nvPr>
        </p:nvSpPr>
        <p:spPr>
          <a:xfrm>
            <a:off x="1218735" y="1809000"/>
            <a:ext cx="21051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Sansita"/>
                <a:ea typeface="Sansita"/>
                <a:cs typeface="Sansita"/>
                <a:sym typeface="Sansit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23" name="Google Shape;523;p37"/>
          <p:cNvSpPr txBox="1"/>
          <p:nvPr>
            <p:ph idx="8" type="subTitle"/>
          </p:nvPr>
        </p:nvSpPr>
        <p:spPr>
          <a:xfrm>
            <a:off x="3477301" y="1809000"/>
            <a:ext cx="21051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Sansita"/>
                <a:ea typeface="Sansita"/>
                <a:cs typeface="Sansita"/>
                <a:sym typeface="Sansit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24" name="Google Shape;524;p37"/>
          <p:cNvSpPr txBox="1"/>
          <p:nvPr>
            <p:ph idx="9" type="subTitle"/>
          </p:nvPr>
        </p:nvSpPr>
        <p:spPr>
          <a:xfrm>
            <a:off x="5820066" y="1809000"/>
            <a:ext cx="21051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Sansita"/>
                <a:ea typeface="Sansita"/>
                <a:cs typeface="Sansita"/>
                <a:sym typeface="Sansit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25" name="Google Shape;525;p37"/>
          <p:cNvSpPr txBox="1"/>
          <p:nvPr>
            <p:ph idx="13" type="subTitle"/>
          </p:nvPr>
        </p:nvSpPr>
        <p:spPr>
          <a:xfrm>
            <a:off x="1218735" y="3239200"/>
            <a:ext cx="21051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Sansita"/>
                <a:ea typeface="Sansita"/>
                <a:cs typeface="Sansita"/>
                <a:sym typeface="Sansit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26" name="Google Shape;526;p37"/>
          <p:cNvSpPr txBox="1"/>
          <p:nvPr>
            <p:ph idx="14" type="subTitle"/>
          </p:nvPr>
        </p:nvSpPr>
        <p:spPr>
          <a:xfrm>
            <a:off x="3477301" y="3239200"/>
            <a:ext cx="21051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Sansita"/>
                <a:ea typeface="Sansita"/>
                <a:cs typeface="Sansita"/>
                <a:sym typeface="Sansit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27" name="Google Shape;527;p37"/>
          <p:cNvSpPr txBox="1"/>
          <p:nvPr>
            <p:ph idx="15" type="subTitle"/>
          </p:nvPr>
        </p:nvSpPr>
        <p:spPr>
          <a:xfrm>
            <a:off x="5820066" y="3239200"/>
            <a:ext cx="21051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Sansita"/>
                <a:ea typeface="Sansita"/>
                <a:cs typeface="Sansita"/>
                <a:sym typeface="Sansit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528" name="Google Shape;528;p37"/>
          <p:cNvGrpSpPr/>
          <p:nvPr/>
        </p:nvGrpSpPr>
        <p:grpSpPr>
          <a:xfrm>
            <a:off x="8184461" y="4270512"/>
            <a:ext cx="705998" cy="695388"/>
            <a:chOff x="8184461" y="4270512"/>
            <a:chExt cx="705998" cy="695388"/>
          </a:xfrm>
        </p:grpSpPr>
        <p:sp>
          <p:nvSpPr>
            <p:cNvPr id="529" name="Google Shape;529;p37"/>
            <p:cNvSpPr/>
            <p:nvPr/>
          </p:nvSpPr>
          <p:spPr>
            <a:xfrm>
              <a:off x="8257125" y="4862400"/>
              <a:ext cx="510600" cy="103500"/>
            </a:xfrm>
            <a:prstGeom prst="ellipse">
              <a:avLst/>
            </a:prstGeom>
            <a:solidFill>
              <a:srgbClr val="033342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30" name="Google Shape;530;p37"/>
            <p:cNvGrpSpPr/>
            <p:nvPr/>
          </p:nvGrpSpPr>
          <p:grpSpPr>
            <a:xfrm>
              <a:off x="8184461" y="4270512"/>
              <a:ext cx="705998" cy="666982"/>
              <a:chOff x="1623700" y="6514438"/>
              <a:chExt cx="416150" cy="393175"/>
            </a:xfrm>
          </p:grpSpPr>
          <p:sp>
            <p:nvSpPr>
              <p:cNvPr id="531" name="Google Shape;531;p37"/>
              <p:cNvSpPr/>
              <p:nvPr/>
            </p:nvSpPr>
            <p:spPr>
              <a:xfrm>
                <a:off x="1748700" y="6514438"/>
                <a:ext cx="291150" cy="253050"/>
              </a:xfrm>
              <a:custGeom>
                <a:rect b="b" l="l" r="r" t="t"/>
                <a:pathLst>
                  <a:path extrusionOk="0" h="10122" w="11646">
                    <a:moveTo>
                      <a:pt x="5043" y="1"/>
                    </a:moveTo>
                    <a:cubicBezTo>
                      <a:pt x="2976" y="1"/>
                      <a:pt x="1171" y="1041"/>
                      <a:pt x="596" y="2763"/>
                    </a:cubicBezTo>
                    <a:cubicBezTo>
                      <a:pt x="1" y="4538"/>
                      <a:pt x="882" y="6514"/>
                      <a:pt x="2632" y="7752"/>
                    </a:cubicBezTo>
                    <a:lnTo>
                      <a:pt x="2227" y="8943"/>
                    </a:lnTo>
                    <a:lnTo>
                      <a:pt x="2811" y="9133"/>
                    </a:lnTo>
                    <a:lnTo>
                      <a:pt x="3156" y="8086"/>
                    </a:lnTo>
                    <a:cubicBezTo>
                      <a:pt x="3525" y="8300"/>
                      <a:pt x="3930" y="8478"/>
                      <a:pt x="4359" y="8621"/>
                    </a:cubicBezTo>
                    <a:cubicBezTo>
                      <a:pt x="4418" y="8645"/>
                      <a:pt x="4490" y="8669"/>
                      <a:pt x="4561" y="8693"/>
                    </a:cubicBezTo>
                    <a:lnTo>
                      <a:pt x="3692" y="9645"/>
                    </a:lnTo>
                    <a:lnTo>
                      <a:pt x="4359" y="10122"/>
                    </a:lnTo>
                    <a:lnTo>
                      <a:pt x="5192" y="8848"/>
                    </a:lnTo>
                    <a:cubicBezTo>
                      <a:pt x="5609" y="8929"/>
                      <a:pt x="6023" y="8969"/>
                      <a:pt x="6427" y="8969"/>
                    </a:cubicBezTo>
                    <a:cubicBezTo>
                      <a:pt x="8501" y="8969"/>
                      <a:pt x="10305" y="7928"/>
                      <a:pt x="10883" y="6204"/>
                    </a:cubicBezTo>
                    <a:cubicBezTo>
                      <a:pt x="11645" y="3918"/>
                      <a:pt x="9967" y="1299"/>
                      <a:pt x="7121" y="347"/>
                    </a:cubicBezTo>
                    <a:cubicBezTo>
                      <a:pt x="6423" y="112"/>
                      <a:pt x="5719" y="1"/>
                      <a:pt x="50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2" name="Google Shape;532;p37"/>
              <p:cNvSpPr/>
              <p:nvPr/>
            </p:nvSpPr>
            <p:spPr>
              <a:xfrm>
                <a:off x="1623700" y="6722188"/>
                <a:ext cx="251550" cy="185425"/>
              </a:xfrm>
              <a:custGeom>
                <a:rect b="b" l="l" r="r" t="t"/>
                <a:pathLst>
                  <a:path extrusionOk="0" h="7417" w="10062">
                    <a:moveTo>
                      <a:pt x="5711" y="0"/>
                    </a:moveTo>
                    <a:cubicBezTo>
                      <a:pt x="5372" y="0"/>
                      <a:pt x="5008" y="23"/>
                      <a:pt x="4620" y="73"/>
                    </a:cubicBezTo>
                    <a:cubicBezTo>
                      <a:pt x="560" y="597"/>
                      <a:pt x="0" y="4145"/>
                      <a:pt x="0" y="4145"/>
                    </a:cubicBezTo>
                    <a:lnTo>
                      <a:pt x="631" y="6395"/>
                    </a:lnTo>
                    <a:cubicBezTo>
                      <a:pt x="631" y="6395"/>
                      <a:pt x="2005" y="7416"/>
                      <a:pt x="4122" y="7416"/>
                    </a:cubicBezTo>
                    <a:cubicBezTo>
                      <a:pt x="5756" y="7416"/>
                      <a:pt x="7832" y="6809"/>
                      <a:pt x="10061" y="4657"/>
                    </a:cubicBezTo>
                    <a:lnTo>
                      <a:pt x="9990" y="2026"/>
                    </a:lnTo>
                    <a:cubicBezTo>
                      <a:pt x="9990" y="2026"/>
                      <a:pt x="8919" y="0"/>
                      <a:pt x="571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3" name="Google Shape;533;p37"/>
              <p:cNvSpPr/>
              <p:nvPr/>
            </p:nvSpPr>
            <p:spPr>
              <a:xfrm>
                <a:off x="1634700" y="6733238"/>
                <a:ext cx="227450" cy="125750"/>
              </a:xfrm>
              <a:custGeom>
                <a:rect b="b" l="l" r="r" t="t"/>
                <a:pathLst>
                  <a:path extrusionOk="0" h="5030" w="9098">
                    <a:moveTo>
                      <a:pt x="5107" y="0"/>
                    </a:moveTo>
                    <a:cubicBezTo>
                      <a:pt x="4824" y="0"/>
                      <a:pt x="4523" y="19"/>
                      <a:pt x="4204" y="60"/>
                    </a:cubicBezTo>
                    <a:cubicBezTo>
                      <a:pt x="584" y="536"/>
                      <a:pt x="1" y="3846"/>
                      <a:pt x="1" y="3846"/>
                    </a:cubicBezTo>
                    <a:cubicBezTo>
                      <a:pt x="1" y="3846"/>
                      <a:pt x="1876" y="5029"/>
                      <a:pt x="4104" y="5029"/>
                    </a:cubicBezTo>
                    <a:cubicBezTo>
                      <a:pt x="5785" y="5029"/>
                      <a:pt x="7668" y="4355"/>
                      <a:pt x="9097" y="1989"/>
                    </a:cubicBezTo>
                    <a:cubicBezTo>
                      <a:pt x="9097" y="1989"/>
                      <a:pt x="8029" y="0"/>
                      <a:pt x="510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4" name="Google Shape;534;p37"/>
              <p:cNvSpPr/>
              <p:nvPr/>
            </p:nvSpPr>
            <p:spPr>
              <a:xfrm>
                <a:off x="1731150" y="6749613"/>
                <a:ext cx="82175" cy="54250"/>
              </a:xfrm>
              <a:custGeom>
                <a:rect b="b" l="l" r="r" t="t"/>
                <a:pathLst>
                  <a:path extrusionOk="0" h="2170" w="3287">
                    <a:moveTo>
                      <a:pt x="3287" y="0"/>
                    </a:moveTo>
                    <a:lnTo>
                      <a:pt x="1132" y="893"/>
                    </a:lnTo>
                    <a:lnTo>
                      <a:pt x="1072" y="1488"/>
                    </a:lnTo>
                    <a:lnTo>
                      <a:pt x="1929" y="1560"/>
                    </a:lnTo>
                    <a:lnTo>
                      <a:pt x="3287" y="0"/>
                    </a:lnTo>
                    <a:close/>
                    <a:moveTo>
                      <a:pt x="377" y="1486"/>
                    </a:moveTo>
                    <a:cubicBezTo>
                      <a:pt x="212" y="1486"/>
                      <a:pt x="89" y="1537"/>
                      <a:pt x="60" y="1631"/>
                    </a:cubicBezTo>
                    <a:cubicBezTo>
                      <a:pt x="1" y="1786"/>
                      <a:pt x="215" y="2000"/>
                      <a:pt x="536" y="2108"/>
                    </a:cubicBezTo>
                    <a:cubicBezTo>
                      <a:pt x="661" y="2149"/>
                      <a:pt x="782" y="2169"/>
                      <a:pt x="887" y="2169"/>
                    </a:cubicBezTo>
                    <a:cubicBezTo>
                      <a:pt x="1053" y="2169"/>
                      <a:pt x="1178" y="2119"/>
                      <a:pt x="1215" y="2024"/>
                    </a:cubicBezTo>
                    <a:cubicBezTo>
                      <a:pt x="1263" y="1869"/>
                      <a:pt x="1048" y="1655"/>
                      <a:pt x="727" y="1548"/>
                    </a:cubicBezTo>
                    <a:cubicBezTo>
                      <a:pt x="602" y="1506"/>
                      <a:pt x="481" y="1486"/>
                      <a:pt x="377" y="14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5" name="Google Shape;535;p37"/>
              <p:cNvSpPr/>
              <p:nvPr/>
            </p:nvSpPr>
            <p:spPr>
              <a:xfrm>
                <a:off x="1688300" y="6757338"/>
                <a:ext cx="113125" cy="78025"/>
              </a:xfrm>
              <a:custGeom>
                <a:rect b="b" l="l" r="r" t="t"/>
                <a:pathLst>
                  <a:path extrusionOk="0" h="3121" w="4525">
                    <a:moveTo>
                      <a:pt x="0" y="1"/>
                    </a:moveTo>
                    <a:lnTo>
                      <a:pt x="1203" y="1382"/>
                    </a:lnTo>
                    <a:lnTo>
                      <a:pt x="1691" y="1299"/>
                    </a:lnTo>
                    <a:lnTo>
                      <a:pt x="1607" y="870"/>
                    </a:lnTo>
                    <a:lnTo>
                      <a:pt x="0" y="1"/>
                    </a:lnTo>
                    <a:close/>
                    <a:moveTo>
                      <a:pt x="3358" y="1822"/>
                    </a:moveTo>
                    <a:lnTo>
                      <a:pt x="2858" y="1918"/>
                    </a:lnTo>
                    <a:lnTo>
                      <a:pt x="3012" y="2370"/>
                    </a:lnTo>
                    <a:lnTo>
                      <a:pt x="4524" y="3013"/>
                    </a:lnTo>
                    <a:lnTo>
                      <a:pt x="3358" y="1822"/>
                    </a:lnTo>
                    <a:close/>
                    <a:moveTo>
                      <a:pt x="1369" y="1715"/>
                    </a:moveTo>
                    <a:lnTo>
                      <a:pt x="167" y="3120"/>
                    </a:lnTo>
                    <a:lnTo>
                      <a:pt x="1965" y="2156"/>
                    </a:lnTo>
                    <a:lnTo>
                      <a:pt x="1893" y="1787"/>
                    </a:lnTo>
                    <a:lnTo>
                      <a:pt x="1369" y="1715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6" name="Google Shape;536;p37"/>
              <p:cNvSpPr/>
              <p:nvPr/>
            </p:nvSpPr>
            <p:spPr>
              <a:xfrm>
                <a:off x="1668650" y="6739313"/>
                <a:ext cx="169375" cy="107950"/>
              </a:xfrm>
              <a:custGeom>
                <a:rect b="b" l="l" r="r" t="t"/>
                <a:pathLst>
                  <a:path extrusionOk="0" h="4318" w="6775">
                    <a:moveTo>
                      <a:pt x="3689" y="0"/>
                    </a:moveTo>
                    <a:cubicBezTo>
                      <a:pt x="2372" y="0"/>
                      <a:pt x="1374" y="547"/>
                      <a:pt x="1358" y="555"/>
                    </a:cubicBezTo>
                    <a:lnTo>
                      <a:pt x="1417" y="650"/>
                    </a:lnTo>
                    <a:cubicBezTo>
                      <a:pt x="1425" y="650"/>
                      <a:pt x="2398" y="117"/>
                      <a:pt x="3685" y="117"/>
                    </a:cubicBezTo>
                    <a:cubicBezTo>
                      <a:pt x="4213" y="117"/>
                      <a:pt x="4793" y="207"/>
                      <a:pt x="5382" y="460"/>
                    </a:cubicBezTo>
                    <a:lnTo>
                      <a:pt x="5429" y="353"/>
                    </a:lnTo>
                    <a:cubicBezTo>
                      <a:pt x="4826" y="92"/>
                      <a:pt x="4230" y="0"/>
                      <a:pt x="3689" y="0"/>
                    </a:cubicBezTo>
                    <a:close/>
                    <a:moveTo>
                      <a:pt x="5846" y="615"/>
                    </a:moveTo>
                    <a:lnTo>
                      <a:pt x="5799" y="722"/>
                    </a:lnTo>
                    <a:cubicBezTo>
                      <a:pt x="6251" y="936"/>
                      <a:pt x="6501" y="1210"/>
                      <a:pt x="6537" y="1543"/>
                    </a:cubicBezTo>
                    <a:cubicBezTo>
                      <a:pt x="6644" y="2377"/>
                      <a:pt x="5489" y="3341"/>
                      <a:pt x="5477" y="3353"/>
                    </a:cubicBezTo>
                    <a:lnTo>
                      <a:pt x="5549" y="3448"/>
                    </a:lnTo>
                    <a:cubicBezTo>
                      <a:pt x="5596" y="3401"/>
                      <a:pt x="6775" y="2424"/>
                      <a:pt x="6656" y="1531"/>
                    </a:cubicBezTo>
                    <a:cubicBezTo>
                      <a:pt x="6608" y="1150"/>
                      <a:pt x="6334" y="841"/>
                      <a:pt x="5846" y="615"/>
                    </a:cubicBezTo>
                    <a:close/>
                    <a:moveTo>
                      <a:pt x="655" y="1138"/>
                    </a:moveTo>
                    <a:cubicBezTo>
                      <a:pt x="631" y="1162"/>
                      <a:pt x="0" y="1817"/>
                      <a:pt x="48" y="2603"/>
                    </a:cubicBezTo>
                    <a:cubicBezTo>
                      <a:pt x="72" y="3020"/>
                      <a:pt x="274" y="3389"/>
                      <a:pt x="667" y="3710"/>
                    </a:cubicBezTo>
                    <a:lnTo>
                      <a:pt x="738" y="3615"/>
                    </a:lnTo>
                    <a:cubicBezTo>
                      <a:pt x="381" y="3317"/>
                      <a:pt x="179" y="2972"/>
                      <a:pt x="167" y="2591"/>
                    </a:cubicBezTo>
                    <a:cubicBezTo>
                      <a:pt x="119" y="1865"/>
                      <a:pt x="726" y="1222"/>
                      <a:pt x="738" y="1222"/>
                    </a:cubicBezTo>
                    <a:lnTo>
                      <a:pt x="655" y="1138"/>
                    </a:lnTo>
                    <a:close/>
                    <a:moveTo>
                      <a:pt x="4882" y="3782"/>
                    </a:moveTo>
                    <a:cubicBezTo>
                      <a:pt x="4344" y="4105"/>
                      <a:pt x="3718" y="4205"/>
                      <a:pt x="3148" y="4205"/>
                    </a:cubicBezTo>
                    <a:cubicBezTo>
                      <a:pt x="2228" y="4205"/>
                      <a:pt x="1456" y="3944"/>
                      <a:pt x="1441" y="3936"/>
                    </a:cubicBezTo>
                    <a:lnTo>
                      <a:pt x="1405" y="4044"/>
                    </a:lnTo>
                    <a:cubicBezTo>
                      <a:pt x="1417" y="4055"/>
                      <a:pt x="2203" y="4317"/>
                      <a:pt x="3143" y="4317"/>
                    </a:cubicBezTo>
                    <a:cubicBezTo>
                      <a:pt x="3727" y="4317"/>
                      <a:pt x="4382" y="4222"/>
                      <a:pt x="4941" y="3877"/>
                    </a:cubicBezTo>
                    <a:lnTo>
                      <a:pt x="4882" y="378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7" name="Google Shape;537;p37"/>
              <p:cNvSpPr/>
              <p:nvPr/>
            </p:nvSpPr>
            <p:spPr>
              <a:xfrm>
                <a:off x="1624875" y="6771038"/>
                <a:ext cx="247400" cy="88725"/>
              </a:xfrm>
              <a:custGeom>
                <a:rect b="b" l="l" r="r" t="t"/>
                <a:pathLst>
                  <a:path extrusionOk="0" h="3549" w="9896">
                    <a:moveTo>
                      <a:pt x="9788" y="0"/>
                    </a:moveTo>
                    <a:cubicBezTo>
                      <a:pt x="8800" y="1751"/>
                      <a:pt x="7478" y="2846"/>
                      <a:pt x="5871" y="3251"/>
                    </a:cubicBezTo>
                    <a:cubicBezTo>
                      <a:pt x="5376" y="3377"/>
                      <a:pt x="4881" y="3430"/>
                      <a:pt x="4401" y="3430"/>
                    </a:cubicBezTo>
                    <a:cubicBezTo>
                      <a:pt x="2075" y="3430"/>
                      <a:pt x="90" y="2199"/>
                      <a:pt x="61" y="2179"/>
                    </a:cubicBezTo>
                    <a:lnTo>
                      <a:pt x="1" y="2286"/>
                    </a:lnTo>
                    <a:cubicBezTo>
                      <a:pt x="25" y="2298"/>
                      <a:pt x="2049" y="3548"/>
                      <a:pt x="4418" y="3548"/>
                    </a:cubicBezTo>
                    <a:cubicBezTo>
                      <a:pt x="4906" y="3548"/>
                      <a:pt x="5406" y="3489"/>
                      <a:pt x="5906" y="3370"/>
                    </a:cubicBezTo>
                    <a:cubicBezTo>
                      <a:pt x="7538" y="2953"/>
                      <a:pt x="8883" y="1846"/>
                      <a:pt x="9895" y="60"/>
                    </a:cubicBezTo>
                    <a:lnTo>
                      <a:pt x="9788" y="0"/>
                    </a:lnTo>
                    <a:close/>
                  </a:path>
                </a:pathLst>
              </a:custGeom>
              <a:solidFill>
                <a:srgbClr val="FFB31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8" name="Google Shape;538;p37"/>
              <p:cNvSpPr/>
              <p:nvPr/>
            </p:nvSpPr>
            <p:spPr>
              <a:xfrm>
                <a:off x="1643925" y="6857813"/>
                <a:ext cx="30100" cy="19675"/>
              </a:xfrm>
              <a:custGeom>
                <a:rect b="b" l="l" r="r" t="t"/>
                <a:pathLst>
                  <a:path extrusionOk="0" h="787" w="1204">
                    <a:moveTo>
                      <a:pt x="460" y="0"/>
                    </a:moveTo>
                    <a:cubicBezTo>
                      <a:pt x="268" y="0"/>
                      <a:pt x="111" y="78"/>
                      <a:pt x="61" y="220"/>
                    </a:cubicBezTo>
                    <a:cubicBezTo>
                      <a:pt x="1" y="411"/>
                      <a:pt x="191" y="649"/>
                      <a:pt x="489" y="744"/>
                    </a:cubicBezTo>
                    <a:cubicBezTo>
                      <a:pt x="574" y="773"/>
                      <a:pt x="661" y="786"/>
                      <a:pt x="741" y="786"/>
                    </a:cubicBezTo>
                    <a:cubicBezTo>
                      <a:pt x="931" y="786"/>
                      <a:pt x="1090" y="711"/>
                      <a:pt x="1132" y="578"/>
                    </a:cubicBezTo>
                    <a:cubicBezTo>
                      <a:pt x="1204" y="387"/>
                      <a:pt x="1013" y="149"/>
                      <a:pt x="715" y="42"/>
                    </a:cubicBezTo>
                    <a:cubicBezTo>
                      <a:pt x="628" y="14"/>
                      <a:pt x="541" y="0"/>
                      <a:pt x="46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9" name="Google Shape;539;p37"/>
              <p:cNvSpPr/>
              <p:nvPr/>
            </p:nvSpPr>
            <p:spPr>
              <a:xfrm>
                <a:off x="1696025" y="6871588"/>
                <a:ext cx="25325" cy="16200"/>
              </a:xfrm>
              <a:custGeom>
                <a:rect b="b" l="l" r="r" t="t"/>
                <a:pathLst>
                  <a:path extrusionOk="0" h="648" w="1013">
                    <a:moveTo>
                      <a:pt x="377" y="1"/>
                    </a:moveTo>
                    <a:cubicBezTo>
                      <a:pt x="216" y="1"/>
                      <a:pt x="89" y="62"/>
                      <a:pt x="48" y="169"/>
                    </a:cubicBezTo>
                    <a:cubicBezTo>
                      <a:pt x="1" y="324"/>
                      <a:pt x="155" y="527"/>
                      <a:pt x="417" y="610"/>
                    </a:cubicBezTo>
                    <a:cubicBezTo>
                      <a:pt x="494" y="636"/>
                      <a:pt x="571" y="648"/>
                      <a:pt x="642" y="648"/>
                    </a:cubicBezTo>
                    <a:cubicBezTo>
                      <a:pt x="802" y="648"/>
                      <a:pt x="932" y="586"/>
                      <a:pt x="965" y="479"/>
                    </a:cubicBezTo>
                    <a:cubicBezTo>
                      <a:pt x="1013" y="324"/>
                      <a:pt x="858" y="122"/>
                      <a:pt x="608" y="38"/>
                    </a:cubicBezTo>
                    <a:cubicBezTo>
                      <a:pt x="527" y="13"/>
                      <a:pt x="449" y="1"/>
                      <a:pt x="3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0" name="Google Shape;540;p37"/>
              <p:cNvSpPr/>
              <p:nvPr/>
            </p:nvSpPr>
            <p:spPr>
              <a:xfrm>
                <a:off x="1752575" y="6870788"/>
                <a:ext cx="27125" cy="18000"/>
              </a:xfrm>
              <a:custGeom>
                <a:rect b="b" l="l" r="r" t="t"/>
                <a:pathLst>
                  <a:path extrusionOk="0" h="720" w="1085">
                    <a:moveTo>
                      <a:pt x="427" y="0"/>
                    </a:moveTo>
                    <a:cubicBezTo>
                      <a:pt x="250" y="0"/>
                      <a:pt x="103" y="73"/>
                      <a:pt x="60" y="201"/>
                    </a:cubicBezTo>
                    <a:cubicBezTo>
                      <a:pt x="1" y="380"/>
                      <a:pt x="167" y="594"/>
                      <a:pt x="429" y="678"/>
                    </a:cubicBezTo>
                    <a:cubicBezTo>
                      <a:pt x="512" y="706"/>
                      <a:pt x="594" y="720"/>
                      <a:pt x="669" y="720"/>
                    </a:cubicBezTo>
                    <a:cubicBezTo>
                      <a:pt x="843" y="720"/>
                      <a:pt x="983" y="648"/>
                      <a:pt x="1025" y="523"/>
                    </a:cubicBezTo>
                    <a:cubicBezTo>
                      <a:pt x="1084" y="344"/>
                      <a:pt x="918" y="130"/>
                      <a:pt x="644" y="35"/>
                    </a:cubicBezTo>
                    <a:cubicBezTo>
                      <a:pt x="570" y="11"/>
                      <a:pt x="496" y="0"/>
                      <a:pt x="42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1" name="Google Shape;541;p37"/>
              <p:cNvSpPr/>
              <p:nvPr/>
            </p:nvSpPr>
            <p:spPr>
              <a:xfrm>
                <a:off x="1804675" y="6855538"/>
                <a:ext cx="18775" cy="12600"/>
              </a:xfrm>
              <a:custGeom>
                <a:rect b="b" l="l" r="r" t="t"/>
                <a:pathLst>
                  <a:path extrusionOk="0" h="504" w="751">
                    <a:moveTo>
                      <a:pt x="300" y="0"/>
                    </a:moveTo>
                    <a:cubicBezTo>
                      <a:pt x="178" y="0"/>
                      <a:pt x="73" y="51"/>
                      <a:pt x="48" y="145"/>
                    </a:cubicBezTo>
                    <a:cubicBezTo>
                      <a:pt x="0" y="264"/>
                      <a:pt x="119" y="419"/>
                      <a:pt x="298" y="478"/>
                    </a:cubicBezTo>
                    <a:cubicBezTo>
                      <a:pt x="353" y="495"/>
                      <a:pt x="406" y="503"/>
                      <a:pt x="456" y="503"/>
                    </a:cubicBezTo>
                    <a:cubicBezTo>
                      <a:pt x="580" y="503"/>
                      <a:pt x="681" y="452"/>
                      <a:pt x="715" y="359"/>
                    </a:cubicBezTo>
                    <a:cubicBezTo>
                      <a:pt x="750" y="240"/>
                      <a:pt x="643" y="85"/>
                      <a:pt x="453" y="26"/>
                    </a:cubicBezTo>
                    <a:cubicBezTo>
                      <a:pt x="402" y="9"/>
                      <a:pt x="349" y="0"/>
                      <a:pt x="3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2" name="Google Shape;542;p37"/>
              <p:cNvSpPr/>
              <p:nvPr/>
            </p:nvSpPr>
            <p:spPr>
              <a:xfrm>
                <a:off x="1838300" y="6828688"/>
                <a:ext cx="22050" cy="16275"/>
              </a:xfrm>
              <a:custGeom>
                <a:rect b="b" l="l" r="r" t="t"/>
                <a:pathLst>
                  <a:path extrusionOk="0" h="651" w="882">
                    <a:moveTo>
                      <a:pt x="371" y="0"/>
                    </a:moveTo>
                    <a:cubicBezTo>
                      <a:pt x="221" y="0"/>
                      <a:pt x="92" y="72"/>
                      <a:pt x="48" y="195"/>
                    </a:cubicBezTo>
                    <a:cubicBezTo>
                      <a:pt x="1" y="361"/>
                      <a:pt x="120" y="552"/>
                      <a:pt x="334" y="623"/>
                    </a:cubicBezTo>
                    <a:cubicBezTo>
                      <a:pt x="390" y="642"/>
                      <a:pt x="446" y="651"/>
                      <a:pt x="499" y="651"/>
                    </a:cubicBezTo>
                    <a:cubicBezTo>
                      <a:pt x="650" y="651"/>
                      <a:pt x="778" y="580"/>
                      <a:pt x="822" y="457"/>
                    </a:cubicBezTo>
                    <a:cubicBezTo>
                      <a:pt x="882" y="290"/>
                      <a:pt x="751" y="99"/>
                      <a:pt x="537" y="28"/>
                    </a:cubicBezTo>
                    <a:cubicBezTo>
                      <a:pt x="481" y="9"/>
                      <a:pt x="424" y="0"/>
                      <a:pt x="37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3" name="Google Shape;543;p37"/>
              <p:cNvSpPr/>
              <p:nvPr/>
            </p:nvSpPr>
            <p:spPr>
              <a:xfrm>
                <a:off x="1847825" y="6523088"/>
                <a:ext cx="175950" cy="216725"/>
              </a:xfrm>
              <a:custGeom>
                <a:rect b="b" l="l" r="r" t="t"/>
                <a:pathLst>
                  <a:path extrusionOk="0" h="8669" w="7038">
                    <a:moveTo>
                      <a:pt x="3037" y="1"/>
                    </a:moveTo>
                    <a:lnTo>
                      <a:pt x="2977" y="108"/>
                    </a:lnTo>
                    <a:cubicBezTo>
                      <a:pt x="5156" y="1286"/>
                      <a:pt x="6275" y="3525"/>
                      <a:pt x="5644" y="5430"/>
                    </a:cubicBezTo>
                    <a:cubicBezTo>
                      <a:pt x="5076" y="7115"/>
                      <a:pt x="3321" y="8158"/>
                      <a:pt x="1248" y="8158"/>
                    </a:cubicBezTo>
                    <a:cubicBezTo>
                      <a:pt x="846" y="8158"/>
                      <a:pt x="432" y="8118"/>
                      <a:pt x="13" y="8037"/>
                    </a:cubicBezTo>
                    <a:lnTo>
                      <a:pt x="1" y="8144"/>
                    </a:lnTo>
                    <a:cubicBezTo>
                      <a:pt x="429" y="8240"/>
                      <a:pt x="858" y="8275"/>
                      <a:pt x="1263" y="8275"/>
                    </a:cubicBezTo>
                    <a:cubicBezTo>
                      <a:pt x="1406" y="8275"/>
                      <a:pt x="1537" y="8275"/>
                      <a:pt x="1668" y="8263"/>
                    </a:cubicBezTo>
                    <a:lnTo>
                      <a:pt x="2311" y="8668"/>
                    </a:lnTo>
                    <a:lnTo>
                      <a:pt x="2370" y="8573"/>
                    </a:lnTo>
                    <a:lnTo>
                      <a:pt x="1858" y="8252"/>
                    </a:lnTo>
                    <a:cubicBezTo>
                      <a:pt x="2370" y="8192"/>
                      <a:pt x="2858" y="8085"/>
                      <a:pt x="3311" y="7906"/>
                    </a:cubicBezTo>
                    <a:lnTo>
                      <a:pt x="3846" y="8442"/>
                    </a:lnTo>
                    <a:lnTo>
                      <a:pt x="3930" y="8359"/>
                    </a:lnTo>
                    <a:lnTo>
                      <a:pt x="3430" y="7859"/>
                    </a:lnTo>
                    <a:cubicBezTo>
                      <a:pt x="3811" y="7704"/>
                      <a:pt x="4156" y="7501"/>
                      <a:pt x="4466" y="7251"/>
                    </a:cubicBezTo>
                    <a:lnTo>
                      <a:pt x="5228" y="7918"/>
                    </a:lnTo>
                    <a:lnTo>
                      <a:pt x="5311" y="7835"/>
                    </a:lnTo>
                    <a:lnTo>
                      <a:pt x="4561" y="7180"/>
                    </a:lnTo>
                    <a:cubicBezTo>
                      <a:pt x="4847" y="6942"/>
                      <a:pt x="5097" y="6668"/>
                      <a:pt x="5311" y="6370"/>
                    </a:cubicBezTo>
                    <a:lnTo>
                      <a:pt x="6311" y="6978"/>
                    </a:lnTo>
                    <a:lnTo>
                      <a:pt x="6371" y="6882"/>
                    </a:lnTo>
                    <a:lnTo>
                      <a:pt x="5370" y="6263"/>
                    </a:lnTo>
                    <a:cubicBezTo>
                      <a:pt x="5525" y="6013"/>
                      <a:pt x="5656" y="5751"/>
                      <a:pt x="5751" y="5465"/>
                    </a:cubicBezTo>
                    <a:cubicBezTo>
                      <a:pt x="5799" y="5323"/>
                      <a:pt x="5835" y="5180"/>
                      <a:pt x="5871" y="5037"/>
                    </a:cubicBezTo>
                    <a:lnTo>
                      <a:pt x="6978" y="5585"/>
                    </a:lnTo>
                    <a:lnTo>
                      <a:pt x="7037" y="5477"/>
                    </a:lnTo>
                    <a:lnTo>
                      <a:pt x="5882" y="4918"/>
                    </a:lnTo>
                    <a:cubicBezTo>
                      <a:pt x="5978" y="4370"/>
                      <a:pt x="5942" y="3822"/>
                      <a:pt x="5787" y="3275"/>
                    </a:cubicBezTo>
                    <a:lnTo>
                      <a:pt x="5787" y="3275"/>
                    </a:lnTo>
                    <a:lnTo>
                      <a:pt x="6835" y="3572"/>
                    </a:lnTo>
                    <a:lnTo>
                      <a:pt x="6859" y="3465"/>
                    </a:lnTo>
                    <a:lnTo>
                      <a:pt x="5751" y="3144"/>
                    </a:lnTo>
                    <a:cubicBezTo>
                      <a:pt x="5609" y="2668"/>
                      <a:pt x="5370" y="2203"/>
                      <a:pt x="5073" y="1775"/>
                    </a:cubicBezTo>
                    <a:lnTo>
                      <a:pt x="5073" y="1775"/>
                    </a:lnTo>
                    <a:lnTo>
                      <a:pt x="6002" y="2072"/>
                    </a:lnTo>
                    <a:lnTo>
                      <a:pt x="6037" y="1965"/>
                    </a:lnTo>
                    <a:lnTo>
                      <a:pt x="4954" y="1620"/>
                    </a:lnTo>
                    <a:cubicBezTo>
                      <a:pt x="4466" y="989"/>
                      <a:pt x="3823" y="429"/>
                      <a:pt x="303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544" name="Google Shape;544;p37"/>
          <p:cNvGrpSpPr/>
          <p:nvPr/>
        </p:nvGrpSpPr>
        <p:grpSpPr>
          <a:xfrm>
            <a:off x="249940" y="4242083"/>
            <a:ext cx="789682" cy="723827"/>
            <a:chOff x="249940" y="4242083"/>
            <a:chExt cx="789682" cy="723827"/>
          </a:xfrm>
        </p:grpSpPr>
        <p:sp>
          <p:nvSpPr>
            <p:cNvPr id="545" name="Google Shape;545;p37"/>
            <p:cNvSpPr/>
            <p:nvPr/>
          </p:nvSpPr>
          <p:spPr>
            <a:xfrm>
              <a:off x="389475" y="4862400"/>
              <a:ext cx="258300" cy="103500"/>
            </a:xfrm>
            <a:prstGeom prst="ellipse">
              <a:avLst/>
            </a:prstGeom>
            <a:solidFill>
              <a:srgbClr val="033342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37"/>
            <p:cNvSpPr/>
            <p:nvPr/>
          </p:nvSpPr>
          <p:spPr>
            <a:xfrm>
              <a:off x="720000" y="4627825"/>
              <a:ext cx="258300" cy="103500"/>
            </a:xfrm>
            <a:prstGeom prst="ellipse">
              <a:avLst/>
            </a:prstGeom>
            <a:solidFill>
              <a:srgbClr val="033342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47" name="Google Shape;547;p37"/>
            <p:cNvGrpSpPr/>
            <p:nvPr/>
          </p:nvGrpSpPr>
          <p:grpSpPr>
            <a:xfrm flipH="1">
              <a:off x="249940" y="4242083"/>
              <a:ext cx="789682" cy="723827"/>
              <a:chOff x="4896425" y="6632275"/>
              <a:chExt cx="319425" cy="279125"/>
            </a:xfrm>
          </p:grpSpPr>
          <p:sp>
            <p:nvSpPr>
              <p:cNvPr id="548" name="Google Shape;548;p37"/>
              <p:cNvSpPr/>
              <p:nvPr/>
            </p:nvSpPr>
            <p:spPr>
              <a:xfrm>
                <a:off x="5083950" y="6632275"/>
                <a:ext cx="46175" cy="31500"/>
              </a:xfrm>
              <a:custGeom>
                <a:rect b="b" l="l" r="r" t="t"/>
                <a:pathLst>
                  <a:path extrusionOk="0" h="1260" w="1847">
                    <a:moveTo>
                      <a:pt x="461" y="0"/>
                    </a:moveTo>
                    <a:cubicBezTo>
                      <a:pt x="367" y="0"/>
                      <a:pt x="310" y="10"/>
                      <a:pt x="310" y="10"/>
                    </a:cubicBezTo>
                    <a:lnTo>
                      <a:pt x="1" y="617"/>
                    </a:lnTo>
                    <a:lnTo>
                      <a:pt x="1191" y="1260"/>
                    </a:lnTo>
                    <a:lnTo>
                      <a:pt x="1846" y="795"/>
                    </a:lnTo>
                    <a:cubicBezTo>
                      <a:pt x="1380" y="88"/>
                      <a:pt x="746" y="0"/>
                      <a:pt x="4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9" name="Google Shape;549;p37"/>
              <p:cNvSpPr/>
              <p:nvPr/>
            </p:nvSpPr>
            <p:spPr>
              <a:xfrm>
                <a:off x="5172075" y="6684900"/>
                <a:ext cx="39600" cy="37825"/>
              </a:xfrm>
              <a:custGeom>
                <a:rect b="b" l="l" r="r" t="t"/>
                <a:pathLst>
                  <a:path extrusionOk="0" h="1513" w="1584">
                    <a:moveTo>
                      <a:pt x="548" y="0"/>
                    </a:moveTo>
                    <a:lnTo>
                      <a:pt x="0" y="405"/>
                    </a:lnTo>
                    <a:lnTo>
                      <a:pt x="786" y="1512"/>
                    </a:lnTo>
                    <a:lnTo>
                      <a:pt x="1584" y="1393"/>
                    </a:lnTo>
                    <a:cubicBezTo>
                      <a:pt x="1441" y="274"/>
                      <a:pt x="548" y="0"/>
                      <a:pt x="54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0" name="Google Shape;550;p37"/>
              <p:cNvSpPr/>
              <p:nvPr/>
            </p:nvSpPr>
            <p:spPr>
              <a:xfrm>
                <a:off x="4896425" y="6635175"/>
                <a:ext cx="319425" cy="276225"/>
              </a:xfrm>
              <a:custGeom>
                <a:rect b="b" l="l" r="r" t="t"/>
                <a:pathLst>
                  <a:path extrusionOk="0" h="11049" w="12777">
                    <a:moveTo>
                      <a:pt x="6573" y="1"/>
                    </a:moveTo>
                    <a:lnTo>
                      <a:pt x="1" y="4442"/>
                    </a:lnTo>
                    <a:cubicBezTo>
                      <a:pt x="346" y="7088"/>
                      <a:pt x="2248" y="7133"/>
                      <a:pt x="2375" y="7133"/>
                    </a:cubicBezTo>
                    <a:cubicBezTo>
                      <a:pt x="2380" y="7133"/>
                      <a:pt x="2382" y="7133"/>
                      <a:pt x="2382" y="7133"/>
                    </a:cubicBezTo>
                    <a:lnTo>
                      <a:pt x="5490" y="4061"/>
                    </a:lnTo>
                    <a:cubicBezTo>
                      <a:pt x="6311" y="4073"/>
                      <a:pt x="7454" y="4406"/>
                      <a:pt x="8299" y="5930"/>
                    </a:cubicBezTo>
                    <a:lnTo>
                      <a:pt x="5537" y="8728"/>
                    </a:lnTo>
                    <a:cubicBezTo>
                      <a:pt x="6093" y="10805"/>
                      <a:pt x="7534" y="11049"/>
                      <a:pt x="8180" y="11049"/>
                    </a:cubicBezTo>
                    <a:cubicBezTo>
                      <a:pt x="8378" y="11049"/>
                      <a:pt x="8502" y="11026"/>
                      <a:pt x="8502" y="11026"/>
                    </a:cubicBezTo>
                    <a:lnTo>
                      <a:pt x="12776" y="4906"/>
                    </a:lnTo>
                    <a:cubicBezTo>
                      <a:pt x="11836" y="822"/>
                      <a:pt x="6573" y="1"/>
                      <a:pt x="657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1" name="Google Shape;551;p37"/>
              <p:cNvSpPr/>
              <p:nvPr/>
            </p:nvSpPr>
            <p:spPr>
              <a:xfrm>
                <a:off x="4902100" y="6738800"/>
                <a:ext cx="69950" cy="68950"/>
              </a:xfrm>
              <a:custGeom>
                <a:rect b="b" l="l" r="r" t="t"/>
                <a:pathLst>
                  <a:path extrusionOk="0" h="2758" w="2798">
                    <a:moveTo>
                      <a:pt x="870" y="0"/>
                    </a:moveTo>
                    <a:cubicBezTo>
                      <a:pt x="704" y="0"/>
                      <a:pt x="552" y="46"/>
                      <a:pt x="429" y="142"/>
                    </a:cubicBezTo>
                    <a:cubicBezTo>
                      <a:pt x="0" y="475"/>
                      <a:pt x="83" y="1309"/>
                      <a:pt x="619" y="1987"/>
                    </a:cubicBezTo>
                    <a:cubicBezTo>
                      <a:pt x="1003" y="2473"/>
                      <a:pt x="1515" y="2758"/>
                      <a:pt x="1932" y="2758"/>
                    </a:cubicBezTo>
                    <a:cubicBezTo>
                      <a:pt x="2097" y="2758"/>
                      <a:pt x="2248" y="2713"/>
                      <a:pt x="2369" y="2618"/>
                    </a:cubicBezTo>
                    <a:cubicBezTo>
                      <a:pt x="2798" y="2273"/>
                      <a:pt x="2703" y="1452"/>
                      <a:pt x="2167" y="773"/>
                    </a:cubicBezTo>
                    <a:cubicBezTo>
                      <a:pt x="1785" y="281"/>
                      <a:pt x="1283" y="0"/>
                      <a:pt x="87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2" name="Google Shape;552;p37"/>
              <p:cNvSpPr/>
              <p:nvPr/>
            </p:nvSpPr>
            <p:spPr>
              <a:xfrm>
                <a:off x="5038725" y="6840600"/>
                <a:ext cx="77700" cy="65750"/>
              </a:xfrm>
              <a:custGeom>
                <a:rect b="b" l="l" r="r" t="t"/>
                <a:pathLst>
                  <a:path extrusionOk="0" h="2630" w="3108">
                    <a:moveTo>
                      <a:pt x="967" y="0"/>
                    </a:moveTo>
                    <a:cubicBezTo>
                      <a:pt x="731" y="0"/>
                      <a:pt x="524" y="73"/>
                      <a:pt x="381" y="225"/>
                    </a:cubicBezTo>
                    <a:cubicBezTo>
                      <a:pt x="0" y="630"/>
                      <a:pt x="214" y="1452"/>
                      <a:pt x="869" y="2047"/>
                    </a:cubicBezTo>
                    <a:cubicBezTo>
                      <a:pt x="1271" y="2426"/>
                      <a:pt x="1747" y="2629"/>
                      <a:pt x="2141" y="2629"/>
                    </a:cubicBezTo>
                    <a:cubicBezTo>
                      <a:pt x="2377" y="2629"/>
                      <a:pt x="2584" y="2556"/>
                      <a:pt x="2727" y="2404"/>
                    </a:cubicBezTo>
                    <a:cubicBezTo>
                      <a:pt x="3108" y="1999"/>
                      <a:pt x="2881" y="1178"/>
                      <a:pt x="2238" y="582"/>
                    </a:cubicBezTo>
                    <a:cubicBezTo>
                      <a:pt x="1837" y="203"/>
                      <a:pt x="1361" y="0"/>
                      <a:pt x="96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3" name="Google Shape;553;p37"/>
              <p:cNvSpPr/>
              <p:nvPr/>
            </p:nvSpPr>
            <p:spPr>
              <a:xfrm>
                <a:off x="4924700" y="6640250"/>
                <a:ext cx="284000" cy="247075"/>
              </a:xfrm>
              <a:custGeom>
                <a:rect b="b" l="l" r="r" t="t"/>
                <a:pathLst>
                  <a:path extrusionOk="0" h="9883" w="11360">
                    <a:moveTo>
                      <a:pt x="6287" y="3298"/>
                    </a:moveTo>
                    <a:cubicBezTo>
                      <a:pt x="6192" y="3298"/>
                      <a:pt x="6121" y="3453"/>
                      <a:pt x="6121" y="3655"/>
                    </a:cubicBezTo>
                    <a:cubicBezTo>
                      <a:pt x="6121" y="3846"/>
                      <a:pt x="6192" y="4013"/>
                      <a:pt x="6287" y="4013"/>
                    </a:cubicBezTo>
                    <a:cubicBezTo>
                      <a:pt x="6371" y="4013"/>
                      <a:pt x="6454" y="3846"/>
                      <a:pt x="6454" y="3655"/>
                    </a:cubicBezTo>
                    <a:cubicBezTo>
                      <a:pt x="6454" y="3453"/>
                      <a:pt x="6371" y="3298"/>
                      <a:pt x="6287" y="3298"/>
                    </a:cubicBezTo>
                    <a:close/>
                    <a:moveTo>
                      <a:pt x="6264" y="2893"/>
                    </a:moveTo>
                    <a:cubicBezTo>
                      <a:pt x="6454" y="2893"/>
                      <a:pt x="6621" y="3215"/>
                      <a:pt x="6621" y="3584"/>
                    </a:cubicBezTo>
                    <a:cubicBezTo>
                      <a:pt x="6621" y="3965"/>
                      <a:pt x="6454" y="4274"/>
                      <a:pt x="6264" y="4274"/>
                    </a:cubicBezTo>
                    <a:cubicBezTo>
                      <a:pt x="6061" y="4274"/>
                      <a:pt x="5906" y="3965"/>
                      <a:pt x="5906" y="3584"/>
                    </a:cubicBezTo>
                    <a:cubicBezTo>
                      <a:pt x="5906" y="3215"/>
                      <a:pt x="6061" y="2893"/>
                      <a:pt x="6264" y="2893"/>
                    </a:cubicBezTo>
                    <a:close/>
                    <a:moveTo>
                      <a:pt x="6264" y="2798"/>
                    </a:moveTo>
                    <a:cubicBezTo>
                      <a:pt x="6002" y="2798"/>
                      <a:pt x="5799" y="3143"/>
                      <a:pt x="5799" y="3584"/>
                    </a:cubicBezTo>
                    <a:cubicBezTo>
                      <a:pt x="5799" y="4024"/>
                      <a:pt x="6002" y="4382"/>
                      <a:pt x="6264" y="4382"/>
                    </a:cubicBezTo>
                    <a:cubicBezTo>
                      <a:pt x="6514" y="4382"/>
                      <a:pt x="6716" y="4036"/>
                      <a:pt x="6716" y="3584"/>
                    </a:cubicBezTo>
                    <a:cubicBezTo>
                      <a:pt x="6716" y="3143"/>
                      <a:pt x="6514" y="2798"/>
                      <a:pt x="6264" y="2798"/>
                    </a:cubicBezTo>
                    <a:close/>
                    <a:moveTo>
                      <a:pt x="5061" y="0"/>
                    </a:moveTo>
                    <a:lnTo>
                      <a:pt x="5049" y="107"/>
                    </a:lnTo>
                    <a:cubicBezTo>
                      <a:pt x="5109" y="107"/>
                      <a:pt x="10645" y="834"/>
                      <a:pt x="11264" y="5191"/>
                    </a:cubicBezTo>
                    <a:lnTo>
                      <a:pt x="11359" y="5167"/>
                    </a:lnTo>
                    <a:cubicBezTo>
                      <a:pt x="10728" y="750"/>
                      <a:pt x="5121" y="12"/>
                      <a:pt x="5061" y="0"/>
                    </a:cubicBezTo>
                    <a:close/>
                    <a:moveTo>
                      <a:pt x="3015" y="1619"/>
                    </a:moveTo>
                    <a:cubicBezTo>
                      <a:pt x="2984" y="1619"/>
                      <a:pt x="2967" y="1619"/>
                      <a:pt x="2966" y="1619"/>
                    </a:cubicBezTo>
                    <a:lnTo>
                      <a:pt x="2966" y="1715"/>
                    </a:lnTo>
                    <a:cubicBezTo>
                      <a:pt x="2968" y="1715"/>
                      <a:pt x="2981" y="1714"/>
                      <a:pt x="3003" y="1714"/>
                    </a:cubicBezTo>
                    <a:cubicBezTo>
                      <a:pt x="3480" y="1714"/>
                      <a:pt x="8310" y="1823"/>
                      <a:pt x="10038" y="6596"/>
                    </a:cubicBezTo>
                    <a:lnTo>
                      <a:pt x="10133" y="6572"/>
                    </a:lnTo>
                    <a:cubicBezTo>
                      <a:pt x="9181" y="3917"/>
                      <a:pt x="7276" y="2715"/>
                      <a:pt x="5859" y="2167"/>
                    </a:cubicBezTo>
                    <a:cubicBezTo>
                      <a:pt x="4480" y="1647"/>
                      <a:pt x="3271" y="1619"/>
                      <a:pt x="3015" y="1619"/>
                    </a:cubicBezTo>
                    <a:close/>
                    <a:moveTo>
                      <a:pt x="275" y="3395"/>
                    </a:moveTo>
                    <a:cubicBezTo>
                      <a:pt x="117" y="3395"/>
                      <a:pt x="13" y="3413"/>
                      <a:pt x="1" y="3417"/>
                    </a:cubicBezTo>
                    <a:lnTo>
                      <a:pt x="25" y="3512"/>
                    </a:lnTo>
                    <a:cubicBezTo>
                      <a:pt x="25" y="3512"/>
                      <a:pt x="116" y="3497"/>
                      <a:pt x="261" y="3497"/>
                    </a:cubicBezTo>
                    <a:cubicBezTo>
                      <a:pt x="544" y="3497"/>
                      <a:pt x="1032" y="3555"/>
                      <a:pt x="1442" y="3893"/>
                    </a:cubicBezTo>
                    <a:cubicBezTo>
                      <a:pt x="1918" y="4298"/>
                      <a:pt x="2168" y="4989"/>
                      <a:pt x="2168" y="5941"/>
                    </a:cubicBezTo>
                    <a:lnTo>
                      <a:pt x="1215" y="6894"/>
                    </a:lnTo>
                    <a:lnTo>
                      <a:pt x="1287" y="6965"/>
                    </a:lnTo>
                    <a:lnTo>
                      <a:pt x="4394" y="3893"/>
                    </a:lnTo>
                    <a:lnTo>
                      <a:pt x="4323" y="3822"/>
                    </a:lnTo>
                    <a:lnTo>
                      <a:pt x="2275" y="5846"/>
                    </a:lnTo>
                    <a:cubicBezTo>
                      <a:pt x="2251" y="4917"/>
                      <a:pt x="2001" y="4227"/>
                      <a:pt x="1501" y="3822"/>
                    </a:cubicBezTo>
                    <a:cubicBezTo>
                      <a:pt x="1078" y="3462"/>
                      <a:pt x="578" y="3395"/>
                      <a:pt x="275" y="3395"/>
                    </a:cubicBezTo>
                    <a:close/>
                    <a:moveTo>
                      <a:pt x="7728" y="5072"/>
                    </a:moveTo>
                    <a:lnTo>
                      <a:pt x="4371" y="8489"/>
                    </a:lnTo>
                    <a:lnTo>
                      <a:pt x="4442" y="8561"/>
                    </a:lnTo>
                    <a:lnTo>
                      <a:pt x="5442" y="7549"/>
                    </a:lnTo>
                    <a:cubicBezTo>
                      <a:pt x="5680" y="7549"/>
                      <a:pt x="7740" y="7668"/>
                      <a:pt x="7978" y="9882"/>
                    </a:cubicBezTo>
                    <a:lnTo>
                      <a:pt x="8073" y="9870"/>
                    </a:lnTo>
                    <a:cubicBezTo>
                      <a:pt x="7847" y="7787"/>
                      <a:pt x="6014" y="7489"/>
                      <a:pt x="5537" y="7453"/>
                    </a:cubicBezTo>
                    <a:lnTo>
                      <a:pt x="7800" y="5144"/>
                    </a:lnTo>
                    <a:lnTo>
                      <a:pt x="7728" y="507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4" name="Google Shape;554;p37"/>
              <p:cNvSpPr/>
              <p:nvPr/>
            </p:nvSpPr>
            <p:spPr>
              <a:xfrm>
                <a:off x="5041700" y="6658100"/>
                <a:ext cx="152700" cy="108375"/>
              </a:xfrm>
              <a:custGeom>
                <a:rect b="b" l="l" r="r" t="t"/>
                <a:pathLst>
                  <a:path extrusionOk="0" h="4335" w="6108">
                    <a:moveTo>
                      <a:pt x="369" y="0"/>
                    </a:moveTo>
                    <a:cubicBezTo>
                      <a:pt x="167" y="0"/>
                      <a:pt x="0" y="84"/>
                      <a:pt x="0" y="179"/>
                    </a:cubicBezTo>
                    <a:cubicBezTo>
                      <a:pt x="0" y="274"/>
                      <a:pt x="167" y="346"/>
                      <a:pt x="369" y="346"/>
                    </a:cubicBezTo>
                    <a:cubicBezTo>
                      <a:pt x="572" y="346"/>
                      <a:pt x="738" y="274"/>
                      <a:pt x="738" y="179"/>
                    </a:cubicBezTo>
                    <a:cubicBezTo>
                      <a:pt x="738" y="84"/>
                      <a:pt x="572" y="0"/>
                      <a:pt x="369" y="0"/>
                    </a:cubicBezTo>
                    <a:close/>
                    <a:moveTo>
                      <a:pt x="2417" y="548"/>
                    </a:moveTo>
                    <a:cubicBezTo>
                      <a:pt x="2215" y="548"/>
                      <a:pt x="2048" y="643"/>
                      <a:pt x="2048" y="751"/>
                    </a:cubicBezTo>
                    <a:cubicBezTo>
                      <a:pt x="2048" y="858"/>
                      <a:pt x="2215" y="953"/>
                      <a:pt x="2417" y="953"/>
                    </a:cubicBezTo>
                    <a:cubicBezTo>
                      <a:pt x="2631" y="953"/>
                      <a:pt x="2798" y="858"/>
                      <a:pt x="2798" y="751"/>
                    </a:cubicBezTo>
                    <a:cubicBezTo>
                      <a:pt x="2798" y="643"/>
                      <a:pt x="2619" y="548"/>
                      <a:pt x="2417" y="548"/>
                    </a:cubicBezTo>
                    <a:close/>
                    <a:moveTo>
                      <a:pt x="4655" y="2132"/>
                    </a:moveTo>
                    <a:cubicBezTo>
                      <a:pt x="4465" y="2132"/>
                      <a:pt x="4310" y="2227"/>
                      <a:pt x="4310" y="2358"/>
                    </a:cubicBezTo>
                    <a:cubicBezTo>
                      <a:pt x="4310" y="2477"/>
                      <a:pt x="4465" y="2572"/>
                      <a:pt x="4655" y="2572"/>
                    </a:cubicBezTo>
                    <a:cubicBezTo>
                      <a:pt x="4666" y="2573"/>
                      <a:pt x="4676" y="2573"/>
                      <a:pt x="4686" y="2573"/>
                    </a:cubicBezTo>
                    <a:cubicBezTo>
                      <a:pt x="4873" y="2573"/>
                      <a:pt x="5013" y="2471"/>
                      <a:pt x="5013" y="2358"/>
                    </a:cubicBezTo>
                    <a:cubicBezTo>
                      <a:pt x="5013" y="2227"/>
                      <a:pt x="4858" y="2132"/>
                      <a:pt x="4655" y="2132"/>
                    </a:cubicBezTo>
                    <a:close/>
                    <a:moveTo>
                      <a:pt x="5763" y="3906"/>
                    </a:moveTo>
                    <a:cubicBezTo>
                      <a:pt x="5572" y="3906"/>
                      <a:pt x="5406" y="4001"/>
                      <a:pt x="5406" y="4120"/>
                    </a:cubicBezTo>
                    <a:cubicBezTo>
                      <a:pt x="5406" y="4227"/>
                      <a:pt x="5572" y="4334"/>
                      <a:pt x="5763" y="4334"/>
                    </a:cubicBezTo>
                    <a:cubicBezTo>
                      <a:pt x="5953" y="4334"/>
                      <a:pt x="6108" y="4227"/>
                      <a:pt x="6108" y="4120"/>
                    </a:cubicBezTo>
                    <a:cubicBezTo>
                      <a:pt x="6108" y="4001"/>
                      <a:pt x="5953" y="3906"/>
                      <a:pt x="5763" y="390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5" name="Google Shape;555;p37"/>
              <p:cNvSpPr/>
              <p:nvPr/>
            </p:nvSpPr>
            <p:spPr>
              <a:xfrm>
                <a:off x="4935125" y="6752050"/>
                <a:ext cx="29800" cy="35375"/>
              </a:xfrm>
              <a:custGeom>
                <a:rect b="b" l="l" r="r" t="t"/>
                <a:pathLst>
                  <a:path extrusionOk="0" h="1415" w="1192">
                    <a:moveTo>
                      <a:pt x="189" y="0"/>
                    </a:moveTo>
                    <a:cubicBezTo>
                      <a:pt x="167" y="0"/>
                      <a:pt x="148" y="6"/>
                      <a:pt x="132" y="17"/>
                    </a:cubicBezTo>
                    <a:cubicBezTo>
                      <a:pt x="1" y="100"/>
                      <a:pt x="120" y="481"/>
                      <a:pt x="382" y="862"/>
                    </a:cubicBezTo>
                    <a:cubicBezTo>
                      <a:pt x="598" y="1192"/>
                      <a:pt x="859" y="1414"/>
                      <a:pt x="1010" y="1414"/>
                    </a:cubicBezTo>
                    <a:cubicBezTo>
                      <a:pt x="1034" y="1414"/>
                      <a:pt x="1055" y="1409"/>
                      <a:pt x="1072" y="1398"/>
                    </a:cubicBezTo>
                    <a:cubicBezTo>
                      <a:pt x="1191" y="1315"/>
                      <a:pt x="1084" y="934"/>
                      <a:pt x="822" y="553"/>
                    </a:cubicBezTo>
                    <a:cubicBezTo>
                      <a:pt x="596" y="223"/>
                      <a:pt x="333" y="0"/>
                      <a:pt x="1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6" name="Google Shape;556;p37"/>
              <p:cNvSpPr/>
              <p:nvPr/>
            </p:nvSpPr>
            <p:spPr>
              <a:xfrm>
                <a:off x="5079800" y="6853250"/>
                <a:ext cx="29775" cy="35375"/>
              </a:xfrm>
              <a:custGeom>
                <a:rect b="b" l="l" r="r" t="t"/>
                <a:pathLst>
                  <a:path extrusionOk="0" h="1415" w="1191">
                    <a:moveTo>
                      <a:pt x="189" y="0"/>
                    </a:moveTo>
                    <a:cubicBezTo>
                      <a:pt x="167" y="0"/>
                      <a:pt x="147" y="6"/>
                      <a:pt x="131" y="17"/>
                    </a:cubicBezTo>
                    <a:cubicBezTo>
                      <a:pt x="0" y="100"/>
                      <a:pt x="119" y="481"/>
                      <a:pt x="381" y="862"/>
                    </a:cubicBezTo>
                    <a:cubicBezTo>
                      <a:pt x="597" y="1192"/>
                      <a:pt x="858" y="1415"/>
                      <a:pt x="1010" y="1415"/>
                    </a:cubicBezTo>
                    <a:cubicBezTo>
                      <a:pt x="1033" y="1415"/>
                      <a:pt x="1054" y="1409"/>
                      <a:pt x="1072" y="1398"/>
                    </a:cubicBezTo>
                    <a:cubicBezTo>
                      <a:pt x="1191" y="1315"/>
                      <a:pt x="1084" y="934"/>
                      <a:pt x="822" y="553"/>
                    </a:cubicBezTo>
                    <a:cubicBezTo>
                      <a:pt x="595" y="223"/>
                      <a:pt x="333" y="0"/>
                      <a:pt x="1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557" name="Google Shape;557;p37"/>
          <p:cNvGrpSpPr/>
          <p:nvPr/>
        </p:nvGrpSpPr>
        <p:grpSpPr>
          <a:xfrm>
            <a:off x="8261036" y="3046749"/>
            <a:ext cx="552826" cy="572713"/>
            <a:chOff x="8261036" y="3046749"/>
            <a:chExt cx="552826" cy="572713"/>
          </a:xfrm>
        </p:grpSpPr>
        <p:sp>
          <p:nvSpPr>
            <p:cNvPr id="558" name="Google Shape;558;p37"/>
            <p:cNvSpPr/>
            <p:nvPr/>
          </p:nvSpPr>
          <p:spPr>
            <a:xfrm>
              <a:off x="8452063" y="3515950"/>
              <a:ext cx="361800" cy="103500"/>
            </a:xfrm>
            <a:prstGeom prst="ellipse">
              <a:avLst/>
            </a:prstGeom>
            <a:solidFill>
              <a:srgbClr val="033342">
                <a:alpha val="145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59" name="Google Shape;559;p37"/>
            <p:cNvGrpSpPr/>
            <p:nvPr/>
          </p:nvGrpSpPr>
          <p:grpSpPr>
            <a:xfrm>
              <a:off x="8261036" y="3046749"/>
              <a:ext cx="466444" cy="572713"/>
              <a:chOff x="1232300" y="6366250"/>
              <a:chExt cx="326550" cy="400975"/>
            </a:xfrm>
          </p:grpSpPr>
          <p:sp>
            <p:nvSpPr>
              <p:cNvPr id="560" name="Google Shape;560;p37"/>
              <p:cNvSpPr/>
              <p:nvPr/>
            </p:nvSpPr>
            <p:spPr>
              <a:xfrm>
                <a:off x="1232300" y="6460925"/>
                <a:ext cx="326550" cy="306300"/>
              </a:xfrm>
              <a:custGeom>
                <a:rect b="b" l="l" r="r" t="t"/>
                <a:pathLst>
                  <a:path extrusionOk="0" h="12252" w="13062">
                    <a:moveTo>
                      <a:pt x="6716" y="1381"/>
                    </a:moveTo>
                    <a:lnTo>
                      <a:pt x="6716" y="1381"/>
                    </a:lnTo>
                    <a:cubicBezTo>
                      <a:pt x="9037" y="1453"/>
                      <a:pt x="10990" y="2846"/>
                      <a:pt x="11704" y="4739"/>
                    </a:cubicBezTo>
                    <a:lnTo>
                      <a:pt x="7121" y="5632"/>
                    </a:lnTo>
                    <a:lnTo>
                      <a:pt x="6716" y="1381"/>
                    </a:lnTo>
                    <a:close/>
                    <a:moveTo>
                      <a:pt x="5751" y="1429"/>
                    </a:moveTo>
                    <a:lnTo>
                      <a:pt x="6370" y="5775"/>
                    </a:lnTo>
                    <a:lnTo>
                      <a:pt x="1108" y="6787"/>
                    </a:lnTo>
                    <a:cubicBezTo>
                      <a:pt x="1096" y="6632"/>
                      <a:pt x="1084" y="6477"/>
                      <a:pt x="1084" y="6322"/>
                    </a:cubicBezTo>
                    <a:cubicBezTo>
                      <a:pt x="1084" y="3834"/>
                      <a:pt x="3108" y="1774"/>
                      <a:pt x="5751" y="1429"/>
                    </a:cubicBezTo>
                    <a:close/>
                    <a:moveTo>
                      <a:pt x="11931" y="5632"/>
                    </a:moveTo>
                    <a:cubicBezTo>
                      <a:pt x="11966" y="5858"/>
                      <a:pt x="11990" y="6084"/>
                      <a:pt x="11990" y="6310"/>
                    </a:cubicBezTo>
                    <a:cubicBezTo>
                      <a:pt x="11990" y="7822"/>
                      <a:pt x="11228" y="9180"/>
                      <a:pt x="10050" y="10085"/>
                    </a:cubicBezTo>
                    <a:cubicBezTo>
                      <a:pt x="9490" y="9299"/>
                      <a:pt x="8573" y="8787"/>
                      <a:pt x="7525" y="8787"/>
                    </a:cubicBezTo>
                    <a:lnTo>
                      <a:pt x="7430" y="8787"/>
                    </a:lnTo>
                    <a:lnTo>
                      <a:pt x="7216" y="6549"/>
                    </a:lnTo>
                    <a:lnTo>
                      <a:pt x="11931" y="5632"/>
                    </a:lnTo>
                    <a:close/>
                    <a:moveTo>
                      <a:pt x="6501" y="6691"/>
                    </a:moveTo>
                    <a:lnTo>
                      <a:pt x="6811" y="8870"/>
                    </a:lnTo>
                    <a:cubicBezTo>
                      <a:pt x="5751" y="9120"/>
                      <a:pt x="4906" y="9906"/>
                      <a:pt x="4585" y="10930"/>
                    </a:cubicBezTo>
                    <a:cubicBezTo>
                      <a:pt x="3001" y="10382"/>
                      <a:pt x="1775" y="9180"/>
                      <a:pt x="1298" y="7703"/>
                    </a:cubicBezTo>
                    <a:lnTo>
                      <a:pt x="6501" y="6691"/>
                    </a:lnTo>
                    <a:close/>
                    <a:moveTo>
                      <a:pt x="6537" y="0"/>
                    </a:moveTo>
                    <a:cubicBezTo>
                      <a:pt x="2930" y="0"/>
                      <a:pt x="1" y="2739"/>
                      <a:pt x="1" y="6120"/>
                    </a:cubicBezTo>
                    <a:cubicBezTo>
                      <a:pt x="1" y="8823"/>
                      <a:pt x="1870" y="11121"/>
                      <a:pt x="4454" y="11930"/>
                    </a:cubicBezTo>
                    <a:cubicBezTo>
                      <a:pt x="5108" y="12133"/>
                      <a:pt x="5811" y="12252"/>
                      <a:pt x="6537" y="12252"/>
                    </a:cubicBezTo>
                    <a:cubicBezTo>
                      <a:pt x="8014" y="12252"/>
                      <a:pt x="9383" y="11787"/>
                      <a:pt x="10478" y="11001"/>
                    </a:cubicBezTo>
                    <a:cubicBezTo>
                      <a:pt x="12050" y="9882"/>
                      <a:pt x="13062" y="8108"/>
                      <a:pt x="13062" y="6120"/>
                    </a:cubicBezTo>
                    <a:cubicBezTo>
                      <a:pt x="13062" y="2739"/>
                      <a:pt x="10145" y="0"/>
                      <a:pt x="653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1" name="Google Shape;561;p37"/>
              <p:cNvSpPr/>
              <p:nvPr/>
            </p:nvSpPr>
            <p:spPr>
              <a:xfrm>
                <a:off x="1273675" y="6495450"/>
                <a:ext cx="240525" cy="221475"/>
              </a:xfrm>
              <a:custGeom>
                <a:rect b="b" l="l" r="r" t="t"/>
                <a:pathLst>
                  <a:path extrusionOk="0" h="8859" w="9621">
                    <a:moveTo>
                      <a:pt x="9418" y="0"/>
                    </a:moveTo>
                    <a:lnTo>
                      <a:pt x="8335" y="727"/>
                    </a:lnTo>
                    <a:lnTo>
                      <a:pt x="8764" y="1262"/>
                    </a:lnTo>
                    <a:lnTo>
                      <a:pt x="3489" y="4144"/>
                    </a:lnTo>
                    <a:lnTo>
                      <a:pt x="4561" y="5620"/>
                    </a:lnTo>
                    <a:lnTo>
                      <a:pt x="1548" y="8108"/>
                    </a:lnTo>
                    <a:lnTo>
                      <a:pt x="1179" y="7454"/>
                    </a:lnTo>
                    <a:lnTo>
                      <a:pt x="1" y="8275"/>
                    </a:lnTo>
                    <a:lnTo>
                      <a:pt x="644" y="8858"/>
                    </a:lnTo>
                    <a:lnTo>
                      <a:pt x="6347" y="5382"/>
                    </a:lnTo>
                    <a:lnTo>
                      <a:pt x="5597" y="3715"/>
                    </a:lnTo>
                    <a:lnTo>
                      <a:pt x="9621" y="786"/>
                    </a:lnTo>
                    <a:lnTo>
                      <a:pt x="941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2" name="Google Shape;562;p37"/>
              <p:cNvSpPr/>
              <p:nvPr/>
            </p:nvSpPr>
            <p:spPr>
              <a:xfrm>
                <a:off x="1382025" y="6599625"/>
                <a:ext cx="33075" cy="25025"/>
              </a:xfrm>
              <a:custGeom>
                <a:rect b="b" l="l" r="r" t="t"/>
                <a:pathLst>
                  <a:path extrusionOk="0" h="1001" w="1323">
                    <a:moveTo>
                      <a:pt x="632" y="358"/>
                    </a:moveTo>
                    <a:cubicBezTo>
                      <a:pt x="477" y="358"/>
                      <a:pt x="358" y="441"/>
                      <a:pt x="358" y="536"/>
                    </a:cubicBezTo>
                    <a:cubicBezTo>
                      <a:pt x="358" y="631"/>
                      <a:pt x="477" y="715"/>
                      <a:pt x="632" y="715"/>
                    </a:cubicBezTo>
                    <a:cubicBezTo>
                      <a:pt x="774" y="715"/>
                      <a:pt x="905" y="631"/>
                      <a:pt x="905" y="536"/>
                    </a:cubicBezTo>
                    <a:cubicBezTo>
                      <a:pt x="905" y="441"/>
                      <a:pt x="774" y="358"/>
                      <a:pt x="632" y="358"/>
                    </a:cubicBezTo>
                    <a:close/>
                    <a:moveTo>
                      <a:pt x="667" y="119"/>
                    </a:moveTo>
                    <a:cubicBezTo>
                      <a:pt x="965" y="119"/>
                      <a:pt x="1203" y="286"/>
                      <a:pt x="1203" y="500"/>
                    </a:cubicBezTo>
                    <a:cubicBezTo>
                      <a:pt x="1203" y="715"/>
                      <a:pt x="965" y="881"/>
                      <a:pt x="667" y="881"/>
                    </a:cubicBezTo>
                    <a:cubicBezTo>
                      <a:pt x="370" y="881"/>
                      <a:pt x="120" y="715"/>
                      <a:pt x="120" y="500"/>
                    </a:cubicBezTo>
                    <a:cubicBezTo>
                      <a:pt x="120" y="286"/>
                      <a:pt x="358" y="119"/>
                      <a:pt x="667" y="119"/>
                    </a:cubicBezTo>
                    <a:close/>
                    <a:moveTo>
                      <a:pt x="667" y="0"/>
                    </a:moveTo>
                    <a:cubicBezTo>
                      <a:pt x="298" y="0"/>
                      <a:pt x="0" y="227"/>
                      <a:pt x="0" y="500"/>
                    </a:cubicBezTo>
                    <a:cubicBezTo>
                      <a:pt x="0" y="774"/>
                      <a:pt x="298" y="1001"/>
                      <a:pt x="667" y="1001"/>
                    </a:cubicBezTo>
                    <a:cubicBezTo>
                      <a:pt x="1024" y="1001"/>
                      <a:pt x="1322" y="774"/>
                      <a:pt x="1322" y="500"/>
                    </a:cubicBezTo>
                    <a:cubicBezTo>
                      <a:pt x="1322" y="227"/>
                      <a:pt x="1024" y="0"/>
                      <a:pt x="667" y="0"/>
                    </a:cubicBezTo>
                    <a:close/>
                  </a:path>
                </a:pathLst>
              </a:custGeom>
              <a:solidFill>
                <a:srgbClr val="003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3" name="Google Shape;563;p37"/>
              <p:cNvSpPr/>
              <p:nvPr/>
            </p:nvSpPr>
            <p:spPr>
              <a:xfrm>
                <a:off x="1356425" y="6688050"/>
                <a:ext cx="119375" cy="54175"/>
              </a:xfrm>
              <a:custGeom>
                <a:rect b="b" l="l" r="r" t="t"/>
                <a:pathLst>
                  <a:path extrusionOk="0" h="2167" w="4775">
                    <a:moveTo>
                      <a:pt x="3120" y="654"/>
                    </a:moveTo>
                    <a:lnTo>
                      <a:pt x="3001" y="678"/>
                    </a:lnTo>
                    <a:lnTo>
                      <a:pt x="3025" y="893"/>
                    </a:lnTo>
                    <a:cubicBezTo>
                      <a:pt x="2941" y="904"/>
                      <a:pt x="2858" y="940"/>
                      <a:pt x="2787" y="1000"/>
                    </a:cubicBezTo>
                    <a:lnTo>
                      <a:pt x="2560" y="857"/>
                    </a:lnTo>
                    <a:lnTo>
                      <a:pt x="2489" y="964"/>
                    </a:lnTo>
                    <a:lnTo>
                      <a:pt x="2715" y="1095"/>
                    </a:lnTo>
                    <a:cubicBezTo>
                      <a:pt x="2679" y="1154"/>
                      <a:pt x="2656" y="1214"/>
                      <a:pt x="2656" y="1274"/>
                    </a:cubicBezTo>
                    <a:cubicBezTo>
                      <a:pt x="2656" y="1297"/>
                      <a:pt x="2668" y="1309"/>
                      <a:pt x="2668" y="1321"/>
                    </a:cubicBezTo>
                    <a:lnTo>
                      <a:pt x="2382" y="1381"/>
                    </a:lnTo>
                    <a:lnTo>
                      <a:pt x="2406" y="1500"/>
                    </a:lnTo>
                    <a:lnTo>
                      <a:pt x="2703" y="1440"/>
                    </a:lnTo>
                    <a:cubicBezTo>
                      <a:pt x="2739" y="1512"/>
                      <a:pt x="2787" y="1559"/>
                      <a:pt x="2858" y="1595"/>
                    </a:cubicBezTo>
                    <a:lnTo>
                      <a:pt x="2703" y="1845"/>
                    </a:lnTo>
                    <a:lnTo>
                      <a:pt x="2810" y="1905"/>
                    </a:lnTo>
                    <a:lnTo>
                      <a:pt x="2965" y="1655"/>
                    </a:lnTo>
                    <a:cubicBezTo>
                      <a:pt x="3013" y="1666"/>
                      <a:pt x="3072" y="1678"/>
                      <a:pt x="3120" y="1678"/>
                    </a:cubicBezTo>
                    <a:cubicBezTo>
                      <a:pt x="3132" y="1678"/>
                      <a:pt x="3132" y="1666"/>
                      <a:pt x="3144" y="1666"/>
                    </a:cubicBezTo>
                    <a:lnTo>
                      <a:pt x="3180" y="1952"/>
                    </a:lnTo>
                    <a:lnTo>
                      <a:pt x="3299" y="1928"/>
                    </a:lnTo>
                    <a:lnTo>
                      <a:pt x="3263" y="1655"/>
                    </a:lnTo>
                    <a:cubicBezTo>
                      <a:pt x="3322" y="1631"/>
                      <a:pt x="3394" y="1607"/>
                      <a:pt x="3441" y="1559"/>
                    </a:cubicBezTo>
                    <a:lnTo>
                      <a:pt x="3620" y="1702"/>
                    </a:lnTo>
                    <a:lnTo>
                      <a:pt x="3691" y="1607"/>
                    </a:lnTo>
                    <a:lnTo>
                      <a:pt x="3525" y="1476"/>
                    </a:lnTo>
                    <a:cubicBezTo>
                      <a:pt x="3561" y="1416"/>
                      <a:pt x="3584" y="1357"/>
                      <a:pt x="3584" y="1285"/>
                    </a:cubicBezTo>
                    <a:lnTo>
                      <a:pt x="3846" y="1238"/>
                    </a:lnTo>
                    <a:lnTo>
                      <a:pt x="3834" y="1119"/>
                    </a:lnTo>
                    <a:lnTo>
                      <a:pt x="3572" y="1166"/>
                    </a:lnTo>
                    <a:cubicBezTo>
                      <a:pt x="3549" y="1095"/>
                      <a:pt x="3513" y="1047"/>
                      <a:pt x="3453" y="1000"/>
                    </a:cubicBezTo>
                    <a:lnTo>
                      <a:pt x="3561" y="833"/>
                    </a:lnTo>
                    <a:lnTo>
                      <a:pt x="3465" y="762"/>
                    </a:lnTo>
                    <a:lnTo>
                      <a:pt x="3346" y="928"/>
                    </a:lnTo>
                    <a:cubicBezTo>
                      <a:pt x="3287" y="904"/>
                      <a:pt x="3227" y="881"/>
                      <a:pt x="3156" y="881"/>
                    </a:cubicBezTo>
                    <a:lnTo>
                      <a:pt x="3120" y="654"/>
                    </a:lnTo>
                    <a:close/>
                    <a:moveTo>
                      <a:pt x="2622" y="1"/>
                    </a:moveTo>
                    <a:cubicBezTo>
                      <a:pt x="2486" y="1"/>
                      <a:pt x="2342" y="11"/>
                      <a:pt x="2191" y="35"/>
                    </a:cubicBezTo>
                    <a:cubicBezTo>
                      <a:pt x="298" y="333"/>
                      <a:pt x="1" y="2083"/>
                      <a:pt x="1" y="2095"/>
                    </a:cubicBezTo>
                    <a:lnTo>
                      <a:pt x="108" y="2119"/>
                    </a:lnTo>
                    <a:cubicBezTo>
                      <a:pt x="120" y="2095"/>
                      <a:pt x="405" y="440"/>
                      <a:pt x="2215" y="154"/>
                    </a:cubicBezTo>
                    <a:cubicBezTo>
                      <a:pt x="2365" y="131"/>
                      <a:pt x="2506" y="120"/>
                      <a:pt x="2640" y="120"/>
                    </a:cubicBezTo>
                    <a:cubicBezTo>
                      <a:pt x="4114" y="120"/>
                      <a:pt x="4646" y="1446"/>
                      <a:pt x="4668" y="1512"/>
                    </a:cubicBezTo>
                    <a:lnTo>
                      <a:pt x="4775" y="1464"/>
                    </a:lnTo>
                    <a:cubicBezTo>
                      <a:pt x="4775" y="1453"/>
                      <a:pt x="4190" y="1"/>
                      <a:pt x="2622" y="1"/>
                    </a:cubicBezTo>
                    <a:close/>
                    <a:moveTo>
                      <a:pt x="1536" y="1202"/>
                    </a:moveTo>
                    <a:cubicBezTo>
                      <a:pt x="1227" y="1202"/>
                      <a:pt x="977" y="1416"/>
                      <a:pt x="977" y="1690"/>
                    </a:cubicBezTo>
                    <a:cubicBezTo>
                      <a:pt x="977" y="1952"/>
                      <a:pt x="1227" y="2166"/>
                      <a:pt x="1536" y="2166"/>
                    </a:cubicBezTo>
                    <a:cubicBezTo>
                      <a:pt x="1751" y="2166"/>
                      <a:pt x="1941" y="2071"/>
                      <a:pt x="2037" y="1916"/>
                    </a:cubicBezTo>
                    <a:lnTo>
                      <a:pt x="2037" y="1916"/>
                    </a:lnTo>
                    <a:cubicBezTo>
                      <a:pt x="1965" y="1952"/>
                      <a:pt x="1894" y="1976"/>
                      <a:pt x="1810" y="1976"/>
                    </a:cubicBezTo>
                    <a:cubicBezTo>
                      <a:pt x="1572" y="1976"/>
                      <a:pt x="1382" y="1809"/>
                      <a:pt x="1382" y="1607"/>
                    </a:cubicBezTo>
                    <a:cubicBezTo>
                      <a:pt x="1382" y="1416"/>
                      <a:pt x="1536" y="1274"/>
                      <a:pt x="1739" y="1238"/>
                    </a:cubicBezTo>
                    <a:cubicBezTo>
                      <a:pt x="1679" y="1214"/>
                      <a:pt x="1608" y="1202"/>
                      <a:pt x="1536" y="120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4" name="Google Shape;564;p37"/>
              <p:cNvSpPr/>
              <p:nvPr/>
            </p:nvSpPr>
            <p:spPr>
              <a:xfrm>
                <a:off x="1241225" y="6473425"/>
                <a:ext cx="292025" cy="120875"/>
              </a:xfrm>
              <a:custGeom>
                <a:rect b="b" l="l" r="r" t="t"/>
                <a:pathLst>
                  <a:path extrusionOk="0" h="4835" w="11681">
                    <a:moveTo>
                      <a:pt x="7633" y="0"/>
                    </a:moveTo>
                    <a:lnTo>
                      <a:pt x="7561" y="726"/>
                    </a:lnTo>
                    <a:lnTo>
                      <a:pt x="7668" y="738"/>
                    </a:lnTo>
                    <a:lnTo>
                      <a:pt x="7752" y="12"/>
                    </a:lnTo>
                    <a:lnTo>
                      <a:pt x="7633" y="0"/>
                    </a:lnTo>
                    <a:close/>
                    <a:moveTo>
                      <a:pt x="2965" y="643"/>
                    </a:moveTo>
                    <a:lnTo>
                      <a:pt x="2858" y="703"/>
                    </a:lnTo>
                    <a:lnTo>
                      <a:pt x="3204" y="1357"/>
                    </a:lnTo>
                    <a:lnTo>
                      <a:pt x="3311" y="1310"/>
                    </a:lnTo>
                    <a:lnTo>
                      <a:pt x="2965" y="643"/>
                    </a:lnTo>
                    <a:close/>
                    <a:moveTo>
                      <a:pt x="9562" y="750"/>
                    </a:moveTo>
                    <a:lnTo>
                      <a:pt x="9169" y="1381"/>
                    </a:lnTo>
                    <a:lnTo>
                      <a:pt x="9276" y="1441"/>
                    </a:lnTo>
                    <a:lnTo>
                      <a:pt x="9669" y="810"/>
                    </a:lnTo>
                    <a:lnTo>
                      <a:pt x="9562" y="750"/>
                    </a:lnTo>
                    <a:close/>
                    <a:moveTo>
                      <a:pt x="1168" y="2072"/>
                    </a:moveTo>
                    <a:lnTo>
                      <a:pt x="1096" y="2167"/>
                    </a:lnTo>
                    <a:lnTo>
                      <a:pt x="1668" y="2560"/>
                    </a:lnTo>
                    <a:lnTo>
                      <a:pt x="1727" y="2465"/>
                    </a:lnTo>
                    <a:lnTo>
                      <a:pt x="1168" y="2072"/>
                    </a:lnTo>
                    <a:close/>
                    <a:moveTo>
                      <a:pt x="11621" y="2798"/>
                    </a:moveTo>
                    <a:lnTo>
                      <a:pt x="10990" y="3179"/>
                    </a:lnTo>
                    <a:lnTo>
                      <a:pt x="11050" y="3274"/>
                    </a:lnTo>
                    <a:lnTo>
                      <a:pt x="11681" y="2893"/>
                    </a:lnTo>
                    <a:lnTo>
                      <a:pt x="11621" y="2798"/>
                    </a:lnTo>
                    <a:close/>
                    <a:moveTo>
                      <a:pt x="37" y="4548"/>
                    </a:moveTo>
                    <a:lnTo>
                      <a:pt x="1" y="4655"/>
                    </a:lnTo>
                    <a:lnTo>
                      <a:pt x="668" y="4834"/>
                    </a:lnTo>
                    <a:lnTo>
                      <a:pt x="691" y="4715"/>
                    </a:lnTo>
                    <a:lnTo>
                      <a:pt x="37" y="454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5" name="Google Shape;565;p37"/>
              <p:cNvSpPr/>
              <p:nvPr/>
            </p:nvSpPr>
            <p:spPr>
              <a:xfrm>
                <a:off x="1318325" y="6366250"/>
                <a:ext cx="103025" cy="92600"/>
              </a:xfrm>
              <a:custGeom>
                <a:rect b="b" l="l" r="r" t="t"/>
                <a:pathLst>
                  <a:path extrusionOk="0" h="3704" w="4121">
                    <a:moveTo>
                      <a:pt x="2060" y="334"/>
                    </a:moveTo>
                    <a:cubicBezTo>
                      <a:pt x="2965" y="334"/>
                      <a:pt x="3703" y="870"/>
                      <a:pt x="3703" y="1513"/>
                    </a:cubicBezTo>
                    <a:cubicBezTo>
                      <a:pt x="3703" y="1763"/>
                      <a:pt x="3596" y="1989"/>
                      <a:pt x="3418" y="2180"/>
                    </a:cubicBezTo>
                    <a:lnTo>
                      <a:pt x="3406" y="1584"/>
                    </a:lnTo>
                    <a:lnTo>
                      <a:pt x="1132" y="1799"/>
                    </a:lnTo>
                    <a:lnTo>
                      <a:pt x="1310" y="2561"/>
                    </a:lnTo>
                    <a:cubicBezTo>
                      <a:pt x="786" y="2370"/>
                      <a:pt x="417" y="1977"/>
                      <a:pt x="417" y="1513"/>
                    </a:cubicBezTo>
                    <a:cubicBezTo>
                      <a:pt x="417" y="870"/>
                      <a:pt x="1155" y="334"/>
                      <a:pt x="2060" y="334"/>
                    </a:cubicBezTo>
                    <a:close/>
                    <a:moveTo>
                      <a:pt x="2060" y="1"/>
                    </a:moveTo>
                    <a:cubicBezTo>
                      <a:pt x="929" y="1"/>
                      <a:pt x="1" y="680"/>
                      <a:pt x="1" y="1513"/>
                    </a:cubicBezTo>
                    <a:cubicBezTo>
                      <a:pt x="1" y="2180"/>
                      <a:pt x="596" y="2751"/>
                      <a:pt x="1405" y="2954"/>
                    </a:cubicBezTo>
                    <a:lnTo>
                      <a:pt x="1584" y="3704"/>
                    </a:lnTo>
                    <a:lnTo>
                      <a:pt x="3453" y="3525"/>
                    </a:lnTo>
                    <a:lnTo>
                      <a:pt x="3430" y="2644"/>
                    </a:lnTo>
                    <a:cubicBezTo>
                      <a:pt x="3858" y="2370"/>
                      <a:pt x="4120" y="1965"/>
                      <a:pt x="4120" y="1513"/>
                    </a:cubicBezTo>
                    <a:cubicBezTo>
                      <a:pt x="4120" y="680"/>
                      <a:pt x="3203" y="1"/>
                      <a:pt x="206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6" name="Google Shape;566;p37"/>
              <p:cNvSpPr/>
              <p:nvPr/>
            </p:nvSpPr>
            <p:spPr>
              <a:xfrm>
                <a:off x="1355525" y="6409725"/>
                <a:ext cx="37825" cy="46150"/>
              </a:xfrm>
              <a:custGeom>
                <a:rect b="b" l="l" r="r" t="t"/>
                <a:pathLst>
                  <a:path extrusionOk="0" h="1846" w="1513">
                    <a:moveTo>
                      <a:pt x="715" y="95"/>
                    </a:moveTo>
                    <a:lnTo>
                      <a:pt x="608" y="107"/>
                    </a:lnTo>
                    <a:lnTo>
                      <a:pt x="810" y="1750"/>
                    </a:lnTo>
                    <a:lnTo>
                      <a:pt x="930" y="1739"/>
                    </a:lnTo>
                    <a:lnTo>
                      <a:pt x="715" y="95"/>
                    </a:lnTo>
                    <a:close/>
                    <a:moveTo>
                      <a:pt x="1406" y="0"/>
                    </a:moveTo>
                    <a:lnTo>
                      <a:pt x="1287" y="12"/>
                    </a:lnTo>
                    <a:lnTo>
                      <a:pt x="1406" y="1750"/>
                    </a:lnTo>
                    <a:lnTo>
                      <a:pt x="1513" y="1739"/>
                    </a:lnTo>
                    <a:lnTo>
                      <a:pt x="1406" y="0"/>
                    </a:lnTo>
                    <a:close/>
                    <a:moveTo>
                      <a:pt x="120" y="84"/>
                    </a:moveTo>
                    <a:lnTo>
                      <a:pt x="1" y="107"/>
                    </a:lnTo>
                    <a:lnTo>
                      <a:pt x="370" y="1846"/>
                    </a:lnTo>
                    <a:lnTo>
                      <a:pt x="489" y="1822"/>
                    </a:lnTo>
                    <a:lnTo>
                      <a:pt x="120" y="84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8" name="Google Shape;568;p38"/>
          <p:cNvGrpSpPr/>
          <p:nvPr/>
        </p:nvGrpSpPr>
        <p:grpSpPr>
          <a:xfrm>
            <a:off x="0" y="0"/>
            <a:ext cx="9144003" cy="5143501"/>
            <a:chOff x="0" y="0"/>
            <a:chExt cx="9144003" cy="5143501"/>
          </a:xfrm>
        </p:grpSpPr>
        <p:pic>
          <p:nvPicPr>
            <p:cNvPr id="569" name="Google Shape;569;p38"/>
            <p:cNvPicPr preferRelativeResize="0"/>
            <p:nvPr/>
          </p:nvPicPr>
          <p:blipFill rotWithShape="1">
            <a:blip r:embed="rId2">
              <a:alphaModFix/>
            </a:blip>
            <a:srcRect b="8068" l="0" r="0" t="8060"/>
            <a:stretch/>
          </p:blipFill>
          <p:spPr>
            <a:xfrm>
              <a:off x="0" y="0"/>
              <a:ext cx="9144003" cy="5143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0" name="Google Shape;570;p38"/>
            <p:cNvSpPr/>
            <p:nvPr/>
          </p:nvSpPr>
          <p:spPr>
            <a:xfrm>
              <a:off x="209980" y="194500"/>
              <a:ext cx="8763466" cy="4752275"/>
            </a:xfrm>
            <a:custGeom>
              <a:rect b="b" l="l" r="r" t="t"/>
              <a:pathLst>
                <a:path extrusionOk="0" h="147209" w="271904">
                  <a:moveTo>
                    <a:pt x="596" y="0"/>
                  </a:moveTo>
                  <a:lnTo>
                    <a:pt x="596" y="0"/>
                  </a:lnTo>
                  <a:cubicBezTo>
                    <a:pt x="2025" y="5965"/>
                    <a:pt x="3072" y="13895"/>
                    <a:pt x="3644" y="22312"/>
                  </a:cubicBezTo>
                  <a:cubicBezTo>
                    <a:pt x="7942" y="23515"/>
                    <a:pt x="13609" y="23932"/>
                    <a:pt x="5085" y="25063"/>
                  </a:cubicBezTo>
                  <a:cubicBezTo>
                    <a:pt x="5096" y="25110"/>
                    <a:pt x="5108" y="25146"/>
                    <a:pt x="5120" y="25194"/>
                  </a:cubicBezTo>
                  <a:cubicBezTo>
                    <a:pt x="5263" y="25301"/>
                    <a:pt x="5394" y="25396"/>
                    <a:pt x="5525" y="25503"/>
                  </a:cubicBezTo>
                  <a:cubicBezTo>
                    <a:pt x="5692" y="25539"/>
                    <a:pt x="5954" y="25479"/>
                    <a:pt x="6037" y="25658"/>
                  </a:cubicBezTo>
                  <a:cubicBezTo>
                    <a:pt x="8561" y="26230"/>
                    <a:pt x="4561" y="26670"/>
                    <a:pt x="3894" y="26789"/>
                  </a:cubicBezTo>
                  <a:cubicBezTo>
                    <a:pt x="4203" y="33719"/>
                    <a:pt x="4192" y="40803"/>
                    <a:pt x="3787" y="47256"/>
                  </a:cubicBezTo>
                  <a:cubicBezTo>
                    <a:pt x="2560" y="47137"/>
                    <a:pt x="1298" y="47006"/>
                    <a:pt x="1" y="46875"/>
                  </a:cubicBezTo>
                  <a:lnTo>
                    <a:pt x="1" y="46875"/>
                  </a:lnTo>
                  <a:cubicBezTo>
                    <a:pt x="1429" y="52840"/>
                    <a:pt x="2477" y="60770"/>
                    <a:pt x="3049" y="69199"/>
                  </a:cubicBezTo>
                  <a:cubicBezTo>
                    <a:pt x="7347" y="70402"/>
                    <a:pt x="13014" y="70818"/>
                    <a:pt x="4489" y="71949"/>
                  </a:cubicBezTo>
                  <a:cubicBezTo>
                    <a:pt x="4501" y="71985"/>
                    <a:pt x="4513" y="72033"/>
                    <a:pt x="4525" y="72069"/>
                  </a:cubicBezTo>
                  <a:cubicBezTo>
                    <a:pt x="4668" y="72176"/>
                    <a:pt x="4787" y="72283"/>
                    <a:pt x="4930" y="72390"/>
                  </a:cubicBezTo>
                  <a:cubicBezTo>
                    <a:pt x="5096" y="72414"/>
                    <a:pt x="5358" y="72366"/>
                    <a:pt x="5442" y="72545"/>
                  </a:cubicBezTo>
                  <a:cubicBezTo>
                    <a:pt x="7966" y="73104"/>
                    <a:pt x="3965" y="73557"/>
                    <a:pt x="3299" y="73664"/>
                  </a:cubicBezTo>
                  <a:cubicBezTo>
                    <a:pt x="3513" y="78510"/>
                    <a:pt x="3572" y="83427"/>
                    <a:pt x="3453" y="88154"/>
                  </a:cubicBezTo>
                  <a:cubicBezTo>
                    <a:pt x="2322" y="88047"/>
                    <a:pt x="1179" y="87928"/>
                    <a:pt x="1" y="87809"/>
                  </a:cubicBezTo>
                  <a:lnTo>
                    <a:pt x="1" y="87809"/>
                  </a:lnTo>
                  <a:cubicBezTo>
                    <a:pt x="989" y="91940"/>
                    <a:pt x="1798" y="97036"/>
                    <a:pt x="2394" y="102584"/>
                  </a:cubicBezTo>
                  <a:cubicBezTo>
                    <a:pt x="2239" y="103727"/>
                    <a:pt x="2072" y="104834"/>
                    <a:pt x="1882" y="105894"/>
                  </a:cubicBezTo>
                  <a:cubicBezTo>
                    <a:pt x="2156" y="105870"/>
                    <a:pt x="2429" y="105846"/>
                    <a:pt x="2715" y="105811"/>
                  </a:cubicBezTo>
                  <a:cubicBezTo>
                    <a:pt x="2834" y="107228"/>
                    <a:pt x="2953" y="108668"/>
                    <a:pt x="3049" y="110121"/>
                  </a:cubicBezTo>
                  <a:cubicBezTo>
                    <a:pt x="7347" y="111323"/>
                    <a:pt x="13014" y="111740"/>
                    <a:pt x="4489" y="112871"/>
                  </a:cubicBezTo>
                  <a:cubicBezTo>
                    <a:pt x="4501" y="112919"/>
                    <a:pt x="4513" y="112954"/>
                    <a:pt x="4525" y="113002"/>
                  </a:cubicBezTo>
                  <a:cubicBezTo>
                    <a:pt x="4668" y="113109"/>
                    <a:pt x="4799" y="113205"/>
                    <a:pt x="4930" y="113312"/>
                  </a:cubicBezTo>
                  <a:cubicBezTo>
                    <a:pt x="5096" y="113347"/>
                    <a:pt x="5358" y="113288"/>
                    <a:pt x="5442" y="113466"/>
                  </a:cubicBezTo>
                  <a:cubicBezTo>
                    <a:pt x="7966" y="114038"/>
                    <a:pt x="3965" y="114478"/>
                    <a:pt x="3299" y="114598"/>
                  </a:cubicBezTo>
                  <a:cubicBezTo>
                    <a:pt x="3822" y="126123"/>
                    <a:pt x="4668" y="127147"/>
                    <a:pt x="3120" y="135886"/>
                  </a:cubicBezTo>
                  <a:cubicBezTo>
                    <a:pt x="4608" y="136338"/>
                    <a:pt x="14133" y="147209"/>
                    <a:pt x="14133" y="147209"/>
                  </a:cubicBezTo>
                  <a:cubicBezTo>
                    <a:pt x="14133" y="147209"/>
                    <a:pt x="16765" y="146220"/>
                    <a:pt x="20479" y="146137"/>
                  </a:cubicBezTo>
                  <a:cubicBezTo>
                    <a:pt x="20503" y="146054"/>
                    <a:pt x="20539" y="145959"/>
                    <a:pt x="20563" y="145875"/>
                  </a:cubicBezTo>
                  <a:lnTo>
                    <a:pt x="20563" y="145875"/>
                  </a:lnTo>
                  <a:cubicBezTo>
                    <a:pt x="20491" y="146340"/>
                    <a:pt x="23242" y="146363"/>
                    <a:pt x="23158" y="146816"/>
                  </a:cubicBezTo>
                  <a:cubicBezTo>
                    <a:pt x="29516" y="146220"/>
                    <a:pt x="36481" y="145875"/>
                    <a:pt x="44589" y="145697"/>
                  </a:cubicBezTo>
                  <a:cubicBezTo>
                    <a:pt x="44613" y="145625"/>
                    <a:pt x="44637" y="145554"/>
                    <a:pt x="44661" y="145494"/>
                  </a:cubicBezTo>
                  <a:cubicBezTo>
                    <a:pt x="45090" y="145494"/>
                    <a:pt x="45530" y="145494"/>
                    <a:pt x="45959" y="145482"/>
                  </a:cubicBezTo>
                  <a:cubicBezTo>
                    <a:pt x="45959" y="145542"/>
                    <a:pt x="45959" y="145601"/>
                    <a:pt x="45959" y="145661"/>
                  </a:cubicBezTo>
                  <a:cubicBezTo>
                    <a:pt x="46173" y="145661"/>
                    <a:pt x="46387" y="145661"/>
                    <a:pt x="46602" y="145649"/>
                  </a:cubicBezTo>
                  <a:cubicBezTo>
                    <a:pt x="46637" y="145601"/>
                    <a:pt x="46661" y="145542"/>
                    <a:pt x="46685" y="145482"/>
                  </a:cubicBezTo>
                  <a:cubicBezTo>
                    <a:pt x="47197" y="145482"/>
                    <a:pt x="47709" y="145482"/>
                    <a:pt x="48221" y="145494"/>
                  </a:cubicBezTo>
                  <a:cubicBezTo>
                    <a:pt x="48221" y="145530"/>
                    <a:pt x="48221" y="145578"/>
                    <a:pt x="48221" y="145625"/>
                  </a:cubicBezTo>
                  <a:cubicBezTo>
                    <a:pt x="50912" y="145578"/>
                    <a:pt x="53900" y="145542"/>
                    <a:pt x="57031" y="145518"/>
                  </a:cubicBezTo>
                  <a:cubicBezTo>
                    <a:pt x="59651" y="145542"/>
                    <a:pt x="62151" y="145566"/>
                    <a:pt x="64461" y="145601"/>
                  </a:cubicBezTo>
                  <a:cubicBezTo>
                    <a:pt x="64461" y="145566"/>
                    <a:pt x="64461" y="145530"/>
                    <a:pt x="64461" y="145494"/>
                  </a:cubicBezTo>
                  <a:cubicBezTo>
                    <a:pt x="65592" y="145488"/>
                    <a:pt x="66726" y="145485"/>
                    <a:pt x="67860" y="145485"/>
                  </a:cubicBezTo>
                  <a:cubicBezTo>
                    <a:pt x="68994" y="145485"/>
                    <a:pt x="70128" y="145488"/>
                    <a:pt x="71259" y="145494"/>
                  </a:cubicBezTo>
                  <a:cubicBezTo>
                    <a:pt x="71402" y="145578"/>
                    <a:pt x="71545" y="145661"/>
                    <a:pt x="71700" y="145744"/>
                  </a:cubicBezTo>
                  <a:cubicBezTo>
                    <a:pt x="78891" y="145947"/>
                    <a:pt x="85190" y="146268"/>
                    <a:pt x="90976" y="146816"/>
                  </a:cubicBezTo>
                  <a:cubicBezTo>
                    <a:pt x="90845" y="146054"/>
                    <a:pt x="90714" y="145256"/>
                    <a:pt x="90595" y="144435"/>
                  </a:cubicBezTo>
                  <a:lnTo>
                    <a:pt x="90595" y="144435"/>
                  </a:lnTo>
                  <a:cubicBezTo>
                    <a:pt x="91429" y="144792"/>
                    <a:pt x="92191" y="145304"/>
                    <a:pt x="92976" y="145744"/>
                  </a:cubicBezTo>
                  <a:cubicBezTo>
                    <a:pt x="96596" y="145851"/>
                    <a:pt x="99989" y="145982"/>
                    <a:pt x="103204" y="146161"/>
                  </a:cubicBezTo>
                  <a:cubicBezTo>
                    <a:pt x="103156" y="146375"/>
                    <a:pt x="103121" y="146601"/>
                    <a:pt x="103085" y="146828"/>
                  </a:cubicBezTo>
                  <a:cubicBezTo>
                    <a:pt x="104573" y="146685"/>
                    <a:pt x="106109" y="146554"/>
                    <a:pt x="107669" y="146447"/>
                  </a:cubicBezTo>
                  <a:cubicBezTo>
                    <a:pt x="109240" y="146554"/>
                    <a:pt x="110764" y="146685"/>
                    <a:pt x="112265" y="146828"/>
                  </a:cubicBezTo>
                  <a:cubicBezTo>
                    <a:pt x="112217" y="146601"/>
                    <a:pt x="112181" y="146375"/>
                    <a:pt x="112146" y="146161"/>
                  </a:cubicBezTo>
                  <a:cubicBezTo>
                    <a:pt x="115979" y="145947"/>
                    <a:pt x="120075" y="145792"/>
                    <a:pt x="124504" y="145697"/>
                  </a:cubicBezTo>
                  <a:cubicBezTo>
                    <a:pt x="125022" y="144156"/>
                    <a:pt x="125413" y="143165"/>
                    <a:pt x="125645" y="143165"/>
                  </a:cubicBezTo>
                  <a:cubicBezTo>
                    <a:pt x="125846" y="143165"/>
                    <a:pt x="125929" y="143902"/>
                    <a:pt x="125873" y="145661"/>
                  </a:cubicBezTo>
                  <a:cubicBezTo>
                    <a:pt x="126100" y="145661"/>
                    <a:pt x="126302" y="145661"/>
                    <a:pt x="126528" y="145649"/>
                  </a:cubicBezTo>
                  <a:cubicBezTo>
                    <a:pt x="127181" y="144357"/>
                    <a:pt x="127670" y="143321"/>
                    <a:pt x="127939" y="143321"/>
                  </a:cubicBezTo>
                  <a:cubicBezTo>
                    <a:pt x="128150" y="143321"/>
                    <a:pt x="128225" y="143963"/>
                    <a:pt x="128136" y="145625"/>
                  </a:cubicBezTo>
                  <a:cubicBezTo>
                    <a:pt x="130541" y="145589"/>
                    <a:pt x="133184" y="145554"/>
                    <a:pt x="135946" y="145530"/>
                  </a:cubicBezTo>
                  <a:cubicBezTo>
                    <a:pt x="138720" y="145554"/>
                    <a:pt x="141352" y="145589"/>
                    <a:pt x="143757" y="145625"/>
                  </a:cubicBezTo>
                  <a:cubicBezTo>
                    <a:pt x="143667" y="143963"/>
                    <a:pt x="143745" y="143321"/>
                    <a:pt x="143959" y="143321"/>
                  </a:cubicBezTo>
                  <a:cubicBezTo>
                    <a:pt x="144230" y="143321"/>
                    <a:pt x="144723" y="144357"/>
                    <a:pt x="145376" y="145649"/>
                  </a:cubicBezTo>
                  <a:cubicBezTo>
                    <a:pt x="145590" y="145661"/>
                    <a:pt x="145804" y="145661"/>
                    <a:pt x="146019" y="145661"/>
                  </a:cubicBezTo>
                  <a:cubicBezTo>
                    <a:pt x="145964" y="143902"/>
                    <a:pt x="146046" y="143165"/>
                    <a:pt x="146247" y="143165"/>
                  </a:cubicBezTo>
                  <a:cubicBezTo>
                    <a:pt x="146479" y="143165"/>
                    <a:pt x="146870" y="144156"/>
                    <a:pt x="147388" y="145697"/>
                  </a:cubicBezTo>
                  <a:cubicBezTo>
                    <a:pt x="151817" y="145792"/>
                    <a:pt x="155913" y="145947"/>
                    <a:pt x="159759" y="146161"/>
                  </a:cubicBezTo>
                  <a:cubicBezTo>
                    <a:pt x="159711" y="146375"/>
                    <a:pt x="159675" y="146601"/>
                    <a:pt x="159640" y="146828"/>
                  </a:cubicBezTo>
                  <a:cubicBezTo>
                    <a:pt x="161128" y="146685"/>
                    <a:pt x="162664" y="146554"/>
                    <a:pt x="164223" y="146447"/>
                  </a:cubicBezTo>
                  <a:cubicBezTo>
                    <a:pt x="165795" y="146554"/>
                    <a:pt x="167319" y="146685"/>
                    <a:pt x="168819" y="146828"/>
                  </a:cubicBezTo>
                  <a:cubicBezTo>
                    <a:pt x="168772" y="146601"/>
                    <a:pt x="168736" y="146375"/>
                    <a:pt x="168700" y="146161"/>
                  </a:cubicBezTo>
                  <a:cubicBezTo>
                    <a:pt x="171915" y="145982"/>
                    <a:pt x="175296" y="145851"/>
                    <a:pt x="178916" y="145744"/>
                  </a:cubicBezTo>
                  <a:cubicBezTo>
                    <a:pt x="179702" y="145304"/>
                    <a:pt x="180464" y="144792"/>
                    <a:pt x="181309" y="144435"/>
                  </a:cubicBezTo>
                  <a:lnTo>
                    <a:pt x="181309" y="144435"/>
                  </a:lnTo>
                  <a:cubicBezTo>
                    <a:pt x="181190" y="145256"/>
                    <a:pt x="181059" y="146054"/>
                    <a:pt x="180916" y="146816"/>
                  </a:cubicBezTo>
                  <a:cubicBezTo>
                    <a:pt x="186714" y="146268"/>
                    <a:pt x="193001" y="145947"/>
                    <a:pt x="200204" y="145744"/>
                  </a:cubicBezTo>
                  <a:cubicBezTo>
                    <a:pt x="200347" y="145661"/>
                    <a:pt x="200490" y="145578"/>
                    <a:pt x="200645" y="145494"/>
                  </a:cubicBezTo>
                  <a:cubicBezTo>
                    <a:pt x="201770" y="145488"/>
                    <a:pt x="202904" y="145485"/>
                    <a:pt x="204039" y="145485"/>
                  </a:cubicBezTo>
                  <a:cubicBezTo>
                    <a:pt x="205175" y="145485"/>
                    <a:pt x="206312" y="145488"/>
                    <a:pt x="207443" y="145494"/>
                  </a:cubicBezTo>
                  <a:cubicBezTo>
                    <a:pt x="207443" y="145530"/>
                    <a:pt x="207443" y="145566"/>
                    <a:pt x="207431" y="145601"/>
                  </a:cubicBezTo>
                  <a:cubicBezTo>
                    <a:pt x="209741" y="145566"/>
                    <a:pt x="212253" y="145542"/>
                    <a:pt x="214873" y="145518"/>
                  </a:cubicBezTo>
                  <a:cubicBezTo>
                    <a:pt x="218004" y="145542"/>
                    <a:pt x="220981" y="145578"/>
                    <a:pt x="223683" y="145625"/>
                  </a:cubicBezTo>
                  <a:cubicBezTo>
                    <a:pt x="223671" y="145578"/>
                    <a:pt x="223671" y="145530"/>
                    <a:pt x="223671" y="145494"/>
                  </a:cubicBezTo>
                  <a:cubicBezTo>
                    <a:pt x="224183" y="145494"/>
                    <a:pt x="224695" y="145482"/>
                    <a:pt x="225207" y="145482"/>
                  </a:cubicBezTo>
                  <a:cubicBezTo>
                    <a:pt x="225243" y="145542"/>
                    <a:pt x="225267" y="145601"/>
                    <a:pt x="225291" y="145649"/>
                  </a:cubicBezTo>
                  <a:cubicBezTo>
                    <a:pt x="225517" y="145661"/>
                    <a:pt x="225731" y="145661"/>
                    <a:pt x="225945" y="145661"/>
                  </a:cubicBezTo>
                  <a:cubicBezTo>
                    <a:pt x="225945" y="145601"/>
                    <a:pt x="225934" y="145542"/>
                    <a:pt x="225934" y="145482"/>
                  </a:cubicBezTo>
                  <a:cubicBezTo>
                    <a:pt x="226374" y="145482"/>
                    <a:pt x="226803" y="145482"/>
                    <a:pt x="227243" y="145494"/>
                  </a:cubicBezTo>
                  <a:cubicBezTo>
                    <a:pt x="227267" y="145554"/>
                    <a:pt x="227291" y="145625"/>
                    <a:pt x="227315" y="145697"/>
                  </a:cubicBezTo>
                  <a:cubicBezTo>
                    <a:pt x="235411" y="145875"/>
                    <a:pt x="242376" y="146220"/>
                    <a:pt x="248734" y="146816"/>
                  </a:cubicBezTo>
                  <a:cubicBezTo>
                    <a:pt x="248651" y="146363"/>
                    <a:pt x="248579" y="145899"/>
                    <a:pt x="248508" y="145423"/>
                  </a:cubicBezTo>
                  <a:lnTo>
                    <a:pt x="248508" y="145423"/>
                  </a:lnTo>
                  <a:cubicBezTo>
                    <a:pt x="248532" y="145506"/>
                    <a:pt x="248567" y="145601"/>
                    <a:pt x="248591" y="145697"/>
                  </a:cubicBezTo>
                  <a:cubicBezTo>
                    <a:pt x="256699" y="145875"/>
                    <a:pt x="263664" y="146220"/>
                    <a:pt x="270022" y="146816"/>
                  </a:cubicBezTo>
                  <a:cubicBezTo>
                    <a:pt x="268463" y="138065"/>
                    <a:pt x="268082" y="126123"/>
                    <a:pt x="268606" y="114598"/>
                  </a:cubicBezTo>
                  <a:cubicBezTo>
                    <a:pt x="267939" y="114478"/>
                    <a:pt x="263926" y="114038"/>
                    <a:pt x="266462" y="113466"/>
                  </a:cubicBezTo>
                  <a:cubicBezTo>
                    <a:pt x="266546" y="113288"/>
                    <a:pt x="266808" y="113347"/>
                    <a:pt x="266974" y="113312"/>
                  </a:cubicBezTo>
                  <a:cubicBezTo>
                    <a:pt x="267105" y="113205"/>
                    <a:pt x="267236" y="113109"/>
                    <a:pt x="267367" y="113002"/>
                  </a:cubicBezTo>
                  <a:cubicBezTo>
                    <a:pt x="267391" y="112954"/>
                    <a:pt x="267403" y="112919"/>
                    <a:pt x="267415" y="112871"/>
                  </a:cubicBezTo>
                  <a:cubicBezTo>
                    <a:pt x="258878" y="111740"/>
                    <a:pt x="264557" y="111323"/>
                    <a:pt x="268856" y="110121"/>
                  </a:cubicBezTo>
                  <a:cubicBezTo>
                    <a:pt x="268951" y="108668"/>
                    <a:pt x="269070" y="107228"/>
                    <a:pt x="269189" y="105811"/>
                  </a:cubicBezTo>
                  <a:cubicBezTo>
                    <a:pt x="269463" y="105846"/>
                    <a:pt x="269749" y="105870"/>
                    <a:pt x="270022" y="105894"/>
                  </a:cubicBezTo>
                  <a:cubicBezTo>
                    <a:pt x="269832" y="104834"/>
                    <a:pt x="269653" y="103727"/>
                    <a:pt x="269510" y="102584"/>
                  </a:cubicBezTo>
                  <a:cubicBezTo>
                    <a:pt x="270094" y="97036"/>
                    <a:pt x="270903" y="91940"/>
                    <a:pt x="271904" y="87809"/>
                  </a:cubicBezTo>
                  <a:lnTo>
                    <a:pt x="271904" y="87809"/>
                  </a:lnTo>
                  <a:cubicBezTo>
                    <a:pt x="270725" y="87928"/>
                    <a:pt x="269570" y="88047"/>
                    <a:pt x="268451" y="88154"/>
                  </a:cubicBezTo>
                  <a:cubicBezTo>
                    <a:pt x="268320" y="83427"/>
                    <a:pt x="268379" y="78510"/>
                    <a:pt x="268606" y="73664"/>
                  </a:cubicBezTo>
                  <a:cubicBezTo>
                    <a:pt x="267939" y="73557"/>
                    <a:pt x="263926" y="73104"/>
                    <a:pt x="266462" y="72545"/>
                  </a:cubicBezTo>
                  <a:cubicBezTo>
                    <a:pt x="266546" y="72366"/>
                    <a:pt x="266808" y="72426"/>
                    <a:pt x="266974" y="72390"/>
                  </a:cubicBezTo>
                  <a:cubicBezTo>
                    <a:pt x="267105" y="72283"/>
                    <a:pt x="267236" y="72176"/>
                    <a:pt x="267367" y="72069"/>
                  </a:cubicBezTo>
                  <a:cubicBezTo>
                    <a:pt x="267391" y="72033"/>
                    <a:pt x="267403" y="71985"/>
                    <a:pt x="267415" y="71949"/>
                  </a:cubicBezTo>
                  <a:cubicBezTo>
                    <a:pt x="258878" y="70818"/>
                    <a:pt x="264557" y="70402"/>
                    <a:pt x="268856" y="69199"/>
                  </a:cubicBezTo>
                  <a:cubicBezTo>
                    <a:pt x="269415" y="60770"/>
                    <a:pt x="270463" y="52840"/>
                    <a:pt x="271904" y="46875"/>
                  </a:cubicBezTo>
                  <a:lnTo>
                    <a:pt x="271904" y="46875"/>
                  </a:lnTo>
                  <a:cubicBezTo>
                    <a:pt x="270606" y="47006"/>
                    <a:pt x="269344" y="47137"/>
                    <a:pt x="268105" y="47256"/>
                  </a:cubicBezTo>
                  <a:cubicBezTo>
                    <a:pt x="267713" y="40803"/>
                    <a:pt x="267689" y="33719"/>
                    <a:pt x="268010" y="26789"/>
                  </a:cubicBezTo>
                  <a:cubicBezTo>
                    <a:pt x="267343" y="26670"/>
                    <a:pt x="263331" y="26230"/>
                    <a:pt x="265867" y="25658"/>
                  </a:cubicBezTo>
                  <a:cubicBezTo>
                    <a:pt x="265950" y="25479"/>
                    <a:pt x="266212" y="25539"/>
                    <a:pt x="266379" y="25503"/>
                  </a:cubicBezTo>
                  <a:cubicBezTo>
                    <a:pt x="266510" y="25396"/>
                    <a:pt x="266641" y="25301"/>
                    <a:pt x="266772" y="25194"/>
                  </a:cubicBezTo>
                  <a:cubicBezTo>
                    <a:pt x="266796" y="25146"/>
                    <a:pt x="266808" y="25110"/>
                    <a:pt x="266820" y="25063"/>
                  </a:cubicBezTo>
                  <a:cubicBezTo>
                    <a:pt x="258283" y="23932"/>
                    <a:pt x="263962" y="23515"/>
                    <a:pt x="268260" y="22312"/>
                  </a:cubicBezTo>
                  <a:cubicBezTo>
                    <a:pt x="268415" y="19919"/>
                    <a:pt x="268856" y="15300"/>
                    <a:pt x="268856" y="15300"/>
                  </a:cubicBezTo>
                  <a:lnTo>
                    <a:pt x="254901" y="1453"/>
                  </a:lnTo>
                  <a:cubicBezTo>
                    <a:pt x="254901" y="1453"/>
                    <a:pt x="251413" y="1679"/>
                    <a:pt x="249615" y="1774"/>
                  </a:cubicBezTo>
                  <a:cubicBezTo>
                    <a:pt x="249746" y="1167"/>
                    <a:pt x="249889" y="572"/>
                    <a:pt x="250020" y="0"/>
                  </a:cubicBezTo>
                  <a:lnTo>
                    <a:pt x="250020" y="0"/>
                  </a:lnTo>
                  <a:cubicBezTo>
                    <a:pt x="240828" y="929"/>
                    <a:pt x="233577" y="1572"/>
                    <a:pt x="225017" y="1929"/>
                  </a:cubicBezTo>
                  <a:cubicBezTo>
                    <a:pt x="224814" y="2179"/>
                    <a:pt x="224600" y="2441"/>
                    <a:pt x="224386" y="2715"/>
                  </a:cubicBezTo>
                  <a:cubicBezTo>
                    <a:pt x="223731" y="2953"/>
                    <a:pt x="223112" y="3274"/>
                    <a:pt x="222647" y="3751"/>
                  </a:cubicBezTo>
                  <a:cubicBezTo>
                    <a:pt x="222755" y="3346"/>
                    <a:pt x="222945" y="2774"/>
                    <a:pt x="223219" y="2000"/>
                  </a:cubicBezTo>
                  <a:cubicBezTo>
                    <a:pt x="223094" y="1992"/>
                    <a:pt x="222968" y="1988"/>
                    <a:pt x="222843" y="1988"/>
                  </a:cubicBezTo>
                  <a:cubicBezTo>
                    <a:pt x="221740" y="1988"/>
                    <a:pt x="220632" y="2285"/>
                    <a:pt x="219537" y="2285"/>
                  </a:cubicBezTo>
                  <a:cubicBezTo>
                    <a:pt x="219371" y="2285"/>
                    <a:pt x="219205" y="2278"/>
                    <a:pt x="219040" y="2262"/>
                  </a:cubicBezTo>
                  <a:cubicBezTo>
                    <a:pt x="218567" y="2506"/>
                    <a:pt x="218202" y="2952"/>
                    <a:pt x="217926" y="2952"/>
                  </a:cubicBezTo>
                  <a:cubicBezTo>
                    <a:pt x="217744" y="2952"/>
                    <a:pt x="217601" y="2757"/>
                    <a:pt x="217492" y="2179"/>
                  </a:cubicBezTo>
                  <a:cubicBezTo>
                    <a:pt x="216420" y="2203"/>
                    <a:pt x="215337" y="2227"/>
                    <a:pt x="214218" y="2239"/>
                  </a:cubicBezTo>
                  <a:cubicBezTo>
                    <a:pt x="210515" y="2179"/>
                    <a:pt x="207169" y="2084"/>
                    <a:pt x="204002" y="1965"/>
                  </a:cubicBezTo>
                  <a:cubicBezTo>
                    <a:pt x="203967" y="2131"/>
                    <a:pt x="203943" y="2298"/>
                    <a:pt x="203919" y="2453"/>
                  </a:cubicBezTo>
                  <a:cubicBezTo>
                    <a:pt x="203550" y="2560"/>
                    <a:pt x="203181" y="2679"/>
                    <a:pt x="202824" y="2822"/>
                  </a:cubicBezTo>
                  <a:cubicBezTo>
                    <a:pt x="202776" y="2548"/>
                    <a:pt x="202728" y="2239"/>
                    <a:pt x="202681" y="1905"/>
                  </a:cubicBezTo>
                  <a:cubicBezTo>
                    <a:pt x="194453" y="1524"/>
                    <a:pt x="187357" y="905"/>
                    <a:pt x="178440" y="0"/>
                  </a:cubicBezTo>
                  <a:lnTo>
                    <a:pt x="178440" y="0"/>
                  </a:lnTo>
                  <a:cubicBezTo>
                    <a:pt x="178582" y="572"/>
                    <a:pt x="178713" y="1167"/>
                    <a:pt x="178844" y="1774"/>
                  </a:cubicBezTo>
                  <a:cubicBezTo>
                    <a:pt x="175773" y="1607"/>
                    <a:pt x="172832" y="1417"/>
                    <a:pt x="169831" y="1179"/>
                  </a:cubicBezTo>
                  <a:cubicBezTo>
                    <a:pt x="169927" y="774"/>
                    <a:pt x="170010" y="381"/>
                    <a:pt x="170105" y="0"/>
                  </a:cubicBezTo>
                  <a:lnTo>
                    <a:pt x="170105" y="0"/>
                  </a:lnTo>
                  <a:cubicBezTo>
                    <a:pt x="167843" y="226"/>
                    <a:pt x="165700" y="441"/>
                    <a:pt x="163628" y="631"/>
                  </a:cubicBezTo>
                  <a:cubicBezTo>
                    <a:pt x="161556" y="441"/>
                    <a:pt x="159413" y="226"/>
                    <a:pt x="157163" y="0"/>
                  </a:cubicBezTo>
                  <a:lnTo>
                    <a:pt x="157163" y="0"/>
                  </a:lnTo>
                  <a:cubicBezTo>
                    <a:pt x="157246" y="381"/>
                    <a:pt x="157342" y="774"/>
                    <a:pt x="157425" y="1179"/>
                  </a:cubicBezTo>
                  <a:cubicBezTo>
                    <a:pt x="153377" y="1500"/>
                    <a:pt x="149400" y="1750"/>
                    <a:pt x="145102" y="1929"/>
                  </a:cubicBezTo>
                  <a:cubicBezTo>
                    <a:pt x="144154" y="3043"/>
                    <a:pt x="143049" y="4616"/>
                    <a:pt x="142712" y="4616"/>
                  </a:cubicBezTo>
                  <a:cubicBezTo>
                    <a:pt x="142491" y="4616"/>
                    <a:pt x="142601" y="3936"/>
                    <a:pt x="143304" y="2000"/>
                  </a:cubicBezTo>
                  <a:cubicBezTo>
                    <a:pt x="143179" y="1992"/>
                    <a:pt x="143053" y="1988"/>
                    <a:pt x="142928" y="1988"/>
                  </a:cubicBezTo>
                  <a:cubicBezTo>
                    <a:pt x="141825" y="1988"/>
                    <a:pt x="140718" y="2285"/>
                    <a:pt x="139622" y="2285"/>
                  </a:cubicBezTo>
                  <a:cubicBezTo>
                    <a:pt x="139456" y="2285"/>
                    <a:pt x="139290" y="2278"/>
                    <a:pt x="139125" y="2262"/>
                  </a:cubicBezTo>
                  <a:cubicBezTo>
                    <a:pt x="138780" y="2441"/>
                    <a:pt x="138494" y="2715"/>
                    <a:pt x="138256" y="2858"/>
                  </a:cubicBezTo>
                  <a:lnTo>
                    <a:pt x="138256" y="2250"/>
                  </a:lnTo>
                  <a:cubicBezTo>
                    <a:pt x="138030" y="2250"/>
                    <a:pt x="137803" y="2239"/>
                    <a:pt x="137589" y="2239"/>
                  </a:cubicBezTo>
                  <a:cubicBezTo>
                    <a:pt x="137577" y="2215"/>
                    <a:pt x="137577" y="2203"/>
                    <a:pt x="137565" y="2179"/>
                  </a:cubicBezTo>
                  <a:cubicBezTo>
                    <a:pt x="137041" y="2191"/>
                    <a:pt x="136494" y="2203"/>
                    <a:pt x="135946" y="2215"/>
                  </a:cubicBezTo>
                  <a:cubicBezTo>
                    <a:pt x="135410" y="2203"/>
                    <a:pt x="134863" y="2191"/>
                    <a:pt x="134327" y="2179"/>
                  </a:cubicBezTo>
                  <a:cubicBezTo>
                    <a:pt x="134327" y="2203"/>
                    <a:pt x="134327" y="2215"/>
                    <a:pt x="134315" y="2239"/>
                  </a:cubicBezTo>
                  <a:cubicBezTo>
                    <a:pt x="134089" y="2239"/>
                    <a:pt x="133874" y="2250"/>
                    <a:pt x="133648" y="2250"/>
                  </a:cubicBezTo>
                  <a:lnTo>
                    <a:pt x="133648" y="2858"/>
                  </a:lnTo>
                  <a:cubicBezTo>
                    <a:pt x="133410" y="2715"/>
                    <a:pt x="133124" y="2441"/>
                    <a:pt x="132779" y="2262"/>
                  </a:cubicBezTo>
                  <a:cubicBezTo>
                    <a:pt x="132604" y="2280"/>
                    <a:pt x="132429" y="2288"/>
                    <a:pt x="132254" y="2288"/>
                  </a:cubicBezTo>
                  <a:cubicBezTo>
                    <a:pt x="131165" y="2288"/>
                    <a:pt x="130064" y="1988"/>
                    <a:pt x="128968" y="1988"/>
                  </a:cubicBezTo>
                  <a:cubicBezTo>
                    <a:pt x="128845" y="1988"/>
                    <a:pt x="128723" y="1992"/>
                    <a:pt x="128600" y="2000"/>
                  </a:cubicBezTo>
                  <a:cubicBezTo>
                    <a:pt x="129303" y="3936"/>
                    <a:pt x="129413" y="4616"/>
                    <a:pt x="129192" y="4616"/>
                  </a:cubicBezTo>
                  <a:cubicBezTo>
                    <a:pt x="128855" y="4616"/>
                    <a:pt x="127750" y="3043"/>
                    <a:pt x="126802" y="1929"/>
                  </a:cubicBezTo>
                  <a:cubicBezTo>
                    <a:pt x="122492" y="1750"/>
                    <a:pt x="118527" y="1500"/>
                    <a:pt x="114467" y="1179"/>
                  </a:cubicBezTo>
                  <a:cubicBezTo>
                    <a:pt x="114562" y="774"/>
                    <a:pt x="114646" y="381"/>
                    <a:pt x="114741" y="0"/>
                  </a:cubicBezTo>
                  <a:lnTo>
                    <a:pt x="114741" y="0"/>
                  </a:lnTo>
                  <a:cubicBezTo>
                    <a:pt x="112491" y="226"/>
                    <a:pt x="110348" y="441"/>
                    <a:pt x="108276" y="631"/>
                  </a:cubicBezTo>
                  <a:cubicBezTo>
                    <a:pt x="106192" y="441"/>
                    <a:pt x="104061" y="226"/>
                    <a:pt x="101799" y="0"/>
                  </a:cubicBezTo>
                  <a:lnTo>
                    <a:pt x="101799" y="0"/>
                  </a:lnTo>
                  <a:cubicBezTo>
                    <a:pt x="101894" y="381"/>
                    <a:pt x="101978" y="774"/>
                    <a:pt x="102073" y="1179"/>
                  </a:cubicBezTo>
                  <a:cubicBezTo>
                    <a:pt x="99072" y="1417"/>
                    <a:pt x="96132" y="1607"/>
                    <a:pt x="93060" y="1774"/>
                  </a:cubicBezTo>
                  <a:cubicBezTo>
                    <a:pt x="93191" y="1167"/>
                    <a:pt x="93322" y="572"/>
                    <a:pt x="93465" y="0"/>
                  </a:cubicBezTo>
                  <a:lnTo>
                    <a:pt x="93465" y="0"/>
                  </a:lnTo>
                  <a:cubicBezTo>
                    <a:pt x="84535" y="905"/>
                    <a:pt x="77439" y="1524"/>
                    <a:pt x="69212" y="1905"/>
                  </a:cubicBezTo>
                  <a:cubicBezTo>
                    <a:pt x="69164" y="2239"/>
                    <a:pt x="69116" y="2548"/>
                    <a:pt x="69081" y="2822"/>
                  </a:cubicBezTo>
                  <a:cubicBezTo>
                    <a:pt x="68723" y="2667"/>
                    <a:pt x="68342" y="2548"/>
                    <a:pt x="67973" y="2453"/>
                  </a:cubicBezTo>
                  <a:cubicBezTo>
                    <a:pt x="67950" y="2298"/>
                    <a:pt x="67926" y="2131"/>
                    <a:pt x="67902" y="1953"/>
                  </a:cubicBezTo>
                  <a:cubicBezTo>
                    <a:pt x="64735" y="2084"/>
                    <a:pt x="61377" y="2179"/>
                    <a:pt x="57686" y="2239"/>
                  </a:cubicBezTo>
                  <a:cubicBezTo>
                    <a:pt x="56567" y="2227"/>
                    <a:pt x="55472" y="2203"/>
                    <a:pt x="54412" y="2179"/>
                  </a:cubicBezTo>
                  <a:cubicBezTo>
                    <a:pt x="54303" y="2757"/>
                    <a:pt x="54160" y="2952"/>
                    <a:pt x="53977" y="2952"/>
                  </a:cubicBezTo>
                  <a:cubicBezTo>
                    <a:pt x="53701" y="2952"/>
                    <a:pt x="53333" y="2506"/>
                    <a:pt x="52852" y="2262"/>
                  </a:cubicBezTo>
                  <a:cubicBezTo>
                    <a:pt x="52687" y="2278"/>
                    <a:pt x="52522" y="2285"/>
                    <a:pt x="52356" y="2285"/>
                  </a:cubicBezTo>
                  <a:cubicBezTo>
                    <a:pt x="51262" y="2285"/>
                    <a:pt x="50161" y="1988"/>
                    <a:pt x="49052" y="1988"/>
                  </a:cubicBezTo>
                  <a:cubicBezTo>
                    <a:pt x="48926" y="1988"/>
                    <a:pt x="48800" y="1992"/>
                    <a:pt x="48673" y="2000"/>
                  </a:cubicBezTo>
                  <a:cubicBezTo>
                    <a:pt x="48959" y="2774"/>
                    <a:pt x="49138" y="3346"/>
                    <a:pt x="49257" y="3751"/>
                  </a:cubicBezTo>
                  <a:cubicBezTo>
                    <a:pt x="48792" y="3274"/>
                    <a:pt x="48173" y="2953"/>
                    <a:pt x="47518" y="2703"/>
                  </a:cubicBezTo>
                  <a:cubicBezTo>
                    <a:pt x="47304" y="2441"/>
                    <a:pt x="47090" y="2179"/>
                    <a:pt x="46875" y="1929"/>
                  </a:cubicBezTo>
                  <a:cubicBezTo>
                    <a:pt x="38315" y="1572"/>
                    <a:pt x="31064" y="929"/>
                    <a:pt x="21872" y="0"/>
                  </a:cubicBezTo>
                  <a:lnTo>
                    <a:pt x="21872" y="0"/>
                  </a:lnTo>
                  <a:cubicBezTo>
                    <a:pt x="22015" y="572"/>
                    <a:pt x="22146" y="1167"/>
                    <a:pt x="22277" y="1774"/>
                  </a:cubicBezTo>
                  <a:cubicBezTo>
                    <a:pt x="15098" y="1393"/>
                    <a:pt x="8573" y="810"/>
                    <a:pt x="5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38"/>
            <p:cNvSpPr/>
            <p:nvPr/>
          </p:nvSpPr>
          <p:spPr>
            <a:xfrm>
              <a:off x="283950" y="193150"/>
              <a:ext cx="8615526" cy="4752359"/>
            </a:xfrm>
            <a:custGeom>
              <a:rect b="b" l="l" r="r" t="t"/>
              <a:pathLst>
                <a:path extrusionOk="0" h="146757" w="269046">
                  <a:moveTo>
                    <a:pt x="21241" y="131"/>
                  </a:moveTo>
                  <a:cubicBezTo>
                    <a:pt x="20884" y="346"/>
                    <a:pt x="20527" y="572"/>
                    <a:pt x="20170" y="798"/>
                  </a:cubicBezTo>
                  <a:cubicBezTo>
                    <a:pt x="20217" y="953"/>
                    <a:pt x="20253" y="1120"/>
                    <a:pt x="20289" y="1286"/>
                  </a:cubicBezTo>
                  <a:cubicBezTo>
                    <a:pt x="20860" y="929"/>
                    <a:pt x="21432" y="560"/>
                    <a:pt x="22015" y="203"/>
                  </a:cubicBezTo>
                  <a:cubicBezTo>
                    <a:pt x="21753" y="179"/>
                    <a:pt x="21503" y="155"/>
                    <a:pt x="21241" y="131"/>
                  </a:cubicBezTo>
                  <a:close/>
                  <a:moveTo>
                    <a:pt x="18777" y="1691"/>
                  </a:moveTo>
                  <a:cubicBezTo>
                    <a:pt x="18515" y="1858"/>
                    <a:pt x="18265" y="2012"/>
                    <a:pt x="18015" y="2179"/>
                  </a:cubicBezTo>
                  <a:cubicBezTo>
                    <a:pt x="11788" y="6263"/>
                    <a:pt x="6156" y="10644"/>
                    <a:pt x="1155" y="15252"/>
                  </a:cubicBezTo>
                  <a:cubicBezTo>
                    <a:pt x="1179" y="15455"/>
                    <a:pt x="1203" y="15657"/>
                    <a:pt x="1215" y="15848"/>
                  </a:cubicBezTo>
                  <a:cubicBezTo>
                    <a:pt x="6263" y="11156"/>
                    <a:pt x="11966" y="6727"/>
                    <a:pt x="18277" y="2584"/>
                  </a:cubicBezTo>
                  <a:cubicBezTo>
                    <a:pt x="18705" y="2298"/>
                    <a:pt x="19146" y="2012"/>
                    <a:pt x="19574" y="1739"/>
                  </a:cubicBezTo>
                  <a:cubicBezTo>
                    <a:pt x="19312" y="1727"/>
                    <a:pt x="19039" y="1703"/>
                    <a:pt x="18777" y="1691"/>
                  </a:cubicBezTo>
                  <a:close/>
                  <a:moveTo>
                    <a:pt x="257199" y="5608"/>
                  </a:moveTo>
                  <a:cubicBezTo>
                    <a:pt x="259819" y="11180"/>
                    <a:pt x="262128" y="16943"/>
                    <a:pt x="264105" y="22884"/>
                  </a:cubicBezTo>
                  <a:cubicBezTo>
                    <a:pt x="264307" y="22836"/>
                    <a:pt x="264522" y="22789"/>
                    <a:pt x="264736" y="22741"/>
                  </a:cubicBezTo>
                  <a:cubicBezTo>
                    <a:pt x="262950" y="17360"/>
                    <a:pt x="260890" y="12085"/>
                    <a:pt x="258557" y="6942"/>
                  </a:cubicBezTo>
                  <a:lnTo>
                    <a:pt x="257199" y="5608"/>
                  </a:lnTo>
                  <a:close/>
                  <a:moveTo>
                    <a:pt x="234685" y="1239"/>
                  </a:moveTo>
                  <a:cubicBezTo>
                    <a:pt x="234423" y="1262"/>
                    <a:pt x="234149" y="1286"/>
                    <a:pt x="233887" y="1298"/>
                  </a:cubicBezTo>
                  <a:cubicBezTo>
                    <a:pt x="234554" y="1727"/>
                    <a:pt x="235220" y="2143"/>
                    <a:pt x="235875" y="2584"/>
                  </a:cubicBezTo>
                  <a:cubicBezTo>
                    <a:pt x="245662" y="9001"/>
                    <a:pt x="253961" y="16145"/>
                    <a:pt x="260676" y="23813"/>
                  </a:cubicBezTo>
                  <a:cubicBezTo>
                    <a:pt x="260783" y="23741"/>
                    <a:pt x="260938" y="23682"/>
                    <a:pt x="261140" y="23610"/>
                  </a:cubicBezTo>
                  <a:cubicBezTo>
                    <a:pt x="254377" y="15871"/>
                    <a:pt x="246007" y="8656"/>
                    <a:pt x="236137" y="2179"/>
                  </a:cubicBezTo>
                  <a:cubicBezTo>
                    <a:pt x="235649" y="1870"/>
                    <a:pt x="235173" y="1548"/>
                    <a:pt x="234685" y="1239"/>
                  </a:cubicBezTo>
                  <a:close/>
                  <a:moveTo>
                    <a:pt x="264807" y="25051"/>
                  </a:moveTo>
                  <a:lnTo>
                    <a:pt x="264867" y="25218"/>
                  </a:lnTo>
                  <a:cubicBezTo>
                    <a:pt x="264879" y="25218"/>
                    <a:pt x="264879" y="25206"/>
                    <a:pt x="264891" y="25194"/>
                  </a:cubicBezTo>
                  <a:cubicBezTo>
                    <a:pt x="264914" y="25158"/>
                    <a:pt x="264926" y="25111"/>
                    <a:pt x="264938" y="25075"/>
                  </a:cubicBezTo>
                  <a:cubicBezTo>
                    <a:pt x="264891" y="25063"/>
                    <a:pt x="264855" y="25063"/>
                    <a:pt x="264807" y="25051"/>
                  </a:cubicBezTo>
                  <a:close/>
                  <a:moveTo>
                    <a:pt x="265319" y="26670"/>
                  </a:moveTo>
                  <a:lnTo>
                    <a:pt x="265319" y="26670"/>
                  </a:lnTo>
                  <a:cubicBezTo>
                    <a:pt x="265557" y="27480"/>
                    <a:pt x="265807" y="28290"/>
                    <a:pt x="266034" y="29099"/>
                  </a:cubicBezTo>
                  <a:cubicBezTo>
                    <a:pt x="266057" y="28444"/>
                    <a:pt x="266081" y="27789"/>
                    <a:pt x="266117" y="27135"/>
                  </a:cubicBezTo>
                  <a:cubicBezTo>
                    <a:pt x="266081" y="27016"/>
                    <a:pt x="266046" y="26896"/>
                    <a:pt x="266010" y="26777"/>
                  </a:cubicBezTo>
                  <a:cubicBezTo>
                    <a:pt x="265843" y="26754"/>
                    <a:pt x="265593" y="26718"/>
                    <a:pt x="265319" y="26670"/>
                  </a:cubicBezTo>
                  <a:close/>
                  <a:moveTo>
                    <a:pt x="261188" y="24408"/>
                  </a:moveTo>
                  <a:lnTo>
                    <a:pt x="261188" y="24408"/>
                  </a:lnTo>
                  <a:cubicBezTo>
                    <a:pt x="262902" y="26396"/>
                    <a:pt x="264498" y="28409"/>
                    <a:pt x="265998" y="30456"/>
                  </a:cubicBezTo>
                  <a:cubicBezTo>
                    <a:pt x="265998" y="30195"/>
                    <a:pt x="266010" y="29944"/>
                    <a:pt x="266022" y="29683"/>
                  </a:cubicBezTo>
                  <a:cubicBezTo>
                    <a:pt x="265153" y="28516"/>
                    <a:pt x="264260" y="27361"/>
                    <a:pt x="263331" y="26218"/>
                  </a:cubicBezTo>
                  <a:cubicBezTo>
                    <a:pt x="263200" y="26158"/>
                    <a:pt x="263140" y="26087"/>
                    <a:pt x="263164" y="26015"/>
                  </a:cubicBezTo>
                  <a:cubicBezTo>
                    <a:pt x="262771" y="25539"/>
                    <a:pt x="262378" y="25075"/>
                    <a:pt x="261986" y="24599"/>
                  </a:cubicBezTo>
                  <a:cubicBezTo>
                    <a:pt x="261664" y="24539"/>
                    <a:pt x="261402" y="24468"/>
                    <a:pt x="261188" y="24408"/>
                  </a:cubicBezTo>
                  <a:close/>
                  <a:moveTo>
                    <a:pt x="127076" y="17431"/>
                  </a:moveTo>
                  <a:cubicBezTo>
                    <a:pt x="133339" y="17431"/>
                    <a:pt x="139506" y="17574"/>
                    <a:pt x="145578" y="17848"/>
                  </a:cubicBezTo>
                  <a:cubicBezTo>
                    <a:pt x="146150" y="29278"/>
                    <a:pt x="146554" y="41363"/>
                    <a:pt x="146769" y="53924"/>
                  </a:cubicBezTo>
                  <a:cubicBezTo>
                    <a:pt x="140292" y="53816"/>
                    <a:pt x="133720" y="53769"/>
                    <a:pt x="127076" y="53769"/>
                  </a:cubicBezTo>
                  <a:cubicBezTo>
                    <a:pt x="120432" y="53769"/>
                    <a:pt x="113860" y="53816"/>
                    <a:pt x="107371" y="53924"/>
                  </a:cubicBezTo>
                  <a:cubicBezTo>
                    <a:pt x="107585" y="41363"/>
                    <a:pt x="107990" y="29278"/>
                    <a:pt x="108562" y="17848"/>
                  </a:cubicBezTo>
                  <a:cubicBezTo>
                    <a:pt x="114634" y="17574"/>
                    <a:pt x="120813" y="17431"/>
                    <a:pt x="127076" y="17431"/>
                  </a:cubicBezTo>
                  <a:close/>
                  <a:moveTo>
                    <a:pt x="108359" y="17848"/>
                  </a:moveTo>
                  <a:cubicBezTo>
                    <a:pt x="107776" y="29385"/>
                    <a:pt x="107371" y="41482"/>
                    <a:pt x="107169" y="53924"/>
                  </a:cubicBezTo>
                  <a:cubicBezTo>
                    <a:pt x="94727" y="54138"/>
                    <a:pt x="82630" y="54531"/>
                    <a:pt x="71093" y="55114"/>
                  </a:cubicBezTo>
                  <a:cubicBezTo>
                    <a:pt x="71617" y="43244"/>
                    <a:pt x="72640" y="31766"/>
                    <a:pt x="74117" y="20872"/>
                  </a:cubicBezTo>
                  <a:cubicBezTo>
                    <a:pt x="85011" y="19407"/>
                    <a:pt x="96477" y="18384"/>
                    <a:pt x="108359" y="17848"/>
                  </a:cubicBezTo>
                  <a:close/>
                  <a:moveTo>
                    <a:pt x="145792" y="17860"/>
                  </a:moveTo>
                  <a:lnTo>
                    <a:pt x="145792" y="17860"/>
                  </a:lnTo>
                  <a:cubicBezTo>
                    <a:pt x="157675" y="18384"/>
                    <a:pt x="169141" y="19407"/>
                    <a:pt x="180035" y="20884"/>
                  </a:cubicBezTo>
                  <a:cubicBezTo>
                    <a:pt x="181499" y="31766"/>
                    <a:pt x="182523" y="43244"/>
                    <a:pt x="183059" y="55114"/>
                  </a:cubicBezTo>
                  <a:cubicBezTo>
                    <a:pt x="171522" y="54531"/>
                    <a:pt x="159425" y="54138"/>
                    <a:pt x="146983" y="53924"/>
                  </a:cubicBezTo>
                  <a:cubicBezTo>
                    <a:pt x="146781" y="41482"/>
                    <a:pt x="146376" y="29385"/>
                    <a:pt x="145792" y="17860"/>
                  </a:cubicBezTo>
                  <a:close/>
                  <a:moveTo>
                    <a:pt x="73724" y="20931"/>
                  </a:moveTo>
                  <a:lnTo>
                    <a:pt x="73724" y="20931"/>
                  </a:lnTo>
                  <a:cubicBezTo>
                    <a:pt x="72259" y="31909"/>
                    <a:pt x="71247" y="43375"/>
                    <a:pt x="70724" y="55138"/>
                  </a:cubicBezTo>
                  <a:cubicBezTo>
                    <a:pt x="54805" y="55948"/>
                    <a:pt x="39958" y="57103"/>
                    <a:pt x="26742" y="58579"/>
                  </a:cubicBezTo>
                  <a:cubicBezTo>
                    <a:pt x="27373" y="48816"/>
                    <a:pt x="28599" y="39255"/>
                    <a:pt x="30397" y="29992"/>
                  </a:cubicBezTo>
                  <a:cubicBezTo>
                    <a:pt x="43292" y="26158"/>
                    <a:pt x="57901" y="23086"/>
                    <a:pt x="73724" y="20931"/>
                  </a:cubicBezTo>
                  <a:close/>
                  <a:moveTo>
                    <a:pt x="180416" y="20931"/>
                  </a:moveTo>
                  <a:lnTo>
                    <a:pt x="180416" y="20931"/>
                  </a:lnTo>
                  <a:cubicBezTo>
                    <a:pt x="196251" y="23086"/>
                    <a:pt x="210860" y="26170"/>
                    <a:pt x="223755" y="29992"/>
                  </a:cubicBezTo>
                  <a:cubicBezTo>
                    <a:pt x="225552" y="39255"/>
                    <a:pt x="226779" y="48816"/>
                    <a:pt x="227410" y="58579"/>
                  </a:cubicBezTo>
                  <a:cubicBezTo>
                    <a:pt x="214194" y="57103"/>
                    <a:pt x="199335" y="55948"/>
                    <a:pt x="183416" y="55138"/>
                  </a:cubicBezTo>
                  <a:cubicBezTo>
                    <a:pt x="182904" y="43375"/>
                    <a:pt x="181892" y="31909"/>
                    <a:pt x="180416" y="20931"/>
                  </a:cubicBezTo>
                  <a:close/>
                  <a:moveTo>
                    <a:pt x="70724" y="55352"/>
                  </a:moveTo>
                  <a:cubicBezTo>
                    <a:pt x="70450" y="61436"/>
                    <a:pt x="70319" y="67616"/>
                    <a:pt x="70319" y="73843"/>
                  </a:cubicBezTo>
                  <a:cubicBezTo>
                    <a:pt x="70319" y="80070"/>
                    <a:pt x="70450" y="86237"/>
                    <a:pt x="70724" y="92321"/>
                  </a:cubicBezTo>
                  <a:cubicBezTo>
                    <a:pt x="54543" y="91500"/>
                    <a:pt x="39696" y="90333"/>
                    <a:pt x="26730" y="88892"/>
                  </a:cubicBezTo>
                  <a:cubicBezTo>
                    <a:pt x="26420" y="83915"/>
                    <a:pt x="26254" y="78891"/>
                    <a:pt x="26254" y="73843"/>
                  </a:cubicBezTo>
                  <a:cubicBezTo>
                    <a:pt x="26254" y="68783"/>
                    <a:pt x="26420" y="63758"/>
                    <a:pt x="26730" y="58781"/>
                  </a:cubicBezTo>
                  <a:cubicBezTo>
                    <a:pt x="39696" y="57341"/>
                    <a:pt x="54543" y="56174"/>
                    <a:pt x="70724" y="55352"/>
                  </a:cubicBezTo>
                  <a:close/>
                  <a:moveTo>
                    <a:pt x="183428" y="55352"/>
                  </a:moveTo>
                  <a:cubicBezTo>
                    <a:pt x="199609" y="56174"/>
                    <a:pt x="214444" y="57341"/>
                    <a:pt x="227410" y="58781"/>
                  </a:cubicBezTo>
                  <a:cubicBezTo>
                    <a:pt x="227731" y="63758"/>
                    <a:pt x="227886" y="68783"/>
                    <a:pt x="227886" y="73843"/>
                  </a:cubicBezTo>
                  <a:cubicBezTo>
                    <a:pt x="227886" y="78903"/>
                    <a:pt x="227731" y="83915"/>
                    <a:pt x="227410" y="88892"/>
                  </a:cubicBezTo>
                  <a:cubicBezTo>
                    <a:pt x="214444" y="90333"/>
                    <a:pt x="199609" y="91500"/>
                    <a:pt x="183428" y="92321"/>
                  </a:cubicBezTo>
                  <a:cubicBezTo>
                    <a:pt x="183690" y="86237"/>
                    <a:pt x="183833" y="80070"/>
                    <a:pt x="183833" y="73843"/>
                  </a:cubicBezTo>
                  <a:cubicBezTo>
                    <a:pt x="183833" y="67616"/>
                    <a:pt x="183690" y="61436"/>
                    <a:pt x="183428" y="55352"/>
                  </a:cubicBezTo>
                  <a:close/>
                  <a:moveTo>
                    <a:pt x="107157" y="54138"/>
                  </a:moveTo>
                  <a:cubicBezTo>
                    <a:pt x="107050" y="60627"/>
                    <a:pt x="107002" y="67199"/>
                    <a:pt x="107002" y="73843"/>
                  </a:cubicBezTo>
                  <a:cubicBezTo>
                    <a:pt x="107002" y="80475"/>
                    <a:pt x="107050" y="87047"/>
                    <a:pt x="107157" y="93536"/>
                  </a:cubicBezTo>
                  <a:cubicBezTo>
                    <a:pt x="94596" y="93321"/>
                    <a:pt x="82511" y="92917"/>
                    <a:pt x="71081" y="92345"/>
                  </a:cubicBezTo>
                  <a:cubicBezTo>
                    <a:pt x="70807" y="86273"/>
                    <a:pt x="70676" y="80105"/>
                    <a:pt x="70676" y="73843"/>
                  </a:cubicBezTo>
                  <a:cubicBezTo>
                    <a:pt x="70676" y="67580"/>
                    <a:pt x="70807" y="61401"/>
                    <a:pt x="71081" y="55329"/>
                  </a:cubicBezTo>
                  <a:cubicBezTo>
                    <a:pt x="82511" y="54757"/>
                    <a:pt x="94596" y="54352"/>
                    <a:pt x="107157" y="54138"/>
                  </a:cubicBezTo>
                  <a:close/>
                  <a:moveTo>
                    <a:pt x="146983" y="54138"/>
                  </a:moveTo>
                  <a:cubicBezTo>
                    <a:pt x="159544" y="54352"/>
                    <a:pt x="171641" y="54757"/>
                    <a:pt x="183071" y="55329"/>
                  </a:cubicBezTo>
                  <a:cubicBezTo>
                    <a:pt x="183333" y="61401"/>
                    <a:pt x="183476" y="67568"/>
                    <a:pt x="183476" y="73831"/>
                  </a:cubicBezTo>
                  <a:cubicBezTo>
                    <a:pt x="183476" y="80094"/>
                    <a:pt x="183333" y="86273"/>
                    <a:pt x="183071" y="92345"/>
                  </a:cubicBezTo>
                  <a:cubicBezTo>
                    <a:pt x="171641" y="92917"/>
                    <a:pt x="159544" y="93321"/>
                    <a:pt x="146983" y="93536"/>
                  </a:cubicBezTo>
                  <a:cubicBezTo>
                    <a:pt x="147090" y="87047"/>
                    <a:pt x="147150" y="80475"/>
                    <a:pt x="147150" y="73843"/>
                  </a:cubicBezTo>
                  <a:cubicBezTo>
                    <a:pt x="147150" y="67199"/>
                    <a:pt x="147090" y="60627"/>
                    <a:pt x="146983" y="54138"/>
                  </a:cubicBezTo>
                  <a:close/>
                  <a:moveTo>
                    <a:pt x="127076" y="53971"/>
                  </a:moveTo>
                  <a:cubicBezTo>
                    <a:pt x="133743" y="53971"/>
                    <a:pt x="140327" y="54031"/>
                    <a:pt x="146781" y="54138"/>
                  </a:cubicBezTo>
                  <a:cubicBezTo>
                    <a:pt x="146876" y="60591"/>
                    <a:pt x="146935" y="67163"/>
                    <a:pt x="146935" y="73843"/>
                  </a:cubicBezTo>
                  <a:cubicBezTo>
                    <a:pt x="146935" y="80510"/>
                    <a:pt x="146888" y="87082"/>
                    <a:pt x="146781" y="93536"/>
                  </a:cubicBezTo>
                  <a:cubicBezTo>
                    <a:pt x="140327" y="93643"/>
                    <a:pt x="133743" y="93702"/>
                    <a:pt x="127076" y="93702"/>
                  </a:cubicBezTo>
                  <a:cubicBezTo>
                    <a:pt x="120396" y="93702"/>
                    <a:pt x="113824" y="93643"/>
                    <a:pt x="107371" y="93536"/>
                  </a:cubicBezTo>
                  <a:cubicBezTo>
                    <a:pt x="107264" y="87082"/>
                    <a:pt x="107204" y="80510"/>
                    <a:pt x="107204" y="73843"/>
                  </a:cubicBezTo>
                  <a:cubicBezTo>
                    <a:pt x="107204" y="67163"/>
                    <a:pt x="107264" y="60591"/>
                    <a:pt x="107371" y="54138"/>
                  </a:cubicBezTo>
                  <a:cubicBezTo>
                    <a:pt x="113824" y="54031"/>
                    <a:pt x="120396" y="53971"/>
                    <a:pt x="127076" y="53971"/>
                  </a:cubicBezTo>
                  <a:close/>
                  <a:moveTo>
                    <a:pt x="48" y="105632"/>
                  </a:moveTo>
                  <a:cubicBezTo>
                    <a:pt x="36" y="105716"/>
                    <a:pt x="12" y="105811"/>
                    <a:pt x="0" y="105894"/>
                  </a:cubicBezTo>
                  <a:cubicBezTo>
                    <a:pt x="155" y="105882"/>
                    <a:pt x="310" y="105870"/>
                    <a:pt x="477" y="105859"/>
                  </a:cubicBezTo>
                  <a:cubicBezTo>
                    <a:pt x="334" y="105775"/>
                    <a:pt x="191" y="105704"/>
                    <a:pt x="48" y="105632"/>
                  </a:cubicBezTo>
                  <a:close/>
                  <a:moveTo>
                    <a:pt x="26742" y="89095"/>
                  </a:moveTo>
                  <a:cubicBezTo>
                    <a:pt x="39958" y="90571"/>
                    <a:pt x="54805" y="91726"/>
                    <a:pt x="70724" y="92536"/>
                  </a:cubicBezTo>
                  <a:cubicBezTo>
                    <a:pt x="71247" y="104299"/>
                    <a:pt x="72259" y="115765"/>
                    <a:pt x="73724" y="126742"/>
                  </a:cubicBezTo>
                  <a:cubicBezTo>
                    <a:pt x="57901" y="124587"/>
                    <a:pt x="43292" y="121515"/>
                    <a:pt x="30397" y="117681"/>
                  </a:cubicBezTo>
                  <a:cubicBezTo>
                    <a:pt x="28599" y="108418"/>
                    <a:pt x="27373" y="98858"/>
                    <a:pt x="26742" y="89095"/>
                  </a:cubicBezTo>
                  <a:close/>
                  <a:moveTo>
                    <a:pt x="227410" y="89095"/>
                  </a:moveTo>
                  <a:cubicBezTo>
                    <a:pt x="226779" y="98858"/>
                    <a:pt x="225552" y="108418"/>
                    <a:pt x="223755" y="117681"/>
                  </a:cubicBezTo>
                  <a:cubicBezTo>
                    <a:pt x="210860" y="121515"/>
                    <a:pt x="196251" y="124587"/>
                    <a:pt x="180416" y="126742"/>
                  </a:cubicBezTo>
                  <a:cubicBezTo>
                    <a:pt x="181892" y="115765"/>
                    <a:pt x="182904" y="104299"/>
                    <a:pt x="183416" y="92536"/>
                  </a:cubicBezTo>
                  <a:cubicBezTo>
                    <a:pt x="199347" y="91726"/>
                    <a:pt x="214194" y="90571"/>
                    <a:pt x="227410" y="89095"/>
                  </a:cubicBezTo>
                  <a:close/>
                  <a:moveTo>
                    <a:pt x="71093" y="92559"/>
                  </a:moveTo>
                  <a:lnTo>
                    <a:pt x="71093" y="92559"/>
                  </a:lnTo>
                  <a:cubicBezTo>
                    <a:pt x="82630" y="93143"/>
                    <a:pt x="94715" y="93536"/>
                    <a:pt x="107169" y="93750"/>
                  </a:cubicBezTo>
                  <a:cubicBezTo>
                    <a:pt x="107371" y="106192"/>
                    <a:pt x="107776" y="118289"/>
                    <a:pt x="108347" y="129826"/>
                  </a:cubicBezTo>
                  <a:cubicBezTo>
                    <a:pt x="96477" y="129290"/>
                    <a:pt x="85011" y="128266"/>
                    <a:pt x="74117" y="126790"/>
                  </a:cubicBezTo>
                  <a:cubicBezTo>
                    <a:pt x="72640" y="115907"/>
                    <a:pt x="71617" y="104442"/>
                    <a:pt x="71093" y="92559"/>
                  </a:cubicBezTo>
                  <a:close/>
                  <a:moveTo>
                    <a:pt x="183059" y="92559"/>
                  </a:moveTo>
                  <a:lnTo>
                    <a:pt x="183059" y="92559"/>
                  </a:lnTo>
                  <a:cubicBezTo>
                    <a:pt x="182523" y="104442"/>
                    <a:pt x="181499" y="115907"/>
                    <a:pt x="180035" y="126802"/>
                  </a:cubicBezTo>
                  <a:cubicBezTo>
                    <a:pt x="169141" y="128266"/>
                    <a:pt x="157675" y="129290"/>
                    <a:pt x="145792" y="129826"/>
                  </a:cubicBezTo>
                  <a:cubicBezTo>
                    <a:pt x="146376" y="118289"/>
                    <a:pt x="146769" y="106192"/>
                    <a:pt x="146983" y="93750"/>
                  </a:cubicBezTo>
                  <a:cubicBezTo>
                    <a:pt x="159425" y="93536"/>
                    <a:pt x="171522" y="93143"/>
                    <a:pt x="183059" y="92559"/>
                  </a:cubicBezTo>
                  <a:close/>
                  <a:moveTo>
                    <a:pt x="107371" y="93750"/>
                  </a:moveTo>
                  <a:cubicBezTo>
                    <a:pt x="113860" y="93857"/>
                    <a:pt x="120432" y="93917"/>
                    <a:pt x="127076" y="93917"/>
                  </a:cubicBezTo>
                  <a:cubicBezTo>
                    <a:pt x="133708" y="93917"/>
                    <a:pt x="140292" y="93857"/>
                    <a:pt x="146769" y="93750"/>
                  </a:cubicBezTo>
                  <a:lnTo>
                    <a:pt x="146769" y="93750"/>
                  </a:lnTo>
                  <a:cubicBezTo>
                    <a:pt x="146566" y="106311"/>
                    <a:pt x="146150" y="118396"/>
                    <a:pt x="145578" y="129826"/>
                  </a:cubicBezTo>
                  <a:cubicBezTo>
                    <a:pt x="139506" y="130100"/>
                    <a:pt x="133339" y="130243"/>
                    <a:pt x="127076" y="130243"/>
                  </a:cubicBezTo>
                  <a:cubicBezTo>
                    <a:pt x="120813" y="130243"/>
                    <a:pt x="114634" y="130100"/>
                    <a:pt x="108574" y="129826"/>
                  </a:cubicBezTo>
                  <a:cubicBezTo>
                    <a:pt x="107990" y="118396"/>
                    <a:pt x="107585" y="106311"/>
                    <a:pt x="107371" y="93750"/>
                  </a:cubicBezTo>
                  <a:close/>
                  <a:moveTo>
                    <a:pt x="266653" y="116300"/>
                  </a:moveTo>
                  <a:lnTo>
                    <a:pt x="266653" y="116300"/>
                  </a:lnTo>
                  <a:cubicBezTo>
                    <a:pt x="259152" y="126861"/>
                    <a:pt x="248817" y="136600"/>
                    <a:pt x="235875" y="145101"/>
                  </a:cubicBezTo>
                  <a:cubicBezTo>
                    <a:pt x="235411" y="145399"/>
                    <a:pt x="234946" y="145697"/>
                    <a:pt x="234482" y="145994"/>
                  </a:cubicBezTo>
                  <a:cubicBezTo>
                    <a:pt x="234756" y="146006"/>
                    <a:pt x="235030" y="146018"/>
                    <a:pt x="235304" y="146030"/>
                  </a:cubicBezTo>
                  <a:cubicBezTo>
                    <a:pt x="235577" y="145852"/>
                    <a:pt x="235851" y="145673"/>
                    <a:pt x="236137" y="145494"/>
                  </a:cubicBezTo>
                  <a:cubicBezTo>
                    <a:pt x="248710" y="137243"/>
                    <a:pt x="258854" y="127814"/>
                    <a:pt x="266319" y="117586"/>
                  </a:cubicBezTo>
                  <a:lnTo>
                    <a:pt x="266319" y="117586"/>
                  </a:lnTo>
                  <a:cubicBezTo>
                    <a:pt x="263533" y="127504"/>
                    <a:pt x="259831" y="137005"/>
                    <a:pt x="255306" y="145971"/>
                  </a:cubicBezTo>
                  <a:cubicBezTo>
                    <a:pt x="255544" y="145983"/>
                    <a:pt x="255794" y="145994"/>
                    <a:pt x="256032" y="146006"/>
                  </a:cubicBezTo>
                  <a:cubicBezTo>
                    <a:pt x="260354" y="137374"/>
                    <a:pt x="263879" y="128338"/>
                    <a:pt x="266569" y="118991"/>
                  </a:cubicBezTo>
                  <a:cubicBezTo>
                    <a:pt x="266593" y="118098"/>
                    <a:pt x="266617" y="117193"/>
                    <a:pt x="266653" y="116300"/>
                  </a:cubicBezTo>
                  <a:close/>
                  <a:moveTo>
                    <a:pt x="1798" y="132362"/>
                  </a:moveTo>
                  <a:cubicBezTo>
                    <a:pt x="1774" y="132540"/>
                    <a:pt x="1739" y="132731"/>
                    <a:pt x="1715" y="132933"/>
                  </a:cubicBezTo>
                  <a:cubicBezTo>
                    <a:pt x="6573" y="137362"/>
                    <a:pt x="12014" y="141553"/>
                    <a:pt x="18015" y="145494"/>
                  </a:cubicBezTo>
                  <a:cubicBezTo>
                    <a:pt x="18229" y="145637"/>
                    <a:pt x="18455" y="145780"/>
                    <a:pt x="18669" y="145923"/>
                  </a:cubicBezTo>
                  <a:cubicBezTo>
                    <a:pt x="18681" y="145899"/>
                    <a:pt x="18681" y="145887"/>
                    <a:pt x="18693" y="145875"/>
                  </a:cubicBezTo>
                  <a:lnTo>
                    <a:pt x="18693" y="145875"/>
                  </a:lnTo>
                  <a:cubicBezTo>
                    <a:pt x="18681" y="145899"/>
                    <a:pt x="18693" y="145911"/>
                    <a:pt x="18693" y="145935"/>
                  </a:cubicBezTo>
                  <a:cubicBezTo>
                    <a:pt x="18800" y="146006"/>
                    <a:pt x="18908" y="146066"/>
                    <a:pt x="19015" y="146137"/>
                  </a:cubicBezTo>
                  <a:cubicBezTo>
                    <a:pt x="19348" y="146256"/>
                    <a:pt x="19872" y="146328"/>
                    <a:pt x="20336" y="146423"/>
                  </a:cubicBezTo>
                  <a:cubicBezTo>
                    <a:pt x="19646" y="145983"/>
                    <a:pt x="18955" y="145542"/>
                    <a:pt x="18277" y="145090"/>
                  </a:cubicBezTo>
                  <a:cubicBezTo>
                    <a:pt x="12204" y="141113"/>
                    <a:pt x="6692" y="136850"/>
                    <a:pt x="1798" y="132362"/>
                  </a:cubicBezTo>
                  <a:close/>
                  <a:moveTo>
                    <a:pt x="176558" y="0"/>
                  </a:moveTo>
                  <a:cubicBezTo>
                    <a:pt x="176701" y="572"/>
                    <a:pt x="176832" y="1167"/>
                    <a:pt x="176963" y="1774"/>
                  </a:cubicBezTo>
                  <a:lnTo>
                    <a:pt x="176903" y="1774"/>
                  </a:lnTo>
                  <a:cubicBezTo>
                    <a:pt x="178070" y="7787"/>
                    <a:pt x="179106" y="14038"/>
                    <a:pt x="179975" y="20491"/>
                  </a:cubicBezTo>
                  <a:cubicBezTo>
                    <a:pt x="168998" y="19015"/>
                    <a:pt x="157544" y="18003"/>
                    <a:pt x="145781" y="17491"/>
                  </a:cubicBezTo>
                  <a:cubicBezTo>
                    <a:pt x="145507" y="12157"/>
                    <a:pt x="145197" y="6942"/>
                    <a:pt x="144852" y="1858"/>
                  </a:cubicBezTo>
                  <a:cubicBezTo>
                    <a:pt x="144780" y="1870"/>
                    <a:pt x="144697" y="1870"/>
                    <a:pt x="144626" y="1870"/>
                  </a:cubicBezTo>
                  <a:cubicBezTo>
                    <a:pt x="144971" y="6918"/>
                    <a:pt x="145292" y="12121"/>
                    <a:pt x="145554" y="17479"/>
                  </a:cubicBezTo>
                  <a:cubicBezTo>
                    <a:pt x="139470" y="17217"/>
                    <a:pt x="133303" y="17074"/>
                    <a:pt x="127076" y="17074"/>
                  </a:cubicBezTo>
                  <a:cubicBezTo>
                    <a:pt x="120849" y="17074"/>
                    <a:pt x="114681" y="17217"/>
                    <a:pt x="108585" y="17479"/>
                  </a:cubicBezTo>
                  <a:cubicBezTo>
                    <a:pt x="108895" y="11573"/>
                    <a:pt x="109240" y="5846"/>
                    <a:pt x="109621" y="322"/>
                  </a:cubicBezTo>
                  <a:lnTo>
                    <a:pt x="109621" y="322"/>
                  </a:lnTo>
                  <a:cubicBezTo>
                    <a:pt x="109550" y="334"/>
                    <a:pt x="109478" y="334"/>
                    <a:pt x="109407" y="346"/>
                  </a:cubicBezTo>
                  <a:cubicBezTo>
                    <a:pt x="109014" y="5894"/>
                    <a:pt x="108669" y="11621"/>
                    <a:pt x="108371" y="17491"/>
                  </a:cubicBezTo>
                  <a:cubicBezTo>
                    <a:pt x="96608" y="18003"/>
                    <a:pt x="85142" y="19015"/>
                    <a:pt x="74164" y="20491"/>
                  </a:cubicBezTo>
                  <a:cubicBezTo>
                    <a:pt x="75069" y="13871"/>
                    <a:pt x="76129" y="7454"/>
                    <a:pt x="77343" y="1298"/>
                  </a:cubicBezTo>
                  <a:lnTo>
                    <a:pt x="77343" y="1298"/>
                  </a:lnTo>
                  <a:cubicBezTo>
                    <a:pt x="77212" y="1310"/>
                    <a:pt x="77081" y="1322"/>
                    <a:pt x="76951" y="1334"/>
                  </a:cubicBezTo>
                  <a:cubicBezTo>
                    <a:pt x="75724" y="7537"/>
                    <a:pt x="74665" y="13954"/>
                    <a:pt x="73783" y="20539"/>
                  </a:cubicBezTo>
                  <a:cubicBezTo>
                    <a:pt x="58198" y="22646"/>
                    <a:pt x="43601" y="25682"/>
                    <a:pt x="30480" y="29575"/>
                  </a:cubicBezTo>
                  <a:cubicBezTo>
                    <a:pt x="32374" y="19872"/>
                    <a:pt x="34910" y="10502"/>
                    <a:pt x="38029" y="1560"/>
                  </a:cubicBezTo>
                  <a:cubicBezTo>
                    <a:pt x="37874" y="1548"/>
                    <a:pt x="37708" y="1548"/>
                    <a:pt x="37541" y="1536"/>
                  </a:cubicBezTo>
                  <a:cubicBezTo>
                    <a:pt x="34409" y="10525"/>
                    <a:pt x="31862" y="19955"/>
                    <a:pt x="29968" y="29718"/>
                  </a:cubicBezTo>
                  <a:cubicBezTo>
                    <a:pt x="25849" y="30957"/>
                    <a:pt x="21884" y="32266"/>
                    <a:pt x="18086" y="33659"/>
                  </a:cubicBezTo>
                  <a:cubicBezTo>
                    <a:pt x="12252" y="35802"/>
                    <a:pt x="6942" y="38088"/>
                    <a:pt x="2191" y="40493"/>
                  </a:cubicBezTo>
                  <a:lnTo>
                    <a:pt x="2179" y="40934"/>
                  </a:lnTo>
                  <a:cubicBezTo>
                    <a:pt x="10097" y="36910"/>
                    <a:pt x="19420" y="33278"/>
                    <a:pt x="29885" y="30147"/>
                  </a:cubicBezTo>
                  <a:lnTo>
                    <a:pt x="29885" y="30147"/>
                  </a:lnTo>
                  <a:cubicBezTo>
                    <a:pt x="28111" y="39386"/>
                    <a:pt x="26885" y="48911"/>
                    <a:pt x="26266" y="58627"/>
                  </a:cubicBezTo>
                  <a:cubicBezTo>
                    <a:pt x="23480" y="58948"/>
                    <a:pt x="20765" y="59270"/>
                    <a:pt x="18134" y="59615"/>
                  </a:cubicBezTo>
                  <a:cubicBezTo>
                    <a:pt x="11621" y="60460"/>
                    <a:pt x="5763" y="61365"/>
                    <a:pt x="584" y="62329"/>
                  </a:cubicBezTo>
                  <a:cubicBezTo>
                    <a:pt x="596" y="62389"/>
                    <a:pt x="596" y="62460"/>
                    <a:pt x="608" y="62520"/>
                  </a:cubicBezTo>
                  <a:cubicBezTo>
                    <a:pt x="7942" y="61163"/>
                    <a:pt x="16574" y="59924"/>
                    <a:pt x="26254" y="58841"/>
                  </a:cubicBezTo>
                  <a:lnTo>
                    <a:pt x="26254" y="58841"/>
                  </a:lnTo>
                  <a:cubicBezTo>
                    <a:pt x="25944" y="63794"/>
                    <a:pt x="25777" y="68794"/>
                    <a:pt x="25777" y="73843"/>
                  </a:cubicBezTo>
                  <a:cubicBezTo>
                    <a:pt x="25777" y="78879"/>
                    <a:pt x="25944" y="83880"/>
                    <a:pt x="26254" y="88833"/>
                  </a:cubicBezTo>
                  <a:cubicBezTo>
                    <a:pt x="17014" y="87797"/>
                    <a:pt x="8740" y="86618"/>
                    <a:pt x="1620" y="85332"/>
                  </a:cubicBezTo>
                  <a:cubicBezTo>
                    <a:pt x="1620" y="85404"/>
                    <a:pt x="1620" y="85475"/>
                    <a:pt x="1620" y="85535"/>
                  </a:cubicBezTo>
                  <a:cubicBezTo>
                    <a:pt x="6537" y="86428"/>
                    <a:pt x="12050" y="87273"/>
                    <a:pt x="18134" y="88059"/>
                  </a:cubicBezTo>
                  <a:cubicBezTo>
                    <a:pt x="20765" y="88404"/>
                    <a:pt x="23480" y="88726"/>
                    <a:pt x="26266" y="89047"/>
                  </a:cubicBezTo>
                  <a:cubicBezTo>
                    <a:pt x="26885" y="98762"/>
                    <a:pt x="28099" y="108287"/>
                    <a:pt x="29885" y="117527"/>
                  </a:cubicBezTo>
                  <a:cubicBezTo>
                    <a:pt x="18824" y="114217"/>
                    <a:pt x="9037" y="110359"/>
                    <a:pt x="846" y="106049"/>
                  </a:cubicBezTo>
                  <a:lnTo>
                    <a:pt x="846" y="106049"/>
                  </a:lnTo>
                  <a:cubicBezTo>
                    <a:pt x="858" y="106204"/>
                    <a:pt x="870" y="106359"/>
                    <a:pt x="881" y="106513"/>
                  </a:cubicBezTo>
                  <a:cubicBezTo>
                    <a:pt x="5977" y="109169"/>
                    <a:pt x="11716" y="111669"/>
                    <a:pt x="18086" y="114014"/>
                  </a:cubicBezTo>
                  <a:cubicBezTo>
                    <a:pt x="21884" y="115407"/>
                    <a:pt x="25849" y="116717"/>
                    <a:pt x="29968" y="117955"/>
                  </a:cubicBezTo>
                  <a:cubicBezTo>
                    <a:pt x="31850" y="127611"/>
                    <a:pt x="34350" y="136946"/>
                    <a:pt x="37446" y="145852"/>
                  </a:cubicBezTo>
                  <a:cubicBezTo>
                    <a:pt x="37600" y="145840"/>
                    <a:pt x="37767" y="145840"/>
                    <a:pt x="37934" y="145828"/>
                  </a:cubicBezTo>
                  <a:cubicBezTo>
                    <a:pt x="34862" y="136981"/>
                    <a:pt x="32362" y="127706"/>
                    <a:pt x="30480" y="118098"/>
                  </a:cubicBezTo>
                  <a:lnTo>
                    <a:pt x="30480" y="118098"/>
                  </a:lnTo>
                  <a:cubicBezTo>
                    <a:pt x="43589" y="121992"/>
                    <a:pt x="58198" y="125028"/>
                    <a:pt x="73783" y="127135"/>
                  </a:cubicBezTo>
                  <a:cubicBezTo>
                    <a:pt x="74653" y="133600"/>
                    <a:pt x="75688" y="139910"/>
                    <a:pt x="76879" y="146006"/>
                  </a:cubicBezTo>
                  <a:cubicBezTo>
                    <a:pt x="77010" y="146006"/>
                    <a:pt x="77141" y="146018"/>
                    <a:pt x="77272" y="146018"/>
                  </a:cubicBezTo>
                  <a:cubicBezTo>
                    <a:pt x="76093" y="139970"/>
                    <a:pt x="75046" y="133683"/>
                    <a:pt x="74164" y="127183"/>
                  </a:cubicBezTo>
                  <a:lnTo>
                    <a:pt x="74164" y="127183"/>
                  </a:lnTo>
                  <a:cubicBezTo>
                    <a:pt x="85154" y="128659"/>
                    <a:pt x="96608" y="129659"/>
                    <a:pt x="108371" y="130183"/>
                  </a:cubicBezTo>
                  <a:cubicBezTo>
                    <a:pt x="108657" y="135850"/>
                    <a:pt x="108990" y="141375"/>
                    <a:pt x="109371" y="146733"/>
                  </a:cubicBezTo>
                  <a:cubicBezTo>
                    <a:pt x="109443" y="146745"/>
                    <a:pt x="109514" y="146745"/>
                    <a:pt x="109586" y="146756"/>
                  </a:cubicBezTo>
                  <a:cubicBezTo>
                    <a:pt x="109205" y="141411"/>
                    <a:pt x="108883" y="135886"/>
                    <a:pt x="108585" y="130195"/>
                  </a:cubicBezTo>
                  <a:lnTo>
                    <a:pt x="108585" y="130195"/>
                  </a:lnTo>
                  <a:cubicBezTo>
                    <a:pt x="114681" y="130457"/>
                    <a:pt x="120849" y="130600"/>
                    <a:pt x="127076" y="130600"/>
                  </a:cubicBezTo>
                  <a:cubicBezTo>
                    <a:pt x="133303" y="130600"/>
                    <a:pt x="139470" y="130457"/>
                    <a:pt x="145554" y="130195"/>
                  </a:cubicBezTo>
                  <a:lnTo>
                    <a:pt x="145554" y="130195"/>
                  </a:lnTo>
                  <a:cubicBezTo>
                    <a:pt x="145328" y="134815"/>
                    <a:pt x="145066" y="139327"/>
                    <a:pt x="144769" y="143720"/>
                  </a:cubicBezTo>
                  <a:cubicBezTo>
                    <a:pt x="144828" y="143851"/>
                    <a:pt x="144888" y="143994"/>
                    <a:pt x="144959" y="144161"/>
                  </a:cubicBezTo>
                  <a:cubicBezTo>
                    <a:pt x="145257" y="139613"/>
                    <a:pt x="145531" y="134945"/>
                    <a:pt x="145781" y="130183"/>
                  </a:cubicBezTo>
                  <a:cubicBezTo>
                    <a:pt x="157544" y="129671"/>
                    <a:pt x="168998" y="128659"/>
                    <a:pt x="179975" y="127183"/>
                  </a:cubicBezTo>
                  <a:lnTo>
                    <a:pt x="179975" y="127183"/>
                  </a:lnTo>
                  <a:cubicBezTo>
                    <a:pt x="179106" y="133588"/>
                    <a:pt x="178094" y="139791"/>
                    <a:pt x="176927" y="145756"/>
                  </a:cubicBezTo>
                  <a:lnTo>
                    <a:pt x="177034" y="145756"/>
                  </a:lnTo>
                  <a:cubicBezTo>
                    <a:pt x="177142" y="145697"/>
                    <a:pt x="177249" y="145625"/>
                    <a:pt x="177356" y="145566"/>
                  </a:cubicBezTo>
                  <a:cubicBezTo>
                    <a:pt x="178511" y="139601"/>
                    <a:pt x="179511" y="133445"/>
                    <a:pt x="180368" y="127135"/>
                  </a:cubicBezTo>
                  <a:cubicBezTo>
                    <a:pt x="195953" y="125028"/>
                    <a:pt x="210551" y="121992"/>
                    <a:pt x="223671" y="118098"/>
                  </a:cubicBezTo>
                  <a:lnTo>
                    <a:pt x="223671" y="118098"/>
                  </a:lnTo>
                  <a:cubicBezTo>
                    <a:pt x="221814" y="127599"/>
                    <a:pt x="219337" y="136791"/>
                    <a:pt x="216301" y="145554"/>
                  </a:cubicBezTo>
                  <a:lnTo>
                    <a:pt x="216801" y="145554"/>
                  </a:lnTo>
                  <a:cubicBezTo>
                    <a:pt x="219849" y="136743"/>
                    <a:pt x="222326" y="127504"/>
                    <a:pt x="224183" y="117943"/>
                  </a:cubicBezTo>
                  <a:cubicBezTo>
                    <a:pt x="228291" y="116717"/>
                    <a:pt x="232268" y="115407"/>
                    <a:pt x="236066" y="114002"/>
                  </a:cubicBezTo>
                  <a:cubicBezTo>
                    <a:pt x="249877" y="108930"/>
                    <a:pt x="260747" y="103073"/>
                    <a:pt x="268367" y="96679"/>
                  </a:cubicBezTo>
                  <a:cubicBezTo>
                    <a:pt x="268391" y="96476"/>
                    <a:pt x="268427" y="96286"/>
                    <a:pt x="268451" y="96084"/>
                  </a:cubicBezTo>
                  <a:lnTo>
                    <a:pt x="268451" y="96084"/>
                  </a:lnTo>
                  <a:cubicBezTo>
                    <a:pt x="258592" y="104477"/>
                    <a:pt x="243317" y="111824"/>
                    <a:pt x="224267" y="117527"/>
                  </a:cubicBezTo>
                  <a:cubicBezTo>
                    <a:pt x="226041" y="108287"/>
                    <a:pt x="227267" y="98762"/>
                    <a:pt x="227886" y="89047"/>
                  </a:cubicBezTo>
                  <a:cubicBezTo>
                    <a:pt x="230672" y="88726"/>
                    <a:pt x="233387" y="88404"/>
                    <a:pt x="236018" y="88059"/>
                  </a:cubicBezTo>
                  <a:cubicBezTo>
                    <a:pt x="248770" y="86404"/>
                    <a:pt x="259009" y="84511"/>
                    <a:pt x="266510" y="82451"/>
                  </a:cubicBezTo>
                  <a:cubicBezTo>
                    <a:pt x="266510" y="82379"/>
                    <a:pt x="266510" y="82308"/>
                    <a:pt x="266510" y="82249"/>
                  </a:cubicBezTo>
                  <a:cubicBezTo>
                    <a:pt x="257306" y="84773"/>
                    <a:pt x="244079" y="87023"/>
                    <a:pt x="227898" y="88833"/>
                  </a:cubicBezTo>
                  <a:cubicBezTo>
                    <a:pt x="228208" y="83880"/>
                    <a:pt x="228362" y="78867"/>
                    <a:pt x="228362" y="73831"/>
                  </a:cubicBezTo>
                  <a:cubicBezTo>
                    <a:pt x="228362" y="68794"/>
                    <a:pt x="228208" y="63782"/>
                    <a:pt x="227898" y="58829"/>
                  </a:cubicBezTo>
                  <a:lnTo>
                    <a:pt x="227898" y="58829"/>
                  </a:lnTo>
                  <a:cubicBezTo>
                    <a:pt x="244519" y="60698"/>
                    <a:pt x="258009" y="63008"/>
                    <a:pt x="267248" y="65627"/>
                  </a:cubicBezTo>
                  <a:cubicBezTo>
                    <a:pt x="267248" y="65556"/>
                    <a:pt x="267260" y="65496"/>
                    <a:pt x="267260" y="65425"/>
                  </a:cubicBezTo>
                  <a:cubicBezTo>
                    <a:pt x="259711" y="63282"/>
                    <a:pt x="249210" y="61317"/>
                    <a:pt x="236018" y="59603"/>
                  </a:cubicBezTo>
                  <a:cubicBezTo>
                    <a:pt x="233387" y="59270"/>
                    <a:pt x="230672" y="58936"/>
                    <a:pt x="227886" y="58627"/>
                  </a:cubicBezTo>
                  <a:cubicBezTo>
                    <a:pt x="227267" y="48899"/>
                    <a:pt x="226041" y="39374"/>
                    <a:pt x="224267" y="30135"/>
                  </a:cubicBezTo>
                  <a:lnTo>
                    <a:pt x="224267" y="30135"/>
                  </a:lnTo>
                  <a:cubicBezTo>
                    <a:pt x="243650" y="35945"/>
                    <a:pt x="259116" y="43446"/>
                    <a:pt x="268963" y="52019"/>
                  </a:cubicBezTo>
                  <a:cubicBezTo>
                    <a:pt x="268986" y="51864"/>
                    <a:pt x="269010" y="51709"/>
                    <a:pt x="269046" y="51566"/>
                  </a:cubicBezTo>
                  <a:cubicBezTo>
                    <a:pt x="261390" y="44946"/>
                    <a:pt x="250294" y="38886"/>
                    <a:pt x="236066" y="33659"/>
                  </a:cubicBezTo>
                  <a:cubicBezTo>
                    <a:pt x="232268" y="32266"/>
                    <a:pt x="228291" y="30945"/>
                    <a:pt x="224183" y="29718"/>
                  </a:cubicBezTo>
                  <a:cubicBezTo>
                    <a:pt x="222338" y="20277"/>
                    <a:pt x="219909" y="11133"/>
                    <a:pt x="216908" y="2417"/>
                  </a:cubicBezTo>
                  <a:cubicBezTo>
                    <a:pt x="216766" y="2513"/>
                    <a:pt x="216635" y="2620"/>
                    <a:pt x="216504" y="2715"/>
                  </a:cubicBezTo>
                  <a:cubicBezTo>
                    <a:pt x="219456" y="11299"/>
                    <a:pt x="221850" y="20277"/>
                    <a:pt x="223671" y="29563"/>
                  </a:cubicBezTo>
                  <a:cubicBezTo>
                    <a:pt x="210551" y="25682"/>
                    <a:pt x="195953" y="22646"/>
                    <a:pt x="180368" y="20539"/>
                  </a:cubicBezTo>
                  <a:cubicBezTo>
                    <a:pt x="179416" y="13490"/>
                    <a:pt x="178273" y="6644"/>
                    <a:pt x="176951" y="36"/>
                  </a:cubicBezTo>
                  <a:cubicBezTo>
                    <a:pt x="176820" y="24"/>
                    <a:pt x="176689" y="12"/>
                    <a:pt x="176558" y="0"/>
                  </a:cubicBezTo>
                  <a:close/>
                </a:path>
              </a:pathLst>
            </a:custGeom>
            <a:solidFill>
              <a:srgbClr val="E3C98E">
                <a:alpha val="246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2" name="Google Shape;572;p38"/>
          <p:cNvSpPr txBox="1"/>
          <p:nvPr>
            <p:ph hasCustomPrompt="1" type="title"/>
          </p:nvPr>
        </p:nvSpPr>
        <p:spPr>
          <a:xfrm>
            <a:off x="2432700" y="638350"/>
            <a:ext cx="4278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73" name="Google Shape;573;p38"/>
          <p:cNvSpPr txBox="1"/>
          <p:nvPr>
            <p:ph idx="1" type="subTitle"/>
          </p:nvPr>
        </p:nvSpPr>
        <p:spPr>
          <a:xfrm>
            <a:off x="2432700" y="1327272"/>
            <a:ext cx="4278600" cy="42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574" name="Google Shape;574;p38"/>
          <p:cNvSpPr txBox="1"/>
          <p:nvPr>
            <p:ph hasCustomPrompt="1" idx="2" type="title"/>
          </p:nvPr>
        </p:nvSpPr>
        <p:spPr>
          <a:xfrm>
            <a:off x="2432700" y="1990612"/>
            <a:ext cx="4278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75" name="Google Shape;575;p38"/>
          <p:cNvSpPr txBox="1"/>
          <p:nvPr>
            <p:ph idx="3" type="subTitle"/>
          </p:nvPr>
        </p:nvSpPr>
        <p:spPr>
          <a:xfrm>
            <a:off x="2432700" y="2674085"/>
            <a:ext cx="4278600" cy="42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576" name="Google Shape;576;p38"/>
          <p:cNvSpPr txBox="1"/>
          <p:nvPr>
            <p:ph hasCustomPrompt="1" idx="4" type="title"/>
          </p:nvPr>
        </p:nvSpPr>
        <p:spPr>
          <a:xfrm>
            <a:off x="2432700" y="3342875"/>
            <a:ext cx="4278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77" name="Google Shape;577;p38"/>
          <p:cNvSpPr txBox="1"/>
          <p:nvPr>
            <p:ph idx="5" type="subTitle"/>
          </p:nvPr>
        </p:nvSpPr>
        <p:spPr>
          <a:xfrm>
            <a:off x="2432700" y="4020873"/>
            <a:ext cx="4278600" cy="42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8_1"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9" name="Google Shape;579;p39"/>
          <p:cNvGrpSpPr/>
          <p:nvPr/>
        </p:nvGrpSpPr>
        <p:grpSpPr>
          <a:xfrm>
            <a:off x="0" y="0"/>
            <a:ext cx="9144003" cy="5143501"/>
            <a:chOff x="0" y="0"/>
            <a:chExt cx="9144003" cy="5143501"/>
          </a:xfrm>
        </p:grpSpPr>
        <p:pic>
          <p:nvPicPr>
            <p:cNvPr id="580" name="Google Shape;580;p39"/>
            <p:cNvPicPr preferRelativeResize="0"/>
            <p:nvPr/>
          </p:nvPicPr>
          <p:blipFill rotWithShape="1">
            <a:blip r:embed="rId2">
              <a:alphaModFix/>
            </a:blip>
            <a:srcRect b="8068" l="0" r="0" t="8060"/>
            <a:stretch/>
          </p:blipFill>
          <p:spPr>
            <a:xfrm>
              <a:off x="0" y="0"/>
              <a:ext cx="9144003" cy="5143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1" name="Google Shape;581;p39"/>
            <p:cNvSpPr/>
            <p:nvPr/>
          </p:nvSpPr>
          <p:spPr>
            <a:xfrm>
              <a:off x="209980" y="194500"/>
              <a:ext cx="8763466" cy="4752275"/>
            </a:xfrm>
            <a:custGeom>
              <a:rect b="b" l="l" r="r" t="t"/>
              <a:pathLst>
                <a:path extrusionOk="0" h="147209" w="271904">
                  <a:moveTo>
                    <a:pt x="596" y="0"/>
                  </a:moveTo>
                  <a:lnTo>
                    <a:pt x="596" y="0"/>
                  </a:lnTo>
                  <a:cubicBezTo>
                    <a:pt x="2025" y="5965"/>
                    <a:pt x="3072" y="13895"/>
                    <a:pt x="3644" y="22312"/>
                  </a:cubicBezTo>
                  <a:cubicBezTo>
                    <a:pt x="7942" y="23515"/>
                    <a:pt x="13609" y="23932"/>
                    <a:pt x="5085" y="25063"/>
                  </a:cubicBezTo>
                  <a:cubicBezTo>
                    <a:pt x="5096" y="25110"/>
                    <a:pt x="5108" y="25146"/>
                    <a:pt x="5120" y="25194"/>
                  </a:cubicBezTo>
                  <a:cubicBezTo>
                    <a:pt x="5263" y="25301"/>
                    <a:pt x="5394" y="25396"/>
                    <a:pt x="5525" y="25503"/>
                  </a:cubicBezTo>
                  <a:cubicBezTo>
                    <a:pt x="5692" y="25539"/>
                    <a:pt x="5954" y="25479"/>
                    <a:pt x="6037" y="25658"/>
                  </a:cubicBezTo>
                  <a:cubicBezTo>
                    <a:pt x="8561" y="26230"/>
                    <a:pt x="4561" y="26670"/>
                    <a:pt x="3894" y="26789"/>
                  </a:cubicBezTo>
                  <a:cubicBezTo>
                    <a:pt x="4203" y="33719"/>
                    <a:pt x="4192" y="40803"/>
                    <a:pt x="3787" y="47256"/>
                  </a:cubicBezTo>
                  <a:cubicBezTo>
                    <a:pt x="2560" y="47137"/>
                    <a:pt x="1298" y="47006"/>
                    <a:pt x="1" y="46875"/>
                  </a:cubicBezTo>
                  <a:lnTo>
                    <a:pt x="1" y="46875"/>
                  </a:lnTo>
                  <a:cubicBezTo>
                    <a:pt x="1429" y="52840"/>
                    <a:pt x="2477" y="60770"/>
                    <a:pt x="3049" y="69199"/>
                  </a:cubicBezTo>
                  <a:cubicBezTo>
                    <a:pt x="7347" y="70402"/>
                    <a:pt x="13014" y="70818"/>
                    <a:pt x="4489" y="71949"/>
                  </a:cubicBezTo>
                  <a:cubicBezTo>
                    <a:pt x="4501" y="71985"/>
                    <a:pt x="4513" y="72033"/>
                    <a:pt x="4525" y="72069"/>
                  </a:cubicBezTo>
                  <a:cubicBezTo>
                    <a:pt x="4668" y="72176"/>
                    <a:pt x="4787" y="72283"/>
                    <a:pt x="4930" y="72390"/>
                  </a:cubicBezTo>
                  <a:cubicBezTo>
                    <a:pt x="5096" y="72414"/>
                    <a:pt x="5358" y="72366"/>
                    <a:pt x="5442" y="72545"/>
                  </a:cubicBezTo>
                  <a:cubicBezTo>
                    <a:pt x="7966" y="73104"/>
                    <a:pt x="3965" y="73557"/>
                    <a:pt x="3299" y="73664"/>
                  </a:cubicBezTo>
                  <a:cubicBezTo>
                    <a:pt x="3513" y="78510"/>
                    <a:pt x="3572" y="83427"/>
                    <a:pt x="3453" y="88154"/>
                  </a:cubicBezTo>
                  <a:cubicBezTo>
                    <a:pt x="2322" y="88047"/>
                    <a:pt x="1179" y="87928"/>
                    <a:pt x="1" y="87809"/>
                  </a:cubicBezTo>
                  <a:lnTo>
                    <a:pt x="1" y="87809"/>
                  </a:lnTo>
                  <a:cubicBezTo>
                    <a:pt x="989" y="91940"/>
                    <a:pt x="1798" y="97036"/>
                    <a:pt x="2394" y="102584"/>
                  </a:cubicBezTo>
                  <a:cubicBezTo>
                    <a:pt x="2239" y="103727"/>
                    <a:pt x="2072" y="104834"/>
                    <a:pt x="1882" y="105894"/>
                  </a:cubicBezTo>
                  <a:cubicBezTo>
                    <a:pt x="2156" y="105870"/>
                    <a:pt x="2429" y="105846"/>
                    <a:pt x="2715" y="105811"/>
                  </a:cubicBezTo>
                  <a:cubicBezTo>
                    <a:pt x="2834" y="107228"/>
                    <a:pt x="2953" y="108668"/>
                    <a:pt x="3049" y="110121"/>
                  </a:cubicBezTo>
                  <a:cubicBezTo>
                    <a:pt x="7347" y="111323"/>
                    <a:pt x="13014" y="111740"/>
                    <a:pt x="4489" y="112871"/>
                  </a:cubicBezTo>
                  <a:cubicBezTo>
                    <a:pt x="4501" y="112919"/>
                    <a:pt x="4513" y="112954"/>
                    <a:pt x="4525" y="113002"/>
                  </a:cubicBezTo>
                  <a:cubicBezTo>
                    <a:pt x="4668" y="113109"/>
                    <a:pt x="4799" y="113205"/>
                    <a:pt x="4930" y="113312"/>
                  </a:cubicBezTo>
                  <a:cubicBezTo>
                    <a:pt x="5096" y="113347"/>
                    <a:pt x="5358" y="113288"/>
                    <a:pt x="5442" y="113466"/>
                  </a:cubicBezTo>
                  <a:cubicBezTo>
                    <a:pt x="7966" y="114038"/>
                    <a:pt x="3965" y="114478"/>
                    <a:pt x="3299" y="114598"/>
                  </a:cubicBezTo>
                  <a:cubicBezTo>
                    <a:pt x="3822" y="126123"/>
                    <a:pt x="4668" y="127147"/>
                    <a:pt x="3120" y="135886"/>
                  </a:cubicBezTo>
                  <a:cubicBezTo>
                    <a:pt x="4608" y="136338"/>
                    <a:pt x="14133" y="147209"/>
                    <a:pt x="14133" y="147209"/>
                  </a:cubicBezTo>
                  <a:cubicBezTo>
                    <a:pt x="14133" y="147209"/>
                    <a:pt x="16765" y="146220"/>
                    <a:pt x="20479" y="146137"/>
                  </a:cubicBezTo>
                  <a:cubicBezTo>
                    <a:pt x="20503" y="146054"/>
                    <a:pt x="20539" y="145959"/>
                    <a:pt x="20563" y="145875"/>
                  </a:cubicBezTo>
                  <a:lnTo>
                    <a:pt x="20563" y="145875"/>
                  </a:lnTo>
                  <a:cubicBezTo>
                    <a:pt x="20491" y="146340"/>
                    <a:pt x="23242" y="146363"/>
                    <a:pt x="23158" y="146816"/>
                  </a:cubicBezTo>
                  <a:cubicBezTo>
                    <a:pt x="29516" y="146220"/>
                    <a:pt x="36481" y="145875"/>
                    <a:pt x="44589" y="145697"/>
                  </a:cubicBezTo>
                  <a:cubicBezTo>
                    <a:pt x="44613" y="145625"/>
                    <a:pt x="44637" y="145554"/>
                    <a:pt x="44661" y="145494"/>
                  </a:cubicBezTo>
                  <a:cubicBezTo>
                    <a:pt x="45090" y="145494"/>
                    <a:pt x="45530" y="145494"/>
                    <a:pt x="45959" y="145482"/>
                  </a:cubicBezTo>
                  <a:cubicBezTo>
                    <a:pt x="45959" y="145542"/>
                    <a:pt x="45959" y="145601"/>
                    <a:pt x="45959" y="145661"/>
                  </a:cubicBezTo>
                  <a:cubicBezTo>
                    <a:pt x="46173" y="145661"/>
                    <a:pt x="46387" y="145661"/>
                    <a:pt x="46602" y="145649"/>
                  </a:cubicBezTo>
                  <a:cubicBezTo>
                    <a:pt x="46637" y="145601"/>
                    <a:pt x="46661" y="145542"/>
                    <a:pt x="46685" y="145482"/>
                  </a:cubicBezTo>
                  <a:cubicBezTo>
                    <a:pt x="47197" y="145482"/>
                    <a:pt x="47709" y="145482"/>
                    <a:pt x="48221" y="145494"/>
                  </a:cubicBezTo>
                  <a:cubicBezTo>
                    <a:pt x="48221" y="145530"/>
                    <a:pt x="48221" y="145578"/>
                    <a:pt x="48221" y="145625"/>
                  </a:cubicBezTo>
                  <a:cubicBezTo>
                    <a:pt x="50912" y="145578"/>
                    <a:pt x="53900" y="145542"/>
                    <a:pt x="57031" y="145518"/>
                  </a:cubicBezTo>
                  <a:cubicBezTo>
                    <a:pt x="59651" y="145542"/>
                    <a:pt x="62151" y="145566"/>
                    <a:pt x="64461" y="145601"/>
                  </a:cubicBezTo>
                  <a:cubicBezTo>
                    <a:pt x="64461" y="145566"/>
                    <a:pt x="64461" y="145530"/>
                    <a:pt x="64461" y="145494"/>
                  </a:cubicBezTo>
                  <a:cubicBezTo>
                    <a:pt x="65592" y="145488"/>
                    <a:pt x="66726" y="145485"/>
                    <a:pt x="67860" y="145485"/>
                  </a:cubicBezTo>
                  <a:cubicBezTo>
                    <a:pt x="68994" y="145485"/>
                    <a:pt x="70128" y="145488"/>
                    <a:pt x="71259" y="145494"/>
                  </a:cubicBezTo>
                  <a:cubicBezTo>
                    <a:pt x="71402" y="145578"/>
                    <a:pt x="71545" y="145661"/>
                    <a:pt x="71700" y="145744"/>
                  </a:cubicBezTo>
                  <a:cubicBezTo>
                    <a:pt x="78891" y="145947"/>
                    <a:pt x="85190" y="146268"/>
                    <a:pt x="90976" y="146816"/>
                  </a:cubicBezTo>
                  <a:cubicBezTo>
                    <a:pt x="90845" y="146054"/>
                    <a:pt x="90714" y="145256"/>
                    <a:pt x="90595" y="144435"/>
                  </a:cubicBezTo>
                  <a:lnTo>
                    <a:pt x="90595" y="144435"/>
                  </a:lnTo>
                  <a:cubicBezTo>
                    <a:pt x="91429" y="144792"/>
                    <a:pt x="92191" y="145304"/>
                    <a:pt x="92976" y="145744"/>
                  </a:cubicBezTo>
                  <a:cubicBezTo>
                    <a:pt x="96596" y="145851"/>
                    <a:pt x="99989" y="145982"/>
                    <a:pt x="103204" y="146161"/>
                  </a:cubicBezTo>
                  <a:cubicBezTo>
                    <a:pt x="103156" y="146375"/>
                    <a:pt x="103121" y="146601"/>
                    <a:pt x="103085" y="146828"/>
                  </a:cubicBezTo>
                  <a:cubicBezTo>
                    <a:pt x="104573" y="146685"/>
                    <a:pt x="106109" y="146554"/>
                    <a:pt x="107669" y="146447"/>
                  </a:cubicBezTo>
                  <a:cubicBezTo>
                    <a:pt x="109240" y="146554"/>
                    <a:pt x="110764" y="146685"/>
                    <a:pt x="112265" y="146828"/>
                  </a:cubicBezTo>
                  <a:cubicBezTo>
                    <a:pt x="112217" y="146601"/>
                    <a:pt x="112181" y="146375"/>
                    <a:pt x="112146" y="146161"/>
                  </a:cubicBezTo>
                  <a:cubicBezTo>
                    <a:pt x="115979" y="145947"/>
                    <a:pt x="120075" y="145792"/>
                    <a:pt x="124504" y="145697"/>
                  </a:cubicBezTo>
                  <a:cubicBezTo>
                    <a:pt x="125022" y="144156"/>
                    <a:pt x="125413" y="143165"/>
                    <a:pt x="125645" y="143165"/>
                  </a:cubicBezTo>
                  <a:cubicBezTo>
                    <a:pt x="125846" y="143165"/>
                    <a:pt x="125929" y="143902"/>
                    <a:pt x="125873" y="145661"/>
                  </a:cubicBezTo>
                  <a:cubicBezTo>
                    <a:pt x="126100" y="145661"/>
                    <a:pt x="126302" y="145661"/>
                    <a:pt x="126528" y="145649"/>
                  </a:cubicBezTo>
                  <a:cubicBezTo>
                    <a:pt x="127181" y="144357"/>
                    <a:pt x="127670" y="143321"/>
                    <a:pt x="127939" y="143321"/>
                  </a:cubicBezTo>
                  <a:cubicBezTo>
                    <a:pt x="128150" y="143321"/>
                    <a:pt x="128225" y="143963"/>
                    <a:pt x="128136" y="145625"/>
                  </a:cubicBezTo>
                  <a:cubicBezTo>
                    <a:pt x="130541" y="145589"/>
                    <a:pt x="133184" y="145554"/>
                    <a:pt x="135946" y="145530"/>
                  </a:cubicBezTo>
                  <a:cubicBezTo>
                    <a:pt x="138720" y="145554"/>
                    <a:pt x="141352" y="145589"/>
                    <a:pt x="143757" y="145625"/>
                  </a:cubicBezTo>
                  <a:cubicBezTo>
                    <a:pt x="143667" y="143963"/>
                    <a:pt x="143745" y="143321"/>
                    <a:pt x="143959" y="143321"/>
                  </a:cubicBezTo>
                  <a:cubicBezTo>
                    <a:pt x="144230" y="143321"/>
                    <a:pt x="144723" y="144357"/>
                    <a:pt x="145376" y="145649"/>
                  </a:cubicBezTo>
                  <a:cubicBezTo>
                    <a:pt x="145590" y="145661"/>
                    <a:pt x="145804" y="145661"/>
                    <a:pt x="146019" y="145661"/>
                  </a:cubicBezTo>
                  <a:cubicBezTo>
                    <a:pt x="145964" y="143902"/>
                    <a:pt x="146046" y="143165"/>
                    <a:pt x="146247" y="143165"/>
                  </a:cubicBezTo>
                  <a:cubicBezTo>
                    <a:pt x="146479" y="143165"/>
                    <a:pt x="146870" y="144156"/>
                    <a:pt x="147388" y="145697"/>
                  </a:cubicBezTo>
                  <a:cubicBezTo>
                    <a:pt x="151817" y="145792"/>
                    <a:pt x="155913" y="145947"/>
                    <a:pt x="159759" y="146161"/>
                  </a:cubicBezTo>
                  <a:cubicBezTo>
                    <a:pt x="159711" y="146375"/>
                    <a:pt x="159675" y="146601"/>
                    <a:pt x="159640" y="146828"/>
                  </a:cubicBezTo>
                  <a:cubicBezTo>
                    <a:pt x="161128" y="146685"/>
                    <a:pt x="162664" y="146554"/>
                    <a:pt x="164223" y="146447"/>
                  </a:cubicBezTo>
                  <a:cubicBezTo>
                    <a:pt x="165795" y="146554"/>
                    <a:pt x="167319" y="146685"/>
                    <a:pt x="168819" y="146828"/>
                  </a:cubicBezTo>
                  <a:cubicBezTo>
                    <a:pt x="168772" y="146601"/>
                    <a:pt x="168736" y="146375"/>
                    <a:pt x="168700" y="146161"/>
                  </a:cubicBezTo>
                  <a:cubicBezTo>
                    <a:pt x="171915" y="145982"/>
                    <a:pt x="175296" y="145851"/>
                    <a:pt x="178916" y="145744"/>
                  </a:cubicBezTo>
                  <a:cubicBezTo>
                    <a:pt x="179702" y="145304"/>
                    <a:pt x="180464" y="144792"/>
                    <a:pt x="181309" y="144435"/>
                  </a:cubicBezTo>
                  <a:lnTo>
                    <a:pt x="181309" y="144435"/>
                  </a:lnTo>
                  <a:cubicBezTo>
                    <a:pt x="181190" y="145256"/>
                    <a:pt x="181059" y="146054"/>
                    <a:pt x="180916" y="146816"/>
                  </a:cubicBezTo>
                  <a:cubicBezTo>
                    <a:pt x="186714" y="146268"/>
                    <a:pt x="193001" y="145947"/>
                    <a:pt x="200204" y="145744"/>
                  </a:cubicBezTo>
                  <a:cubicBezTo>
                    <a:pt x="200347" y="145661"/>
                    <a:pt x="200490" y="145578"/>
                    <a:pt x="200645" y="145494"/>
                  </a:cubicBezTo>
                  <a:cubicBezTo>
                    <a:pt x="201770" y="145488"/>
                    <a:pt x="202904" y="145485"/>
                    <a:pt x="204039" y="145485"/>
                  </a:cubicBezTo>
                  <a:cubicBezTo>
                    <a:pt x="205175" y="145485"/>
                    <a:pt x="206312" y="145488"/>
                    <a:pt x="207443" y="145494"/>
                  </a:cubicBezTo>
                  <a:cubicBezTo>
                    <a:pt x="207443" y="145530"/>
                    <a:pt x="207443" y="145566"/>
                    <a:pt x="207431" y="145601"/>
                  </a:cubicBezTo>
                  <a:cubicBezTo>
                    <a:pt x="209741" y="145566"/>
                    <a:pt x="212253" y="145542"/>
                    <a:pt x="214873" y="145518"/>
                  </a:cubicBezTo>
                  <a:cubicBezTo>
                    <a:pt x="218004" y="145542"/>
                    <a:pt x="220981" y="145578"/>
                    <a:pt x="223683" y="145625"/>
                  </a:cubicBezTo>
                  <a:cubicBezTo>
                    <a:pt x="223671" y="145578"/>
                    <a:pt x="223671" y="145530"/>
                    <a:pt x="223671" y="145494"/>
                  </a:cubicBezTo>
                  <a:cubicBezTo>
                    <a:pt x="224183" y="145494"/>
                    <a:pt x="224695" y="145482"/>
                    <a:pt x="225207" y="145482"/>
                  </a:cubicBezTo>
                  <a:cubicBezTo>
                    <a:pt x="225243" y="145542"/>
                    <a:pt x="225267" y="145601"/>
                    <a:pt x="225291" y="145649"/>
                  </a:cubicBezTo>
                  <a:cubicBezTo>
                    <a:pt x="225517" y="145661"/>
                    <a:pt x="225731" y="145661"/>
                    <a:pt x="225945" y="145661"/>
                  </a:cubicBezTo>
                  <a:cubicBezTo>
                    <a:pt x="225945" y="145601"/>
                    <a:pt x="225934" y="145542"/>
                    <a:pt x="225934" y="145482"/>
                  </a:cubicBezTo>
                  <a:cubicBezTo>
                    <a:pt x="226374" y="145482"/>
                    <a:pt x="226803" y="145482"/>
                    <a:pt x="227243" y="145494"/>
                  </a:cubicBezTo>
                  <a:cubicBezTo>
                    <a:pt x="227267" y="145554"/>
                    <a:pt x="227291" y="145625"/>
                    <a:pt x="227315" y="145697"/>
                  </a:cubicBezTo>
                  <a:cubicBezTo>
                    <a:pt x="235411" y="145875"/>
                    <a:pt x="242376" y="146220"/>
                    <a:pt x="248734" y="146816"/>
                  </a:cubicBezTo>
                  <a:cubicBezTo>
                    <a:pt x="248651" y="146363"/>
                    <a:pt x="248579" y="145899"/>
                    <a:pt x="248508" y="145423"/>
                  </a:cubicBezTo>
                  <a:lnTo>
                    <a:pt x="248508" y="145423"/>
                  </a:lnTo>
                  <a:cubicBezTo>
                    <a:pt x="248532" y="145506"/>
                    <a:pt x="248567" y="145601"/>
                    <a:pt x="248591" y="145697"/>
                  </a:cubicBezTo>
                  <a:cubicBezTo>
                    <a:pt x="256699" y="145875"/>
                    <a:pt x="263664" y="146220"/>
                    <a:pt x="270022" y="146816"/>
                  </a:cubicBezTo>
                  <a:cubicBezTo>
                    <a:pt x="268463" y="138065"/>
                    <a:pt x="268082" y="126123"/>
                    <a:pt x="268606" y="114598"/>
                  </a:cubicBezTo>
                  <a:cubicBezTo>
                    <a:pt x="267939" y="114478"/>
                    <a:pt x="263926" y="114038"/>
                    <a:pt x="266462" y="113466"/>
                  </a:cubicBezTo>
                  <a:cubicBezTo>
                    <a:pt x="266546" y="113288"/>
                    <a:pt x="266808" y="113347"/>
                    <a:pt x="266974" y="113312"/>
                  </a:cubicBezTo>
                  <a:cubicBezTo>
                    <a:pt x="267105" y="113205"/>
                    <a:pt x="267236" y="113109"/>
                    <a:pt x="267367" y="113002"/>
                  </a:cubicBezTo>
                  <a:cubicBezTo>
                    <a:pt x="267391" y="112954"/>
                    <a:pt x="267403" y="112919"/>
                    <a:pt x="267415" y="112871"/>
                  </a:cubicBezTo>
                  <a:cubicBezTo>
                    <a:pt x="258878" y="111740"/>
                    <a:pt x="264557" y="111323"/>
                    <a:pt x="268856" y="110121"/>
                  </a:cubicBezTo>
                  <a:cubicBezTo>
                    <a:pt x="268951" y="108668"/>
                    <a:pt x="269070" y="107228"/>
                    <a:pt x="269189" y="105811"/>
                  </a:cubicBezTo>
                  <a:cubicBezTo>
                    <a:pt x="269463" y="105846"/>
                    <a:pt x="269749" y="105870"/>
                    <a:pt x="270022" y="105894"/>
                  </a:cubicBezTo>
                  <a:cubicBezTo>
                    <a:pt x="269832" y="104834"/>
                    <a:pt x="269653" y="103727"/>
                    <a:pt x="269510" y="102584"/>
                  </a:cubicBezTo>
                  <a:cubicBezTo>
                    <a:pt x="270094" y="97036"/>
                    <a:pt x="270903" y="91940"/>
                    <a:pt x="271904" y="87809"/>
                  </a:cubicBezTo>
                  <a:lnTo>
                    <a:pt x="271904" y="87809"/>
                  </a:lnTo>
                  <a:cubicBezTo>
                    <a:pt x="270725" y="87928"/>
                    <a:pt x="269570" y="88047"/>
                    <a:pt x="268451" y="88154"/>
                  </a:cubicBezTo>
                  <a:cubicBezTo>
                    <a:pt x="268320" y="83427"/>
                    <a:pt x="268379" y="78510"/>
                    <a:pt x="268606" y="73664"/>
                  </a:cubicBezTo>
                  <a:cubicBezTo>
                    <a:pt x="267939" y="73557"/>
                    <a:pt x="263926" y="73104"/>
                    <a:pt x="266462" y="72545"/>
                  </a:cubicBezTo>
                  <a:cubicBezTo>
                    <a:pt x="266546" y="72366"/>
                    <a:pt x="266808" y="72426"/>
                    <a:pt x="266974" y="72390"/>
                  </a:cubicBezTo>
                  <a:cubicBezTo>
                    <a:pt x="267105" y="72283"/>
                    <a:pt x="267236" y="72176"/>
                    <a:pt x="267367" y="72069"/>
                  </a:cubicBezTo>
                  <a:cubicBezTo>
                    <a:pt x="267391" y="72033"/>
                    <a:pt x="267403" y="71985"/>
                    <a:pt x="267415" y="71949"/>
                  </a:cubicBezTo>
                  <a:cubicBezTo>
                    <a:pt x="258878" y="70818"/>
                    <a:pt x="264557" y="70402"/>
                    <a:pt x="268856" y="69199"/>
                  </a:cubicBezTo>
                  <a:cubicBezTo>
                    <a:pt x="269415" y="60770"/>
                    <a:pt x="270463" y="52840"/>
                    <a:pt x="271904" y="46875"/>
                  </a:cubicBezTo>
                  <a:lnTo>
                    <a:pt x="271904" y="46875"/>
                  </a:lnTo>
                  <a:cubicBezTo>
                    <a:pt x="270606" y="47006"/>
                    <a:pt x="269344" y="47137"/>
                    <a:pt x="268105" y="47256"/>
                  </a:cubicBezTo>
                  <a:cubicBezTo>
                    <a:pt x="267713" y="40803"/>
                    <a:pt x="267689" y="33719"/>
                    <a:pt x="268010" y="26789"/>
                  </a:cubicBezTo>
                  <a:cubicBezTo>
                    <a:pt x="267343" y="26670"/>
                    <a:pt x="263331" y="26230"/>
                    <a:pt x="265867" y="25658"/>
                  </a:cubicBezTo>
                  <a:cubicBezTo>
                    <a:pt x="265950" y="25479"/>
                    <a:pt x="266212" y="25539"/>
                    <a:pt x="266379" y="25503"/>
                  </a:cubicBezTo>
                  <a:cubicBezTo>
                    <a:pt x="266510" y="25396"/>
                    <a:pt x="266641" y="25301"/>
                    <a:pt x="266772" y="25194"/>
                  </a:cubicBezTo>
                  <a:cubicBezTo>
                    <a:pt x="266796" y="25146"/>
                    <a:pt x="266808" y="25110"/>
                    <a:pt x="266820" y="25063"/>
                  </a:cubicBezTo>
                  <a:cubicBezTo>
                    <a:pt x="258283" y="23932"/>
                    <a:pt x="263962" y="23515"/>
                    <a:pt x="268260" y="22312"/>
                  </a:cubicBezTo>
                  <a:cubicBezTo>
                    <a:pt x="268415" y="19919"/>
                    <a:pt x="268856" y="15300"/>
                    <a:pt x="268856" y="15300"/>
                  </a:cubicBezTo>
                  <a:lnTo>
                    <a:pt x="254901" y="1453"/>
                  </a:lnTo>
                  <a:cubicBezTo>
                    <a:pt x="254901" y="1453"/>
                    <a:pt x="251413" y="1679"/>
                    <a:pt x="249615" y="1774"/>
                  </a:cubicBezTo>
                  <a:cubicBezTo>
                    <a:pt x="249746" y="1167"/>
                    <a:pt x="249889" y="572"/>
                    <a:pt x="250020" y="0"/>
                  </a:cubicBezTo>
                  <a:lnTo>
                    <a:pt x="250020" y="0"/>
                  </a:lnTo>
                  <a:cubicBezTo>
                    <a:pt x="240828" y="929"/>
                    <a:pt x="233577" y="1572"/>
                    <a:pt x="225017" y="1929"/>
                  </a:cubicBezTo>
                  <a:cubicBezTo>
                    <a:pt x="224814" y="2179"/>
                    <a:pt x="224600" y="2441"/>
                    <a:pt x="224386" y="2715"/>
                  </a:cubicBezTo>
                  <a:cubicBezTo>
                    <a:pt x="223731" y="2953"/>
                    <a:pt x="223112" y="3274"/>
                    <a:pt x="222647" y="3751"/>
                  </a:cubicBezTo>
                  <a:cubicBezTo>
                    <a:pt x="222755" y="3346"/>
                    <a:pt x="222945" y="2774"/>
                    <a:pt x="223219" y="2000"/>
                  </a:cubicBezTo>
                  <a:cubicBezTo>
                    <a:pt x="223094" y="1992"/>
                    <a:pt x="222968" y="1988"/>
                    <a:pt x="222843" y="1988"/>
                  </a:cubicBezTo>
                  <a:cubicBezTo>
                    <a:pt x="221740" y="1988"/>
                    <a:pt x="220632" y="2285"/>
                    <a:pt x="219537" y="2285"/>
                  </a:cubicBezTo>
                  <a:cubicBezTo>
                    <a:pt x="219371" y="2285"/>
                    <a:pt x="219205" y="2278"/>
                    <a:pt x="219040" y="2262"/>
                  </a:cubicBezTo>
                  <a:cubicBezTo>
                    <a:pt x="218567" y="2506"/>
                    <a:pt x="218202" y="2952"/>
                    <a:pt x="217926" y="2952"/>
                  </a:cubicBezTo>
                  <a:cubicBezTo>
                    <a:pt x="217744" y="2952"/>
                    <a:pt x="217601" y="2757"/>
                    <a:pt x="217492" y="2179"/>
                  </a:cubicBezTo>
                  <a:cubicBezTo>
                    <a:pt x="216420" y="2203"/>
                    <a:pt x="215337" y="2227"/>
                    <a:pt x="214218" y="2239"/>
                  </a:cubicBezTo>
                  <a:cubicBezTo>
                    <a:pt x="210515" y="2179"/>
                    <a:pt x="207169" y="2084"/>
                    <a:pt x="204002" y="1965"/>
                  </a:cubicBezTo>
                  <a:cubicBezTo>
                    <a:pt x="203967" y="2131"/>
                    <a:pt x="203943" y="2298"/>
                    <a:pt x="203919" y="2453"/>
                  </a:cubicBezTo>
                  <a:cubicBezTo>
                    <a:pt x="203550" y="2560"/>
                    <a:pt x="203181" y="2679"/>
                    <a:pt x="202824" y="2822"/>
                  </a:cubicBezTo>
                  <a:cubicBezTo>
                    <a:pt x="202776" y="2548"/>
                    <a:pt x="202728" y="2239"/>
                    <a:pt x="202681" y="1905"/>
                  </a:cubicBezTo>
                  <a:cubicBezTo>
                    <a:pt x="194453" y="1524"/>
                    <a:pt x="187357" y="905"/>
                    <a:pt x="178440" y="0"/>
                  </a:cubicBezTo>
                  <a:lnTo>
                    <a:pt x="178440" y="0"/>
                  </a:lnTo>
                  <a:cubicBezTo>
                    <a:pt x="178582" y="572"/>
                    <a:pt x="178713" y="1167"/>
                    <a:pt x="178844" y="1774"/>
                  </a:cubicBezTo>
                  <a:cubicBezTo>
                    <a:pt x="175773" y="1607"/>
                    <a:pt x="172832" y="1417"/>
                    <a:pt x="169831" y="1179"/>
                  </a:cubicBezTo>
                  <a:cubicBezTo>
                    <a:pt x="169927" y="774"/>
                    <a:pt x="170010" y="381"/>
                    <a:pt x="170105" y="0"/>
                  </a:cubicBezTo>
                  <a:lnTo>
                    <a:pt x="170105" y="0"/>
                  </a:lnTo>
                  <a:cubicBezTo>
                    <a:pt x="167843" y="226"/>
                    <a:pt x="165700" y="441"/>
                    <a:pt x="163628" y="631"/>
                  </a:cubicBezTo>
                  <a:cubicBezTo>
                    <a:pt x="161556" y="441"/>
                    <a:pt x="159413" y="226"/>
                    <a:pt x="157163" y="0"/>
                  </a:cubicBezTo>
                  <a:lnTo>
                    <a:pt x="157163" y="0"/>
                  </a:lnTo>
                  <a:cubicBezTo>
                    <a:pt x="157246" y="381"/>
                    <a:pt x="157342" y="774"/>
                    <a:pt x="157425" y="1179"/>
                  </a:cubicBezTo>
                  <a:cubicBezTo>
                    <a:pt x="153377" y="1500"/>
                    <a:pt x="149400" y="1750"/>
                    <a:pt x="145102" y="1929"/>
                  </a:cubicBezTo>
                  <a:cubicBezTo>
                    <a:pt x="144154" y="3043"/>
                    <a:pt x="143049" y="4616"/>
                    <a:pt x="142712" y="4616"/>
                  </a:cubicBezTo>
                  <a:cubicBezTo>
                    <a:pt x="142491" y="4616"/>
                    <a:pt x="142601" y="3936"/>
                    <a:pt x="143304" y="2000"/>
                  </a:cubicBezTo>
                  <a:cubicBezTo>
                    <a:pt x="143179" y="1992"/>
                    <a:pt x="143053" y="1988"/>
                    <a:pt x="142928" y="1988"/>
                  </a:cubicBezTo>
                  <a:cubicBezTo>
                    <a:pt x="141825" y="1988"/>
                    <a:pt x="140718" y="2285"/>
                    <a:pt x="139622" y="2285"/>
                  </a:cubicBezTo>
                  <a:cubicBezTo>
                    <a:pt x="139456" y="2285"/>
                    <a:pt x="139290" y="2278"/>
                    <a:pt x="139125" y="2262"/>
                  </a:cubicBezTo>
                  <a:cubicBezTo>
                    <a:pt x="138780" y="2441"/>
                    <a:pt x="138494" y="2715"/>
                    <a:pt x="138256" y="2858"/>
                  </a:cubicBezTo>
                  <a:lnTo>
                    <a:pt x="138256" y="2250"/>
                  </a:lnTo>
                  <a:cubicBezTo>
                    <a:pt x="138030" y="2250"/>
                    <a:pt x="137803" y="2239"/>
                    <a:pt x="137589" y="2239"/>
                  </a:cubicBezTo>
                  <a:cubicBezTo>
                    <a:pt x="137577" y="2215"/>
                    <a:pt x="137577" y="2203"/>
                    <a:pt x="137565" y="2179"/>
                  </a:cubicBezTo>
                  <a:cubicBezTo>
                    <a:pt x="137041" y="2191"/>
                    <a:pt x="136494" y="2203"/>
                    <a:pt x="135946" y="2215"/>
                  </a:cubicBezTo>
                  <a:cubicBezTo>
                    <a:pt x="135410" y="2203"/>
                    <a:pt x="134863" y="2191"/>
                    <a:pt x="134327" y="2179"/>
                  </a:cubicBezTo>
                  <a:cubicBezTo>
                    <a:pt x="134327" y="2203"/>
                    <a:pt x="134327" y="2215"/>
                    <a:pt x="134315" y="2239"/>
                  </a:cubicBezTo>
                  <a:cubicBezTo>
                    <a:pt x="134089" y="2239"/>
                    <a:pt x="133874" y="2250"/>
                    <a:pt x="133648" y="2250"/>
                  </a:cubicBezTo>
                  <a:lnTo>
                    <a:pt x="133648" y="2858"/>
                  </a:lnTo>
                  <a:cubicBezTo>
                    <a:pt x="133410" y="2715"/>
                    <a:pt x="133124" y="2441"/>
                    <a:pt x="132779" y="2262"/>
                  </a:cubicBezTo>
                  <a:cubicBezTo>
                    <a:pt x="132604" y="2280"/>
                    <a:pt x="132429" y="2288"/>
                    <a:pt x="132254" y="2288"/>
                  </a:cubicBezTo>
                  <a:cubicBezTo>
                    <a:pt x="131165" y="2288"/>
                    <a:pt x="130064" y="1988"/>
                    <a:pt x="128968" y="1988"/>
                  </a:cubicBezTo>
                  <a:cubicBezTo>
                    <a:pt x="128845" y="1988"/>
                    <a:pt x="128723" y="1992"/>
                    <a:pt x="128600" y="2000"/>
                  </a:cubicBezTo>
                  <a:cubicBezTo>
                    <a:pt x="129303" y="3936"/>
                    <a:pt x="129413" y="4616"/>
                    <a:pt x="129192" y="4616"/>
                  </a:cubicBezTo>
                  <a:cubicBezTo>
                    <a:pt x="128855" y="4616"/>
                    <a:pt x="127750" y="3043"/>
                    <a:pt x="126802" y="1929"/>
                  </a:cubicBezTo>
                  <a:cubicBezTo>
                    <a:pt x="122492" y="1750"/>
                    <a:pt x="118527" y="1500"/>
                    <a:pt x="114467" y="1179"/>
                  </a:cubicBezTo>
                  <a:cubicBezTo>
                    <a:pt x="114562" y="774"/>
                    <a:pt x="114646" y="381"/>
                    <a:pt x="114741" y="0"/>
                  </a:cubicBezTo>
                  <a:lnTo>
                    <a:pt x="114741" y="0"/>
                  </a:lnTo>
                  <a:cubicBezTo>
                    <a:pt x="112491" y="226"/>
                    <a:pt x="110348" y="441"/>
                    <a:pt x="108276" y="631"/>
                  </a:cubicBezTo>
                  <a:cubicBezTo>
                    <a:pt x="106192" y="441"/>
                    <a:pt x="104061" y="226"/>
                    <a:pt x="101799" y="0"/>
                  </a:cubicBezTo>
                  <a:lnTo>
                    <a:pt x="101799" y="0"/>
                  </a:lnTo>
                  <a:cubicBezTo>
                    <a:pt x="101894" y="381"/>
                    <a:pt x="101978" y="774"/>
                    <a:pt x="102073" y="1179"/>
                  </a:cubicBezTo>
                  <a:cubicBezTo>
                    <a:pt x="99072" y="1417"/>
                    <a:pt x="96132" y="1607"/>
                    <a:pt x="93060" y="1774"/>
                  </a:cubicBezTo>
                  <a:cubicBezTo>
                    <a:pt x="93191" y="1167"/>
                    <a:pt x="93322" y="572"/>
                    <a:pt x="93465" y="0"/>
                  </a:cubicBezTo>
                  <a:lnTo>
                    <a:pt x="93465" y="0"/>
                  </a:lnTo>
                  <a:cubicBezTo>
                    <a:pt x="84535" y="905"/>
                    <a:pt x="77439" y="1524"/>
                    <a:pt x="69212" y="1905"/>
                  </a:cubicBezTo>
                  <a:cubicBezTo>
                    <a:pt x="69164" y="2239"/>
                    <a:pt x="69116" y="2548"/>
                    <a:pt x="69081" y="2822"/>
                  </a:cubicBezTo>
                  <a:cubicBezTo>
                    <a:pt x="68723" y="2667"/>
                    <a:pt x="68342" y="2548"/>
                    <a:pt x="67973" y="2453"/>
                  </a:cubicBezTo>
                  <a:cubicBezTo>
                    <a:pt x="67950" y="2298"/>
                    <a:pt x="67926" y="2131"/>
                    <a:pt x="67902" y="1953"/>
                  </a:cubicBezTo>
                  <a:cubicBezTo>
                    <a:pt x="64735" y="2084"/>
                    <a:pt x="61377" y="2179"/>
                    <a:pt x="57686" y="2239"/>
                  </a:cubicBezTo>
                  <a:cubicBezTo>
                    <a:pt x="56567" y="2227"/>
                    <a:pt x="55472" y="2203"/>
                    <a:pt x="54412" y="2179"/>
                  </a:cubicBezTo>
                  <a:cubicBezTo>
                    <a:pt x="54303" y="2757"/>
                    <a:pt x="54160" y="2952"/>
                    <a:pt x="53977" y="2952"/>
                  </a:cubicBezTo>
                  <a:cubicBezTo>
                    <a:pt x="53701" y="2952"/>
                    <a:pt x="53333" y="2506"/>
                    <a:pt x="52852" y="2262"/>
                  </a:cubicBezTo>
                  <a:cubicBezTo>
                    <a:pt x="52687" y="2278"/>
                    <a:pt x="52522" y="2285"/>
                    <a:pt x="52356" y="2285"/>
                  </a:cubicBezTo>
                  <a:cubicBezTo>
                    <a:pt x="51262" y="2285"/>
                    <a:pt x="50161" y="1988"/>
                    <a:pt x="49052" y="1988"/>
                  </a:cubicBezTo>
                  <a:cubicBezTo>
                    <a:pt x="48926" y="1988"/>
                    <a:pt x="48800" y="1992"/>
                    <a:pt x="48673" y="2000"/>
                  </a:cubicBezTo>
                  <a:cubicBezTo>
                    <a:pt x="48959" y="2774"/>
                    <a:pt x="49138" y="3346"/>
                    <a:pt x="49257" y="3751"/>
                  </a:cubicBezTo>
                  <a:cubicBezTo>
                    <a:pt x="48792" y="3274"/>
                    <a:pt x="48173" y="2953"/>
                    <a:pt x="47518" y="2703"/>
                  </a:cubicBezTo>
                  <a:cubicBezTo>
                    <a:pt x="47304" y="2441"/>
                    <a:pt x="47090" y="2179"/>
                    <a:pt x="46875" y="1929"/>
                  </a:cubicBezTo>
                  <a:cubicBezTo>
                    <a:pt x="38315" y="1572"/>
                    <a:pt x="31064" y="929"/>
                    <a:pt x="21872" y="0"/>
                  </a:cubicBezTo>
                  <a:lnTo>
                    <a:pt x="21872" y="0"/>
                  </a:lnTo>
                  <a:cubicBezTo>
                    <a:pt x="22015" y="572"/>
                    <a:pt x="22146" y="1167"/>
                    <a:pt x="22277" y="1774"/>
                  </a:cubicBezTo>
                  <a:cubicBezTo>
                    <a:pt x="15098" y="1393"/>
                    <a:pt x="8573" y="810"/>
                    <a:pt x="5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39"/>
            <p:cNvSpPr/>
            <p:nvPr/>
          </p:nvSpPr>
          <p:spPr>
            <a:xfrm>
              <a:off x="283950" y="193150"/>
              <a:ext cx="8615526" cy="4752359"/>
            </a:xfrm>
            <a:custGeom>
              <a:rect b="b" l="l" r="r" t="t"/>
              <a:pathLst>
                <a:path extrusionOk="0" h="146757" w="269046">
                  <a:moveTo>
                    <a:pt x="21241" y="131"/>
                  </a:moveTo>
                  <a:cubicBezTo>
                    <a:pt x="20884" y="346"/>
                    <a:pt x="20527" y="572"/>
                    <a:pt x="20170" y="798"/>
                  </a:cubicBezTo>
                  <a:cubicBezTo>
                    <a:pt x="20217" y="953"/>
                    <a:pt x="20253" y="1120"/>
                    <a:pt x="20289" y="1286"/>
                  </a:cubicBezTo>
                  <a:cubicBezTo>
                    <a:pt x="20860" y="929"/>
                    <a:pt x="21432" y="560"/>
                    <a:pt x="22015" y="203"/>
                  </a:cubicBezTo>
                  <a:cubicBezTo>
                    <a:pt x="21753" y="179"/>
                    <a:pt x="21503" y="155"/>
                    <a:pt x="21241" y="131"/>
                  </a:cubicBezTo>
                  <a:close/>
                  <a:moveTo>
                    <a:pt x="18777" y="1691"/>
                  </a:moveTo>
                  <a:cubicBezTo>
                    <a:pt x="18515" y="1858"/>
                    <a:pt x="18265" y="2012"/>
                    <a:pt x="18015" y="2179"/>
                  </a:cubicBezTo>
                  <a:cubicBezTo>
                    <a:pt x="11788" y="6263"/>
                    <a:pt x="6156" y="10644"/>
                    <a:pt x="1155" y="15252"/>
                  </a:cubicBezTo>
                  <a:cubicBezTo>
                    <a:pt x="1179" y="15455"/>
                    <a:pt x="1203" y="15657"/>
                    <a:pt x="1215" y="15848"/>
                  </a:cubicBezTo>
                  <a:cubicBezTo>
                    <a:pt x="6263" y="11156"/>
                    <a:pt x="11966" y="6727"/>
                    <a:pt x="18277" y="2584"/>
                  </a:cubicBezTo>
                  <a:cubicBezTo>
                    <a:pt x="18705" y="2298"/>
                    <a:pt x="19146" y="2012"/>
                    <a:pt x="19574" y="1739"/>
                  </a:cubicBezTo>
                  <a:cubicBezTo>
                    <a:pt x="19312" y="1727"/>
                    <a:pt x="19039" y="1703"/>
                    <a:pt x="18777" y="1691"/>
                  </a:cubicBezTo>
                  <a:close/>
                  <a:moveTo>
                    <a:pt x="257199" y="5608"/>
                  </a:moveTo>
                  <a:cubicBezTo>
                    <a:pt x="259819" y="11180"/>
                    <a:pt x="262128" y="16943"/>
                    <a:pt x="264105" y="22884"/>
                  </a:cubicBezTo>
                  <a:cubicBezTo>
                    <a:pt x="264307" y="22836"/>
                    <a:pt x="264522" y="22789"/>
                    <a:pt x="264736" y="22741"/>
                  </a:cubicBezTo>
                  <a:cubicBezTo>
                    <a:pt x="262950" y="17360"/>
                    <a:pt x="260890" y="12085"/>
                    <a:pt x="258557" y="6942"/>
                  </a:cubicBezTo>
                  <a:lnTo>
                    <a:pt x="257199" y="5608"/>
                  </a:lnTo>
                  <a:close/>
                  <a:moveTo>
                    <a:pt x="234685" y="1239"/>
                  </a:moveTo>
                  <a:cubicBezTo>
                    <a:pt x="234423" y="1262"/>
                    <a:pt x="234149" y="1286"/>
                    <a:pt x="233887" y="1298"/>
                  </a:cubicBezTo>
                  <a:cubicBezTo>
                    <a:pt x="234554" y="1727"/>
                    <a:pt x="235220" y="2143"/>
                    <a:pt x="235875" y="2584"/>
                  </a:cubicBezTo>
                  <a:cubicBezTo>
                    <a:pt x="245662" y="9001"/>
                    <a:pt x="253961" y="16145"/>
                    <a:pt x="260676" y="23813"/>
                  </a:cubicBezTo>
                  <a:cubicBezTo>
                    <a:pt x="260783" y="23741"/>
                    <a:pt x="260938" y="23682"/>
                    <a:pt x="261140" y="23610"/>
                  </a:cubicBezTo>
                  <a:cubicBezTo>
                    <a:pt x="254377" y="15871"/>
                    <a:pt x="246007" y="8656"/>
                    <a:pt x="236137" y="2179"/>
                  </a:cubicBezTo>
                  <a:cubicBezTo>
                    <a:pt x="235649" y="1870"/>
                    <a:pt x="235173" y="1548"/>
                    <a:pt x="234685" y="1239"/>
                  </a:cubicBezTo>
                  <a:close/>
                  <a:moveTo>
                    <a:pt x="264807" y="25051"/>
                  </a:moveTo>
                  <a:lnTo>
                    <a:pt x="264867" y="25218"/>
                  </a:lnTo>
                  <a:cubicBezTo>
                    <a:pt x="264879" y="25218"/>
                    <a:pt x="264879" y="25206"/>
                    <a:pt x="264891" y="25194"/>
                  </a:cubicBezTo>
                  <a:cubicBezTo>
                    <a:pt x="264914" y="25158"/>
                    <a:pt x="264926" y="25111"/>
                    <a:pt x="264938" y="25075"/>
                  </a:cubicBezTo>
                  <a:cubicBezTo>
                    <a:pt x="264891" y="25063"/>
                    <a:pt x="264855" y="25063"/>
                    <a:pt x="264807" y="25051"/>
                  </a:cubicBezTo>
                  <a:close/>
                  <a:moveTo>
                    <a:pt x="265319" y="26670"/>
                  </a:moveTo>
                  <a:lnTo>
                    <a:pt x="265319" y="26670"/>
                  </a:lnTo>
                  <a:cubicBezTo>
                    <a:pt x="265557" y="27480"/>
                    <a:pt x="265807" y="28290"/>
                    <a:pt x="266034" y="29099"/>
                  </a:cubicBezTo>
                  <a:cubicBezTo>
                    <a:pt x="266057" y="28444"/>
                    <a:pt x="266081" y="27789"/>
                    <a:pt x="266117" y="27135"/>
                  </a:cubicBezTo>
                  <a:cubicBezTo>
                    <a:pt x="266081" y="27016"/>
                    <a:pt x="266046" y="26896"/>
                    <a:pt x="266010" y="26777"/>
                  </a:cubicBezTo>
                  <a:cubicBezTo>
                    <a:pt x="265843" y="26754"/>
                    <a:pt x="265593" y="26718"/>
                    <a:pt x="265319" y="26670"/>
                  </a:cubicBezTo>
                  <a:close/>
                  <a:moveTo>
                    <a:pt x="261188" y="24408"/>
                  </a:moveTo>
                  <a:lnTo>
                    <a:pt x="261188" y="24408"/>
                  </a:lnTo>
                  <a:cubicBezTo>
                    <a:pt x="262902" y="26396"/>
                    <a:pt x="264498" y="28409"/>
                    <a:pt x="265998" y="30456"/>
                  </a:cubicBezTo>
                  <a:cubicBezTo>
                    <a:pt x="265998" y="30195"/>
                    <a:pt x="266010" y="29944"/>
                    <a:pt x="266022" y="29683"/>
                  </a:cubicBezTo>
                  <a:cubicBezTo>
                    <a:pt x="265153" y="28516"/>
                    <a:pt x="264260" y="27361"/>
                    <a:pt x="263331" y="26218"/>
                  </a:cubicBezTo>
                  <a:cubicBezTo>
                    <a:pt x="263200" y="26158"/>
                    <a:pt x="263140" y="26087"/>
                    <a:pt x="263164" y="26015"/>
                  </a:cubicBezTo>
                  <a:cubicBezTo>
                    <a:pt x="262771" y="25539"/>
                    <a:pt x="262378" y="25075"/>
                    <a:pt x="261986" y="24599"/>
                  </a:cubicBezTo>
                  <a:cubicBezTo>
                    <a:pt x="261664" y="24539"/>
                    <a:pt x="261402" y="24468"/>
                    <a:pt x="261188" y="24408"/>
                  </a:cubicBezTo>
                  <a:close/>
                  <a:moveTo>
                    <a:pt x="127076" y="17431"/>
                  </a:moveTo>
                  <a:cubicBezTo>
                    <a:pt x="133339" y="17431"/>
                    <a:pt x="139506" y="17574"/>
                    <a:pt x="145578" y="17848"/>
                  </a:cubicBezTo>
                  <a:cubicBezTo>
                    <a:pt x="146150" y="29278"/>
                    <a:pt x="146554" y="41363"/>
                    <a:pt x="146769" y="53924"/>
                  </a:cubicBezTo>
                  <a:cubicBezTo>
                    <a:pt x="140292" y="53816"/>
                    <a:pt x="133720" y="53769"/>
                    <a:pt x="127076" y="53769"/>
                  </a:cubicBezTo>
                  <a:cubicBezTo>
                    <a:pt x="120432" y="53769"/>
                    <a:pt x="113860" y="53816"/>
                    <a:pt x="107371" y="53924"/>
                  </a:cubicBezTo>
                  <a:cubicBezTo>
                    <a:pt x="107585" y="41363"/>
                    <a:pt x="107990" y="29278"/>
                    <a:pt x="108562" y="17848"/>
                  </a:cubicBezTo>
                  <a:cubicBezTo>
                    <a:pt x="114634" y="17574"/>
                    <a:pt x="120813" y="17431"/>
                    <a:pt x="127076" y="17431"/>
                  </a:cubicBezTo>
                  <a:close/>
                  <a:moveTo>
                    <a:pt x="108359" y="17848"/>
                  </a:moveTo>
                  <a:cubicBezTo>
                    <a:pt x="107776" y="29385"/>
                    <a:pt x="107371" y="41482"/>
                    <a:pt x="107169" y="53924"/>
                  </a:cubicBezTo>
                  <a:cubicBezTo>
                    <a:pt x="94727" y="54138"/>
                    <a:pt x="82630" y="54531"/>
                    <a:pt x="71093" y="55114"/>
                  </a:cubicBezTo>
                  <a:cubicBezTo>
                    <a:pt x="71617" y="43244"/>
                    <a:pt x="72640" y="31766"/>
                    <a:pt x="74117" y="20872"/>
                  </a:cubicBezTo>
                  <a:cubicBezTo>
                    <a:pt x="85011" y="19407"/>
                    <a:pt x="96477" y="18384"/>
                    <a:pt x="108359" y="17848"/>
                  </a:cubicBezTo>
                  <a:close/>
                  <a:moveTo>
                    <a:pt x="145792" y="17860"/>
                  </a:moveTo>
                  <a:lnTo>
                    <a:pt x="145792" y="17860"/>
                  </a:lnTo>
                  <a:cubicBezTo>
                    <a:pt x="157675" y="18384"/>
                    <a:pt x="169141" y="19407"/>
                    <a:pt x="180035" y="20884"/>
                  </a:cubicBezTo>
                  <a:cubicBezTo>
                    <a:pt x="181499" y="31766"/>
                    <a:pt x="182523" y="43244"/>
                    <a:pt x="183059" y="55114"/>
                  </a:cubicBezTo>
                  <a:cubicBezTo>
                    <a:pt x="171522" y="54531"/>
                    <a:pt x="159425" y="54138"/>
                    <a:pt x="146983" y="53924"/>
                  </a:cubicBezTo>
                  <a:cubicBezTo>
                    <a:pt x="146781" y="41482"/>
                    <a:pt x="146376" y="29385"/>
                    <a:pt x="145792" y="17860"/>
                  </a:cubicBezTo>
                  <a:close/>
                  <a:moveTo>
                    <a:pt x="73724" y="20931"/>
                  </a:moveTo>
                  <a:lnTo>
                    <a:pt x="73724" y="20931"/>
                  </a:lnTo>
                  <a:cubicBezTo>
                    <a:pt x="72259" y="31909"/>
                    <a:pt x="71247" y="43375"/>
                    <a:pt x="70724" y="55138"/>
                  </a:cubicBezTo>
                  <a:cubicBezTo>
                    <a:pt x="54805" y="55948"/>
                    <a:pt x="39958" y="57103"/>
                    <a:pt x="26742" y="58579"/>
                  </a:cubicBezTo>
                  <a:cubicBezTo>
                    <a:pt x="27373" y="48816"/>
                    <a:pt x="28599" y="39255"/>
                    <a:pt x="30397" y="29992"/>
                  </a:cubicBezTo>
                  <a:cubicBezTo>
                    <a:pt x="43292" y="26158"/>
                    <a:pt x="57901" y="23086"/>
                    <a:pt x="73724" y="20931"/>
                  </a:cubicBezTo>
                  <a:close/>
                  <a:moveTo>
                    <a:pt x="180416" y="20931"/>
                  </a:moveTo>
                  <a:lnTo>
                    <a:pt x="180416" y="20931"/>
                  </a:lnTo>
                  <a:cubicBezTo>
                    <a:pt x="196251" y="23086"/>
                    <a:pt x="210860" y="26170"/>
                    <a:pt x="223755" y="29992"/>
                  </a:cubicBezTo>
                  <a:cubicBezTo>
                    <a:pt x="225552" y="39255"/>
                    <a:pt x="226779" y="48816"/>
                    <a:pt x="227410" y="58579"/>
                  </a:cubicBezTo>
                  <a:cubicBezTo>
                    <a:pt x="214194" y="57103"/>
                    <a:pt x="199335" y="55948"/>
                    <a:pt x="183416" y="55138"/>
                  </a:cubicBezTo>
                  <a:cubicBezTo>
                    <a:pt x="182904" y="43375"/>
                    <a:pt x="181892" y="31909"/>
                    <a:pt x="180416" y="20931"/>
                  </a:cubicBezTo>
                  <a:close/>
                  <a:moveTo>
                    <a:pt x="70724" y="55352"/>
                  </a:moveTo>
                  <a:cubicBezTo>
                    <a:pt x="70450" y="61436"/>
                    <a:pt x="70319" y="67616"/>
                    <a:pt x="70319" y="73843"/>
                  </a:cubicBezTo>
                  <a:cubicBezTo>
                    <a:pt x="70319" y="80070"/>
                    <a:pt x="70450" y="86237"/>
                    <a:pt x="70724" y="92321"/>
                  </a:cubicBezTo>
                  <a:cubicBezTo>
                    <a:pt x="54543" y="91500"/>
                    <a:pt x="39696" y="90333"/>
                    <a:pt x="26730" y="88892"/>
                  </a:cubicBezTo>
                  <a:cubicBezTo>
                    <a:pt x="26420" y="83915"/>
                    <a:pt x="26254" y="78891"/>
                    <a:pt x="26254" y="73843"/>
                  </a:cubicBezTo>
                  <a:cubicBezTo>
                    <a:pt x="26254" y="68783"/>
                    <a:pt x="26420" y="63758"/>
                    <a:pt x="26730" y="58781"/>
                  </a:cubicBezTo>
                  <a:cubicBezTo>
                    <a:pt x="39696" y="57341"/>
                    <a:pt x="54543" y="56174"/>
                    <a:pt x="70724" y="55352"/>
                  </a:cubicBezTo>
                  <a:close/>
                  <a:moveTo>
                    <a:pt x="183428" y="55352"/>
                  </a:moveTo>
                  <a:cubicBezTo>
                    <a:pt x="199609" y="56174"/>
                    <a:pt x="214444" y="57341"/>
                    <a:pt x="227410" y="58781"/>
                  </a:cubicBezTo>
                  <a:cubicBezTo>
                    <a:pt x="227731" y="63758"/>
                    <a:pt x="227886" y="68783"/>
                    <a:pt x="227886" y="73843"/>
                  </a:cubicBezTo>
                  <a:cubicBezTo>
                    <a:pt x="227886" y="78903"/>
                    <a:pt x="227731" y="83915"/>
                    <a:pt x="227410" y="88892"/>
                  </a:cubicBezTo>
                  <a:cubicBezTo>
                    <a:pt x="214444" y="90333"/>
                    <a:pt x="199609" y="91500"/>
                    <a:pt x="183428" y="92321"/>
                  </a:cubicBezTo>
                  <a:cubicBezTo>
                    <a:pt x="183690" y="86237"/>
                    <a:pt x="183833" y="80070"/>
                    <a:pt x="183833" y="73843"/>
                  </a:cubicBezTo>
                  <a:cubicBezTo>
                    <a:pt x="183833" y="67616"/>
                    <a:pt x="183690" y="61436"/>
                    <a:pt x="183428" y="55352"/>
                  </a:cubicBezTo>
                  <a:close/>
                  <a:moveTo>
                    <a:pt x="107157" y="54138"/>
                  </a:moveTo>
                  <a:cubicBezTo>
                    <a:pt x="107050" y="60627"/>
                    <a:pt x="107002" y="67199"/>
                    <a:pt x="107002" y="73843"/>
                  </a:cubicBezTo>
                  <a:cubicBezTo>
                    <a:pt x="107002" y="80475"/>
                    <a:pt x="107050" y="87047"/>
                    <a:pt x="107157" y="93536"/>
                  </a:cubicBezTo>
                  <a:cubicBezTo>
                    <a:pt x="94596" y="93321"/>
                    <a:pt x="82511" y="92917"/>
                    <a:pt x="71081" y="92345"/>
                  </a:cubicBezTo>
                  <a:cubicBezTo>
                    <a:pt x="70807" y="86273"/>
                    <a:pt x="70676" y="80105"/>
                    <a:pt x="70676" y="73843"/>
                  </a:cubicBezTo>
                  <a:cubicBezTo>
                    <a:pt x="70676" y="67580"/>
                    <a:pt x="70807" y="61401"/>
                    <a:pt x="71081" y="55329"/>
                  </a:cubicBezTo>
                  <a:cubicBezTo>
                    <a:pt x="82511" y="54757"/>
                    <a:pt x="94596" y="54352"/>
                    <a:pt x="107157" y="54138"/>
                  </a:cubicBezTo>
                  <a:close/>
                  <a:moveTo>
                    <a:pt x="146983" y="54138"/>
                  </a:moveTo>
                  <a:cubicBezTo>
                    <a:pt x="159544" y="54352"/>
                    <a:pt x="171641" y="54757"/>
                    <a:pt x="183071" y="55329"/>
                  </a:cubicBezTo>
                  <a:cubicBezTo>
                    <a:pt x="183333" y="61401"/>
                    <a:pt x="183476" y="67568"/>
                    <a:pt x="183476" y="73831"/>
                  </a:cubicBezTo>
                  <a:cubicBezTo>
                    <a:pt x="183476" y="80094"/>
                    <a:pt x="183333" y="86273"/>
                    <a:pt x="183071" y="92345"/>
                  </a:cubicBezTo>
                  <a:cubicBezTo>
                    <a:pt x="171641" y="92917"/>
                    <a:pt x="159544" y="93321"/>
                    <a:pt x="146983" y="93536"/>
                  </a:cubicBezTo>
                  <a:cubicBezTo>
                    <a:pt x="147090" y="87047"/>
                    <a:pt x="147150" y="80475"/>
                    <a:pt x="147150" y="73843"/>
                  </a:cubicBezTo>
                  <a:cubicBezTo>
                    <a:pt x="147150" y="67199"/>
                    <a:pt x="147090" y="60627"/>
                    <a:pt x="146983" y="54138"/>
                  </a:cubicBezTo>
                  <a:close/>
                  <a:moveTo>
                    <a:pt x="127076" y="53971"/>
                  </a:moveTo>
                  <a:cubicBezTo>
                    <a:pt x="133743" y="53971"/>
                    <a:pt x="140327" y="54031"/>
                    <a:pt x="146781" y="54138"/>
                  </a:cubicBezTo>
                  <a:cubicBezTo>
                    <a:pt x="146876" y="60591"/>
                    <a:pt x="146935" y="67163"/>
                    <a:pt x="146935" y="73843"/>
                  </a:cubicBezTo>
                  <a:cubicBezTo>
                    <a:pt x="146935" y="80510"/>
                    <a:pt x="146888" y="87082"/>
                    <a:pt x="146781" y="93536"/>
                  </a:cubicBezTo>
                  <a:cubicBezTo>
                    <a:pt x="140327" y="93643"/>
                    <a:pt x="133743" y="93702"/>
                    <a:pt x="127076" y="93702"/>
                  </a:cubicBezTo>
                  <a:cubicBezTo>
                    <a:pt x="120396" y="93702"/>
                    <a:pt x="113824" y="93643"/>
                    <a:pt x="107371" y="93536"/>
                  </a:cubicBezTo>
                  <a:cubicBezTo>
                    <a:pt x="107264" y="87082"/>
                    <a:pt x="107204" y="80510"/>
                    <a:pt x="107204" y="73843"/>
                  </a:cubicBezTo>
                  <a:cubicBezTo>
                    <a:pt x="107204" y="67163"/>
                    <a:pt x="107264" y="60591"/>
                    <a:pt x="107371" y="54138"/>
                  </a:cubicBezTo>
                  <a:cubicBezTo>
                    <a:pt x="113824" y="54031"/>
                    <a:pt x="120396" y="53971"/>
                    <a:pt x="127076" y="53971"/>
                  </a:cubicBezTo>
                  <a:close/>
                  <a:moveTo>
                    <a:pt x="48" y="105632"/>
                  </a:moveTo>
                  <a:cubicBezTo>
                    <a:pt x="36" y="105716"/>
                    <a:pt x="12" y="105811"/>
                    <a:pt x="0" y="105894"/>
                  </a:cubicBezTo>
                  <a:cubicBezTo>
                    <a:pt x="155" y="105882"/>
                    <a:pt x="310" y="105870"/>
                    <a:pt x="477" y="105859"/>
                  </a:cubicBezTo>
                  <a:cubicBezTo>
                    <a:pt x="334" y="105775"/>
                    <a:pt x="191" y="105704"/>
                    <a:pt x="48" y="105632"/>
                  </a:cubicBezTo>
                  <a:close/>
                  <a:moveTo>
                    <a:pt x="26742" y="89095"/>
                  </a:moveTo>
                  <a:cubicBezTo>
                    <a:pt x="39958" y="90571"/>
                    <a:pt x="54805" y="91726"/>
                    <a:pt x="70724" y="92536"/>
                  </a:cubicBezTo>
                  <a:cubicBezTo>
                    <a:pt x="71247" y="104299"/>
                    <a:pt x="72259" y="115765"/>
                    <a:pt x="73724" y="126742"/>
                  </a:cubicBezTo>
                  <a:cubicBezTo>
                    <a:pt x="57901" y="124587"/>
                    <a:pt x="43292" y="121515"/>
                    <a:pt x="30397" y="117681"/>
                  </a:cubicBezTo>
                  <a:cubicBezTo>
                    <a:pt x="28599" y="108418"/>
                    <a:pt x="27373" y="98858"/>
                    <a:pt x="26742" y="89095"/>
                  </a:cubicBezTo>
                  <a:close/>
                  <a:moveTo>
                    <a:pt x="227410" y="89095"/>
                  </a:moveTo>
                  <a:cubicBezTo>
                    <a:pt x="226779" y="98858"/>
                    <a:pt x="225552" y="108418"/>
                    <a:pt x="223755" y="117681"/>
                  </a:cubicBezTo>
                  <a:cubicBezTo>
                    <a:pt x="210860" y="121515"/>
                    <a:pt x="196251" y="124587"/>
                    <a:pt x="180416" y="126742"/>
                  </a:cubicBezTo>
                  <a:cubicBezTo>
                    <a:pt x="181892" y="115765"/>
                    <a:pt x="182904" y="104299"/>
                    <a:pt x="183416" y="92536"/>
                  </a:cubicBezTo>
                  <a:cubicBezTo>
                    <a:pt x="199347" y="91726"/>
                    <a:pt x="214194" y="90571"/>
                    <a:pt x="227410" y="89095"/>
                  </a:cubicBezTo>
                  <a:close/>
                  <a:moveTo>
                    <a:pt x="71093" y="92559"/>
                  </a:moveTo>
                  <a:lnTo>
                    <a:pt x="71093" y="92559"/>
                  </a:lnTo>
                  <a:cubicBezTo>
                    <a:pt x="82630" y="93143"/>
                    <a:pt x="94715" y="93536"/>
                    <a:pt x="107169" y="93750"/>
                  </a:cubicBezTo>
                  <a:cubicBezTo>
                    <a:pt x="107371" y="106192"/>
                    <a:pt x="107776" y="118289"/>
                    <a:pt x="108347" y="129826"/>
                  </a:cubicBezTo>
                  <a:cubicBezTo>
                    <a:pt x="96477" y="129290"/>
                    <a:pt x="85011" y="128266"/>
                    <a:pt x="74117" y="126790"/>
                  </a:cubicBezTo>
                  <a:cubicBezTo>
                    <a:pt x="72640" y="115907"/>
                    <a:pt x="71617" y="104442"/>
                    <a:pt x="71093" y="92559"/>
                  </a:cubicBezTo>
                  <a:close/>
                  <a:moveTo>
                    <a:pt x="183059" y="92559"/>
                  </a:moveTo>
                  <a:lnTo>
                    <a:pt x="183059" y="92559"/>
                  </a:lnTo>
                  <a:cubicBezTo>
                    <a:pt x="182523" y="104442"/>
                    <a:pt x="181499" y="115907"/>
                    <a:pt x="180035" y="126802"/>
                  </a:cubicBezTo>
                  <a:cubicBezTo>
                    <a:pt x="169141" y="128266"/>
                    <a:pt x="157675" y="129290"/>
                    <a:pt x="145792" y="129826"/>
                  </a:cubicBezTo>
                  <a:cubicBezTo>
                    <a:pt x="146376" y="118289"/>
                    <a:pt x="146769" y="106192"/>
                    <a:pt x="146983" y="93750"/>
                  </a:cubicBezTo>
                  <a:cubicBezTo>
                    <a:pt x="159425" y="93536"/>
                    <a:pt x="171522" y="93143"/>
                    <a:pt x="183059" y="92559"/>
                  </a:cubicBezTo>
                  <a:close/>
                  <a:moveTo>
                    <a:pt x="107371" y="93750"/>
                  </a:moveTo>
                  <a:cubicBezTo>
                    <a:pt x="113860" y="93857"/>
                    <a:pt x="120432" y="93917"/>
                    <a:pt x="127076" y="93917"/>
                  </a:cubicBezTo>
                  <a:cubicBezTo>
                    <a:pt x="133708" y="93917"/>
                    <a:pt x="140292" y="93857"/>
                    <a:pt x="146769" y="93750"/>
                  </a:cubicBezTo>
                  <a:lnTo>
                    <a:pt x="146769" y="93750"/>
                  </a:lnTo>
                  <a:cubicBezTo>
                    <a:pt x="146566" y="106311"/>
                    <a:pt x="146150" y="118396"/>
                    <a:pt x="145578" y="129826"/>
                  </a:cubicBezTo>
                  <a:cubicBezTo>
                    <a:pt x="139506" y="130100"/>
                    <a:pt x="133339" y="130243"/>
                    <a:pt x="127076" y="130243"/>
                  </a:cubicBezTo>
                  <a:cubicBezTo>
                    <a:pt x="120813" y="130243"/>
                    <a:pt x="114634" y="130100"/>
                    <a:pt x="108574" y="129826"/>
                  </a:cubicBezTo>
                  <a:cubicBezTo>
                    <a:pt x="107990" y="118396"/>
                    <a:pt x="107585" y="106311"/>
                    <a:pt x="107371" y="93750"/>
                  </a:cubicBezTo>
                  <a:close/>
                  <a:moveTo>
                    <a:pt x="266653" y="116300"/>
                  </a:moveTo>
                  <a:lnTo>
                    <a:pt x="266653" y="116300"/>
                  </a:lnTo>
                  <a:cubicBezTo>
                    <a:pt x="259152" y="126861"/>
                    <a:pt x="248817" y="136600"/>
                    <a:pt x="235875" y="145101"/>
                  </a:cubicBezTo>
                  <a:cubicBezTo>
                    <a:pt x="235411" y="145399"/>
                    <a:pt x="234946" y="145697"/>
                    <a:pt x="234482" y="145994"/>
                  </a:cubicBezTo>
                  <a:cubicBezTo>
                    <a:pt x="234756" y="146006"/>
                    <a:pt x="235030" y="146018"/>
                    <a:pt x="235304" y="146030"/>
                  </a:cubicBezTo>
                  <a:cubicBezTo>
                    <a:pt x="235577" y="145852"/>
                    <a:pt x="235851" y="145673"/>
                    <a:pt x="236137" y="145494"/>
                  </a:cubicBezTo>
                  <a:cubicBezTo>
                    <a:pt x="248710" y="137243"/>
                    <a:pt x="258854" y="127814"/>
                    <a:pt x="266319" y="117586"/>
                  </a:cubicBezTo>
                  <a:lnTo>
                    <a:pt x="266319" y="117586"/>
                  </a:lnTo>
                  <a:cubicBezTo>
                    <a:pt x="263533" y="127504"/>
                    <a:pt x="259831" y="137005"/>
                    <a:pt x="255306" y="145971"/>
                  </a:cubicBezTo>
                  <a:cubicBezTo>
                    <a:pt x="255544" y="145983"/>
                    <a:pt x="255794" y="145994"/>
                    <a:pt x="256032" y="146006"/>
                  </a:cubicBezTo>
                  <a:cubicBezTo>
                    <a:pt x="260354" y="137374"/>
                    <a:pt x="263879" y="128338"/>
                    <a:pt x="266569" y="118991"/>
                  </a:cubicBezTo>
                  <a:cubicBezTo>
                    <a:pt x="266593" y="118098"/>
                    <a:pt x="266617" y="117193"/>
                    <a:pt x="266653" y="116300"/>
                  </a:cubicBezTo>
                  <a:close/>
                  <a:moveTo>
                    <a:pt x="1798" y="132362"/>
                  </a:moveTo>
                  <a:cubicBezTo>
                    <a:pt x="1774" y="132540"/>
                    <a:pt x="1739" y="132731"/>
                    <a:pt x="1715" y="132933"/>
                  </a:cubicBezTo>
                  <a:cubicBezTo>
                    <a:pt x="6573" y="137362"/>
                    <a:pt x="12014" y="141553"/>
                    <a:pt x="18015" y="145494"/>
                  </a:cubicBezTo>
                  <a:cubicBezTo>
                    <a:pt x="18229" y="145637"/>
                    <a:pt x="18455" y="145780"/>
                    <a:pt x="18669" y="145923"/>
                  </a:cubicBezTo>
                  <a:cubicBezTo>
                    <a:pt x="18681" y="145899"/>
                    <a:pt x="18681" y="145887"/>
                    <a:pt x="18693" y="145875"/>
                  </a:cubicBezTo>
                  <a:lnTo>
                    <a:pt x="18693" y="145875"/>
                  </a:lnTo>
                  <a:cubicBezTo>
                    <a:pt x="18681" y="145899"/>
                    <a:pt x="18693" y="145911"/>
                    <a:pt x="18693" y="145935"/>
                  </a:cubicBezTo>
                  <a:cubicBezTo>
                    <a:pt x="18800" y="146006"/>
                    <a:pt x="18908" y="146066"/>
                    <a:pt x="19015" y="146137"/>
                  </a:cubicBezTo>
                  <a:cubicBezTo>
                    <a:pt x="19348" y="146256"/>
                    <a:pt x="19872" y="146328"/>
                    <a:pt x="20336" y="146423"/>
                  </a:cubicBezTo>
                  <a:cubicBezTo>
                    <a:pt x="19646" y="145983"/>
                    <a:pt x="18955" y="145542"/>
                    <a:pt x="18277" y="145090"/>
                  </a:cubicBezTo>
                  <a:cubicBezTo>
                    <a:pt x="12204" y="141113"/>
                    <a:pt x="6692" y="136850"/>
                    <a:pt x="1798" y="132362"/>
                  </a:cubicBezTo>
                  <a:close/>
                  <a:moveTo>
                    <a:pt x="176558" y="0"/>
                  </a:moveTo>
                  <a:cubicBezTo>
                    <a:pt x="176701" y="572"/>
                    <a:pt x="176832" y="1167"/>
                    <a:pt x="176963" y="1774"/>
                  </a:cubicBezTo>
                  <a:lnTo>
                    <a:pt x="176903" y="1774"/>
                  </a:lnTo>
                  <a:cubicBezTo>
                    <a:pt x="178070" y="7787"/>
                    <a:pt x="179106" y="14038"/>
                    <a:pt x="179975" y="20491"/>
                  </a:cubicBezTo>
                  <a:cubicBezTo>
                    <a:pt x="168998" y="19015"/>
                    <a:pt x="157544" y="18003"/>
                    <a:pt x="145781" y="17491"/>
                  </a:cubicBezTo>
                  <a:cubicBezTo>
                    <a:pt x="145507" y="12157"/>
                    <a:pt x="145197" y="6942"/>
                    <a:pt x="144852" y="1858"/>
                  </a:cubicBezTo>
                  <a:cubicBezTo>
                    <a:pt x="144780" y="1870"/>
                    <a:pt x="144697" y="1870"/>
                    <a:pt x="144626" y="1870"/>
                  </a:cubicBezTo>
                  <a:cubicBezTo>
                    <a:pt x="144971" y="6918"/>
                    <a:pt x="145292" y="12121"/>
                    <a:pt x="145554" y="17479"/>
                  </a:cubicBezTo>
                  <a:cubicBezTo>
                    <a:pt x="139470" y="17217"/>
                    <a:pt x="133303" y="17074"/>
                    <a:pt x="127076" y="17074"/>
                  </a:cubicBezTo>
                  <a:cubicBezTo>
                    <a:pt x="120849" y="17074"/>
                    <a:pt x="114681" y="17217"/>
                    <a:pt x="108585" y="17479"/>
                  </a:cubicBezTo>
                  <a:cubicBezTo>
                    <a:pt x="108895" y="11573"/>
                    <a:pt x="109240" y="5846"/>
                    <a:pt x="109621" y="322"/>
                  </a:cubicBezTo>
                  <a:lnTo>
                    <a:pt x="109621" y="322"/>
                  </a:lnTo>
                  <a:cubicBezTo>
                    <a:pt x="109550" y="334"/>
                    <a:pt x="109478" y="334"/>
                    <a:pt x="109407" y="346"/>
                  </a:cubicBezTo>
                  <a:cubicBezTo>
                    <a:pt x="109014" y="5894"/>
                    <a:pt x="108669" y="11621"/>
                    <a:pt x="108371" y="17491"/>
                  </a:cubicBezTo>
                  <a:cubicBezTo>
                    <a:pt x="96608" y="18003"/>
                    <a:pt x="85142" y="19015"/>
                    <a:pt x="74164" y="20491"/>
                  </a:cubicBezTo>
                  <a:cubicBezTo>
                    <a:pt x="75069" y="13871"/>
                    <a:pt x="76129" y="7454"/>
                    <a:pt x="77343" y="1298"/>
                  </a:cubicBezTo>
                  <a:lnTo>
                    <a:pt x="77343" y="1298"/>
                  </a:lnTo>
                  <a:cubicBezTo>
                    <a:pt x="77212" y="1310"/>
                    <a:pt x="77081" y="1322"/>
                    <a:pt x="76951" y="1334"/>
                  </a:cubicBezTo>
                  <a:cubicBezTo>
                    <a:pt x="75724" y="7537"/>
                    <a:pt x="74665" y="13954"/>
                    <a:pt x="73783" y="20539"/>
                  </a:cubicBezTo>
                  <a:cubicBezTo>
                    <a:pt x="58198" y="22646"/>
                    <a:pt x="43601" y="25682"/>
                    <a:pt x="30480" y="29575"/>
                  </a:cubicBezTo>
                  <a:cubicBezTo>
                    <a:pt x="32374" y="19872"/>
                    <a:pt x="34910" y="10502"/>
                    <a:pt x="38029" y="1560"/>
                  </a:cubicBezTo>
                  <a:cubicBezTo>
                    <a:pt x="37874" y="1548"/>
                    <a:pt x="37708" y="1548"/>
                    <a:pt x="37541" y="1536"/>
                  </a:cubicBezTo>
                  <a:cubicBezTo>
                    <a:pt x="34409" y="10525"/>
                    <a:pt x="31862" y="19955"/>
                    <a:pt x="29968" y="29718"/>
                  </a:cubicBezTo>
                  <a:cubicBezTo>
                    <a:pt x="25849" y="30957"/>
                    <a:pt x="21884" y="32266"/>
                    <a:pt x="18086" y="33659"/>
                  </a:cubicBezTo>
                  <a:cubicBezTo>
                    <a:pt x="12252" y="35802"/>
                    <a:pt x="6942" y="38088"/>
                    <a:pt x="2191" y="40493"/>
                  </a:cubicBezTo>
                  <a:lnTo>
                    <a:pt x="2179" y="40934"/>
                  </a:lnTo>
                  <a:cubicBezTo>
                    <a:pt x="10097" y="36910"/>
                    <a:pt x="19420" y="33278"/>
                    <a:pt x="29885" y="30147"/>
                  </a:cubicBezTo>
                  <a:lnTo>
                    <a:pt x="29885" y="30147"/>
                  </a:lnTo>
                  <a:cubicBezTo>
                    <a:pt x="28111" y="39386"/>
                    <a:pt x="26885" y="48911"/>
                    <a:pt x="26266" y="58627"/>
                  </a:cubicBezTo>
                  <a:cubicBezTo>
                    <a:pt x="23480" y="58948"/>
                    <a:pt x="20765" y="59270"/>
                    <a:pt x="18134" y="59615"/>
                  </a:cubicBezTo>
                  <a:cubicBezTo>
                    <a:pt x="11621" y="60460"/>
                    <a:pt x="5763" y="61365"/>
                    <a:pt x="584" y="62329"/>
                  </a:cubicBezTo>
                  <a:cubicBezTo>
                    <a:pt x="596" y="62389"/>
                    <a:pt x="596" y="62460"/>
                    <a:pt x="608" y="62520"/>
                  </a:cubicBezTo>
                  <a:cubicBezTo>
                    <a:pt x="7942" y="61163"/>
                    <a:pt x="16574" y="59924"/>
                    <a:pt x="26254" y="58841"/>
                  </a:cubicBezTo>
                  <a:lnTo>
                    <a:pt x="26254" y="58841"/>
                  </a:lnTo>
                  <a:cubicBezTo>
                    <a:pt x="25944" y="63794"/>
                    <a:pt x="25777" y="68794"/>
                    <a:pt x="25777" y="73843"/>
                  </a:cubicBezTo>
                  <a:cubicBezTo>
                    <a:pt x="25777" y="78879"/>
                    <a:pt x="25944" y="83880"/>
                    <a:pt x="26254" y="88833"/>
                  </a:cubicBezTo>
                  <a:cubicBezTo>
                    <a:pt x="17014" y="87797"/>
                    <a:pt x="8740" y="86618"/>
                    <a:pt x="1620" y="85332"/>
                  </a:cubicBezTo>
                  <a:cubicBezTo>
                    <a:pt x="1620" y="85404"/>
                    <a:pt x="1620" y="85475"/>
                    <a:pt x="1620" y="85535"/>
                  </a:cubicBezTo>
                  <a:cubicBezTo>
                    <a:pt x="6537" y="86428"/>
                    <a:pt x="12050" y="87273"/>
                    <a:pt x="18134" y="88059"/>
                  </a:cubicBezTo>
                  <a:cubicBezTo>
                    <a:pt x="20765" y="88404"/>
                    <a:pt x="23480" y="88726"/>
                    <a:pt x="26266" y="89047"/>
                  </a:cubicBezTo>
                  <a:cubicBezTo>
                    <a:pt x="26885" y="98762"/>
                    <a:pt x="28099" y="108287"/>
                    <a:pt x="29885" y="117527"/>
                  </a:cubicBezTo>
                  <a:cubicBezTo>
                    <a:pt x="18824" y="114217"/>
                    <a:pt x="9037" y="110359"/>
                    <a:pt x="846" y="106049"/>
                  </a:cubicBezTo>
                  <a:lnTo>
                    <a:pt x="846" y="106049"/>
                  </a:lnTo>
                  <a:cubicBezTo>
                    <a:pt x="858" y="106204"/>
                    <a:pt x="870" y="106359"/>
                    <a:pt x="881" y="106513"/>
                  </a:cubicBezTo>
                  <a:cubicBezTo>
                    <a:pt x="5977" y="109169"/>
                    <a:pt x="11716" y="111669"/>
                    <a:pt x="18086" y="114014"/>
                  </a:cubicBezTo>
                  <a:cubicBezTo>
                    <a:pt x="21884" y="115407"/>
                    <a:pt x="25849" y="116717"/>
                    <a:pt x="29968" y="117955"/>
                  </a:cubicBezTo>
                  <a:cubicBezTo>
                    <a:pt x="31850" y="127611"/>
                    <a:pt x="34350" y="136946"/>
                    <a:pt x="37446" y="145852"/>
                  </a:cubicBezTo>
                  <a:cubicBezTo>
                    <a:pt x="37600" y="145840"/>
                    <a:pt x="37767" y="145840"/>
                    <a:pt x="37934" y="145828"/>
                  </a:cubicBezTo>
                  <a:cubicBezTo>
                    <a:pt x="34862" y="136981"/>
                    <a:pt x="32362" y="127706"/>
                    <a:pt x="30480" y="118098"/>
                  </a:cubicBezTo>
                  <a:lnTo>
                    <a:pt x="30480" y="118098"/>
                  </a:lnTo>
                  <a:cubicBezTo>
                    <a:pt x="43589" y="121992"/>
                    <a:pt x="58198" y="125028"/>
                    <a:pt x="73783" y="127135"/>
                  </a:cubicBezTo>
                  <a:cubicBezTo>
                    <a:pt x="74653" y="133600"/>
                    <a:pt x="75688" y="139910"/>
                    <a:pt x="76879" y="146006"/>
                  </a:cubicBezTo>
                  <a:cubicBezTo>
                    <a:pt x="77010" y="146006"/>
                    <a:pt x="77141" y="146018"/>
                    <a:pt x="77272" y="146018"/>
                  </a:cubicBezTo>
                  <a:cubicBezTo>
                    <a:pt x="76093" y="139970"/>
                    <a:pt x="75046" y="133683"/>
                    <a:pt x="74164" y="127183"/>
                  </a:cubicBezTo>
                  <a:lnTo>
                    <a:pt x="74164" y="127183"/>
                  </a:lnTo>
                  <a:cubicBezTo>
                    <a:pt x="85154" y="128659"/>
                    <a:pt x="96608" y="129659"/>
                    <a:pt x="108371" y="130183"/>
                  </a:cubicBezTo>
                  <a:cubicBezTo>
                    <a:pt x="108657" y="135850"/>
                    <a:pt x="108990" y="141375"/>
                    <a:pt x="109371" y="146733"/>
                  </a:cubicBezTo>
                  <a:cubicBezTo>
                    <a:pt x="109443" y="146745"/>
                    <a:pt x="109514" y="146745"/>
                    <a:pt x="109586" y="146756"/>
                  </a:cubicBezTo>
                  <a:cubicBezTo>
                    <a:pt x="109205" y="141411"/>
                    <a:pt x="108883" y="135886"/>
                    <a:pt x="108585" y="130195"/>
                  </a:cubicBezTo>
                  <a:lnTo>
                    <a:pt x="108585" y="130195"/>
                  </a:lnTo>
                  <a:cubicBezTo>
                    <a:pt x="114681" y="130457"/>
                    <a:pt x="120849" y="130600"/>
                    <a:pt x="127076" y="130600"/>
                  </a:cubicBezTo>
                  <a:cubicBezTo>
                    <a:pt x="133303" y="130600"/>
                    <a:pt x="139470" y="130457"/>
                    <a:pt x="145554" y="130195"/>
                  </a:cubicBezTo>
                  <a:lnTo>
                    <a:pt x="145554" y="130195"/>
                  </a:lnTo>
                  <a:cubicBezTo>
                    <a:pt x="145328" y="134815"/>
                    <a:pt x="145066" y="139327"/>
                    <a:pt x="144769" y="143720"/>
                  </a:cubicBezTo>
                  <a:cubicBezTo>
                    <a:pt x="144828" y="143851"/>
                    <a:pt x="144888" y="143994"/>
                    <a:pt x="144959" y="144161"/>
                  </a:cubicBezTo>
                  <a:cubicBezTo>
                    <a:pt x="145257" y="139613"/>
                    <a:pt x="145531" y="134945"/>
                    <a:pt x="145781" y="130183"/>
                  </a:cubicBezTo>
                  <a:cubicBezTo>
                    <a:pt x="157544" y="129671"/>
                    <a:pt x="168998" y="128659"/>
                    <a:pt x="179975" y="127183"/>
                  </a:cubicBezTo>
                  <a:lnTo>
                    <a:pt x="179975" y="127183"/>
                  </a:lnTo>
                  <a:cubicBezTo>
                    <a:pt x="179106" y="133588"/>
                    <a:pt x="178094" y="139791"/>
                    <a:pt x="176927" y="145756"/>
                  </a:cubicBezTo>
                  <a:lnTo>
                    <a:pt x="177034" y="145756"/>
                  </a:lnTo>
                  <a:cubicBezTo>
                    <a:pt x="177142" y="145697"/>
                    <a:pt x="177249" y="145625"/>
                    <a:pt x="177356" y="145566"/>
                  </a:cubicBezTo>
                  <a:cubicBezTo>
                    <a:pt x="178511" y="139601"/>
                    <a:pt x="179511" y="133445"/>
                    <a:pt x="180368" y="127135"/>
                  </a:cubicBezTo>
                  <a:cubicBezTo>
                    <a:pt x="195953" y="125028"/>
                    <a:pt x="210551" y="121992"/>
                    <a:pt x="223671" y="118098"/>
                  </a:cubicBezTo>
                  <a:lnTo>
                    <a:pt x="223671" y="118098"/>
                  </a:lnTo>
                  <a:cubicBezTo>
                    <a:pt x="221814" y="127599"/>
                    <a:pt x="219337" y="136791"/>
                    <a:pt x="216301" y="145554"/>
                  </a:cubicBezTo>
                  <a:lnTo>
                    <a:pt x="216801" y="145554"/>
                  </a:lnTo>
                  <a:cubicBezTo>
                    <a:pt x="219849" y="136743"/>
                    <a:pt x="222326" y="127504"/>
                    <a:pt x="224183" y="117943"/>
                  </a:cubicBezTo>
                  <a:cubicBezTo>
                    <a:pt x="228291" y="116717"/>
                    <a:pt x="232268" y="115407"/>
                    <a:pt x="236066" y="114002"/>
                  </a:cubicBezTo>
                  <a:cubicBezTo>
                    <a:pt x="249877" y="108930"/>
                    <a:pt x="260747" y="103073"/>
                    <a:pt x="268367" y="96679"/>
                  </a:cubicBezTo>
                  <a:cubicBezTo>
                    <a:pt x="268391" y="96476"/>
                    <a:pt x="268427" y="96286"/>
                    <a:pt x="268451" y="96084"/>
                  </a:cubicBezTo>
                  <a:lnTo>
                    <a:pt x="268451" y="96084"/>
                  </a:lnTo>
                  <a:cubicBezTo>
                    <a:pt x="258592" y="104477"/>
                    <a:pt x="243317" y="111824"/>
                    <a:pt x="224267" y="117527"/>
                  </a:cubicBezTo>
                  <a:cubicBezTo>
                    <a:pt x="226041" y="108287"/>
                    <a:pt x="227267" y="98762"/>
                    <a:pt x="227886" y="89047"/>
                  </a:cubicBezTo>
                  <a:cubicBezTo>
                    <a:pt x="230672" y="88726"/>
                    <a:pt x="233387" y="88404"/>
                    <a:pt x="236018" y="88059"/>
                  </a:cubicBezTo>
                  <a:cubicBezTo>
                    <a:pt x="248770" y="86404"/>
                    <a:pt x="259009" y="84511"/>
                    <a:pt x="266510" y="82451"/>
                  </a:cubicBezTo>
                  <a:cubicBezTo>
                    <a:pt x="266510" y="82379"/>
                    <a:pt x="266510" y="82308"/>
                    <a:pt x="266510" y="82249"/>
                  </a:cubicBezTo>
                  <a:cubicBezTo>
                    <a:pt x="257306" y="84773"/>
                    <a:pt x="244079" y="87023"/>
                    <a:pt x="227898" y="88833"/>
                  </a:cubicBezTo>
                  <a:cubicBezTo>
                    <a:pt x="228208" y="83880"/>
                    <a:pt x="228362" y="78867"/>
                    <a:pt x="228362" y="73831"/>
                  </a:cubicBezTo>
                  <a:cubicBezTo>
                    <a:pt x="228362" y="68794"/>
                    <a:pt x="228208" y="63782"/>
                    <a:pt x="227898" y="58829"/>
                  </a:cubicBezTo>
                  <a:lnTo>
                    <a:pt x="227898" y="58829"/>
                  </a:lnTo>
                  <a:cubicBezTo>
                    <a:pt x="244519" y="60698"/>
                    <a:pt x="258009" y="63008"/>
                    <a:pt x="267248" y="65627"/>
                  </a:cubicBezTo>
                  <a:cubicBezTo>
                    <a:pt x="267248" y="65556"/>
                    <a:pt x="267260" y="65496"/>
                    <a:pt x="267260" y="65425"/>
                  </a:cubicBezTo>
                  <a:cubicBezTo>
                    <a:pt x="259711" y="63282"/>
                    <a:pt x="249210" y="61317"/>
                    <a:pt x="236018" y="59603"/>
                  </a:cubicBezTo>
                  <a:cubicBezTo>
                    <a:pt x="233387" y="59270"/>
                    <a:pt x="230672" y="58936"/>
                    <a:pt x="227886" y="58627"/>
                  </a:cubicBezTo>
                  <a:cubicBezTo>
                    <a:pt x="227267" y="48899"/>
                    <a:pt x="226041" y="39374"/>
                    <a:pt x="224267" y="30135"/>
                  </a:cubicBezTo>
                  <a:lnTo>
                    <a:pt x="224267" y="30135"/>
                  </a:lnTo>
                  <a:cubicBezTo>
                    <a:pt x="243650" y="35945"/>
                    <a:pt x="259116" y="43446"/>
                    <a:pt x="268963" y="52019"/>
                  </a:cubicBezTo>
                  <a:cubicBezTo>
                    <a:pt x="268986" y="51864"/>
                    <a:pt x="269010" y="51709"/>
                    <a:pt x="269046" y="51566"/>
                  </a:cubicBezTo>
                  <a:cubicBezTo>
                    <a:pt x="261390" y="44946"/>
                    <a:pt x="250294" y="38886"/>
                    <a:pt x="236066" y="33659"/>
                  </a:cubicBezTo>
                  <a:cubicBezTo>
                    <a:pt x="232268" y="32266"/>
                    <a:pt x="228291" y="30945"/>
                    <a:pt x="224183" y="29718"/>
                  </a:cubicBezTo>
                  <a:cubicBezTo>
                    <a:pt x="222338" y="20277"/>
                    <a:pt x="219909" y="11133"/>
                    <a:pt x="216908" y="2417"/>
                  </a:cubicBezTo>
                  <a:cubicBezTo>
                    <a:pt x="216766" y="2513"/>
                    <a:pt x="216635" y="2620"/>
                    <a:pt x="216504" y="2715"/>
                  </a:cubicBezTo>
                  <a:cubicBezTo>
                    <a:pt x="219456" y="11299"/>
                    <a:pt x="221850" y="20277"/>
                    <a:pt x="223671" y="29563"/>
                  </a:cubicBezTo>
                  <a:cubicBezTo>
                    <a:pt x="210551" y="25682"/>
                    <a:pt x="195953" y="22646"/>
                    <a:pt x="180368" y="20539"/>
                  </a:cubicBezTo>
                  <a:cubicBezTo>
                    <a:pt x="179416" y="13490"/>
                    <a:pt x="178273" y="6644"/>
                    <a:pt x="176951" y="36"/>
                  </a:cubicBezTo>
                  <a:cubicBezTo>
                    <a:pt x="176820" y="24"/>
                    <a:pt x="176689" y="12"/>
                    <a:pt x="176558" y="0"/>
                  </a:cubicBezTo>
                  <a:close/>
                </a:path>
              </a:pathLst>
            </a:custGeom>
            <a:solidFill>
              <a:srgbClr val="E3C98E">
                <a:alpha val="246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83" name="Google Shape;583;p39"/>
          <p:cNvSpPr txBox="1"/>
          <p:nvPr>
            <p:ph hasCustomPrompt="1" type="title"/>
          </p:nvPr>
        </p:nvSpPr>
        <p:spPr>
          <a:xfrm>
            <a:off x="1471001" y="1866150"/>
            <a:ext cx="1050300" cy="406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27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4" name="Google Shape;584;p39"/>
          <p:cNvSpPr txBox="1"/>
          <p:nvPr>
            <p:ph idx="1" type="subTitle"/>
          </p:nvPr>
        </p:nvSpPr>
        <p:spPr>
          <a:xfrm>
            <a:off x="881651" y="3629175"/>
            <a:ext cx="2229000" cy="8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585" name="Google Shape;585;p39"/>
          <p:cNvSpPr txBox="1"/>
          <p:nvPr>
            <p:ph idx="2" type="subTitle"/>
          </p:nvPr>
        </p:nvSpPr>
        <p:spPr>
          <a:xfrm>
            <a:off x="880601" y="3284550"/>
            <a:ext cx="22311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Sansita"/>
                <a:ea typeface="Sansita"/>
                <a:cs typeface="Sansita"/>
                <a:sym typeface="Sansit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86" name="Google Shape;586;p39"/>
          <p:cNvSpPr txBox="1"/>
          <p:nvPr>
            <p:ph hasCustomPrompt="1" idx="3" type="title"/>
          </p:nvPr>
        </p:nvSpPr>
        <p:spPr>
          <a:xfrm>
            <a:off x="4089550" y="1866150"/>
            <a:ext cx="1049400" cy="406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27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7" name="Google Shape;587;p39"/>
          <p:cNvSpPr txBox="1"/>
          <p:nvPr>
            <p:ph idx="4" type="subTitle"/>
          </p:nvPr>
        </p:nvSpPr>
        <p:spPr>
          <a:xfrm>
            <a:off x="3499750" y="3629175"/>
            <a:ext cx="2229000" cy="8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588" name="Google Shape;588;p39"/>
          <p:cNvSpPr txBox="1"/>
          <p:nvPr>
            <p:ph idx="5" type="subTitle"/>
          </p:nvPr>
        </p:nvSpPr>
        <p:spPr>
          <a:xfrm>
            <a:off x="3498700" y="3284550"/>
            <a:ext cx="22311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Sansita"/>
                <a:ea typeface="Sansita"/>
                <a:cs typeface="Sansita"/>
                <a:sym typeface="Sansit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89" name="Google Shape;589;p39"/>
          <p:cNvSpPr txBox="1"/>
          <p:nvPr>
            <p:ph hasCustomPrompt="1" idx="6" type="title"/>
          </p:nvPr>
        </p:nvSpPr>
        <p:spPr>
          <a:xfrm>
            <a:off x="6623149" y="1866150"/>
            <a:ext cx="1049400" cy="406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27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0" name="Google Shape;590;p39"/>
          <p:cNvSpPr txBox="1"/>
          <p:nvPr>
            <p:ph idx="7" type="subTitle"/>
          </p:nvPr>
        </p:nvSpPr>
        <p:spPr>
          <a:xfrm>
            <a:off x="6033349" y="3629175"/>
            <a:ext cx="2229000" cy="8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591" name="Google Shape;591;p39"/>
          <p:cNvSpPr txBox="1"/>
          <p:nvPr>
            <p:ph idx="8" type="subTitle"/>
          </p:nvPr>
        </p:nvSpPr>
        <p:spPr>
          <a:xfrm>
            <a:off x="6032299" y="3284550"/>
            <a:ext cx="22311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Sansita"/>
                <a:ea typeface="Sansita"/>
                <a:cs typeface="Sansita"/>
                <a:sym typeface="Sansit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92" name="Google Shape;592;p39"/>
          <p:cNvSpPr txBox="1"/>
          <p:nvPr>
            <p:ph idx="9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593" name="Google Shape;593;p39"/>
          <p:cNvGrpSpPr/>
          <p:nvPr/>
        </p:nvGrpSpPr>
        <p:grpSpPr>
          <a:xfrm>
            <a:off x="119887" y="4190637"/>
            <a:ext cx="705998" cy="695388"/>
            <a:chOff x="119887" y="4190637"/>
            <a:chExt cx="705998" cy="695388"/>
          </a:xfrm>
        </p:grpSpPr>
        <p:sp>
          <p:nvSpPr>
            <p:cNvPr id="594" name="Google Shape;594;p39"/>
            <p:cNvSpPr/>
            <p:nvPr/>
          </p:nvSpPr>
          <p:spPr>
            <a:xfrm flipH="1">
              <a:off x="242622" y="4782525"/>
              <a:ext cx="510600" cy="103500"/>
            </a:xfrm>
            <a:prstGeom prst="ellipse">
              <a:avLst/>
            </a:prstGeom>
            <a:solidFill>
              <a:srgbClr val="033342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95" name="Google Shape;595;p39"/>
            <p:cNvGrpSpPr/>
            <p:nvPr/>
          </p:nvGrpSpPr>
          <p:grpSpPr>
            <a:xfrm flipH="1">
              <a:off x="119887" y="4190637"/>
              <a:ext cx="705998" cy="666982"/>
              <a:chOff x="1623700" y="6514438"/>
              <a:chExt cx="416150" cy="393175"/>
            </a:xfrm>
          </p:grpSpPr>
          <p:sp>
            <p:nvSpPr>
              <p:cNvPr id="596" name="Google Shape;596;p39"/>
              <p:cNvSpPr/>
              <p:nvPr/>
            </p:nvSpPr>
            <p:spPr>
              <a:xfrm>
                <a:off x="1748700" y="6514438"/>
                <a:ext cx="291150" cy="253050"/>
              </a:xfrm>
              <a:custGeom>
                <a:rect b="b" l="l" r="r" t="t"/>
                <a:pathLst>
                  <a:path extrusionOk="0" h="10122" w="11646">
                    <a:moveTo>
                      <a:pt x="5043" y="1"/>
                    </a:moveTo>
                    <a:cubicBezTo>
                      <a:pt x="2976" y="1"/>
                      <a:pt x="1171" y="1041"/>
                      <a:pt x="596" y="2763"/>
                    </a:cubicBezTo>
                    <a:cubicBezTo>
                      <a:pt x="1" y="4538"/>
                      <a:pt x="882" y="6514"/>
                      <a:pt x="2632" y="7752"/>
                    </a:cubicBezTo>
                    <a:lnTo>
                      <a:pt x="2227" y="8943"/>
                    </a:lnTo>
                    <a:lnTo>
                      <a:pt x="2811" y="9133"/>
                    </a:lnTo>
                    <a:lnTo>
                      <a:pt x="3156" y="8086"/>
                    </a:lnTo>
                    <a:cubicBezTo>
                      <a:pt x="3525" y="8300"/>
                      <a:pt x="3930" y="8478"/>
                      <a:pt x="4359" y="8621"/>
                    </a:cubicBezTo>
                    <a:cubicBezTo>
                      <a:pt x="4418" y="8645"/>
                      <a:pt x="4490" y="8669"/>
                      <a:pt x="4561" y="8693"/>
                    </a:cubicBezTo>
                    <a:lnTo>
                      <a:pt x="3692" y="9645"/>
                    </a:lnTo>
                    <a:lnTo>
                      <a:pt x="4359" y="10122"/>
                    </a:lnTo>
                    <a:lnTo>
                      <a:pt x="5192" y="8848"/>
                    </a:lnTo>
                    <a:cubicBezTo>
                      <a:pt x="5609" y="8929"/>
                      <a:pt x="6023" y="8969"/>
                      <a:pt x="6427" y="8969"/>
                    </a:cubicBezTo>
                    <a:cubicBezTo>
                      <a:pt x="8501" y="8969"/>
                      <a:pt x="10305" y="7928"/>
                      <a:pt x="10883" y="6204"/>
                    </a:cubicBezTo>
                    <a:cubicBezTo>
                      <a:pt x="11645" y="3918"/>
                      <a:pt x="9967" y="1299"/>
                      <a:pt x="7121" y="347"/>
                    </a:cubicBezTo>
                    <a:cubicBezTo>
                      <a:pt x="6423" y="112"/>
                      <a:pt x="5719" y="1"/>
                      <a:pt x="50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7" name="Google Shape;597;p39"/>
              <p:cNvSpPr/>
              <p:nvPr/>
            </p:nvSpPr>
            <p:spPr>
              <a:xfrm>
                <a:off x="1623700" y="6722188"/>
                <a:ext cx="251550" cy="185425"/>
              </a:xfrm>
              <a:custGeom>
                <a:rect b="b" l="l" r="r" t="t"/>
                <a:pathLst>
                  <a:path extrusionOk="0" h="7417" w="10062">
                    <a:moveTo>
                      <a:pt x="5711" y="0"/>
                    </a:moveTo>
                    <a:cubicBezTo>
                      <a:pt x="5372" y="0"/>
                      <a:pt x="5008" y="23"/>
                      <a:pt x="4620" y="73"/>
                    </a:cubicBezTo>
                    <a:cubicBezTo>
                      <a:pt x="560" y="597"/>
                      <a:pt x="0" y="4145"/>
                      <a:pt x="0" y="4145"/>
                    </a:cubicBezTo>
                    <a:lnTo>
                      <a:pt x="631" y="6395"/>
                    </a:lnTo>
                    <a:cubicBezTo>
                      <a:pt x="631" y="6395"/>
                      <a:pt x="2005" y="7416"/>
                      <a:pt x="4122" y="7416"/>
                    </a:cubicBezTo>
                    <a:cubicBezTo>
                      <a:pt x="5756" y="7416"/>
                      <a:pt x="7832" y="6809"/>
                      <a:pt x="10061" y="4657"/>
                    </a:cubicBezTo>
                    <a:lnTo>
                      <a:pt x="9990" y="2026"/>
                    </a:lnTo>
                    <a:cubicBezTo>
                      <a:pt x="9990" y="2026"/>
                      <a:pt x="8919" y="0"/>
                      <a:pt x="571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8" name="Google Shape;598;p39"/>
              <p:cNvSpPr/>
              <p:nvPr/>
            </p:nvSpPr>
            <p:spPr>
              <a:xfrm>
                <a:off x="1634700" y="6733238"/>
                <a:ext cx="227450" cy="125750"/>
              </a:xfrm>
              <a:custGeom>
                <a:rect b="b" l="l" r="r" t="t"/>
                <a:pathLst>
                  <a:path extrusionOk="0" h="5030" w="9098">
                    <a:moveTo>
                      <a:pt x="5107" y="0"/>
                    </a:moveTo>
                    <a:cubicBezTo>
                      <a:pt x="4824" y="0"/>
                      <a:pt x="4523" y="19"/>
                      <a:pt x="4204" y="60"/>
                    </a:cubicBezTo>
                    <a:cubicBezTo>
                      <a:pt x="584" y="536"/>
                      <a:pt x="1" y="3846"/>
                      <a:pt x="1" y="3846"/>
                    </a:cubicBezTo>
                    <a:cubicBezTo>
                      <a:pt x="1" y="3846"/>
                      <a:pt x="1876" y="5029"/>
                      <a:pt x="4104" y="5029"/>
                    </a:cubicBezTo>
                    <a:cubicBezTo>
                      <a:pt x="5785" y="5029"/>
                      <a:pt x="7668" y="4355"/>
                      <a:pt x="9097" y="1989"/>
                    </a:cubicBezTo>
                    <a:cubicBezTo>
                      <a:pt x="9097" y="1989"/>
                      <a:pt x="8029" y="0"/>
                      <a:pt x="510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9" name="Google Shape;599;p39"/>
              <p:cNvSpPr/>
              <p:nvPr/>
            </p:nvSpPr>
            <p:spPr>
              <a:xfrm>
                <a:off x="1731150" y="6749613"/>
                <a:ext cx="82175" cy="54250"/>
              </a:xfrm>
              <a:custGeom>
                <a:rect b="b" l="l" r="r" t="t"/>
                <a:pathLst>
                  <a:path extrusionOk="0" h="2170" w="3287">
                    <a:moveTo>
                      <a:pt x="3287" y="0"/>
                    </a:moveTo>
                    <a:lnTo>
                      <a:pt x="1132" y="893"/>
                    </a:lnTo>
                    <a:lnTo>
                      <a:pt x="1072" y="1488"/>
                    </a:lnTo>
                    <a:lnTo>
                      <a:pt x="1929" y="1560"/>
                    </a:lnTo>
                    <a:lnTo>
                      <a:pt x="3287" y="0"/>
                    </a:lnTo>
                    <a:close/>
                    <a:moveTo>
                      <a:pt x="377" y="1486"/>
                    </a:moveTo>
                    <a:cubicBezTo>
                      <a:pt x="212" y="1486"/>
                      <a:pt x="89" y="1537"/>
                      <a:pt x="60" y="1631"/>
                    </a:cubicBezTo>
                    <a:cubicBezTo>
                      <a:pt x="1" y="1786"/>
                      <a:pt x="215" y="2000"/>
                      <a:pt x="536" y="2108"/>
                    </a:cubicBezTo>
                    <a:cubicBezTo>
                      <a:pt x="661" y="2149"/>
                      <a:pt x="782" y="2169"/>
                      <a:pt x="887" y="2169"/>
                    </a:cubicBezTo>
                    <a:cubicBezTo>
                      <a:pt x="1053" y="2169"/>
                      <a:pt x="1178" y="2119"/>
                      <a:pt x="1215" y="2024"/>
                    </a:cubicBezTo>
                    <a:cubicBezTo>
                      <a:pt x="1263" y="1869"/>
                      <a:pt x="1048" y="1655"/>
                      <a:pt x="727" y="1548"/>
                    </a:cubicBezTo>
                    <a:cubicBezTo>
                      <a:pt x="602" y="1506"/>
                      <a:pt x="481" y="1486"/>
                      <a:pt x="377" y="14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0" name="Google Shape;600;p39"/>
              <p:cNvSpPr/>
              <p:nvPr/>
            </p:nvSpPr>
            <p:spPr>
              <a:xfrm>
                <a:off x="1688300" y="6757338"/>
                <a:ext cx="113125" cy="78025"/>
              </a:xfrm>
              <a:custGeom>
                <a:rect b="b" l="l" r="r" t="t"/>
                <a:pathLst>
                  <a:path extrusionOk="0" h="3121" w="4525">
                    <a:moveTo>
                      <a:pt x="0" y="1"/>
                    </a:moveTo>
                    <a:lnTo>
                      <a:pt x="1203" y="1382"/>
                    </a:lnTo>
                    <a:lnTo>
                      <a:pt x="1691" y="1299"/>
                    </a:lnTo>
                    <a:lnTo>
                      <a:pt x="1607" y="870"/>
                    </a:lnTo>
                    <a:lnTo>
                      <a:pt x="0" y="1"/>
                    </a:lnTo>
                    <a:close/>
                    <a:moveTo>
                      <a:pt x="3358" y="1822"/>
                    </a:moveTo>
                    <a:lnTo>
                      <a:pt x="2858" y="1918"/>
                    </a:lnTo>
                    <a:lnTo>
                      <a:pt x="3012" y="2370"/>
                    </a:lnTo>
                    <a:lnTo>
                      <a:pt x="4524" y="3013"/>
                    </a:lnTo>
                    <a:lnTo>
                      <a:pt x="3358" y="1822"/>
                    </a:lnTo>
                    <a:close/>
                    <a:moveTo>
                      <a:pt x="1369" y="1715"/>
                    </a:moveTo>
                    <a:lnTo>
                      <a:pt x="167" y="3120"/>
                    </a:lnTo>
                    <a:lnTo>
                      <a:pt x="1965" y="2156"/>
                    </a:lnTo>
                    <a:lnTo>
                      <a:pt x="1893" y="1787"/>
                    </a:lnTo>
                    <a:lnTo>
                      <a:pt x="1369" y="1715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1" name="Google Shape;601;p39"/>
              <p:cNvSpPr/>
              <p:nvPr/>
            </p:nvSpPr>
            <p:spPr>
              <a:xfrm>
                <a:off x="1668650" y="6739313"/>
                <a:ext cx="169375" cy="107950"/>
              </a:xfrm>
              <a:custGeom>
                <a:rect b="b" l="l" r="r" t="t"/>
                <a:pathLst>
                  <a:path extrusionOk="0" h="4318" w="6775">
                    <a:moveTo>
                      <a:pt x="3689" y="0"/>
                    </a:moveTo>
                    <a:cubicBezTo>
                      <a:pt x="2372" y="0"/>
                      <a:pt x="1374" y="547"/>
                      <a:pt x="1358" y="555"/>
                    </a:cubicBezTo>
                    <a:lnTo>
                      <a:pt x="1417" y="650"/>
                    </a:lnTo>
                    <a:cubicBezTo>
                      <a:pt x="1425" y="650"/>
                      <a:pt x="2398" y="117"/>
                      <a:pt x="3685" y="117"/>
                    </a:cubicBezTo>
                    <a:cubicBezTo>
                      <a:pt x="4213" y="117"/>
                      <a:pt x="4793" y="207"/>
                      <a:pt x="5382" y="460"/>
                    </a:cubicBezTo>
                    <a:lnTo>
                      <a:pt x="5429" y="353"/>
                    </a:lnTo>
                    <a:cubicBezTo>
                      <a:pt x="4826" y="92"/>
                      <a:pt x="4230" y="0"/>
                      <a:pt x="3689" y="0"/>
                    </a:cubicBezTo>
                    <a:close/>
                    <a:moveTo>
                      <a:pt x="5846" y="615"/>
                    </a:moveTo>
                    <a:lnTo>
                      <a:pt x="5799" y="722"/>
                    </a:lnTo>
                    <a:cubicBezTo>
                      <a:pt x="6251" y="936"/>
                      <a:pt x="6501" y="1210"/>
                      <a:pt x="6537" y="1543"/>
                    </a:cubicBezTo>
                    <a:cubicBezTo>
                      <a:pt x="6644" y="2377"/>
                      <a:pt x="5489" y="3341"/>
                      <a:pt x="5477" y="3353"/>
                    </a:cubicBezTo>
                    <a:lnTo>
                      <a:pt x="5549" y="3448"/>
                    </a:lnTo>
                    <a:cubicBezTo>
                      <a:pt x="5596" y="3401"/>
                      <a:pt x="6775" y="2424"/>
                      <a:pt x="6656" y="1531"/>
                    </a:cubicBezTo>
                    <a:cubicBezTo>
                      <a:pt x="6608" y="1150"/>
                      <a:pt x="6334" y="841"/>
                      <a:pt x="5846" y="615"/>
                    </a:cubicBezTo>
                    <a:close/>
                    <a:moveTo>
                      <a:pt x="655" y="1138"/>
                    </a:moveTo>
                    <a:cubicBezTo>
                      <a:pt x="631" y="1162"/>
                      <a:pt x="0" y="1817"/>
                      <a:pt x="48" y="2603"/>
                    </a:cubicBezTo>
                    <a:cubicBezTo>
                      <a:pt x="72" y="3020"/>
                      <a:pt x="274" y="3389"/>
                      <a:pt x="667" y="3710"/>
                    </a:cubicBezTo>
                    <a:lnTo>
                      <a:pt x="738" y="3615"/>
                    </a:lnTo>
                    <a:cubicBezTo>
                      <a:pt x="381" y="3317"/>
                      <a:pt x="179" y="2972"/>
                      <a:pt x="167" y="2591"/>
                    </a:cubicBezTo>
                    <a:cubicBezTo>
                      <a:pt x="119" y="1865"/>
                      <a:pt x="726" y="1222"/>
                      <a:pt x="738" y="1222"/>
                    </a:cubicBezTo>
                    <a:lnTo>
                      <a:pt x="655" y="1138"/>
                    </a:lnTo>
                    <a:close/>
                    <a:moveTo>
                      <a:pt x="4882" y="3782"/>
                    </a:moveTo>
                    <a:cubicBezTo>
                      <a:pt x="4344" y="4105"/>
                      <a:pt x="3718" y="4205"/>
                      <a:pt x="3148" y="4205"/>
                    </a:cubicBezTo>
                    <a:cubicBezTo>
                      <a:pt x="2228" y="4205"/>
                      <a:pt x="1456" y="3944"/>
                      <a:pt x="1441" y="3936"/>
                    </a:cubicBezTo>
                    <a:lnTo>
                      <a:pt x="1405" y="4044"/>
                    </a:lnTo>
                    <a:cubicBezTo>
                      <a:pt x="1417" y="4055"/>
                      <a:pt x="2203" y="4317"/>
                      <a:pt x="3143" y="4317"/>
                    </a:cubicBezTo>
                    <a:cubicBezTo>
                      <a:pt x="3727" y="4317"/>
                      <a:pt x="4382" y="4222"/>
                      <a:pt x="4941" y="3877"/>
                    </a:cubicBezTo>
                    <a:lnTo>
                      <a:pt x="4882" y="378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2" name="Google Shape;602;p39"/>
              <p:cNvSpPr/>
              <p:nvPr/>
            </p:nvSpPr>
            <p:spPr>
              <a:xfrm>
                <a:off x="1624875" y="6771038"/>
                <a:ext cx="247400" cy="88725"/>
              </a:xfrm>
              <a:custGeom>
                <a:rect b="b" l="l" r="r" t="t"/>
                <a:pathLst>
                  <a:path extrusionOk="0" h="3549" w="9896">
                    <a:moveTo>
                      <a:pt x="9788" y="0"/>
                    </a:moveTo>
                    <a:cubicBezTo>
                      <a:pt x="8800" y="1751"/>
                      <a:pt x="7478" y="2846"/>
                      <a:pt x="5871" y="3251"/>
                    </a:cubicBezTo>
                    <a:cubicBezTo>
                      <a:pt x="5376" y="3377"/>
                      <a:pt x="4881" y="3430"/>
                      <a:pt x="4401" y="3430"/>
                    </a:cubicBezTo>
                    <a:cubicBezTo>
                      <a:pt x="2075" y="3430"/>
                      <a:pt x="90" y="2199"/>
                      <a:pt x="61" y="2179"/>
                    </a:cubicBezTo>
                    <a:lnTo>
                      <a:pt x="1" y="2286"/>
                    </a:lnTo>
                    <a:cubicBezTo>
                      <a:pt x="25" y="2298"/>
                      <a:pt x="2049" y="3548"/>
                      <a:pt x="4418" y="3548"/>
                    </a:cubicBezTo>
                    <a:cubicBezTo>
                      <a:pt x="4906" y="3548"/>
                      <a:pt x="5406" y="3489"/>
                      <a:pt x="5906" y="3370"/>
                    </a:cubicBezTo>
                    <a:cubicBezTo>
                      <a:pt x="7538" y="2953"/>
                      <a:pt x="8883" y="1846"/>
                      <a:pt x="9895" y="60"/>
                    </a:cubicBezTo>
                    <a:lnTo>
                      <a:pt x="9788" y="0"/>
                    </a:lnTo>
                    <a:close/>
                  </a:path>
                </a:pathLst>
              </a:custGeom>
              <a:solidFill>
                <a:srgbClr val="FFB31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3" name="Google Shape;603;p39"/>
              <p:cNvSpPr/>
              <p:nvPr/>
            </p:nvSpPr>
            <p:spPr>
              <a:xfrm>
                <a:off x="1643925" y="6857813"/>
                <a:ext cx="30100" cy="19675"/>
              </a:xfrm>
              <a:custGeom>
                <a:rect b="b" l="l" r="r" t="t"/>
                <a:pathLst>
                  <a:path extrusionOk="0" h="787" w="1204">
                    <a:moveTo>
                      <a:pt x="460" y="0"/>
                    </a:moveTo>
                    <a:cubicBezTo>
                      <a:pt x="268" y="0"/>
                      <a:pt x="111" y="78"/>
                      <a:pt x="61" y="220"/>
                    </a:cubicBezTo>
                    <a:cubicBezTo>
                      <a:pt x="1" y="411"/>
                      <a:pt x="191" y="649"/>
                      <a:pt x="489" y="744"/>
                    </a:cubicBezTo>
                    <a:cubicBezTo>
                      <a:pt x="574" y="773"/>
                      <a:pt x="661" y="786"/>
                      <a:pt x="741" y="786"/>
                    </a:cubicBezTo>
                    <a:cubicBezTo>
                      <a:pt x="931" y="786"/>
                      <a:pt x="1090" y="711"/>
                      <a:pt x="1132" y="578"/>
                    </a:cubicBezTo>
                    <a:cubicBezTo>
                      <a:pt x="1204" y="387"/>
                      <a:pt x="1013" y="149"/>
                      <a:pt x="715" y="42"/>
                    </a:cubicBezTo>
                    <a:cubicBezTo>
                      <a:pt x="628" y="14"/>
                      <a:pt x="541" y="0"/>
                      <a:pt x="46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4" name="Google Shape;604;p39"/>
              <p:cNvSpPr/>
              <p:nvPr/>
            </p:nvSpPr>
            <p:spPr>
              <a:xfrm>
                <a:off x="1696025" y="6871588"/>
                <a:ext cx="25325" cy="16200"/>
              </a:xfrm>
              <a:custGeom>
                <a:rect b="b" l="l" r="r" t="t"/>
                <a:pathLst>
                  <a:path extrusionOk="0" h="648" w="1013">
                    <a:moveTo>
                      <a:pt x="377" y="1"/>
                    </a:moveTo>
                    <a:cubicBezTo>
                      <a:pt x="216" y="1"/>
                      <a:pt x="89" y="62"/>
                      <a:pt x="48" y="169"/>
                    </a:cubicBezTo>
                    <a:cubicBezTo>
                      <a:pt x="1" y="324"/>
                      <a:pt x="155" y="527"/>
                      <a:pt x="417" y="610"/>
                    </a:cubicBezTo>
                    <a:cubicBezTo>
                      <a:pt x="494" y="636"/>
                      <a:pt x="571" y="648"/>
                      <a:pt x="642" y="648"/>
                    </a:cubicBezTo>
                    <a:cubicBezTo>
                      <a:pt x="802" y="648"/>
                      <a:pt x="932" y="586"/>
                      <a:pt x="965" y="479"/>
                    </a:cubicBezTo>
                    <a:cubicBezTo>
                      <a:pt x="1013" y="324"/>
                      <a:pt x="858" y="122"/>
                      <a:pt x="608" y="38"/>
                    </a:cubicBezTo>
                    <a:cubicBezTo>
                      <a:pt x="527" y="13"/>
                      <a:pt x="449" y="1"/>
                      <a:pt x="3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5" name="Google Shape;605;p39"/>
              <p:cNvSpPr/>
              <p:nvPr/>
            </p:nvSpPr>
            <p:spPr>
              <a:xfrm>
                <a:off x="1752575" y="6870788"/>
                <a:ext cx="27125" cy="18000"/>
              </a:xfrm>
              <a:custGeom>
                <a:rect b="b" l="l" r="r" t="t"/>
                <a:pathLst>
                  <a:path extrusionOk="0" h="720" w="1085">
                    <a:moveTo>
                      <a:pt x="427" y="0"/>
                    </a:moveTo>
                    <a:cubicBezTo>
                      <a:pt x="250" y="0"/>
                      <a:pt x="103" y="73"/>
                      <a:pt x="60" y="201"/>
                    </a:cubicBezTo>
                    <a:cubicBezTo>
                      <a:pt x="1" y="380"/>
                      <a:pt x="167" y="594"/>
                      <a:pt x="429" y="678"/>
                    </a:cubicBezTo>
                    <a:cubicBezTo>
                      <a:pt x="512" y="706"/>
                      <a:pt x="594" y="720"/>
                      <a:pt x="669" y="720"/>
                    </a:cubicBezTo>
                    <a:cubicBezTo>
                      <a:pt x="843" y="720"/>
                      <a:pt x="983" y="648"/>
                      <a:pt x="1025" y="523"/>
                    </a:cubicBezTo>
                    <a:cubicBezTo>
                      <a:pt x="1084" y="344"/>
                      <a:pt x="918" y="130"/>
                      <a:pt x="644" y="35"/>
                    </a:cubicBezTo>
                    <a:cubicBezTo>
                      <a:pt x="570" y="11"/>
                      <a:pt x="496" y="0"/>
                      <a:pt x="42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6" name="Google Shape;606;p39"/>
              <p:cNvSpPr/>
              <p:nvPr/>
            </p:nvSpPr>
            <p:spPr>
              <a:xfrm>
                <a:off x="1804675" y="6855538"/>
                <a:ext cx="18775" cy="12600"/>
              </a:xfrm>
              <a:custGeom>
                <a:rect b="b" l="l" r="r" t="t"/>
                <a:pathLst>
                  <a:path extrusionOk="0" h="504" w="751">
                    <a:moveTo>
                      <a:pt x="300" y="0"/>
                    </a:moveTo>
                    <a:cubicBezTo>
                      <a:pt x="178" y="0"/>
                      <a:pt x="73" y="51"/>
                      <a:pt x="48" y="145"/>
                    </a:cubicBezTo>
                    <a:cubicBezTo>
                      <a:pt x="0" y="264"/>
                      <a:pt x="119" y="419"/>
                      <a:pt x="298" y="478"/>
                    </a:cubicBezTo>
                    <a:cubicBezTo>
                      <a:pt x="353" y="495"/>
                      <a:pt x="406" y="503"/>
                      <a:pt x="456" y="503"/>
                    </a:cubicBezTo>
                    <a:cubicBezTo>
                      <a:pt x="580" y="503"/>
                      <a:pt x="681" y="452"/>
                      <a:pt x="715" y="359"/>
                    </a:cubicBezTo>
                    <a:cubicBezTo>
                      <a:pt x="750" y="240"/>
                      <a:pt x="643" y="85"/>
                      <a:pt x="453" y="26"/>
                    </a:cubicBezTo>
                    <a:cubicBezTo>
                      <a:pt x="402" y="9"/>
                      <a:pt x="349" y="0"/>
                      <a:pt x="3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7" name="Google Shape;607;p39"/>
              <p:cNvSpPr/>
              <p:nvPr/>
            </p:nvSpPr>
            <p:spPr>
              <a:xfrm>
                <a:off x="1838300" y="6828688"/>
                <a:ext cx="22050" cy="16275"/>
              </a:xfrm>
              <a:custGeom>
                <a:rect b="b" l="l" r="r" t="t"/>
                <a:pathLst>
                  <a:path extrusionOk="0" h="651" w="882">
                    <a:moveTo>
                      <a:pt x="371" y="0"/>
                    </a:moveTo>
                    <a:cubicBezTo>
                      <a:pt x="221" y="0"/>
                      <a:pt x="92" y="72"/>
                      <a:pt x="48" y="195"/>
                    </a:cubicBezTo>
                    <a:cubicBezTo>
                      <a:pt x="1" y="361"/>
                      <a:pt x="120" y="552"/>
                      <a:pt x="334" y="623"/>
                    </a:cubicBezTo>
                    <a:cubicBezTo>
                      <a:pt x="390" y="642"/>
                      <a:pt x="446" y="651"/>
                      <a:pt x="499" y="651"/>
                    </a:cubicBezTo>
                    <a:cubicBezTo>
                      <a:pt x="650" y="651"/>
                      <a:pt x="778" y="580"/>
                      <a:pt x="822" y="457"/>
                    </a:cubicBezTo>
                    <a:cubicBezTo>
                      <a:pt x="882" y="290"/>
                      <a:pt x="751" y="99"/>
                      <a:pt x="537" y="28"/>
                    </a:cubicBezTo>
                    <a:cubicBezTo>
                      <a:pt x="481" y="9"/>
                      <a:pt x="424" y="0"/>
                      <a:pt x="37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8" name="Google Shape;608;p39"/>
              <p:cNvSpPr/>
              <p:nvPr/>
            </p:nvSpPr>
            <p:spPr>
              <a:xfrm>
                <a:off x="1847825" y="6523088"/>
                <a:ext cx="175950" cy="216725"/>
              </a:xfrm>
              <a:custGeom>
                <a:rect b="b" l="l" r="r" t="t"/>
                <a:pathLst>
                  <a:path extrusionOk="0" h="8669" w="7038">
                    <a:moveTo>
                      <a:pt x="3037" y="1"/>
                    </a:moveTo>
                    <a:lnTo>
                      <a:pt x="2977" y="108"/>
                    </a:lnTo>
                    <a:cubicBezTo>
                      <a:pt x="5156" y="1286"/>
                      <a:pt x="6275" y="3525"/>
                      <a:pt x="5644" y="5430"/>
                    </a:cubicBezTo>
                    <a:cubicBezTo>
                      <a:pt x="5076" y="7115"/>
                      <a:pt x="3321" y="8158"/>
                      <a:pt x="1248" y="8158"/>
                    </a:cubicBezTo>
                    <a:cubicBezTo>
                      <a:pt x="846" y="8158"/>
                      <a:pt x="432" y="8118"/>
                      <a:pt x="13" y="8037"/>
                    </a:cubicBezTo>
                    <a:lnTo>
                      <a:pt x="1" y="8144"/>
                    </a:lnTo>
                    <a:cubicBezTo>
                      <a:pt x="429" y="8240"/>
                      <a:pt x="858" y="8275"/>
                      <a:pt x="1263" y="8275"/>
                    </a:cubicBezTo>
                    <a:cubicBezTo>
                      <a:pt x="1406" y="8275"/>
                      <a:pt x="1537" y="8275"/>
                      <a:pt x="1668" y="8263"/>
                    </a:cubicBezTo>
                    <a:lnTo>
                      <a:pt x="2311" y="8668"/>
                    </a:lnTo>
                    <a:lnTo>
                      <a:pt x="2370" y="8573"/>
                    </a:lnTo>
                    <a:lnTo>
                      <a:pt x="1858" y="8252"/>
                    </a:lnTo>
                    <a:cubicBezTo>
                      <a:pt x="2370" y="8192"/>
                      <a:pt x="2858" y="8085"/>
                      <a:pt x="3311" y="7906"/>
                    </a:cubicBezTo>
                    <a:lnTo>
                      <a:pt x="3846" y="8442"/>
                    </a:lnTo>
                    <a:lnTo>
                      <a:pt x="3930" y="8359"/>
                    </a:lnTo>
                    <a:lnTo>
                      <a:pt x="3430" y="7859"/>
                    </a:lnTo>
                    <a:cubicBezTo>
                      <a:pt x="3811" y="7704"/>
                      <a:pt x="4156" y="7501"/>
                      <a:pt x="4466" y="7251"/>
                    </a:cubicBezTo>
                    <a:lnTo>
                      <a:pt x="5228" y="7918"/>
                    </a:lnTo>
                    <a:lnTo>
                      <a:pt x="5311" y="7835"/>
                    </a:lnTo>
                    <a:lnTo>
                      <a:pt x="4561" y="7180"/>
                    </a:lnTo>
                    <a:cubicBezTo>
                      <a:pt x="4847" y="6942"/>
                      <a:pt x="5097" y="6668"/>
                      <a:pt x="5311" y="6370"/>
                    </a:cubicBezTo>
                    <a:lnTo>
                      <a:pt x="6311" y="6978"/>
                    </a:lnTo>
                    <a:lnTo>
                      <a:pt x="6371" y="6882"/>
                    </a:lnTo>
                    <a:lnTo>
                      <a:pt x="5370" y="6263"/>
                    </a:lnTo>
                    <a:cubicBezTo>
                      <a:pt x="5525" y="6013"/>
                      <a:pt x="5656" y="5751"/>
                      <a:pt x="5751" y="5465"/>
                    </a:cubicBezTo>
                    <a:cubicBezTo>
                      <a:pt x="5799" y="5323"/>
                      <a:pt x="5835" y="5180"/>
                      <a:pt x="5871" y="5037"/>
                    </a:cubicBezTo>
                    <a:lnTo>
                      <a:pt x="6978" y="5585"/>
                    </a:lnTo>
                    <a:lnTo>
                      <a:pt x="7037" y="5477"/>
                    </a:lnTo>
                    <a:lnTo>
                      <a:pt x="5882" y="4918"/>
                    </a:lnTo>
                    <a:cubicBezTo>
                      <a:pt x="5978" y="4370"/>
                      <a:pt x="5942" y="3822"/>
                      <a:pt x="5787" y="3275"/>
                    </a:cubicBezTo>
                    <a:lnTo>
                      <a:pt x="5787" y="3275"/>
                    </a:lnTo>
                    <a:lnTo>
                      <a:pt x="6835" y="3572"/>
                    </a:lnTo>
                    <a:lnTo>
                      <a:pt x="6859" y="3465"/>
                    </a:lnTo>
                    <a:lnTo>
                      <a:pt x="5751" y="3144"/>
                    </a:lnTo>
                    <a:cubicBezTo>
                      <a:pt x="5609" y="2668"/>
                      <a:pt x="5370" y="2203"/>
                      <a:pt x="5073" y="1775"/>
                    </a:cubicBezTo>
                    <a:lnTo>
                      <a:pt x="5073" y="1775"/>
                    </a:lnTo>
                    <a:lnTo>
                      <a:pt x="6002" y="2072"/>
                    </a:lnTo>
                    <a:lnTo>
                      <a:pt x="6037" y="1965"/>
                    </a:lnTo>
                    <a:lnTo>
                      <a:pt x="4954" y="1620"/>
                    </a:lnTo>
                    <a:cubicBezTo>
                      <a:pt x="4466" y="989"/>
                      <a:pt x="3823" y="429"/>
                      <a:pt x="303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4_1_3"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0" name="Google Shape;610;p40"/>
          <p:cNvGrpSpPr/>
          <p:nvPr/>
        </p:nvGrpSpPr>
        <p:grpSpPr>
          <a:xfrm>
            <a:off x="0" y="0"/>
            <a:ext cx="9144003" cy="5143501"/>
            <a:chOff x="0" y="0"/>
            <a:chExt cx="9144003" cy="5143501"/>
          </a:xfrm>
        </p:grpSpPr>
        <p:pic>
          <p:nvPicPr>
            <p:cNvPr id="611" name="Google Shape;611;p40"/>
            <p:cNvPicPr preferRelativeResize="0"/>
            <p:nvPr/>
          </p:nvPicPr>
          <p:blipFill rotWithShape="1">
            <a:blip r:embed="rId2">
              <a:alphaModFix/>
            </a:blip>
            <a:srcRect b="8068" l="0" r="0" t="8060"/>
            <a:stretch/>
          </p:blipFill>
          <p:spPr>
            <a:xfrm>
              <a:off x="0" y="0"/>
              <a:ext cx="9144003" cy="5143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2" name="Google Shape;612;p40"/>
            <p:cNvSpPr/>
            <p:nvPr/>
          </p:nvSpPr>
          <p:spPr>
            <a:xfrm>
              <a:off x="209980" y="194500"/>
              <a:ext cx="8763466" cy="4752275"/>
            </a:xfrm>
            <a:custGeom>
              <a:rect b="b" l="l" r="r" t="t"/>
              <a:pathLst>
                <a:path extrusionOk="0" h="147209" w="271904">
                  <a:moveTo>
                    <a:pt x="596" y="0"/>
                  </a:moveTo>
                  <a:lnTo>
                    <a:pt x="596" y="0"/>
                  </a:lnTo>
                  <a:cubicBezTo>
                    <a:pt x="2025" y="5965"/>
                    <a:pt x="3072" y="13895"/>
                    <a:pt x="3644" y="22312"/>
                  </a:cubicBezTo>
                  <a:cubicBezTo>
                    <a:pt x="7942" y="23515"/>
                    <a:pt x="13609" y="23932"/>
                    <a:pt x="5085" y="25063"/>
                  </a:cubicBezTo>
                  <a:cubicBezTo>
                    <a:pt x="5096" y="25110"/>
                    <a:pt x="5108" y="25146"/>
                    <a:pt x="5120" y="25194"/>
                  </a:cubicBezTo>
                  <a:cubicBezTo>
                    <a:pt x="5263" y="25301"/>
                    <a:pt x="5394" y="25396"/>
                    <a:pt x="5525" y="25503"/>
                  </a:cubicBezTo>
                  <a:cubicBezTo>
                    <a:pt x="5692" y="25539"/>
                    <a:pt x="5954" y="25479"/>
                    <a:pt x="6037" y="25658"/>
                  </a:cubicBezTo>
                  <a:cubicBezTo>
                    <a:pt x="8561" y="26230"/>
                    <a:pt x="4561" y="26670"/>
                    <a:pt x="3894" y="26789"/>
                  </a:cubicBezTo>
                  <a:cubicBezTo>
                    <a:pt x="4203" y="33719"/>
                    <a:pt x="4192" y="40803"/>
                    <a:pt x="3787" y="47256"/>
                  </a:cubicBezTo>
                  <a:cubicBezTo>
                    <a:pt x="2560" y="47137"/>
                    <a:pt x="1298" y="47006"/>
                    <a:pt x="1" y="46875"/>
                  </a:cubicBezTo>
                  <a:lnTo>
                    <a:pt x="1" y="46875"/>
                  </a:lnTo>
                  <a:cubicBezTo>
                    <a:pt x="1429" y="52840"/>
                    <a:pt x="2477" y="60770"/>
                    <a:pt x="3049" y="69199"/>
                  </a:cubicBezTo>
                  <a:cubicBezTo>
                    <a:pt x="7347" y="70402"/>
                    <a:pt x="13014" y="70818"/>
                    <a:pt x="4489" y="71949"/>
                  </a:cubicBezTo>
                  <a:cubicBezTo>
                    <a:pt x="4501" y="71985"/>
                    <a:pt x="4513" y="72033"/>
                    <a:pt x="4525" y="72069"/>
                  </a:cubicBezTo>
                  <a:cubicBezTo>
                    <a:pt x="4668" y="72176"/>
                    <a:pt x="4787" y="72283"/>
                    <a:pt x="4930" y="72390"/>
                  </a:cubicBezTo>
                  <a:cubicBezTo>
                    <a:pt x="5096" y="72414"/>
                    <a:pt x="5358" y="72366"/>
                    <a:pt x="5442" y="72545"/>
                  </a:cubicBezTo>
                  <a:cubicBezTo>
                    <a:pt x="7966" y="73104"/>
                    <a:pt x="3965" y="73557"/>
                    <a:pt x="3299" y="73664"/>
                  </a:cubicBezTo>
                  <a:cubicBezTo>
                    <a:pt x="3513" y="78510"/>
                    <a:pt x="3572" y="83427"/>
                    <a:pt x="3453" y="88154"/>
                  </a:cubicBezTo>
                  <a:cubicBezTo>
                    <a:pt x="2322" y="88047"/>
                    <a:pt x="1179" y="87928"/>
                    <a:pt x="1" y="87809"/>
                  </a:cubicBezTo>
                  <a:lnTo>
                    <a:pt x="1" y="87809"/>
                  </a:lnTo>
                  <a:cubicBezTo>
                    <a:pt x="989" y="91940"/>
                    <a:pt x="1798" y="97036"/>
                    <a:pt x="2394" y="102584"/>
                  </a:cubicBezTo>
                  <a:cubicBezTo>
                    <a:pt x="2239" y="103727"/>
                    <a:pt x="2072" y="104834"/>
                    <a:pt x="1882" y="105894"/>
                  </a:cubicBezTo>
                  <a:cubicBezTo>
                    <a:pt x="2156" y="105870"/>
                    <a:pt x="2429" y="105846"/>
                    <a:pt x="2715" y="105811"/>
                  </a:cubicBezTo>
                  <a:cubicBezTo>
                    <a:pt x="2834" y="107228"/>
                    <a:pt x="2953" y="108668"/>
                    <a:pt x="3049" y="110121"/>
                  </a:cubicBezTo>
                  <a:cubicBezTo>
                    <a:pt x="7347" y="111323"/>
                    <a:pt x="13014" y="111740"/>
                    <a:pt x="4489" y="112871"/>
                  </a:cubicBezTo>
                  <a:cubicBezTo>
                    <a:pt x="4501" y="112919"/>
                    <a:pt x="4513" y="112954"/>
                    <a:pt x="4525" y="113002"/>
                  </a:cubicBezTo>
                  <a:cubicBezTo>
                    <a:pt x="4668" y="113109"/>
                    <a:pt x="4799" y="113205"/>
                    <a:pt x="4930" y="113312"/>
                  </a:cubicBezTo>
                  <a:cubicBezTo>
                    <a:pt x="5096" y="113347"/>
                    <a:pt x="5358" y="113288"/>
                    <a:pt x="5442" y="113466"/>
                  </a:cubicBezTo>
                  <a:cubicBezTo>
                    <a:pt x="7966" y="114038"/>
                    <a:pt x="3965" y="114478"/>
                    <a:pt x="3299" y="114598"/>
                  </a:cubicBezTo>
                  <a:cubicBezTo>
                    <a:pt x="3822" y="126123"/>
                    <a:pt x="4668" y="127147"/>
                    <a:pt x="3120" y="135886"/>
                  </a:cubicBezTo>
                  <a:cubicBezTo>
                    <a:pt x="4608" y="136338"/>
                    <a:pt x="14133" y="147209"/>
                    <a:pt x="14133" y="147209"/>
                  </a:cubicBezTo>
                  <a:cubicBezTo>
                    <a:pt x="14133" y="147209"/>
                    <a:pt x="16765" y="146220"/>
                    <a:pt x="20479" y="146137"/>
                  </a:cubicBezTo>
                  <a:cubicBezTo>
                    <a:pt x="20503" y="146054"/>
                    <a:pt x="20539" y="145959"/>
                    <a:pt x="20563" y="145875"/>
                  </a:cubicBezTo>
                  <a:lnTo>
                    <a:pt x="20563" y="145875"/>
                  </a:lnTo>
                  <a:cubicBezTo>
                    <a:pt x="20491" y="146340"/>
                    <a:pt x="23242" y="146363"/>
                    <a:pt x="23158" y="146816"/>
                  </a:cubicBezTo>
                  <a:cubicBezTo>
                    <a:pt x="29516" y="146220"/>
                    <a:pt x="36481" y="145875"/>
                    <a:pt x="44589" y="145697"/>
                  </a:cubicBezTo>
                  <a:cubicBezTo>
                    <a:pt x="44613" y="145625"/>
                    <a:pt x="44637" y="145554"/>
                    <a:pt x="44661" y="145494"/>
                  </a:cubicBezTo>
                  <a:cubicBezTo>
                    <a:pt x="45090" y="145494"/>
                    <a:pt x="45530" y="145494"/>
                    <a:pt x="45959" y="145482"/>
                  </a:cubicBezTo>
                  <a:cubicBezTo>
                    <a:pt x="45959" y="145542"/>
                    <a:pt x="45959" y="145601"/>
                    <a:pt x="45959" y="145661"/>
                  </a:cubicBezTo>
                  <a:cubicBezTo>
                    <a:pt x="46173" y="145661"/>
                    <a:pt x="46387" y="145661"/>
                    <a:pt x="46602" y="145649"/>
                  </a:cubicBezTo>
                  <a:cubicBezTo>
                    <a:pt x="46637" y="145601"/>
                    <a:pt x="46661" y="145542"/>
                    <a:pt x="46685" y="145482"/>
                  </a:cubicBezTo>
                  <a:cubicBezTo>
                    <a:pt x="47197" y="145482"/>
                    <a:pt x="47709" y="145482"/>
                    <a:pt x="48221" y="145494"/>
                  </a:cubicBezTo>
                  <a:cubicBezTo>
                    <a:pt x="48221" y="145530"/>
                    <a:pt x="48221" y="145578"/>
                    <a:pt x="48221" y="145625"/>
                  </a:cubicBezTo>
                  <a:cubicBezTo>
                    <a:pt x="50912" y="145578"/>
                    <a:pt x="53900" y="145542"/>
                    <a:pt x="57031" y="145518"/>
                  </a:cubicBezTo>
                  <a:cubicBezTo>
                    <a:pt x="59651" y="145542"/>
                    <a:pt x="62151" y="145566"/>
                    <a:pt x="64461" y="145601"/>
                  </a:cubicBezTo>
                  <a:cubicBezTo>
                    <a:pt x="64461" y="145566"/>
                    <a:pt x="64461" y="145530"/>
                    <a:pt x="64461" y="145494"/>
                  </a:cubicBezTo>
                  <a:cubicBezTo>
                    <a:pt x="65592" y="145488"/>
                    <a:pt x="66726" y="145485"/>
                    <a:pt x="67860" y="145485"/>
                  </a:cubicBezTo>
                  <a:cubicBezTo>
                    <a:pt x="68994" y="145485"/>
                    <a:pt x="70128" y="145488"/>
                    <a:pt x="71259" y="145494"/>
                  </a:cubicBezTo>
                  <a:cubicBezTo>
                    <a:pt x="71402" y="145578"/>
                    <a:pt x="71545" y="145661"/>
                    <a:pt x="71700" y="145744"/>
                  </a:cubicBezTo>
                  <a:cubicBezTo>
                    <a:pt x="78891" y="145947"/>
                    <a:pt x="85190" y="146268"/>
                    <a:pt x="90976" y="146816"/>
                  </a:cubicBezTo>
                  <a:cubicBezTo>
                    <a:pt x="90845" y="146054"/>
                    <a:pt x="90714" y="145256"/>
                    <a:pt x="90595" y="144435"/>
                  </a:cubicBezTo>
                  <a:lnTo>
                    <a:pt x="90595" y="144435"/>
                  </a:lnTo>
                  <a:cubicBezTo>
                    <a:pt x="91429" y="144792"/>
                    <a:pt x="92191" y="145304"/>
                    <a:pt x="92976" y="145744"/>
                  </a:cubicBezTo>
                  <a:cubicBezTo>
                    <a:pt x="96596" y="145851"/>
                    <a:pt x="99989" y="145982"/>
                    <a:pt x="103204" y="146161"/>
                  </a:cubicBezTo>
                  <a:cubicBezTo>
                    <a:pt x="103156" y="146375"/>
                    <a:pt x="103121" y="146601"/>
                    <a:pt x="103085" y="146828"/>
                  </a:cubicBezTo>
                  <a:cubicBezTo>
                    <a:pt x="104573" y="146685"/>
                    <a:pt x="106109" y="146554"/>
                    <a:pt x="107669" y="146447"/>
                  </a:cubicBezTo>
                  <a:cubicBezTo>
                    <a:pt x="109240" y="146554"/>
                    <a:pt x="110764" y="146685"/>
                    <a:pt x="112265" y="146828"/>
                  </a:cubicBezTo>
                  <a:cubicBezTo>
                    <a:pt x="112217" y="146601"/>
                    <a:pt x="112181" y="146375"/>
                    <a:pt x="112146" y="146161"/>
                  </a:cubicBezTo>
                  <a:cubicBezTo>
                    <a:pt x="115979" y="145947"/>
                    <a:pt x="120075" y="145792"/>
                    <a:pt x="124504" y="145697"/>
                  </a:cubicBezTo>
                  <a:cubicBezTo>
                    <a:pt x="125022" y="144156"/>
                    <a:pt x="125413" y="143165"/>
                    <a:pt x="125645" y="143165"/>
                  </a:cubicBezTo>
                  <a:cubicBezTo>
                    <a:pt x="125846" y="143165"/>
                    <a:pt x="125929" y="143902"/>
                    <a:pt x="125873" y="145661"/>
                  </a:cubicBezTo>
                  <a:cubicBezTo>
                    <a:pt x="126100" y="145661"/>
                    <a:pt x="126302" y="145661"/>
                    <a:pt x="126528" y="145649"/>
                  </a:cubicBezTo>
                  <a:cubicBezTo>
                    <a:pt x="127181" y="144357"/>
                    <a:pt x="127670" y="143321"/>
                    <a:pt x="127939" y="143321"/>
                  </a:cubicBezTo>
                  <a:cubicBezTo>
                    <a:pt x="128150" y="143321"/>
                    <a:pt x="128225" y="143963"/>
                    <a:pt x="128136" y="145625"/>
                  </a:cubicBezTo>
                  <a:cubicBezTo>
                    <a:pt x="130541" y="145589"/>
                    <a:pt x="133184" y="145554"/>
                    <a:pt x="135946" y="145530"/>
                  </a:cubicBezTo>
                  <a:cubicBezTo>
                    <a:pt x="138720" y="145554"/>
                    <a:pt x="141352" y="145589"/>
                    <a:pt x="143757" y="145625"/>
                  </a:cubicBezTo>
                  <a:cubicBezTo>
                    <a:pt x="143667" y="143963"/>
                    <a:pt x="143745" y="143321"/>
                    <a:pt x="143959" y="143321"/>
                  </a:cubicBezTo>
                  <a:cubicBezTo>
                    <a:pt x="144230" y="143321"/>
                    <a:pt x="144723" y="144357"/>
                    <a:pt x="145376" y="145649"/>
                  </a:cubicBezTo>
                  <a:cubicBezTo>
                    <a:pt x="145590" y="145661"/>
                    <a:pt x="145804" y="145661"/>
                    <a:pt x="146019" y="145661"/>
                  </a:cubicBezTo>
                  <a:cubicBezTo>
                    <a:pt x="145964" y="143902"/>
                    <a:pt x="146046" y="143165"/>
                    <a:pt x="146247" y="143165"/>
                  </a:cubicBezTo>
                  <a:cubicBezTo>
                    <a:pt x="146479" y="143165"/>
                    <a:pt x="146870" y="144156"/>
                    <a:pt x="147388" y="145697"/>
                  </a:cubicBezTo>
                  <a:cubicBezTo>
                    <a:pt x="151817" y="145792"/>
                    <a:pt x="155913" y="145947"/>
                    <a:pt x="159759" y="146161"/>
                  </a:cubicBezTo>
                  <a:cubicBezTo>
                    <a:pt x="159711" y="146375"/>
                    <a:pt x="159675" y="146601"/>
                    <a:pt x="159640" y="146828"/>
                  </a:cubicBezTo>
                  <a:cubicBezTo>
                    <a:pt x="161128" y="146685"/>
                    <a:pt x="162664" y="146554"/>
                    <a:pt x="164223" y="146447"/>
                  </a:cubicBezTo>
                  <a:cubicBezTo>
                    <a:pt x="165795" y="146554"/>
                    <a:pt x="167319" y="146685"/>
                    <a:pt x="168819" y="146828"/>
                  </a:cubicBezTo>
                  <a:cubicBezTo>
                    <a:pt x="168772" y="146601"/>
                    <a:pt x="168736" y="146375"/>
                    <a:pt x="168700" y="146161"/>
                  </a:cubicBezTo>
                  <a:cubicBezTo>
                    <a:pt x="171915" y="145982"/>
                    <a:pt x="175296" y="145851"/>
                    <a:pt x="178916" y="145744"/>
                  </a:cubicBezTo>
                  <a:cubicBezTo>
                    <a:pt x="179702" y="145304"/>
                    <a:pt x="180464" y="144792"/>
                    <a:pt x="181309" y="144435"/>
                  </a:cubicBezTo>
                  <a:lnTo>
                    <a:pt x="181309" y="144435"/>
                  </a:lnTo>
                  <a:cubicBezTo>
                    <a:pt x="181190" y="145256"/>
                    <a:pt x="181059" y="146054"/>
                    <a:pt x="180916" y="146816"/>
                  </a:cubicBezTo>
                  <a:cubicBezTo>
                    <a:pt x="186714" y="146268"/>
                    <a:pt x="193001" y="145947"/>
                    <a:pt x="200204" y="145744"/>
                  </a:cubicBezTo>
                  <a:cubicBezTo>
                    <a:pt x="200347" y="145661"/>
                    <a:pt x="200490" y="145578"/>
                    <a:pt x="200645" y="145494"/>
                  </a:cubicBezTo>
                  <a:cubicBezTo>
                    <a:pt x="201770" y="145488"/>
                    <a:pt x="202904" y="145485"/>
                    <a:pt x="204039" y="145485"/>
                  </a:cubicBezTo>
                  <a:cubicBezTo>
                    <a:pt x="205175" y="145485"/>
                    <a:pt x="206312" y="145488"/>
                    <a:pt x="207443" y="145494"/>
                  </a:cubicBezTo>
                  <a:cubicBezTo>
                    <a:pt x="207443" y="145530"/>
                    <a:pt x="207443" y="145566"/>
                    <a:pt x="207431" y="145601"/>
                  </a:cubicBezTo>
                  <a:cubicBezTo>
                    <a:pt x="209741" y="145566"/>
                    <a:pt x="212253" y="145542"/>
                    <a:pt x="214873" y="145518"/>
                  </a:cubicBezTo>
                  <a:cubicBezTo>
                    <a:pt x="218004" y="145542"/>
                    <a:pt x="220981" y="145578"/>
                    <a:pt x="223683" y="145625"/>
                  </a:cubicBezTo>
                  <a:cubicBezTo>
                    <a:pt x="223671" y="145578"/>
                    <a:pt x="223671" y="145530"/>
                    <a:pt x="223671" y="145494"/>
                  </a:cubicBezTo>
                  <a:cubicBezTo>
                    <a:pt x="224183" y="145494"/>
                    <a:pt x="224695" y="145482"/>
                    <a:pt x="225207" y="145482"/>
                  </a:cubicBezTo>
                  <a:cubicBezTo>
                    <a:pt x="225243" y="145542"/>
                    <a:pt x="225267" y="145601"/>
                    <a:pt x="225291" y="145649"/>
                  </a:cubicBezTo>
                  <a:cubicBezTo>
                    <a:pt x="225517" y="145661"/>
                    <a:pt x="225731" y="145661"/>
                    <a:pt x="225945" y="145661"/>
                  </a:cubicBezTo>
                  <a:cubicBezTo>
                    <a:pt x="225945" y="145601"/>
                    <a:pt x="225934" y="145542"/>
                    <a:pt x="225934" y="145482"/>
                  </a:cubicBezTo>
                  <a:cubicBezTo>
                    <a:pt x="226374" y="145482"/>
                    <a:pt x="226803" y="145482"/>
                    <a:pt x="227243" y="145494"/>
                  </a:cubicBezTo>
                  <a:cubicBezTo>
                    <a:pt x="227267" y="145554"/>
                    <a:pt x="227291" y="145625"/>
                    <a:pt x="227315" y="145697"/>
                  </a:cubicBezTo>
                  <a:cubicBezTo>
                    <a:pt x="235411" y="145875"/>
                    <a:pt x="242376" y="146220"/>
                    <a:pt x="248734" y="146816"/>
                  </a:cubicBezTo>
                  <a:cubicBezTo>
                    <a:pt x="248651" y="146363"/>
                    <a:pt x="248579" y="145899"/>
                    <a:pt x="248508" y="145423"/>
                  </a:cubicBezTo>
                  <a:lnTo>
                    <a:pt x="248508" y="145423"/>
                  </a:lnTo>
                  <a:cubicBezTo>
                    <a:pt x="248532" y="145506"/>
                    <a:pt x="248567" y="145601"/>
                    <a:pt x="248591" y="145697"/>
                  </a:cubicBezTo>
                  <a:cubicBezTo>
                    <a:pt x="256699" y="145875"/>
                    <a:pt x="263664" y="146220"/>
                    <a:pt x="270022" y="146816"/>
                  </a:cubicBezTo>
                  <a:cubicBezTo>
                    <a:pt x="268463" y="138065"/>
                    <a:pt x="268082" y="126123"/>
                    <a:pt x="268606" y="114598"/>
                  </a:cubicBezTo>
                  <a:cubicBezTo>
                    <a:pt x="267939" y="114478"/>
                    <a:pt x="263926" y="114038"/>
                    <a:pt x="266462" y="113466"/>
                  </a:cubicBezTo>
                  <a:cubicBezTo>
                    <a:pt x="266546" y="113288"/>
                    <a:pt x="266808" y="113347"/>
                    <a:pt x="266974" y="113312"/>
                  </a:cubicBezTo>
                  <a:cubicBezTo>
                    <a:pt x="267105" y="113205"/>
                    <a:pt x="267236" y="113109"/>
                    <a:pt x="267367" y="113002"/>
                  </a:cubicBezTo>
                  <a:cubicBezTo>
                    <a:pt x="267391" y="112954"/>
                    <a:pt x="267403" y="112919"/>
                    <a:pt x="267415" y="112871"/>
                  </a:cubicBezTo>
                  <a:cubicBezTo>
                    <a:pt x="258878" y="111740"/>
                    <a:pt x="264557" y="111323"/>
                    <a:pt x="268856" y="110121"/>
                  </a:cubicBezTo>
                  <a:cubicBezTo>
                    <a:pt x="268951" y="108668"/>
                    <a:pt x="269070" y="107228"/>
                    <a:pt x="269189" y="105811"/>
                  </a:cubicBezTo>
                  <a:cubicBezTo>
                    <a:pt x="269463" y="105846"/>
                    <a:pt x="269749" y="105870"/>
                    <a:pt x="270022" y="105894"/>
                  </a:cubicBezTo>
                  <a:cubicBezTo>
                    <a:pt x="269832" y="104834"/>
                    <a:pt x="269653" y="103727"/>
                    <a:pt x="269510" y="102584"/>
                  </a:cubicBezTo>
                  <a:cubicBezTo>
                    <a:pt x="270094" y="97036"/>
                    <a:pt x="270903" y="91940"/>
                    <a:pt x="271904" y="87809"/>
                  </a:cubicBezTo>
                  <a:lnTo>
                    <a:pt x="271904" y="87809"/>
                  </a:lnTo>
                  <a:cubicBezTo>
                    <a:pt x="270725" y="87928"/>
                    <a:pt x="269570" y="88047"/>
                    <a:pt x="268451" y="88154"/>
                  </a:cubicBezTo>
                  <a:cubicBezTo>
                    <a:pt x="268320" y="83427"/>
                    <a:pt x="268379" y="78510"/>
                    <a:pt x="268606" y="73664"/>
                  </a:cubicBezTo>
                  <a:cubicBezTo>
                    <a:pt x="267939" y="73557"/>
                    <a:pt x="263926" y="73104"/>
                    <a:pt x="266462" y="72545"/>
                  </a:cubicBezTo>
                  <a:cubicBezTo>
                    <a:pt x="266546" y="72366"/>
                    <a:pt x="266808" y="72426"/>
                    <a:pt x="266974" y="72390"/>
                  </a:cubicBezTo>
                  <a:cubicBezTo>
                    <a:pt x="267105" y="72283"/>
                    <a:pt x="267236" y="72176"/>
                    <a:pt x="267367" y="72069"/>
                  </a:cubicBezTo>
                  <a:cubicBezTo>
                    <a:pt x="267391" y="72033"/>
                    <a:pt x="267403" y="71985"/>
                    <a:pt x="267415" y="71949"/>
                  </a:cubicBezTo>
                  <a:cubicBezTo>
                    <a:pt x="258878" y="70818"/>
                    <a:pt x="264557" y="70402"/>
                    <a:pt x="268856" y="69199"/>
                  </a:cubicBezTo>
                  <a:cubicBezTo>
                    <a:pt x="269415" y="60770"/>
                    <a:pt x="270463" y="52840"/>
                    <a:pt x="271904" y="46875"/>
                  </a:cubicBezTo>
                  <a:lnTo>
                    <a:pt x="271904" y="46875"/>
                  </a:lnTo>
                  <a:cubicBezTo>
                    <a:pt x="270606" y="47006"/>
                    <a:pt x="269344" y="47137"/>
                    <a:pt x="268105" y="47256"/>
                  </a:cubicBezTo>
                  <a:cubicBezTo>
                    <a:pt x="267713" y="40803"/>
                    <a:pt x="267689" y="33719"/>
                    <a:pt x="268010" y="26789"/>
                  </a:cubicBezTo>
                  <a:cubicBezTo>
                    <a:pt x="267343" y="26670"/>
                    <a:pt x="263331" y="26230"/>
                    <a:pt x="265867" y="25658"/>
                  </a:cubicBezTo>
                  <a:cubicBezTo>
                    <a:pt x="265950" y="25479"/>
                    <a:pt x="266212" y="25539"/>
                    <a:pt x="266379" y="25503"/>
                  </a:cubicBezTo>
                  <a:cubicBezTo>
                    <a:pt x="266510" y="25396"/>
                    <a:pt x="266641" y="25301"/>
                    <a:pt x="266772" y="25194"/>
                  </a:cubicBezTo>
                  <a:cubicBezTo>
                    <a:pt x="266796" y="25146"/>
                    <a:pt x="266808" y="25110"/>
                    <a:pt x="266820" y="25063"/>
                  </a:cubicBezTo>
                  <a:cubicBezTo>
                    <a:pt x="258283" y="23932"/>
                    <a:pt x="263962" y="23515"/>
                    <a:pt x="268260" y="22312"/>
                  </a:cubicBezTo>
                  <a:cubicBezTo>
                    <a:pt x="268415" y="19919"/>
                    <a:pt x="268856" y="15300"/>
                    <a:pt x="268856" y="15300"/>
                  </a:cubicBezTo>
                  <a:lnTo>
                    <a:pt x="254901" y="1453"/>
                  </a:lnTo>
                  <a:cubicBezTo>
                    <a:pt x="254901" y="1453"/>
                    <a:pt x="251413" y="1679"/>
                    <a:pt x="249615" y="1774"/>
                  </a:cubicBezTo>
                  <a:cubicBezTo>
                    <a:pt x="249746" y="1167"/>
                    <a:pt x="249889" y="572"/>
                    <a:pt x="250020" y="0"/>
                  </a:cubicBezTo>
                  <a:lnTo>
                    <a:pt x="250020" y="0"/>
                  </a:lnTo>
                  <a:cubicBezTo>
                    <a:pt x="240828" y="929"/>
                    <a:pt x="233577" y="1572"/>
                    <a:pt x="225017" y="1929"/>
                  </a:cubicBezTo>
                  <a:cubicBezTo>
                    <a:pt x="224814" y="2179"/>
                    <a:pt x="224600" y="2441"/>
                    <a:pt x="224386" y="2715"/>
                  </a:cubicBezTo>
                  <a:cubicBezTo>
                    <a:pt x="223731" y="2953"/>
                    <a:pt x="223112" y="3274"/>
                    <a:pt x="222647" y="3751"/>
                  </a:cubicBezTo>
                  <a:cubicBezTo>
                    <a:pt x="222755" y="3346"/>
                    <a:pt x="222945" y="2774"/>
                    <a:pt x="223219" y="2000"/>
                  </a:cubicBezTo>
                  <a:cubicBezTo>
                    <a:pt x="223094" y="1992"/>
                    <a:pt x="222968" y="1988"/>
                    <a:pt x="222843" y="1988"/>
                  </a:cubicBezTo>
                  <a:cubicBezTo>
                    <a:pt x="221740" y="1988"/>
                    <a:pt x="220632" y="2285"/>
                    <a:pt x="219537" y="2285"/>
                  </a:cubicBezTo>
                  <a:cubicBezTo>
                    <a:pt x="219371" y="2285"/>
                    <a:pt x="219205" y="2278"/>
                    <a:pt x="219040" y="2262"/>
                  </a:cubicBezTo>
                  <a:cubicBezTo>
                    <a:pt x="218567" y="2506"/>
                    <a:pt x="218202" y="2952"/>
                    <a:pt x="217926" y="2952"/>
                  </a:cubicBezTo>
                  <a:cubicBezTo>
                    <a:pt x="217744" y="2952"/>
                    <a:pt x="217601" y="2757"/>
                    <a:pt x="217492" y="2179"/>
                  </a:cubicBezTo>
                  <a:cubicBezTo>
                    <a:pt x="216420" y="2203"/>
                    <a:pt x="215337" y="2227"/>
                    <a:pt x="214218" y="2239"/>
                  </a:cubicBezTo>
                  <a:cubicBezTo>
                    <a:pt x="210515" y="2179"/>
                    <a:pt x="207169" y="2084"/>
                    <a:pt x="204002" y="1965"/>
                  </a:cubicBezTo>
                  <a:cubicBezTo>
                    <a:pt x="203967" y="2131"/>
                    <a:pt x="203943" y="2298"/>
                    <a:pt x="203919" y="2453"/>
                  </a:cubicBezTo>
                  <a:cubicBezTo>
                    <a:pt x="203550" y="2560"/>
                    <a:pt x="203181" y="2679"/>
                    <a:pt x="202824" y="2822"/>
                  </a:cubicBezTo>
                  <a:cubicBezTo>
                    <a:pt x="202776" y="2548"/>
                    <a:pt x="202728" y="2239"/>
                    <a:pt x="202681" y="1905"/>
                  </a:cubicBezTo>
                  <a:cubicBezTo>
                    <a:pt x="194453" y="1524"/>
                    <a:pt x="187357" y="905"/>
                    <a:pt x="178440" y="0"/>
                  </a:cubicBezTo>
                  <a:lnTo>
                    <a:pt x="178440" y="0"/>
                  </a:lnTo>
                  <a:cubicBezTo>
                    <a:pt x="178582" y="572"/>
                    <a:pt x="178713" y="1167"/>
                    <a:pt x="178844" y="1774"/>
                  </a:cubicBezTo>
                  <a:cubicBezTo>
                    <a:pt x="175773" y="1607"/>
                    <a:pt x="172832" y="1417"/>
                    <a:pt x="169831" y="1179"/>
                  </a:cubicBezTo>
                  <a:cubicBezTo>
                    <a:pt x="169927" y="774"/>
                    <a:pt x="170010" y="381"/>
                    <a:pt x="170105" y="0"/>
                  </a:cubicBezTo>
                  <a:lnTo>
                    <a:pt x="170105" y="0"/>
                  </a:lnTo>
                  <a:cubicBezTo>
                    <a:pt x="167843" y="226"/>
                    <a:pt x="165700" y="441"/>
                    <a:pt x="163628" y="631"/>
                  </a:cubicBezTo>
                  <a:cubicBezTo>
                    <a:pt x="161556" y="441"/>
                    <a:pt x="159413" y="226"/>
                    <a:pt x="157163" y="0"/>
                  </a:cubicBezTo>
                  <a:lnTo>
                    <a:pt x="157163" y="0"/>
                  </a:lnTo>
                  <a:cubicBezTo>
                    <a:pt x="157246" y="381"/>
                    <a:pt x="157342" y="774"/>
                    <a:pt x="157425" y="1179"/>
                  </a:cubicBezTo>
                  <a:cubicBezTo>
                    <a:pt x="153377" y="1500"/>
                    <a:pt x="149400" y="1750"/>
                    <a:pt x="145102" y="1929"/>
                  </a:cubicBezTo>
                  <a:cubicBezTo>
                    <a:pt x="144154" y="3043"/>
                    <a:pt x="143049" y="4616"/>
                    <a:pt x="142712" y="4616"/>
                  </a:cubicBezTo>
                  <a:cubicBezTo>
                    <a:pt x="142491" y="4616"/>
                    <a:pt x="142601" y="3936"/>
                    <a:pt x="143304" y="2000"/>
                  </a:cubicBezTo>
                  <a:cubicBezTo>
                    <a:pt x="143179" y="1992"/>
                    <a:pt x="143053" y="1988"/>
                    <a:pt x="142928" y="1988"/>
                  </a:cubicBezTo>
                  <a:cubicBezTo>
                    <a:pt x="141825" y="1988"/>
                    <a:pt x="140718" y="2285"/>
                    <a:pt x="139622" y="2285"/>
                  </a:cubicBezTo>
                  <a:cubicBezTo>
                    <a:pt x="139456" y="2285"/>
                    <a:pt x="139290" y="2278"/>
                    <a:pt x="139125" y="2262"/>
                  </a:cubicBezTo>
                  <a:cubicBezTo>
                    <a:pt x="138780" y="2441"/>
                    <a:pt x="138494" y="2715"/>
                    <a:pt x="138256" y="2858"/>
                  </a:cubicBezTo>
                  <a:lnTo>
                    <a:pt x="138256" y="2250"/>
                  </a:lnTo>
                  <a:cubicBezTo>
                    <a:pt x="138030" y="2250"/>
                    <a:pt x="137803" y="2239"/>
                    <a:pt x="137589" y="2239"/>
                  </a:cubicBezTo>
                  <a:cubicBezTo>
                    <a:pt x="137577" y="2215"/>
                    <a:pt x="137577" y="2203"/>
                    <a:pt x="137565" y="2179"/>
                  </a:cubicBezTo>
                  <a:cubicBezTo>
                    <a:pt x="137041" y="2191"/>
                    <a:pt x="136494" y="2203"/>
                    <a:pt x="135946" y="2215"/>
                  </a:cubicBezTo>
                  <a:cubicBezTo>
                    <a:pt x="135410" y="2203"/>
                    <a:pt x="134863" y="2191"/>
                    <a:pt x="134327" y="2179"/>
                  </a:cubicBezTo>
                  <a:cubicBezTo>
                    <a:pt x="134327" y="2203"/>
                    <a:pt x="134327" y="2215"/>
                    <a:pt x="134315" y="2239"/>
                  </a:cubicBezTo>
                  <a:cubicBezTo>
                    <a:pt x="134089" y="2239"/>
                    <a:pt x="133874" y="2250"/>
                    <a:pt x="133648" y="2250"/>
                  </a:cubicBezTo>
                  <a:lnTo>
                    <a:pt x="133648" y="2858"/>
                  </a:lnTo>
                  <a:cubicBezTo>
                    <a:pt x="133410" y="2715"/>
                    <a:pt x="133124" y="2441"/>
                    <a:pt x="132779" y="2262"/>
                  </a:cubicBezTo>
                  <a:cubicBezTo>
                    <a:pt x="132604" y="2280"/>
                    <a:pt x="132429" y="2288"/>
                    <a:pt x="132254" y="2288"/>
                  </a:cubicBezTo>
                  <a:cubicBezTo>
                    <a:pt x="131165" y="2288"/>
                    <a:pt x="130064" y="1988"/>
                    <a:pt x="128968" y="1988"/>
                  </a:cubicBezTo>
                  <a:cubicBezTo>
                    <a:pt x="128845" y="1988"/>
                    <a:pt x="128723" y="1992"/>
                    <a:pt x="128600" y="2000"/>
                  </a:cubicBezTo>
                  <a:cubicBezTo>
                    <a:pt x="129303" y="3936"/>
                    <a:pt x="129413" y="4616"/>
                    <a:pt x="129192" y="4616"/>
                  </a:cubicBezTo>
                  <a:cubicBezTo>
                    <a:pt x="128855" y="4616"/>
                    <a:pt x="127750" y="3043"/>
                    <a:pt x="126802" y="1929"/>
                  </a:cubicBezTo>
                  <a:cubicBezTo>
                    <a:pt x="122492" y="1750"/>
                    <a:pt x="118527" y="1500"/>
                    <a:pt x="114467" y="1179"/>
                  </a:cubicBezTo>
                  <a:cubicBezTo>
                    <a:pt x="114562" y="774"/>
                    <a:pt x="114646" y="381"/>
                    <a:pt x="114741" y="0"/>
                  </a:cubicBezTo>
                  <a:lnTo>
                    <a:pt x="114741" y="0"/>
                  </a:lnTo>
                  <a:cubicBezTo>
                    <a:pt x="112491" y="226"/>
                    <a:pt x="110348" y="441"/>
                    <a:pt x="108276" y="631"/>
                  </a:cubicBezTo>
                  <a:cubicBezTo>
                    <a:pt x="106192" y="441"/>
                    <a:pt x="104061" y="226"/>
                    <a:pt x="101799" y="0"/>
                  </a:cubicBezTo>
                  <a:lnTo>
                    <a:pt x="101799" y="0"/>
                  </a:lnTo>
                  <a:cubicBezTo>
                    <a:pt x="101894" y="381"/>
                    <a:pt x="101978" y="774"/>
                    <a:pt x="102073" y="1179"/>
                  </a:cubicBezTo>
                  <a:cubicBezTo>
                    <a:pt x="99072" y="1417"/>
                    <a:pt x="96132" y="1607"/>
                    <a:pt x="93060" y="1774"/>
                  </a:cubicBezTo>
                  <a:cubicBezTo>
                    <a:pt x="93191" y="1167"/>
                    <a:pt x="93322" y="572"/>
                    <a:pt x="93465" y="0"/>
                  </a:cubicBezTo>
                  <a:lnTo>
                    <a:pt x="93465" y="0"/>
                  </a:lnTo>
                  <a:cubicBezTo>
                    <a:pt x="84535" y="905"/>
                    <a:pt x="77439" y="1524"/>
                    <a:pt x="69212" y="1905"/>
                  </a:cubicBezTo>
                  <a:cubicBezTo>
                    <a:pt x="69164" y="2239"/>
                    <a:pt x="69116" y="2548"/>
                    <a:pt x="69081" y="2822"/>
                  </a:cubicBezTo>
                  <a:cubicBezTo>
                    <a:pt x="68723" y="2667"/>
                    <a:pt x="68342" y="2548"/>
                    <a:pt x="67973" y="2453"/>
                  </a:cubicBezTo>
                  <a:cubicBezTo>
                    <a:pt x="67950" y="2298"/>
                    <a:pt x="67926" y="2131"/>
                    <a:pt x="67902" y="1953"/>
                  </a:cubicBezTo>
                  <a:cubicBezTo>
                    <a:pt x="64735" y="2084"/>
                    <a:pt x="61377" y="2179"/>
                    <a:pt x="57686" y="2239"/>
                  </a:cubicBezTo>
                  <a:cubicBezTo>
                    <a:pt x="56567" y="2227"/>
                    <a:pt x="55472" y="2203"/>
                    <a:pt x="54412" y="2179"/>
                  </a:cubicBezTo>
                  <a:cubicBezTo>
                    <a:pt x="54303" y="2757"/>
                    <a:pt x="54160" y="2952"/>
                    <a:pt x="53977" y="2952"/>
                  </a:cubicBezTo>
                  <a:cubicBezTo>
                    <a:pt x="53701" y="2952"/>
                    <a:pt x="53333" y="2506"/>
                    <a:pt x="52852" y="2262"/>
                  </a:cubicBezTo>
                  <a:cubicBezTo>
                    <a:pt x="52687" y="2278"/>
                    <a:pt x="52522" y="2285"/>
                    <a:pt x="52356" y="2285"/>
                  </a:cubicBezTo>
                  <a:cubicBezTo>
                    <a:pt x="51262" y="2285"/>
                    <a:pt x="50161" y="1988"/>
                    <a:pt x="49052" y="1988"/>
                  </a:cubicBezTo>
                  <a:cubicBezTo>
                    <a:pt x="48926" y="1988"/>
                    <a:pt x="48800" y="1992"/>
                    <a:pt x="48673" y="2000"/>
                  </a:cubicBezTo>
                  <a:cubicBezTo>
                    <a:pt x="48959" y="2774"/>
                    <a:pt x="49138" y="3346"/>
                    <a:pt x="49257" y="3751"/>
                  </a:cubicBezTo>
                  <a:cubicBezTo>
                    <a:pt x="48792" y="3274"/>
                    <a:pt x="48173" y="2953"/>
                    <a:pt x="47518" y="2703"/>
                  </a:cubicBezTo>
                  <a:cubicBezTo>
                    <a:pt x="47304" y="2441"/>
                    <a:pt x="47090" y="2179"/>
                    <a:pt x="46875" y="1929"/>
                  </a:cubicBezTo>
                  <a:cubicBezTo>
                    <a:pt x="38315" y="1572"/>
                    <a:pt x="31064" y="929"/>
                    <a:pt x="21872" y="0"/>
                  </a:cubicBezTo>
                  <a:lnTo>
                    <a:pt x="21872" y="0"/>
                  </a:lnTo>
                  <a:cubicBezTo>
                    <a:pt x="22015" y="572"/>
                    <a:pt x="22146" y="1167"/>
                    <a:pt x="22277" y="1774"/>
                  </a:cubicBezTo>
                  <a:cubicBezTo>
                    <a:pt x="15098" y="1393"/>
                    <a:pt x="8573" y="810"/>
                    <a:pt x="5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40"/>
            <p:cNvSpPr/>
            <p:nvPr/>
          </p:nvSpPr>
          <p:spPr>
            <a:xfrm>
              <a:off x="283950" y="193150"/>
              <a:ext cx="8615526" cy="4752359"/>
            </a:xfrm>
            <a:custGeom>
              <a:rect b="b" l="l" r="r" t="t"/>
              <a:pathLst>
                <a:path extrusionOk="0" h="146757" w="269046">
                  <a:moveTo>
                    <a:pt x="21241" y="131"/>
                  </a:moveTo>
                  <a:cubicBezTo>
                    <a:pt x="20884" y="346"/>
                    <a:pt x="20527" y="572"/>
                    <a:pt x="20170" y="798"/>
                  </a:cubicBezTo>
                  <a:cubicBezTo>
                    <a:pt x="20217" y="953"/>
                    <a:pt x="20253" y="1120"/>
                    <a:pt x="20289" y="1286"/>
                  </a:cubicBezTo>
                  <a:cubicBezTo>
                    <a:pt x="20860" y="929"/>
                    <a:pt x="21432" y="560"/>
                    <a:pt x="22015" y="203"/>
                  </a:cubicBezTo>
                  <a:cubicBezTo>
                    <a:pt x="21753" y="179"/>
                    <a:pt x="21503" y="155"/>
                    <a:pt x="21241" y="131"/>
                  </a:cubicBezTo>
                  <a:close/>
                  <a:moveTo>
                    <a:pt x="18777" y="1691"/>
                  </a:moveTo>
                  <a:cubicBezTo>
                    <a:pt x="18515" y="1858"/>
                    <a:pt x="18265" y="2012"/>
                    <a:pt x="18015" y="2179"/>
                  </a:cubicBezTo>
                  <a:cubicBezTo>
                    <a:pt x="11788" y="6263"/>
                    <a:pt x="6156" y="10644"/>
                    <a:pt x="1155" y="15252"/>
                  </a:cubicBezTo>
                  <a:cubicBezTo>
                    <a:pt x="1179" y="15455"/>
                    <a:pt x="1203" y="15657"/>
                    <a:pt x="1215" y="15848"/>
                  </a:cubicBezTo>
                  <a:cubicBezTo>
                    <a:pt x="6263" y="11156"/>
                    <a:pt x="11966" y="6727"/>
                    <a:pt x="18277" y="2584"/>
                  </a:cubicBezTo>
                  <a:cubicBezTo>
                    <a:pt x="18705" y="2298"/>
                    <a:pt x="19146" y="2012"/>
                    <a:pt x="19574" y="1739"/>
                  </a:cubicBezTo>
                  <a:cubicBezTo>
                    <a:pt x="19312" y="1727"/>
                    <a:pt x="19039" y="1703"/>
                    <a:pt x="18777" y="1691"/>
                  </a:cubicBezTo>
                  <a:close/>
                  <a:moveTo>
                    <a:pt x="257199" y="5608"/>
                  </a:moveTo>
                  <a:cubicBezTo>
                    <a:pt x="259819" y="11180"/>
                    <a:pt x="262128" y="16943"/>
                    <a:pt x="264105" y="22884"/>
                  </a:cubicBezTo>
                  <a:cubicBezTo>
                    <a:pt x="264307" y="22836"/>
                    <a:pt x="264522" y="22789"/>
                    <a:pt x="264736" y="22741"/>
                  </a:cubicBezTo>
                  <a:cubicBezTo>
                    <a:pt x="262950" y="17360"/>
                    <a:pt x="260890" y="12085"/>
                    <a:pt x="258557" y="6942"/>
                  </a:cubicBezTo>
                  <a:lnTo>
                    <a:pt x="257199" y="5608"/>
                  </a:lnTo>
                  <a:close/>
                  <a:moveTo>
                    <a:pt x="234685" y="1239"/>
                  </a:moveTo>
                  <a:cubicBezTo>
                    <a:pt x="234423" y="1262"/>
                    <a:pt x="234149" y="1286"/>
                    <a:pt x="233887" y="1298"/>
                  </a:cubicBezTo>
                  <a:cubicBezTo>
                    <a:pt x="234554" y="1727"/>
                    <a:pt x="235220" y="2143"/>
                    <a:pt x="235875" y="2584"/>
                  </a:cubicBezTo>
                  <a:cubicBezTo>
                    <a:pt x="245662" y="9001"/>
                    <a:pt x="253961" y="16145"/>
                    <a:pt x="260676" y="23813"/>
                  </a:cubicBezTo>
                  <a:cubicBezTo>
                    <a:pt x="260783" y="23741"/>
                    <a:pt x="260938" y="23682"/>
                    <a:pt x="261140" y="23610"/>
                  </a:cubicBezTo>
                  <a:cubicBezTo>
                    <a:pt x="254377" y="15871"/>
                    <a:pt x="246007" y="8656"/>
                    <a:pt x="236137" y="2179"/>
                  </a:cubicBezTo>
                  <a:cubicBezTo>
                    <a:pt x="235649" y="1870"/>
                    <a:pt x="235173" y="1548"/>
                    <a:pt x="234685" y="1239"/>
                  </a:cubicBezTo>
                  <a:close/>
                  <a:moveTo>
                    <a:pt x="264807" y="25051"/>
                  </a:moveTo>
                  <a:lnTo>
                    <a:pt x="264867" y="25218"/>
                  </a:lnTo>
                  <a:cubicBezTo>
                    <a:pt x="264879" y="25218"/>
                    <a:pt x="264879" y="25206"/>
                    <a:pt x="264891" y="25194"/>
                  </a:cubicBezTo>
                  <a:cubicBezTo>
                    <a:pt x="264914" y="25158"/>
                    <a:pt x="264926" y="25111"/>
                    <a:pt x="264938" y="25075"/>
                  </a:cubicBezTo>
                  <a:cubicBezTo>
                    <a:pt x="264891" y="25063"/>
                    <a:pt x="264855" y="25063"/>
                    <a:pt x="264807" y="25051"/>
                  </a:cubicBezTo>
                  <a:close/>
                  <a:moveTo>
                    <a:pt x="265319" y="26670"/>
                  </a:moveTo>
                  <a:lnTo>
                    <a:pt x="265319" y="26670"/>
                  </a:lnTo>
                  <a:cubicBezTo>
                    <a:pt x="265557" y="27480"/>
                    <a:pt x="265807" y="28290"/>
                    <a:pt x="266034" y="29099"/>
                  </a:cubicBezTo>
                  <a:cubicBezTo>
                    <a:pt x="266057" y="28444"/>
                    <a:pt x="266081" y="27789"/>
                    <a:pt x="266117" y="27135"/>
                  </a:cubicBezTo>
                  <a:cubicBezTo>
                    <a:pt x="266081" y="27016"/>
                    <a:pt x="266046" y="26896"/>
                    <a:pt x="266010" y="26777"/>
                  </a:cubicBezTo>
                  <a:cubicBezTo>
                    <a:pt x="265843" y="26754"/>
                    <a:pt x="265593" y="26718"/>
                    <a:pt x="265319" y="26670"/>
                  </a:cubicBezTo>
                  <a:close/>
                  <a:moveTo>
                    <a:pt x="261188" y="24408"/>
                  </a:moveTo>
                  <a:lnTo>
                    <a:pt x="261188" y="24408"/>
                  </a:lnTo>
                  <a:cubicBezTo>
                    <a:pt x="262902" y="26396"/>
                    <a:pt x="264498" y="28409"/>
                    <a:pt x="265998" y="30456"/>
                  </a:cubicBezTo>
                  <a:cubicBezTo>
                    <a:pt x="265998" y="30195"/>
                    <a:pt x="266010" y="29944"/>
                    <a:pt x="266022" y="29683"/>
                  </a:cubicBezTo>
                  <a:cubicBezTo>
                    <a:pt x="265153" y="28516"/>
                    <a:pt x="264260" y="27361"/>
                    <a:pt x="263331" y="26218"/>
                  </a:cubicBezTo>
                  <a:cubicBezTo>
                    <a:pt x="263200" y="26158"/>
                    <a:pt x="263140" y="26087"/>
                    <a:pt x="263164" y="26015"/>
                  </a:cubicBezTo>
                  <a:cubicBezTo>
                    <a:pt x="262771" y="25539"/>
                    <a:pt x="262378" y="25075"/>
                    <a:pt x="261986" y="24599"/>
                  </a:cubicBezTo>
                  <a:cubicBezTo>
                    <a:pt x="261664" y="24539"/>
                    <a:pt x="261402" y="24468"/>
                    <a:pt x="261188" y="24408"/>
                  </a:cubicBezTo>
                  <a:close/>
                  <a:moveTo>
                    <a:pt x="127076" y="17431"/>
                  </a:moveTo>
                  <a:cubicBezTo>
                    <a:pt x="133339" y="17431"/>
                    <a:pt x="139506" y="17574"/>
                    <a:pt x="145578" y="17848"/>
                  </a:cubicBezTo>
                  <a:cubicBezTo>
                    <a:pt x="146150" y="29278"/>
                    <a:pt x="146554" y="41363"/>
                    <a:pt x="146769" y="53924"/>
                  </a:cubicBezTo>
                  <a:cubicBezTo>
                    <a:pt x="140292" y="53816"/>
                    <a:pt x="133720" y="53769"/>
                    <a:pt x="127076" y="53769"/>
                  </a:cubicBezTo>
                  <a:cubicBezTo>
                    <a:pt x="120432" y="53769"/>
                    <a:pt x="113860" y="53816"/>
                    <a:pt x="107371" y="53924"/>
                  </a:cubicBezTo>
                  <a:cubicBezTo>
                    <a:pt x="107585" y="41363"/>
                    <a:pt x="107990" y="29278"/>
                    <a:pt x="108562" y="17848"/>
                  </a:cubicBezTo>
                  <a:cubicBezTo>
                    <a:pt x="114634" y="17574"/>
                    <a:pt x="120813" y="17431"/>
                    <a:pt x="127076" y="17431"/>
                  </a:cubicBezTo>
                  <a:close/>
                  <a:moveTo>
                    <a:pt x="108359" y="17848"/>
                  </a:moveTo>
                  <a:cubicBezTo>
                    <a:pt x="107776" y="29385"/>
                    <a:pt x="107371" y="41482"/>
                    <a:pt x="107169" y="53924"/>
                  </a:cubicBezTo>
                  <a:cubicBezTo>
                    <a:pt x="94727" y="54138"/>
                    <a:pt x="82630" y="54531"/>
                    <a:pt x="71093" y="55114"/>
                  </a:cubicBezTo>
                  <a:cubicBezTo>
                    <a:pt x="71617" y="43244"/>
                    <a:pt x="72640" y="31766"/>
                    <a:pt x="74117" y="20872"/>
                  </a:cubicBezTo>
                  <a:cubicBezTo>
                    <a:pt x="85011" y="19407"/>
                    <a:pt x="96477" y="18384"/>
                    <a:pt x="108359" y="17848"/>
                  </a:cubicBezTo>
                  <a:close/>
                  <a:moveTo>
                    <a:pt x="145792" y="17860"/>
                  </a:moveTo>
                  <a:lnTo>
                    <a:pt x="145792" y="17860"/>
                  </a:lnTo>
                  <a:cubicBezTo>
                    <a:pt x="157675" y="18384"/>
                    <a:pt x="169141" y="19407"/>
                    <a:pt x="180035" y="20884"/>
                  </a:cubicBezTo>
                  <a:cubicBezTo>
                    <a:pt x="181499" y="31766"/>
                    <a:pt x="182523" y="43244"/>
                    <a:pt x="183059" y="55114"/>
                  </a:cubicBezTo>
                  <a:cubicBezTo>
                    <a:pt x="171522" y="54531"/>
                    <a:pt x="159425" y="54138"/>
                    <a:pt x="146983" y="53924"/>
                  </a:cubicBezTo>
                  <a:cubicBezTo>
                    <a:pt x="146781" y="41482"/>
                    <a:pt x="146376" y="29385"/>
                    <a:pt x="145792" y="17860"/>
                  </a:cubicBezTo>
                  <a:close/>
                  <a:moveTo>
                    <a:pt x="73724" y="20931"/>
                  </a:moveTo>
                  <a:lnTo>
                    <a:pt x="73724" y="20931"/>
                  </a:lnTo>
                  <a:cubicBezTo>
                    <a:pt x="72259" y="31909"/>
                    <a:pt x="71247" y="43375"/>
                    <a:pt x="70724" y="55138"/>
                  </a:cubicBezTo>
                  <a:cubicBezTo>
                    <a:pt x="54805" y="55948"/>
                    <a:pt x="39958" y="57103"/>
                    <a:pt x="26742" y="58579"/>
                  </a:cubicBezTo>
                  <a:cubicBezTo>
                    <a:pt x="27373" y="48816"/>
                    <a:pt x="28599" y="39255"/>
                    <a:pt x="30397" y="29992"/>
                  </a:cubicBezTo>
                  <a:cubicBezTo>
                    <a:pt x="43292" y="26158"/>
                    <a:pt x="57901" y="23086"/>
                    <a:pt x="73724" y="20931"/>
                  </a:cubicBezTo>
                  <a:close/>
                  <a:moveTo>
                    <a:pt x="180416" y="20931"/>
                  </a:moveTo>
                  <a:lnTo>
                    <a:pt x="180416" y="20931"/>
                  </a:lnTo>
                  <a:cubicBezTo>
                    <a:pt x="196251" y="23086"/>
                    <a:pt x="210860" y="26170"/>
                    <a:pt x="223755" y="29992"/>
                  </a:cubicBezTo>
                  <a:cubicBezTo>
                    <a:pt x="225552" y="39255"/>
                    <a:pt x="226779" y="48816"/>
                    <a:pt x="227410" y="58579"/>
                  </a:cubicBezTo>
                  <a:cubicBezTo>
                    <a:pt x="214194" y="57103"/>
                    <a:pt x="199335" y="55948"/>
                    <a:pt x="183416" y="55138"/>
                  </a:cubicBezTo>
                  <a:cubicBezTo>
                    <a:pt x="182904" y="43375"/>
                    <a:pt x="181892" y="31909"/>
                    <a:pt x="180416" y="20931"/>
                  </a:cubicBezTo>
                  <a:close/>
                  <a:moveTo>
                    <a:pt x="70724" y="55352"/>
                  </a:moveTo>
                  <a:cubicBezTo>
                    <a:pt x="70450" y="61436"/>
                    <a:pt x="70319" y="67616"/>
                    <a:pt x="70319" y="73843"/>
                  </a:cubicBezTo>
                  <a:cubicBezTo>
                    <a:pt x="70319" y="80070"/>
                    <a:pt x="70450" y="86237"/>
                    <a:pt x="70724" y="92321"/>
                  </a:cubicBezTo>
                  <a:cubicBezTo>
                    <a:pt x="54543" y="91500"/>
                    <a:pt x="39696" y="90333"/>
                    <a:pt x="26730" y="88892"/>
                  </a:cubicBezTo>
                  <a:cubicBezTo>
                    <a:pt x="26420" y="83915"/>
                    <a:pt x="26254" y="78891"/>
                    <a:pt x="26254" y="73843"/>
                  </a:cubicBezTo>
                  <a:cubicBezTo>
                    <a:pt x="26254" y="68783"/>
                    <a:pt x="26420" y="63758"/>
                    <a:pt x="26730" y="58781"/>
                  </a:cubicBezTo>
                  <a:cubicBezTo>
                    <a:pt x="39696" y="57341"/>
                    <a:pt x="54543" y="56174"/>
                    <a:pt x="70724" y="55352"/>
                  </a:cubicBezTo>
                  <a:close/>
                  <a:moveTo>
                    <a:pt x="183428" y="55352"/>
                  </a:moveTo>
                  <a:cubicBezTo>
                    <a:pt x="199609" y="56174"/>
                    <a:pt x="214444" y="57341"/>
                    <a:pt x="227410" y="58781"/>
                  </a:cubicBezTo>
                  <a:cubicBezTo>
                    <a:pt x="227731" y="63758"/>
                    <a:pt x="227886" y="68783"/>
                    <a:pt x="227886" y="73843"/>
                  </a:cubicBezTo>
                  <a:cubicBezTo>
                    <a:pt x="227886" y="78903"/>
                    <a:pt x="227731" y="83915"/>
                    <a:pt x="227410" y="88892"/>
                  </a:cubicBezTo>
                  <a:cubicBezTo>
                    <a:pt x="214444" y="90333"/>
                    <a:pt x="199609" y="91500"/>
                    <a:pt x="183428" y="92321"/>
                  </a:cubicBezTo>
                  <a:cubicBezTo>
                    <a:pt x="183690" y="86237"/>
                    <a:pt x="183833" y="80070"/>
                    <a:pt x="183833" y="73843"/>
                  </a:cubicBezTo>
                  <a:cubicBezTo>
                    <a:pt x="183833" y="67616"/>
                    <a:pt x="183690" y="61436"/>
                    <a:pt x="183428" y="55352"/>
                  </a:cubicBezTo>
                  <a:close/>
                  <a:moveTo>
                    <a:pt x="107157" y="54138"/>
                  </a:moveTo>
                  <a:cubicBezTo>
                    <a:pt x="107050" y="60627"/>
                    <a:pt x="107002" y="67199"/>
                    <a:pt x="107002" y="73843"/>
                  </a:cubicBezTo>
                  <a:cubicBezTo>
                    <a:pt x="107002" y="80475"/>
                    <a:pt x="107050" y="87047"/>
                    <a:pt x="107157" y="93536"/>
                  </a:cubicBezTo>
                  <a:cubicBezTo>
                    <a:pt x="94596" y="93321"/>
                    <a:pt x="82511" y="92917"/>
                    <a:pt x="71081" y="92345"/>
                  </a:cubicBezTo>
                  <a:cubicBezTo>
                    <a:pt x="70807" y="86273"/>
                    <a:pt x="70676" y="80105"/>
                    <a:pt x="70676" y="73843"/>
                  </a:cubicBezTo>
                  <a:cubicBezTo>
                    <a:pt x="70676" y="67580"/>
                    <a:pt x="70807" y="61401"/>
                    <a:pt x="71081" y="55329"/>
                  </a:cubicBezTo>
                  <a:cubicBezTo>
                    <a:pt x="82511" y="54757"/>
                    <a:pt x="94596" y="54352"/>
                    <a:pt x="107157" y="54138"/>
                  </a:cubicBezTo>
                  <a:close/>
                  <a:moveTo>
                    <a:pt x="146983" y="54138"/>
                  </a:moveTo>
                  <a:cubicBezTo>
                    <a:pt x="159544" y="54352"/>
                    <a:pt x="171641" y="54757"/>
                    <a:pt x="183071" y="55329"/>
                  </a:cubicBezTo>
                  <a:cubicBezTo>
                    <a:pt x="183333" y="61401"/>
                    <a:pt x="183476" y="67568"/>
                    <a:pt x="183476" y="73831"/>
                  </a:cubicBezTo>
                  <a:cubicBezTo>
                    <a:pt x="183476" y="80094"/>
                    <a:pt x="183333" y="86273"/>
                    <a:pt x="183071" y="92345"/>
                  </a:cubicBezTo>
                  <a:cubicBezTo>
                    <a:pt x="171641" y="92917"/>
                    <a:pt x="159544" y="93321"/>
                    <a:pt x="146983" y="93536"/>
                  </a:cubicBezTo>
                  <a:cubicBezTo>
                    <a:pt x="147090" y="87047"/>
                    <a:pt x="147150" y="80475"/>
                    <a:pt x="147150" y="73843"/>
                  </a:cubicBezTo>
                  <a:cubicBezTo>
                    <a:pt x="147150" y="67199"/>
                    <a:pt x="147090" y="60627"/>
                    <a:pt x="146983" y="54138"/>
                  </a:cubicBezTo>
                  <a:close/>
                  <a:moveTo>
                    <a:pt x="127076" y="53971"/>
                  </a:moveTo>
                  <a:cubicBezTo>
                    <a:pt x="133743" y="53971"/>
                    <a:pt x="140327" y="54031"/>
                    <a:pt x="146781" y="54138"/>
                  </a:cubicBezTo>
                  <a:cubicBezTo>
                    <a:pt x="146876" y="60591"/>
                    <a:pt x="146935" y="67163"/>
                    <a:pt x="146935" y="73843"/>
                  </a:cubicBezTo>
                  <a:cubicBezTo>
                    <a:pt x="146935" y="80510"/>
                    <a:pt x="146888" y="87082"/>
                    <a:pt x="146781" y="93536"/>
                  </a:cubicBezTo>
                  <a:cubicBezTo>
                    <a:pt x="140327" y="93643"/>
                    <a:pt x="133743" y="93702"/>
                    <a:pt x="127076" y="93702"/>
                  </a:cubicBezTo>
                  <a:cubicBezTo>
                    <a:pt x="120396" y="93702"/>
                    <a:pt x="113824" y="93643"/>
                    <a:pt x="107371" y="93536"/>
                  </a:cubicBezTo>
                  <a:cubicBezTo>
                    <a:pt x="107264" y="87082"/>
                    <a:pt x="107204" y="80510"/>
                    <a:pt x="107204" y="73843"/>
                  </a:cubicBezTo>
                  <a:cubicBezTo>
                    <a:pt x="107204" y="67163"/>
                    <a:pt x="107264" y="60591"/>
                    <a:pt x="107371" y="54138"/>
                  </a:cubicBezTo>
                  <a:cubicBezTo>
                    <a:pt x="113824" y="54031"/>
                    <a:pt x="120396" y="53971"/>
                    <a:pt x="127076" y="53971"/>
                  </a:cubicBezTo>
                  <a:close/>
                  <a:moveTo>
                    <a:pt x="48" y="105632"/>
                  </a:moveTo>
                  <a:cubicBezTo>
                    <a:pt x="36" y="105716"/>
                    <a:pt x="12" y="105811"/>
                    <a:pt x="0" y="105894"/>
                  </a:cubicBezTo>
                  <a:cubicBezTo>
                    <a:pt x="155" y="105882"/>
                    <a:pt x="310" y="105870"/>
                    <a:pt x="477" y="105859"/>
                  </a:cubicBezTo>
                  <a:cubicBezTo>
                    <a:pt x="334" y="105775"/>
                    <a:pt x="191" y="105704"/>
                    <a:pt x="48" y="105632"/>
                  </a:cubicBezTo>
                  <a:close/>
                  <a:moveTo>
                    <a:pt x="26742" y="89095"/>
                  </a:moveTo>
                  <a:cubicBezTo>
                    <a:pt x="39958" y="90571"/>
                    <a:pt x="54805" y="91726"/>
                    <a:pt x="70724" y="92536"/>
                  </a:cubicBezTo>
                  <a:cubicBezTo>
                    <a:pt x="71247" y="104299"/>
                    <a:pt x="72259" y="115765"/>
                    <a:pt x="73724" y="126742"/>
                  </a:cubicBezTo>
                  <a:cubicBezTo>
                    <a:pt x="57901" y="124587"/>
                    <a:pt x="43292" y="121515"/>
                    <a:pt x="30397" y="117681"/>
                  </a:cubicBezTo>
                  <a:cubicBezTo>
                    <a:pt x="28599" y="108418"/>
                    <a:pt x="27373" y="98858"/>
                    <a:pt x="26742" y="89095"/>
                  </a:cubicBezTo>
                  <a:close/>
                  <a:moveTo>
                    <a:pt x="227410" y="89095"/>
                  </a:moveTo>
                  <a:cubicBezTo>
                    <a:pt x="226779" y="98858"/>
                    <a:pt x="225552" y="108418"/>
                    <a:pt x="223755" y="117681"/>
                  </a:cubicBezTo>
                  <a:cubicBezTo>
                    <a:pt x="210860" y="121515"/>
                    <a:pt x="196251" y="124587"/>
                    <a:pt x="180416" y="126742"/>
                  </a:cubicBezTo>
                  <a:cubicBezTo>
                    <a:pt x="181892" y="115765"/>
                    <a:pt x="182904" y="104299"/>
                    <a:pt x="183416" y="92536"/>
                  </a:cubicBezTo>
                  <a:cubicBezTo>
                    <a:pt x="199347" y="91726"/>
                    <a:pt x="214194" y="90571"/>
                    <a:pt x="227410" y="89095"/>
                  </a:cubicBezTo>
                  <a:close/>
                  <a:moveTo>
                    <a:pt x="71093" y="92559"/>
                  </a:moveTo>
                  <a:lnTo>
                    <a:pt x="71093" y="92559"/>
                  </a:lnTo>
                  <a:cubicBezTo>
                    <a:pt x="82630" y="93143"/>
                    <a:pt x="94715" y="93536"/>
                    <a:pt x="107169" y="93750"/>
                  </a:cubicBezTo>
                  <a:cubicBezTo>
                    <a:pt x="107371" y="106192"/>
                    <a:pt x="107776" y="118289"/>
                    <a:pt x="108347" y="129826"/>
                  </a:cubicBezTo>
                  <a:cubicBezTo>
                    <a:pt x="96477" y="129290"/>
                    <a:pt x="85011" y="128266"/>
                    <a:pt x="74117" y="126790"/>
                  </a:cubicBezTo>
                  <a:cubicBezTo>
                    <a:pt x="72640" y="115907"/>
                    <a:pt x="71617" y="104442"/>
                    <a:pt x="71093" y="92559"/>
                  </a:cubicBezTo>
                  <a:close/>
                  <a:moveTo>
                    <a:pt x="183059" y="92559"/>
                  </a:moveTo>
                  <a:lnTo>
                    <a:pt x="183059" y="92559"/>
                  </a:lnTo>
                  <a:cubicBezTo>
                    <a:pt x="182523" y="104442"/>
                    <a:pt x="181499" y="115907"/>
                    <a:pt x="180035" y="126802"/>
                  </a:cubicBezTo>
                  <a:cubicBezTo>
                    <a:pt x="169141" y="128266"/>
                    <a:pt x="157675" y="129290"/>
                    <a:pt x="145792" y="129826"/>
                  </a:cubicBezTo>
                  <a:cubicBezTo>
                    <a:pt x="146376" y="118289"/>
                    <a:pt x="146769" y="106192"/>
                    <a:pt x="146983" y="93750"/>
                  </a:cubicBezTo>
                  <a:cubicBezTo>
                    <a:pt x="159425" y="93536"/>
                    <a:pt x="171522" y="93143"/>
                    <a:pt x="183059" y="92559"/>
                  </a:cubicBezTo>
                  <a:close/>
                  <a:moveTo>
                    <a:pt x="107371" y="93750"/>
                  </a:moveTo>
                  <a:cubicBezTo>
                    <a:pt x="113860" y="93857"/>
                    <a:pt x="120432" y="93917"/>
                    <a:pt x="127076" y="93917"/>
                  </a:cubicBezTo>
                  <a:cubicBezTo>
                    <a:pt x="133708" y="93917"/>
                    <a:pt x="140292" y="93857"/>
                    <a:pt x="146769" y="93750"/>
                  </a:cubicBezTo>
                  <a:lnTo>
                    <a:pt x="146769" y="93750"/>
                  </a:lnTo>
                  <a:cubicBezTo>
                    <a:pt x="146566" y="106311"/>
                    <a:pt x="146150" y="118396"/>
                    <a:pt x="145578" y="129826"/>
                  </a:cubicBezTo>
                  <a:cubicBezTo>
                    <a:pt x="139506" y="130100"/>
                    <a:pt x="133339" y="130243"/>
                    <a:pt x="127076" y="130243"/>
                  </a:cubicBezTo>
                  <a:cubicBezTo>
                    <a:pt x="120813" y="130243"/>
                    <a:pt x="114634" y="130100"/>
                    <a:pt x="108574" y="129826"/>
                  </a:cubicBezTo>
                  <a:cubicBezTo>
                    <a:pt x="107990" y="118396"/>
                    <a:pt x="107585" y="106311"/>
                    <a:pt x="107371" y="93750"/>
                  </a:cubicBezTo>
                  <a:close/>
                  <a:moveTo>
                    <a:pt x="266653" y="116300"/>
                  </a:moveTo>
                  <a:lnTo>
                    <a:pt x="266653" y="116300"/>
                  </a:lnTo>
                  <a:cubicBezTo>
                    <a:pt x="259152" y="126861"/>
                    <a:pt x="248817" y="136600"/>
                    <a:pt x="235875" y="145101"/>
                  </a:cubicBezTo>
                  <a:cubicBezTo>
                    <a:pt x="235411" y="145399"/>
                    <a:pt x="234946" y="145697"/>
                    <a:pt x="234482" y="145994"/>
                  </a:cubicBezTo>
                  <a:cubicBezTo>
                    <a:pt x="234756" y="146006"/>
                    <a:pt x="235030" y="146018"/>
                    <a:pt x="235304" y="146030"/>
                  </a:cubicBezTo>
                  <a:cubicBezTo>
                    <a:pt x="235577" y="145852"/>
                    <a:pt x="235851" y="145673"/>
                    <a:pt x="236137" y="145494"/>
                  </a:cubicBezTo>
                  <a:cubicBezTo>
                    <a:pt x="248710" y="137243"/>
                    <a:pt x="258854" y="127814"/>
                    <a:pt x="266319" y="117586"/>
                  </a:cubicBezTo>
                  <a:lnTo>
                    <a:pt x="266319" y="117586"/>
                  </a:lnTo>
                  <a:cubicBezTo>
                    <a:pt x="263533" y="127504"/>
                    <a:pt x="259831" y="137005"/>
                    <a:pt x="255306" y="145971"/>
                  </a:cubicBezTo>
                  <a:cubicBezTo>
                    <a:pt x="255544" y="145983"/>
                    <a:pt x="255794" y="145994"/>
                    <a:pt x="256032" y="146006"/>
                  </a:cubicBezTo>
                  <a:cubicBezTo>
                    <a:pt x="260354" y="137374"/>
                    <a:pt x="263879" y="128338"/>
                    <a:pt x="266569" y="118991"/>
                  </a:cubicBezTo>
                  <a:cubicBezTo>
                    <a:pt x="266593" y="118098"/>
                    <a:pt x="266617" y="117193"/>
                    <a:pt x="266653" y="116300"/>
                  </a:cubicBezTo>
                  <a:close/>
                  <a:moveTo>
                    <a:pt x="1798" y="132362"/>
                  </a:moveTo>
                  <a:cubicBezTo>
                    <a:pt x="1774" y="132540"/>
                    <a:pt x="1739" y="132731"/>
                    <a:pt x="1715" y="132933"/>
                  </a:cubicBezTo>
                  <a:cubicBezTo>
                    <a:pt x="6573" y="137362"/>
                    <a:pt x="12014" y="141553"/>
                    <a:pt x="18015" y="145494"/>
                  </a:cubicBezTo>
                  <a:cubicBezTo>
                    <a:pt x="18229" y="145637"/>
                    <a:pt x="18455" y="145780"/>
                    <a:pt x="18669" y="145923"/>
                  </a:cubicBezTo>
                  <a:cubicBezTo>
                    <a:pt x="18681" y="145899"/>
                    <a:pt x="18681" y="145887"/>
                    <a:pt x="18693" y="145875"/>
                  </a:cubicBezTo>
                  <a:lnTo>
                    <a:pt x="18693" y="145875"/>
                  </a:lnTo>
                  <a:cubicBezTo>
                    <a:pt x="18681" y="145899"/>
                    <a:pt x="18693" y="145911"/>
                    <a:pt x="18693" y="145935"/>
                  </a:cubicBezTo>
                  <a:cubicBezTo>
                    <a:pt x="18800" y="146006"/>
                    <a:pt x="18908" y="146066"/>
                    <a:pt x="19015" y="146137"/>
                  </a:cubicBezTo>
                  <a:cubicBezTo>
                    <a:pt x="19348" y="146256"/>
                    <a:pt x="19872" y="146328"/>
                    <a:pt x="20336" y="146423"/>
                  </a:cubicBezTo>
                  <a:cubicBezTo>
                    <a:pt x="19646" y="145983"/>
                    <a:pt x="18955" y="145542"/>
                    <a:pt x="18277" y="145090"/>
                  </a:cubicBezTo>
                  <a:cubicBezTo>
                    <a:pt x="12204" y="141113"/>
                    <a:pt x="6692" y="136850"/>
                    <a:pt x="1798" y="132362"/>
                  </a:cubicBezTo>
                  <a:close/>
                  <a:moveTo>
                    <a:pt x="176558" y="0"/>
                  </a:moveTo>
                  <a:cubicBezTo>
                    <a:pt x="176701" y="572"/>
                    <a:pt x="176832" y="1167"/>
                    <a:pt x="176963" y="1774"/>
                  </a:cubicBezTo>
                  <a:lnTo>
                    <a:pt x="176903" y="1774"/>
                  </a:lnTo>
                  <a:cubicBezTo>
                    <a:pt x="178070" y="7787"/>
                    <a:pt x="179106" y="14038"/>
                    <a:pt x="179975" y="20491"/>
                  </a:cubicBezTo>
                  <a:cubicBezTo>
                    <a:pt x="168998" y="19015"/>
                    <a:pt x="157544" y="18003"/>
                    <a:pt x="145781" y="17491"/>
                  </a:cubicBezTo>
                  <a:cubicBezTo>
                    <a:pt x="145507" y="12157"/>
                    <a:pt x="145197" y="6942"/>
                    <a:pt x="144852" y="1858"/>
                  </a:cubicBezTo>
                  <a:cubicBezTo>
                    <a:pt x="144780" y="1870"/>
                    <a:pt x="144697" y="1870"/>
                    <a:pt x="144626" y="1870"/>
                  </a:cubicBezTo>
                  <a:cubicBezTo>
                    <a:pt x="144971" y="6918"/>
                    <a:pt x="145292" y="12121"/>
                    <a:pt x="145554" y="17479"/>
                  </a:cubicBezTo>
                  <a:cubicBezTo>
                    <a:pt x="139470" y="17217"/>
                    <a:pt x="133303" y="17074"/>
                    <a:pt x="127076" y="17074"/>
                  </a:cubicBezTo>
                  <a:cubicBezTo>
                    <a:pt x="120849" y="17074"/>
                    <a:pt x="114681" y="17217"/>
                    <a:pt x="108585" y="17479"/>
                  </a:cubicBezTo>
                  <a:cubicBezTo>
                    <a:pt x="108895" y="11573"/>
                    <a:pt x="109240" y="5846"/>
                    <a:pt x="109621" y="322"/>
                  </a:cubicBezTo>
                  <a:lnTo>
                    <a:pt x="109621" y="322"/>
                  </a:lnTo>
                  <a:cubicBezTo>
                    <a:pt x="109550" y="334"/>
                    <a:pt x="109478" y="334"/>
                    <a:pt x="109407" y="346"/>
                  </a:cubicBezTo>
                  <a:cubicBezTo>
                    <a:pt x="109014" y="5894"/>
                    <a:pt x="108669" y="11621"/>
                    <a:pt x="108371" y="17491"/>
                  </a:cubicBezTo>
                  <a:cubicBezTo>
                    <a:pt x="96608" y="18003"/>
                    <a:pt x="85142" y="19015"/>
                    <a:pt x="74164" y="20491"/>
                  </a:cubicBezTo>
                  <a:cubicBezTo>
                    <a:pt x="75069" y="13871"/>
                    <a:pt x="76129" y="7454"/>
                    <a:pt x="77343" y="1298"/>
                  </a:cubicBezTo>
                  <a:lnTo>
                    <a:pt x="77343" y="1298"/>
                  </a:lnTo>
                  <a:cubicBezTo>
                    <a:pt x="77212" y="1310"/>
                    <a:pt x="77081" y="1322"/>
                    <a:pt x="76951" y="1334"/>
                  </a:cubicBezTo>
                  <a:cubicBezTo>
                    <a:pt x="75724" y="7537"/>
                    <a:pt x="74665" y="13954"/>
                    <a:pt x="73783" y="20539"/>
                  </a:cubicBezTo>
                  <a:cubicBezTo>
                    <a:pt x="58198" y="22646"/>
                    <a:pt x="43601" y="25682"/>
                    <a:pt x="30480" y="29575"/>
                  </a:cubicBezTo>
                  <a:cubicBezTo>
                    <a:pt x="32374" y="19872"/>
                    <a:pt x="34910" y="10502"/>
                    <a:pt x="38029" y="1560"/>
                  </a:cubicBezTo>
                  <a:cubicBezTo>
                    <a:pt x="37874" y="1548"/>
                    <a:pt x="37708" y="1548"/>
                    <a:pt x="37541" y="1536"/>
                  </a:cubicBezTo>
                  <a:cubicBezTo>
                    <a:pt x="34409" y="10525"/>
                    <a:pt x="31862" y="19955"/>
                    <a:pt x="29968" y="29718"/>
                  </a:cubicBezTo>
                  <a:cubicBezTo>
                    <a:pt x="25849" y="30957"/>
                    <a:pt x="21884" y="32266"/>
                    <a:pt x="18086" y="33659"/>
                  </a:cubicBezTo>
                  <a:cubicBezTo>
                    <a:pt x="12252" y="35802"/>
                    <a:pt x="6942" y="38088"/>
                    <a:pt x="2191" y="40493"/>
                  </a:cubicBezTo>
                  <a:lnTo>
                    <a:pt x="2179" y="40934"/>
                  </a:lnTo>
                  <a:cubicBezTo>
                    <a:pt x="10097" y="36910"/>
                    <a:pt x="19420" y="33278"/>
                    <a:pt x="29885" y="30147"/>
                  </a:cubicBezTo>
                  <a:lnTo>
                    <a:pt x="29885" y="30147"/>
                  </a:lnTo>
                  <a:cubicBezTo>
                    <a:pt x="28111" y="39386"/>
                    <a:pt x="26885" y="48911"/>
                    <a:pt x="26266" y="58627"/>
                  </a:cubicBezTo>
                  <a:cubicBezTo>
                    <a:pt x="23480" y="58948"/>
                    <a:pt x="20765" y="59270"/>
                    <a:pt x="18134" y="59615"/>
                  </a:cubicBezTo>
                  <a:cubicBezTo>
                    <a:pt x="11621" y="60460"/>
                    <a:pt x="5763" y="61365"/>
                    <a:pt x="584" y="62329"/>
                  </a:cubicBezTo>
                  <a:cubicBezTo>
                    <a:pt x="596" y="62389"/>
                    <a:pt x="596" y="62460"/>
                    <a:pt x="608" y="62520"/>
                  </a:cubicBezTo>
                  <a:cubicBezTo>
                    <a:pt x="7942" y="61163"/>
                    <a:pt x="16574" y="59924"/>
                    <a:pt x="26254" y="58841"/>
                  </a:cubicBezTo>
                  <a:lnTo>
                    <a:pt x="26254" y="58841"/>
                  </a:lnTo>
                  <a:cubicBezTo>
                    <a:pt x="25944" y="63794"/>
                    <a:pt x="25777" y="68794"/>
                    <a:pt x="25777" y="73843"/>
                  </a:cubicBezTo>
                  <a:cubicBezTo>
                    <a:pt x="25777" y="78879"/>
                    <a:pt x="25944" y="83880"/>
                    <a:pt x="26254" y="88833"/>
                  </a:cubicBezTo>
                  <a:cubicBezTo>
                    <a:pt x="17014" y="87797"/>
                    <a:pt x="8740" y="86618"/>
                    <a:pt x="1620" y="85332"/>
                  </a:cubicBezTo>
                  <a:cubicBezTo>
                    <a:pt x="1620" y="85404"/>
                    <a:pt x="1620" y="85475"/>
                    <a:pt x="1620" y="85535"/>
                  </a:cubicBezTo>
                  <a:cubicBezTo>
                    <a:pt x="6537" y="86428"/>
                    <a:pt x="12050" y="87273"/>
                    <a:pt x="18134" y="88059"/>
                  </a:cubicBezTo>
                  <a:cubicBezTo>
                    <a:pt x="20765" y="88404"/>
                    <a:pt x="23480" y="88726"/>
                    <a:pt x="26266" y="89047"/>
                  </a:cubicBezTo>
                  <a:cubicBezTo>
                    <a:pt x="26885" y="98762"/>
                    <a:pt x="28099" y="108287"/>
                    <a:pt x="29885" y="117527"/>
                  </a:cubicBezTo>
                  <a:cubicBezTo>
                    <a:pt x="18824" y="114217"/>
                    <a:pt x="9037" y="110359"/>
                    <a:pt x="846" y="106049"/>
                  </a:cubicBezTo>
                  <a:lnTo>
                    <a:pt x="846" y="106049"/>
                  </a:lnTo>
                  <a:cubicBezTo>
                    <a:pt x="858" y="106204"/>
                    <a:pt x="870" y="106359"/>
                    <a:pt x="881" y="106513"/>
                  </a:cubicBezTo>
                  <a:cubicBezTo>
                    <a:pt x="5977" y="109169"/>
                    <a:pt x="11716" y="111669"/>
                    <a:pt x="18086" y="114014"/>
                  </a:cubicBezTo>
                  <a:cubicBezTo>
                    <a:pt x="21884" y="115407"/>
                    <a:pt x="25849" y="116717"/>
                    <a:pt x="29968" y="117955"/>
                  </a:cubicBezTo>
                  <a:cubicBezTo>
                    <a:pt x="31850" y="127611"/>
                    <a:pt x="34350" y="136946"/>
                    <a:pt x="37446" y="145852"/>
                  </a:cubicBezTo>
                  <a:cubicBezTo>
                    <a:pt x="37600" y="145840"/>
                    <a:pt x="37767" y="145840"/>
                    <a:pt x="37934" y="145828"/>
                  </a:cubicBezTo>
                  <a:cubicBezTo>
                    <a:pt x="34862" y="136981"/>
                    <a:pt x="32362" y="127706"/>
                    <a:pt x="30480" y="118098"/>
                  </a:cubicBezTo>
                  <a:lnTo>
                    <a:pt x="30480" y="118098"/>
                  </a:lnTo>
                  <a:cubicBezTo>
                    <a:pt x="43589" y="121992"/>
                    <a:pt x="58198" y="125028"/>
                    <a:pt x="73783" y="127135"/>
                  </a:cubicBezTo>
                  <a:cubicBezTo>
                    <a:pt x="74653" y="133600"/>
                    <a:pt x="75688" y="139910"/>
                    <a:pt x="76879" y="146006"/>
                  </a:cubicBezTo>
                  <a:cubicBezTo>
                    <a:pt x="77010" y="146006"/>
                    <a:pt x="77141" y="146018"/>
                    <a:pt x="77272" y="146018"/>
                  </a:cubicBezTo>
                  <a:cubicBezTo>
                    <a:pt x="76093" y="139970"/>
                    <a:pt x="75046" y="133683"/>
                    <a:pt x="74164" y="127183"/>
                  </a:cubicBezTo>
                  <a:lnTo>
                    <a:pt x="74164" y="127183"/>
                  </a:lnTo>
                  <a:cubicBezTo>
                    <a:pt x="85154" y="128659"/>
                    <a:pt x="96608" y="129659"/>
                    <a:pt x="108371" y="130183"/>
                  </a:cubicBezTo>
                  <a:cubicBezTo>
                    <a:pt x="108657" y="135850"/>
                    <a:pt x="108990" y="141375"/>
                    <a:pt x="109371" y="146733"/>
                  </a:cubicBezTo>
                  <a:cubicBezTo>
                    <a:pt x="109443" y="146745"/>
                    <a:pt x="109514" y="146745"/>
                    <a:pt x="109586" y="146756"/>
                  </a:cubicBezTo>
                  <a:cubicBezTo>
                    <a:pt x="109205" y="141411"/>
                    <a:pt x="108883" y="135886"/>
                    <a:pt x="108585" y="130195"/>
                  </a:cubicBezTo>
                  <a:lnTo>
                    <a:pt x="108585" y="130195"/>
                  </a:lnTo>
                  <a:cubicBezTo>
                    <a:pt x="114681" y="130457"/>
                    <a:pt x="120849" y="130600"/>
                    <a:pt x="127076" y="130600"/>
                  </a:cubicBezTo>
                  <a:cubicBezTo>
                    <a:pt x="133303" y="130600"/>
                    <a:pt x="139470" y="130457"/>
                    <a:pt x="145554" y="130195"/>
                  </a:cubicBezTo>
                  <a:lnTo>
                    <a:pt x="145554" y="130195"/>
                  </a:lnTo>
                  <a:cubicBezTo>
                    <a:pt x="145328" y="134815"/>
                    <a:pt x="145066" y="139327"/>
                    <a:pt x="144769" y="143720"/>
                  </a:cubicBezTo>
                  <a:cubicBezTo>
                    <a:pt x="144828" y="143851"/>
                    <a:pt x="144888" y="143994"/>
                    <a:pt x="144959" y="144161"/>
                  </a:cubicBezTo>
                  <a:cubicBezTo>
                    <a:pt x="145257" y="139613"/>
                    <a:pt x="145531" y="134945"/>
                    <a:pt x="145781" y="130183"/>
                  </a:cubicBezTo>
                  <a:cubicBezTo>
                    <a:pt x="157544" y="129671"/>
                    <a:pt x="168998" y="128659"/>
                    <a:pt x="179975" y="127183"/>
                  </a:cubicBezTo>
                  <a:lnTo>
                    <a:pt x="179975" y="127183"/>
                  </a:lnTo>
                  <a:cubicBezTo>
                    <a:pt x="179106" y="133588"/>
                    <a:pt x="178094" y="139791"/>
                    <a:pt x="176927" y="145756"/>
                  </a:cubicBezTo>
                  <a:lnTo>
                    <a:pt x="177034" y="145756"/>
                  </a:lnTo>
                  <a:cubicBezTo>
                    <a:pt x="177142" y="145697"/>
                    <a:pt x="177249" y="145625"/>
                    <a:pt x="177356" y="145566"/>
                  </a:cubicBezTo>
                  <a:cubicBezTo>
                    <a:pt x="178511" y="139601"/>
                    <a:pt x="179511" y="133445"/>
                    <a:pt x="180368" y="127135"/>
                  </a:cubicBezTo>
                  <a:cubicBezTo>
                    <a:pt x="195953" y="125028"/>
                    <a:pt x="210551" y="121992"/>
                    <a:pt x="223671" y="118098"/>
                  </a:cubicBezTo>
                  <a:lnTo>
                    <a:pt x="223671" y="118098"/>
                  </a:lnTo>
                  <a:cubicBezTo>
                    <a:pt x="221814" y="127599"/>
                    <a:pt x="219337" y="136791"/>
                    <a:pt x="216301" y="145554"/>
                  </a:cubicBezTo>
                  <a:lnTo>
                    <a:pt x="216801" y="145554"/>
                  </a:lnTo>
                  <a:cubicBezTo>
                    <a:pt x="219849" y="136743"/>
                    <a:pt x="222326" y="127504"/>
                    <a:pt x="224183" y="117943"/>
                  </a:cubicBezTo>
                  <a:cubicBezTo>
                    <a:pt x="228291" y="116717"/>
                    <a:pt x="232268" y="115407"/>
                    <a:pt x="236066" y="114002"/>
                  </a:cubicBezTo>
                  <a:cubicBezTo>
                    <a:pt x="249877" y="108930"/>
                    <a:pt x="260747" y="103073"/>
                    <a:pt x="268367" y="96679"/>
                  </a:cubicBezTo>
                  <a:cubicBezTo>
                    <a:pt x="268391" y="96476"/>
                    <a:pt x="268427" y="96286"/>
                    <a:pt x="268451" y="96084"/>
                  </a:cubicBezTo>
                  <a:lnTo>
                    <a:pt x="268451" y="96084"/>
                  </a:lnTo>
                  <a:cubicBezTo>
                    <a:pt x="258592" y="104477"/>
                    <a:pt x="243317" y="111824"/>
                    <a:pt x="224267" y="117527"/>
                  </a:cubicBezTo>
                  <a:cubicBezTo>
                    <a:pt x="226041" y="108287"/>
                    <a:pt x="227267" y="98762"/>
                    <a:pt x="227886" y="89047"/>
                  </a:cubicBezTo>
                  <a:cubicBezTo>
                    <a:pt x="230672" y="88726"/>
                    <a:pt x="233387" y="88404"/>
                    <a:pt x="236018" y="88059"/>
                  </a:cubicBezTo>
                  <a:cubicBezTo>
                    <a:pt x="248770" y="86404"/>
                    <a:pt x="259009" y="84511"/>
                    <a:pt x="266510" y="82451"/>
                  </a:cubicBezTo>
                  <a:cubicBezTo>
                    <a:pt x="266510" y="82379"/>
                    <a:pt x="266510" y="82308"/>
                    <a:pt x="266510" y="82249"/>
                  </a:cubicBezTo>
                  <a:cubicBezTo>
                    <a:pt x="257306" y="84773"/>
                    <a:pt x="244079" y="87023"/>
                    <a:pt x="227898" y="88833"/>
                  </a:cubicBezTo>
                  <a:cubicBezTo>
                    <a:pt x="228208" y="83880"/>
                    <a:pt x="228362" y="78867"/>
                    <a:pt x="228362" y="73831"/>
                  </a:cubicBezTo>
                  <a:cubicBezTo>
                    <a:pt x="228362" y="68794"/>
                    <a:pt x="228208" y="63782"/>
                    <a:pt x="227898" y="58829"/>
                  </a:cubicBezTo>
                  <a:lnTo>
                    <a:pt x="227898" y="58829"/>
                  </a:lnTo>
                  <a:cubicBezTo>
                    <a:pt x="244519" y="60698"/>
                    <a:pt x="258009" y="63008"/>
                    <a:pt x="267248" y="65627"/>
                  </a:cubicBezTo>
                  <a:cubicBezTo>
                    <a:pt x="267248" y="65556"/>
                    <a:pt x="267260" y="65496"/>
                    <a:pt x="267260" y="65425"/>
                  </a:cubicBezTo>
                  <a:cubicBezTo>
                    <a:pt x="259711" y="63282"/>
                    <a:pt x="249210" y="61317"/>
                    <a:pt x="236018" y="59603"/>
                  </a:cubicBezTo>
                  <a:cubicBezTo>
                    <a:pt x="233387" y="59270"/>
                    <a:pt x="230672" y="58936"/>
                    <a:pt x="227886" y="58627"/>
                  </a:cubicBezTo>
                  <a:cubicBezTo>
                    <a:pt x="227267" y="48899"/>
                    <a:pt x="226041" y="39374"/>
                    <a:pt x="224267" y="30135"/>
                  </a:cubicBezTo>
                  <a:lnTo>
                    <a:pt x="224267" y="30135"/>
                  </a:lnTo>
                  <a:cubicBezTo>
                    <a:pt x="243650" y="35945"/>
                    <a:pt x="259116" y="43446"/>
                    <a:pt x="268963" y="52019"/>
                  </a:cubicBezTo>
                  <a:cubicBezTo>
                    <a:pt x="268986" y="51864"/>
                    <a:pt x="269010" y="51709"/>
                    <a:pt x="269046" y="51566"/>
                  </a:cubicBezTo>
                  <a:cubicBezTo>
                    <a:pt x="261390" y="44946"/>
                    <a:pt x="250294" y="38886"/>
                    <a:pt x="236066" y="33659"/>
                  </a:cubicBezTo>
                  <a:cubicBezTo>
                    <a:pt x="232268" y="32266"/>
                    <a:pt x="228291" y="30945"/>
                    <a:pt x="224183" y="29718"/>
                  </a:cubicBezTo>
                  <a:cubicBezTo>
                    <a:pt x="222338" y="20277"/>
                    <a:pt x="219909" y="11133"/>
                    <a:pt x="216908" y="2417"/>
                  </a:cubicBezTo>
                  <a:cubicBezTo>
                    <a:pt x="216766" y="2513"/>
                    <a:pt x="216635" y="2620"/>
                    <a:pt x="216504" y="2715"/>
                  </a:cubicBezTo>
                  <a:cubicBezTo>
                    <a:pt x="219456" y="11299"/>
                    <a:pt x="221850" y="20277"/>
                    <a:pt x="223671" y="29563"/>
                  </a:cubicBezTo>
                  <a:cubicBezTo>
                    <a:pt x="210551" y="25682"/>
                    <a:pt x="195953" y="22646"/>
                    <a:pt x="180368" y="20539"/>
                  </a:cubicBezTo>
                  <a:cubicBezTo>
                    <a:pt x="179416" y="13490"/>
                    <a:pt x="178273" y="6644"/>
                    <a:pt x="176951" y="36"/>
                  </a:cubicBezTo>
                  <a:cubicBezTo>
                    <a:pt x="176820" y="24"/>
                    <a:pt x="176689" y="12"/>
                    <a:pt x="176558" y="0"/>
                  </a:cubicBezTo>
                  <a:close/>
                </a:path>
              </a:pathLst>
            </a:custGeom>
            <a:solidFill>
              <a:srgbClr val="E3C98E">
                <a:alpha val="246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4" name="Google Shape;614;p4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15" name="Google Shape;615;p40"/>
          <p:cNvSpPr txBox="1"/>
          <p:nvPr>
            <p:ph idx="1" type="subTitle"/>
          </p:nvPr>
        </p:nvSpPr>
        <p:spPr>
          <a:xfrm>
            <a:off x="713225" y="1266475"/>
            <a:ext cx="7561200" cy="21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5">
  <p:cSld name="CUSTOM_4_1_2"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7" name="Google Shape;617;p41"/>
          <p:cNvGrpSpPr/>
          <p:nvPr/>
        </p:nvGrpSpPr>
        <p:grpSpPr>
          <a:xfrm>
            <a:off x="0" y="0"/>
            <a:ext cx="9144003" cy="5143501"/>
            <a:chOff x="0" y="0"/>
            <a:chExt cx="9144003" cy="5143501"/>
          </a:xfrm>
        </p:grpSpPr>
        <p:pic>
          <p:nvPicPr>
            <p:cNvPr id="618" name="Google Shape;618;p41"/>
            <p:cNvPicPr preferRelativeResize="0"/>
            <p:nvPr/>
          </p:nvPicPr>
          <p:blipFill rotWithShape="1">
            <a:blip r:embed="rId2">
              <a:alphaModFix/>
            </a:blip>
            <a:srcRect b="8068" l="0" r="0" t="8060"/>
            <a:stretch/>
          </p:blipFill>
          <p:spPr>
            <a:xfrm>
              <a:off x="0" y="0"/>
              <a:ext cx="9144003" cy="5143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9" name="Google Shape;619;p41"/>
            <p:cNvSpPr/>
            <p:nvPr/>
          </p:nvSpPr>
          <p:spPr>
            <a:xfrm>
              <a:off x="209980" y="194500"/>
              <a:ext cx="8763466" cy="4752275"/>
            </a:xfrm>
            <a:custGeom>
              <a:rect b="b" l="l" r="r" t="t"/>
              <a:pathLst>
                <a:path extrusionOk="0" h="147209" w="271904">
                  <a:moveTo>
                    <a:pt x="596" y="0"/>
                  </a:moveTo>
                  <a:lnTo>
                    <a:pt x="596" y="0"/>
                  </a:lnTo>
                  <a:cubicBezTo>
                    <a:pt x="2025" y="5965"/>
                    <a:pt x="3072" y="13895"/>
                    <a:pt x="3644" y="22312"/>
                  </a:cubicBezTo>
                  <a:cubicBezTo>
                    <a:pt x="7942" y="23515"/>
                    <a:pt x="13609" y="23932"/>
                    <a:pt x="5085" y="25063"/>
                  </a:cubicBezTo>
                  <a:cubicBezTo>
                    <a:pt x="5096" y="25110"/>
                    <a:pt x="5108" y="25146"/>
                    <a:pt x="5120" y="25194"/>
                  </a:cubicBezTo>
                  <a:cubicBezTo>
                    <a:pt x="5263" y="25301"/>
                    <a:pt x="5394" y="25396"/>
                    <a:pt x="5525" y="25503"/>
                  </a:cubicBezTo>
                  <a:cubicBezTo>
                    <a:pt x="5692" y="25539"/>
                    <a:pt x="5954" y="25479"/>
                    <a:pt x="6037" y="25658"/>
                  </a:cubicBezTo>
                  <a:cubicBezTo>
                    <a:pt x="8561" y="26230"/>
                    <a:pt x="4561" y="26670"/>
                    <a:pt x="3894" y="26789"/>
                  </a:cubicBezTo>
                  <a:cubicBezTo>
                    <a:pt x="4203" y="33719"/>
                    <a:pt x="4192" y="40803"/>
                    <a:pt x="3787" y="47256"/>
                  </a:cubicBezTo>
                  <a:cubicBezTo>
                    <a:pt x="2560" y="47137"/>
                    <a:pt x="1298" y="47006"/>
                    <a:pt x="1" y="46875"/>
                  </a:cubicBezTo>
                  <a:lnTo>
                    <a:pt x="1" y="46875"/>
                  </a:lnTo>
                  <a:cubicBezTo>
                    <a:pt x="1429" y="52840"/>
                    <a:pt x="2477" y="60770"/>
                    <a:pt x="3049" y="69199"/>
                  </a:cubicBezTo>
                  <a:cubicBezTo>
                    <a:pt x="7347" y="70402"/>
                    <a:pt x="13014" y="70818"/>
                    <a:pt x="4489" y="71949"/>
                  </a:cubicBezTo>
                  <a:cubicBezTo>
                    <a:pt x="4501" y="71985"/>
                    <a:pt x="4513" y="72033"/>
                    <a:pt x="4525" y="72069"/>
                  </a:cubicBezTo>
                  <a:cubicBezTo>
                    <a:pt x="4668" y="72176"/>
                    <a:pt x="4787" y="72283"/>
                    <a:pt x="4930" y="72390"/>
                  </a:cubicBezTo>
                  <a:cubicBezTo>
                    <a:pt x="5096" y="72414"/>
                    <a:pt x="5358" y="72366"/>
                    <a:pt x="5442" y="72545"/>
                  </a:cubicBezTo>
                  <a:cubicBezTo>
                    <a:pt x="7966" y="73104"/>
                    <a:pt x="3965" y="73557"/>
                    <a:pt x="3299" y="73664"/>
                  </a:cubicBezTo>
                  <a:cubicBezTo>
                    <a:pt x="3513" y="78510"/>
                    <a:pt x="3572" y="83427"/>
                    <a:pt x="3453" y="88154"/>
                  </a:cubicBezTo>
                  <a:cubicBezTo>
                    <a:pt x="2322" y="88047"/>
                    <a:pt x="1179" y="87928"/>
                    <a:pt x="1" y="87809"/>
                  </a:cubicBezTo>
                  <a:lnTo>
                    <a:pt x="1" y="87809"/>
                  </a:lnTo>
                  <a:cubicBezTo>
                    <a:pt x="989" y="91940"/>
                    <a:pt x="1798" y="97036"/>
                    <a:pt x="2394" y="102584"/>
                  </a:cubicBezTo>
                  <a:cubicBezTo>
                    <a:pt x="2239" y="103727"/>
                    <a:pt x="2072" y="104834"/>
                    <a:pt x="1882" y="105894"/>
                  </a:cubicBezTo>
                  <a:cubicBezTo>
                    <a:pt x="2156" y="105870"/>
                    <a:pt x="2429" y="105846"/>
                    <a:pt x="2715" y="105811"/>
                  </a:cubicBezTo>
                  <a:cubicBezTo>
                    <a:pt x="2834" y="107228"/>
                    <a:pt x="2953" y="108668"/>
                    <a:pt x="3049" y="110121"/>
                  </a:cubicBezTo>
                  <a:cubicBezTo>
                    <a:pt x="7347" y="111323"/>
                    <a:pt x="13014" y="111740"/>
                    <a:pt x="4489" y="112871"/>
                  </a:cubicBezTo>
                  <a:cubicBezTo>
                    <a:pt x="4501" y="112919"/>
                    <a:pt x="4513" y="112954"/>
                    <a:pt x="4525" y="113002"/>
                  </a:cubicBezTo>
                  <a:cubicBezTo>
                    <a:pt x="4668" y="113109"/>
                    <a:pt x="4799" y="113205"/>
                    <a:pt x="4930" y="113312"/>
                  </a:cubicBezTo>
                  <a:cubicBezTo>
                    <a:pt x="5096" y="113347"/>
                    <a:pt x="5358" y="113288"/>
                    <a:pt x="5442" y="113466"/>
                  </a:cubicBezTo>
                  <a:cubicBezTo>
                    <a:pt x="7966" y="114038"/>
                    <a:pt x="3965" y="114478"/>
                    <a:pt x="3299" y="114598"/>
                  </a:cubicBezTo>
                  <a:cubicBezTo>
                    <a:pt x="3822" y="126123"/>
                    <a:pt x="4668" y="127147"/>
                    <a:pt x="3120" y="135886"/>
                  </a:cubicBezTo>
                  <a:cubicBezTo>
                    <a:pt x="4608" y="136338"/>
                    <a:pt x="14133" y="147209"/>
                    <a:pt x="14133" y="147209"/>
                  </a:cubicBezTo>
                  <a:cubicBezTo>
                    <a:pt x="14133" y="147209"/>
                    <a:pt x="16765" y="146220"/>
                    <a:pt x="20479" y="146137"/>
                  </a:cubicBezTo>
                  <a:cubicBezTo>
                    <a:pt x="20503" y="146054"/>
                    <a:pt x="20539" y="145959"/>
                    <a:pt x="20563" y="145875"/>
                  </a:cubicBezTo>
                  <a:lnTo>
                    <a:pt x="20563" y="145875"/>
                  </a:lnTo>
                  <a:cubicBezTo>
                    <a:pt x="20491" y="146340"/>
                    <a:pt x="23242" y="146363"/>
                    <a:pt x="23158" y="146816"/>
                  </a:cubicBezTo>
                  <a:cubicBezTo>
                    <a:pt x="29516" y="146220"/>
                    <a:pt x="36481" y="145875"/>
                    <a:pt x="44589" y="145697"/>
                  </a:cubicBezTo>
                  <a:cubicBezTo>
                    <a:pt x="44613" y="145625"/>
                    <a:pt x="44637" y="145554"/>
                    <a:pt x="44661" y="145494"/>
                  </a:cubicBezTo>
                  <a:cubicBezTo>
                    <a:pt x="45090" y="145494"/>
                    <a:pt x="45530" y="145494"/>
                    <a:pt x="45959" y="145482"/>
                  </a:cubicBezTo>
                  <a:cubicBezTo>
                    <a:pt x="45959" y="145542"/>
                    <a:pt x="45959" y="145601"/>
                    <a:pt x="45959" y="145661"/>
                  </a:cubicBezTo>
                  <a:cubicBezTo>
                    <a:pt x="46173" y="145661"/>
                    <a:pt x="46387" y="145661"/>
                    <a:pt x="46602" y="145649"/>
                  </a:cubicBezTo>
                  <a:cubicBezTo>
                    <a:pt x="46637" y="145601"/>
                    <a:pt x="46661" y="145542"/>
                    <a:pt x="46685" y="145482"/>
                  </a:cubicBezTo>
                  <a:cubicBezTo>
                    <a:pt x="47197" y="145482"/>
                    <a:pt x="47709" y="145482"/>
                    <a:pt x="48221" y="145494"/>
                  </a:cubicBezTo>
                  <a:cubicBezTo>
                    <a:pt x="48221" y="145530"/>
                    <a:pt x="48221" y="145578"/>
                    <a:pt x="48221" y="145625"/>
                  </a:cubicBezTo>
                  <a:cubicBezTo>
                    <a:pt x="50912" y="145578"/>
                    <a:pt x="53900" y="145542"/>
                    <a:pt x="57031" y="145518"/>
                  </a:cubicBezTo>
                  <a:cubicBezTo>
                    <a:pt x="59651" y="145542"/>
                    <a:pt x="62151" y="145566"/>
                    <a:pt x="64461" y="145601"/>
                  </a:cubicBezTo>
                  <a:cubicBezTo>
                    <a:pt x="64461" y="145566"/>
                    <a:pt x="64461" y="145530"/>
                    <a:pt x="64461" y="145494"/>
                  </a:cubicBezTo>
                  <a:cubicBezTo>
                    <a:pt x="65592" y="145488"/>
                    <a:pt x="66726" y="145485"/>
                    <a:pt x="67860" y="145485"/>
                  </a:cubicBezTo>
                  <a:cubicBezTo>
                    <a:pt x="68994" y="145485"/>
                    <a:pt x="70128" y="145488"/>
                    <a:pt x="71259" y="145494"/>
                  </a:cubicBezTo>
                  <a:cubicBezTo>
                    <a:pt x="71402" y="145578"/>
                    <a:pt x="71545" y="145661"/>
                    <a:pt x="71700" y="145744"/>
                  </a:cubicBezTo>
                  <a:cubicBezTo>
                    <a:pt x="78891" y="145947"/>
                    <a:pt x="85190" y="146268"/>
                    <a:pt x="90976" y="146816"/>
                  </a:cubicBezTo>
                  <a:cubicBezTo>
                    <a:pt x="90845" y="146054"/>
                    <a:pt x="90714" y="145256"/>
                    <a:pt x="90595" y="144435"/>
                  </a:cubicBezTo>
                  <a:lnTo>
                    <a:pt x="90595" y="144435"/>
                  </a:lnTo>
                  <a:cubicBezTo>
                    <a:pt x="91429" y="144792"/>
                    <a:pt x="92191" y="145304"/>
                    <a:pt x="92976" y="145744"/>
                  </a:cubicBezTo>
                  <a:cubicBezTo>
                    <a:pt x="96596" y="145851"/>
                    <a:pt x="99989" y="145982"/>
                    <a:pt x="103204" y="146161"/>
                  </a:cubicBezTo>
                  <a:cubicBezTo>
                    <a:pt x="103156" y="146375"/>
                    <a:pt x="103121" y="146601"/>
                    <a:pt x="103085" y="146828"/>
                  </a:cubicBezTo>
                  <a:cubicBezTo>
                    <a:pt x="104573" y="146685"/>
                    <a:pt x="106109" y="146554"/>
                    <a:pt x="107669" y="146447"/>
                  </a:cubicBezTo>
                  <a:cubicBezTo>
                    <a:pt x="109240" y="146554"/>
                    <a:pt x="110764" y="146685"/>
                    <a:pt x="112265" y="146828"/>
                  </a:cubicBezTo>
                  <a:cubicBezTo>
                    <a:pt x="112217" y="146601"/>
                    <a:pt x="112181" y="146375"/>
                    <a:pt x="112146" y="146161"/>
                  </a:cubicBezTo>
                  <a:cubicBezTo>
                    <a:pt x="115979" y="145947"/>
                    <a:pt x="120075" y="145792"/>
                    <a:pt x="124504" y="145697"/>
                  </a:cubicBezTo>
                  <a:cubicBezTo>
                    <a:pt x="125022" y="144156"/>
                    <a:pt x="125413" y="143165"/>
                    <a:pt x="125645" y="143165"/>
                  </a:cubicBezTo>
                  <a:cubicBezTo>
                    <a:pt x="125846" y="143165"/>
                    <a:pt x="125929" y="143902"/>
                    <a:pt x="125873" y="145661"/>
                  </a:cubicBezTo>
                  <a:cubicBezTo>
                    <a:pt x="126100" y="145661"/>
                    <a:pt x="126302" y="145661"/>
                    <a:pt x="126528" y="145649"/>
                  </a:cubicBezTo>
                  <a:cubicBezTo>
                    <a:pt x="127181" y="144357"/>
                    <a:pt x="127670" y="143321"/>
                    <a:pt x="127939" y="143321"/>
                  </a:cubicBezTo>
                  <a:cubicBezTo>
                    <a:pt x="128150" y="143321"/>
                    <a:pt x="128225" y="143963"/>
                    <a:pt x="128136" y="145625"/>
                  </a:cubicBezTo>
                  <a:cubicBezTo>
                    <a:pt x="130541" y="145589"/>
                    <a:pt x="133184" y="145554"/>
                    <a:pt x="135946" y="145530"/>
                  </a:cubicBezTo>
                  <a:cubicBezTo>
                    <a:pt x="138720" y="145554"/>
                    <a:pt x="141352" y="145589"/>
                    <a:pt x="143757" y="145625"/>
                  </a:cubicBezTo>
                  <a:cubicBezTo>
                    <a:pt x="143667" y="143963"/>
                    <a:pt x="143745" y="143321"/>
                    <a:pt x="143959" y="143321"/>
                  </a:cubicBezTo>
                  <a:cubicBezTo>
                    <a:pt x="144230" y="143321"/>
                    <a:pt x="144723" y="144357"/>
                    <a:pt x="145376" y="145649"/>
                  </a:cubicBezTo>
                  <a:cubicBezTo>
                    <a:pt x="145590" y="145661"/>
                    <a:pt x="145804" y="145661"/>
                    <a:pt x="146019" y="145661"/>
                  </a:cubicBezTo>
                  <a:cubicBezTo>
                    <a:pt x="145964" y="143902"/>
                    <a:pt x="146046" y="143165"/>
                    <a:pt x="146247" y="143165"/>
                  </a:cubicBezTo>
                  <a:cubicBezTo>
                    <a:pt x="146479" y="143165"/>
                    <a:pt x="146870" y="144156"/>
                    <a:pt x="147388" y="145697"/>
                  </a:cubicBezTo>
                  <a:cubicBezTo>
                    <a:pt x="151817" y="145792"/>
                    <a:pt x="155913" y="145947"/>
                    <a:pt x="159759" y="146161"/>
                  </a:cubicBezTo>
                  <a:cubicBezTo>
                    <a:pt x="159711" y="146375"/>
                    <a:pt x="159675" y="146601"/>
                    <a:pt x="159640" y="146828"/>
                  </a:cubicBezTo>
                  <a:cubicBezTo>
                    <a:pt x="161128" y="146685"/>
                    <a:pt x="162664" y="146554"/>
                    <a:pt x="164223" y="146447"/>
                  </a:cubicBezTo>
                  <a:cubicBezTo>
                    <a:pt x="165795" y="146554"/>
                    <a:pt x="167319" y="146685"/>
                    <a:pt x="168819" y="146828"/>
                  </a:cubicBezTo>
                  <a:cubicBezTo>
                    <a:pt x="168772" y="146601"/>
                    <a:pt x="168736" y="146375"/>
                    <a:pt x="168700" y="146161"/>
                  </a:cubicBezTo>
                  <a:cubicBezTo>
                    <a:pt x="171915" y="145982"/>
                    <a:pt x="175296" y="145851"/>
                    <a:pt x="178916" y="145744"/>
                  </a:cubicBezTo>
                  <a:cubicBezTo>
                    <a:pt x="179702" y="145304"/>
                    <a:pt x="180464" y="144792"/>
                    <a:pt x="181309" y="144435"/>
                  </a:cubicBezTo>
                  <a:lnTo>
                    <a:pt x="181309" y="144435"/>
                  </a:lnTo>
                  <a:cubicBezTo>
                    <a:pt x="181190" y="145256"/>
                    <a:pt x="181059" y="146054"/>
                    <a:pt x="180916" y="146816"/>
                  </a:cubicBezTo>
                  <a:cubicBezTo>
                    <a:pt x="186714" y="146268"/>
                    <a:pt x="193001" y="145947"/>
                    <a:pt x="200204" y="145744"/>
                  </a:cubicBezTo>
                  <a:cubicBezTo>
                    <a:pt x="200347" y="145661"/>
                    <a:pt x="200490" y="145578"/>
                    <a:pt x="200645" y="145494"/>
                  </a:cubicBezTo>
                  <a:cubicBezTo>
                    <a:pt x="201770" y="145488"/>
                    <a:pt x="202904" y="145485"/>
                    <a:pt x="204039" y="145485"/>
                  </a:cubicBezTo>
                  <a:cubicBezTo>
                    <a:pt x="205175" y="145485"/>
                    <a:pt x="206312" y="145488"/>
                    <a:pt x="207443" y="145494"/>
                  </a:cubicBezTo>
                  <a:cubicBezTo>
                    <a:pt x="207443" y="145530"/>
                    <a:pt x="207443" y="145566"/>
                    <a:pt x="207431" y="145601"/>
                  </a:cubicBezTo>
                  <a:cubicBezTo>
                    <a:pt x="209741" y="145566"/>
                    <a:pt x="212253" y="145542"/>
                    <a:pt x="214873" y="145518"/>
                  </a:cubicBezTo>
                  <a:cubicBezTo>
                    <a:pt x="218004" y="145542"/>
                    <a:pt x="220981" y="145578"/>
                    <a:pt x="223683" y="145625"/>
                  </a:cubicBezTo>
                  <a:cubicBezTo>
                    <a:pt x="223671" y="145578"/>
                    <a:pt x="223671" y="145530"/>
                    <a:pt x="223671" y="145494"/>
                  </a:cubicBezTo>
                  <a:cubicBezTo>
                    <a:pt x="224183" y="145494"/>
                    <a:pt x="224695" y="145482"/>
                    <a:pt x="225207" y="145482"/>
                  </a:cubicBezTo>
                  <a:cubicBezTo>
                    <a:pt x="225243" y="145542"/>
                    <a:pt x="225267" y="145601"/>
                    <a:pt x="225291" y="145649"/>
                  </a:cubicBezTo>
                  <a:cubicBezTo>
                    <a:pt x="225517" y="145661"/>
                    <a:pt x="225731" y="145661"/>
                    <a:pt x="225945" y="145661"/>
                  </a:cubicBezTo>
                  <a:cubicBezTo>
                    <a:pt x="225945" y="145601"/>
                    <a:pt x="225934" y="145542"/>
                    <a:pt x="225934" y="145482"/>
                  </a:cubicBezTo>
                  <a:cubicBezTo>
                    <a:pt x="226374" y="145482"/>
                    <a:pt x="226803" y="145482"/>
                    <a:pt x="227243" y="145494"/>
                  </a:cubicBezTo>
                  <a:cubicBezTo>
                    <a:pt x="227267" y="145554"/>
                    <a:pt x="227291" y="145625"/>
                    <a:pt x="227315" y="145697"/>
                  </a:cubicBezTo>
                  <a:cubicBezTo>
                    <a:pt x="235411" y="145875"/>
                    <a:pt x="242376" y="146220"/>
                    <a:pt x="248734" y="146816"/>
                  </a:cubicBezTo>
                  <a:cubicBezTo>
                    <a:pt x="248651" y="146363"/>
                    <a:pt x="248579" y="145899"/>
                    <a:pt x="248508" y="145423"/>
                  </a:cubicBezTo>
                  <a:lnTo>
                    <a:pt x="248508" y="145423"/>
                  </a:lnTo>
                  <a:cubicBezTo>
                    <a:pt x="248532" y="145506"/>
                    <a:pt x="248567" y="145601"/>
                    <a:pt x="248591" y="145697"/>
                  </a:cubicBezTo>
                  <a:cubicBezTo>
                    <a:pt x="256699" y="145875"/>
                    <a:pt x="263664" y="146220"/>
                    <a:pt x="270022" y="146816"/>
                  </a:cubicBezTo>
                  <a:cubicBezTo>
                    <a:pt x="268463" y="138065"/>
                    <a:pt x="268082" y="126123"/>
                    <a:pt x="268606" y="114598"/>
                  </a:cubicBezTo>
                  <a:cubicBezTo>
                    <a:pt x="267939" y="114478"/>
                    <a:pt x="263926" y="114038"/>
                    <a:pt x="266462" y="113466"/>
                  </a:cubicBezTo>
                  <a:cubicBezTo>
                    <a:pt x="266546" y="113288"/>
                    <a:pt x="266808" y="113347"/>
                    <a:pt x="266974" y="113312"/>
                  </a:cubicBezTo>
                  <a:cubicBezTo>
                    <a:pt x="267105" y="113205"/>
                    <a:pt x="267236" y="113109"/>
                    <a:pt x="267367" y="113002"/>
                  </a:cubicBezTo>
                  <a:cubicBezTo>
                    <a:pt x="267391" y="112954"/>
                    <a:pt x="267403" y="112919"/>
                    <a:pt x="267415" y="112871"/>
                  </a:cubicBezTo>
                  <a:cubicBezTo>
                    <a:pt x="258878" y="111740"/>
                    <a:pt x="264557" y="111323"/>
                    <a:pt x="268856" y="110121"/>
                  </a:cubicBezTo>
                  <a:cubicBezTo>
                    <a:pt x="268951" y="108668"/>
                    <a:pt x="269070" y="107228"/>
                    <a:pt x="269189" y="105811"/>
                  </a:cubicBezTo>
                  <a:cubicBezTo>
                    <a:pt x="269463" y="105846"/>
                    <a:pt x="269749" y="105870"/>
                    <a:pt x="270022" y="105894"/>
                  </a:cubicBezTo>
                  <a:cubicBezTo>
                    <a:pt x="269832" y="104834"/>
                    <a:pt x="269653" y="103727"/>
                    <a:pt x="269510" y="102584"/>
                  </a:cubicBezTo>
                  <a:cubicBezTo>
                    <a:pt x="270094" y="97036"/>
                    <a:pt x="270903" y="91940"/>
                    <a:pt x="271904" y="87809"/>
                  </a:cubicBezTo>
                  <a:lnTo>
                    <a:pt x="271904" y="87809"/>
                  </a:lnTo>
                  <a:cubicBezTo>
                    <a:pt x="270725" y="87928"/>
                    <a:pt x="269570" y="88047"/>
                    <a:pt x="268451" y="88154"/>
                  </a:cubicBezTo>
                  <a:cubicBezTo>
                    <a:pt x="268320" y="83427"/>
                    <a:pt x="268379" y="78510"/>
                    <a:pt x="268606" y="73664"/>
                  </a:cubicBezTo>
                  <a:cubicBezTo>
                    <a:pt x="267939" y="73557"/>
                    <a:pt x="263926" y="73104"/>
                    <a:pt x="266462" y="72545"/>
                  </a:cubicBezTo>
                  <a:cubicBezTo>
                    <a:pt x="266546" y="72366"/>
                    <a:pt x="266808" y="72426"/>
                    <a:pt x="266974" y="72390"/>
                  </a:cubicBezTo>
                  <a:cubicBezTo>
                    <a:pt x="267105" y="72283"/>
                    <a:pt x="267236" y="72176"/>
                    <a:pt x="267367" y="72069"/>
                  </a:cubicBezTo>
                  <a:cubicBezTo>
                    <a:pt x="267391" y="72033"/>
                    <a:pt x="267403" y="71985"/>
                    <a:pt x="267415" y="71949"/>
                  </a:cubicBezTo>
                  <a:cubicBezTo>
                    <a:pt x="258878" y="70818"/>
                    <a:pt x="264557" y="70402"/>
                    <a:pt x="268856" y="69199"/>
                  </a:cubicBezTo>
                  <a:cubicBezTo>
                    <a:pt x="269415" y="60770"/>
                    <a:pt x="270463" y="52840"/>
                    <a:pt x="271904" y="46875"/>
                  </a:cubicBezTo>
                  <a:lnTo>
                    <a:pt x="271904" y="46875"/>
                  </a:lnTo>
                  <a:cubicBezTo>
                    <a:pt x="270606" y="47006"/>
                    <a:pt x="269344" y="47137"/>
                    <a:pt x="268105" y="47256"/>
                  </a:cubicBezTo>
                  <a:cubicBezTo>
                    <a:pt x="267713" y="40803"/>
                    <a:pt x="267689" y="33719"/>
                    <a:pt x="268010" y="26789"/>
                  </a:cubicBezTo>
                  <a:cubicBezTo>
                    <a:pt x="267343" y="26670"/>
                    <a:pt x="263331" y="26230"/>
                    <a:pt x="265867" y="25658"/>
                  </a:cubicBezTo>
                  <a:cubicBezTo>
                    <a:pt x="265950" y="25479"/>
                    <a:pt x="266212" y="25539"/>
                    <a:pt x="266379" y="25503"/>
                  </a:cubicBezTo>
                  <a:cubicBezTo>
                    <a:pt x="266510" y="25396"/>
                    <a:pt x="266641" y="25301"/>
                    <a:pt x="266772" y="25194"/>
                  </a:cubicBezTo>
                  <a:cubicBezTo>
                    <a:pt x="266796" y="25146"/>
                    <a:pt x="266808" y="25110"/>
                    <a:pt x="266820" y="25063"/>
                  </a:cubicBezTo>
                  <a:cubicBezTo>
                    <a:pt x="258283" y="23932"/>
                    <a:pt x="263962" y="23515"/>
                    <a:pt x="268260" y="22312"/>
                  </a:cubicBezTo>
                  <a:cubicBezTo>
                    <a:pt x="268415" y="19919"/>
                    <a:pt x="268856" y="15300"/>
                    <a:pt x="268856" y="15300"/>
                  </a:cubicBezTo>
                  <a:lnTo>
                    <a:pt x="254901" y="1453"/>
                  </a:lnTo>
                  <a:cubicBezTo>
                    <a:pt x="254901" y="1453"/>
                    <a:pt x="251413" y="1679"/>
                    <a:pt x="249615" y="1774"/>
                  </a:cubicBezTo>
                  <a:cubicBezTo>
                    <a:pt x="249746" y="1167"/>
                    <a:pt x="249889" y="572"/>
                    <a:pt x="250020" y="0"/>
                  </a:cubicBezTo>
                  <a:lnTo>
                    <a:pt x="250020" y="0"/>
                  </a:lnTo>
                  <a:cubicBezTo>
                    <a:pt x="240828" y="929"/>
                    <a:pt x="233577" y="1572"/>
                    <a:pt x="225017" y="1929"/>
                  </a:cubicBezTo>
                  <a:cubicBezTo>
                    <a:pt x="224814" y="2179"/>
                    <a:pt x="224600" y="2441"/>
                    <a:pt x="224386" y="2715"/>
                  </a:cubicBezTo>
                  <a:cubicBezTo>
                    <a:pt x="223731" y="2953"/>
                    <a:pt x="223112" y="3274"/>
                    <a:pt x="222647" y="3751"/>
                  </a:cubicBezTo>
                  <a:cubicBezTo>
                    <a:pt x="222755" y="3346"/>
                    <a:pt x="222945" y="2774"/>
                    <a:pt x="223219" y="2000"/>
                  </a:cubicBezTo>
                  <a:cubicBezTo>
                    <a:pt x="223094" y="1992"/>
                    <a:pt x="222968" y="1988"/>
                    <a:pt x="222843" y="1988"/>
                  </a:cubicBezTo>
                  <a:cubicBezTo>
                    <a:pt x="221740" y="1988"/>
                    <a:pt x="220632" y="2285"/>
                    <a:pt x="219537" y="2285"/>
                  </a:cubicBezTo>
                  <a:cubicBezTo>
                    <a:pt x="219371" y="2285"/>
                    <a:pt x="219205" y="2278"/>
                    <a:pt x="219040" y="2262"/>
                  </a:cubicBezTo>
                  <a:cubicBezTo>
                    <a:pt x="218567" y="2506"/>
                    <a:pt x="218202" y="2952"/>
                    <a:pt x="217926" y="2952"/>
                  </a:cubicBezTo>
                  <a:cubicBezTo>
                    <a:pt x="217744" y="2952"/>
                    <a:pt x="217601" y="2757"/>
                    <a:pt x="217492" y="2179"/>
                  </a:cubicBezTo>
                  <a:cubicBezTo>
                    <a:pt x="216420" y="2203"/>
                    <a:pt x="215337" y="2227"/>
                    <a:pt x="214218" y="2239"/>
                  </a:cubicBezTo>
                  <a:cubicBezTo>
                    <a:pt x="210515" y="2179"/>
                    <a:pt x="207169" y="2084"/>
                    <a:pt x="204002" y="1965"/>
                  </a:cubicBezTo>
                  <a:cubicBezTo>
                    <a:pt x="203967" y="2131"/>
                    <a:pt x="203943" y="2298"/>
                    <a:pt x="203919" y="2453"/>
                  </a:cubicBezTo>
                  <a:cubicBezTo>
                    <a:pt x="203550" y="2560"/>
                    <a:pt x="203181" y="2679"/>
                    <a:pt x="202824" y="2822"/>
                  </a:cubicBezTo>
                  <a:cubicBezTo>
                    <a:pt x="202776" y="2548"/>
                    <a:pt x="202728" y="2239"/>
                    <a:pt x="202681" y="1905"/>
                  </a:cubicBezTo>
                  <a:cubicBezTo>
                    <a:pt x="194453" y="1524"/>
                    <a:pt x="187357" y="905"/>
                    <a:pt x="178440" y="0"/>
                  </a:cubicBezTo>
                  <a:lnTo>
                    <a:pt x="178440" y="0"/>
                  </a:lnTo>
                  <a:cubicBezTo>
                    <a:pt x="178582" y="572"/>
                    <a:pt x="178713" y="1167"/>
                    <a:pt x="178844" y="1774"/>
                  </a:cubicBezTo>
                  <a:cubicBezTo>
                    <a:pt x="175773" y="1607"/>
                    <a:pt x="172832" y="1417"/>
                    <a:pt x="169831" y="1179"/>
                  </a:cubicBezTo>
                  <a:cubicBezTo>
                    <a:pt x="169927" y="774"/>
                    <a:pt x="170010" y="381"/>
                    <a:pt x="170105" y="0"/>
                  </a:cubicBezTo>
                  <a:lnTo>
                    <a:pt x="170105" y="0"/>
                  </a:lnTo>
                  <a:cubicBezTo>
                    <a:pt x="167843" y="226"/>
                    <a:pt x="165700" y="441"/>
                    <a:pt x="163628" y="631"/>
                  </a:cubicBezTo>
                  <a:cubicBezTo>
                    <a:pt x="161556" y="441"/>
                    <a:pt x="159413" y="226"/>
                    <a:pt x="157163" y="0"/>
                  </a:cubicBezTo>
                  <a:lnTo>
                    <a:pt x="157163" y="0"/>
                  </a:lnTo>
                  <a:cubicBezTo>
                    <a:pt x="157246" y="381"/>
                    <a:pt x="157342" y="774"/>
                    <a:pt x="157425" y="1179"/>
                  </a:cubicBezTo>
                  <a:cubicBezTo>
                    <a:pt x="153377" y="1500"/>
                    <a:pt x="149400" y="1750"/>
                    <a:pt x="145102" y="1929"/>
                  </a:cubicBezTo>
                  <a:cubicBezTo>
                    <a:pt x="144154" y="3043"/>
                    <a:pt x="143049" y="4616"/>
                    <a:pt x="142712" y="4616"/>
                  </a:cubicBezTo>
                  <a:cubicBezTo>
                    <a:pt x="142491" y="4616"/>
                    <a:pt x="142601" y="3936"/>
                    <a:pt x="143304" y="2000"/>
                  </a:cubicBezTo>
                  <a:cubicBezTo>
                    <a:pt x="143179" y="1992"/>
                    <a:pt x="143053" y="1988"/>
                    <a:pt x="142928" y="1988"/>
                  </a:cubicBezTo>
                  <a:cubicBezTo>
                    <a:pt x="141825" y="1988"/>
                    <a:pt x="140718" y="2285"/>
                    <a:pt x="139622" y="2285"/>
                  </a:cubicBezTo>
                  <a:cubicBezTo>
                    <a:pt x="139456" y="2285"/>
                    <a:pt x="139290" y="2278"/>
                    <a:pt x="139125" y="2262"/>
                  </a:cubicBezTo>
                  <a:cubicBezTo>
                    <a:pt x="138780" y="2441"/>
                    <a:pt x="138494" y="2715"/>
                    <a:pt x="138256" y="2858"/>
                  </a:cubicBezTo>
                  <a:lnTo>
                    <a:pt x="138256" y="2250"/>
                  </a:lnTo>
                  <a:cubicBezTo>
                    <a:pt x="138030" y="2250"/>
                    <a:pt x="137803" y="2239"/>
                    <a:pt x="137589" y="2239"/>
                  </a:cubicBezTo>
                  <a:cubicBezTo>
                    <a:pt x="137577" y="2215"/>
                    <a:pt x="137577" y="2203"/>
                    <a:pt x="137565" y="2179"/>
                  </a:cubicBezTo>
                  <a:cubicBezTo>
                    <a:pt x="137041" y="2191"/>
                    <a:pt x="136494" y="2203"/>
                    <a:pt x="135946" y="2215"/>
                  </a:cubicBezTo>
                  <a:cubicBezTo>
                    <a:pt x="135410" y="2203"/>
                    <a:pt x="134863" y="2191"/>
                    <a:pt x="134327" y="2179"/>
                  </a:cubicBezTo>
                  <a:cubicBezTo>
                    <a:pt x="134327" y="2203"/>
                    <a:pt x="134327" y="2215"/>
                    <a:pt x="134315" y="2239"/>
                  </a:cubicBezTo>
                  <a:cubicBezTo>
                    <a:pt x="134089" y="2239"/>
                    <a:pt x="133874" y="2250"/>
                    <a:pt x="133648" y="2250"/>
                  </a:cubicBezTo>
                  <a:lnTo>
                    <a:pt x="133648" y="2858"/>
                  </a:lnTo>
                  <a:cubicBezTo>
                    <a:pt x="133410" y="2715"/>
                    <a:pt x="133124" y="2441"/>
                    <a:pt x="132779" y="2262"/>
                  </a:cubicBezTo>
                  <a:cubicBezTo>
                    <a:pt x="132604" y="2280"/>
                    <a:pt x="132429" y="2288"/>
                    <a:pt x="132254" y="2288"/>
                  </a:cubicBezTo>
                  <a:cubicBezTo>
                    <a:pt x="131165" y="2288"/>
                    <a:pt x="130064" y="1988"/>
                    <a:pt x="128968" y="1988"/>
                  </a:cubicBezTo>
                  <a:cubicBezTo>
                    <a:pt x="128845" y="1988"/>
                    <a:pt x="128723" y="1992"/>
                    <a:pt x="128600" y="2000"/>
                  </a:cubicBezTo>
                  <a:cubicBezTo>
                    <a:pt x="129303" y="3936"/>
                    <a:pt x="129413" y="4616"/>
                    <a:pt x="129192" y="4616"/>
                  </a:cubicBezTo>
                  <a:cubicBezTo>
                    <a:pt x="128855" y="4616"/>
                    <a:pt x="127750" y="3043"/>
                    <a:pt x="126802" y="1929"/>
                  </a:cubicBezTo>
                  <a:cubicBezTo>
                    <a:pt x="122492" y="1750"/>
                    <a:pt x="118527" y="1500"/>
                    <a:pt x="114467" y="1179"/>
                  </a:cubicBezTo>
                  <a:cubicBezTo>
                    <a:pt x="114562" y="774"/>
                    <a:pt x="114646" y="381"/>
                    <a:pt x="114741" y="0"/>
                  </a:cubicBezTo>
                  <a:lnTo>
                    <a:pt x="114741" y="0"/>
                  </a:lnTo>
                  <a:cubicBezTo>
                    <a:pt x="112491" y="226"/>
                    <a:pt x="110348" y="441"/>
                    <a:pt x="108276" y="631"/>
                  </a:cubicBezTo>
                  <a:cubicBezTo>
                    <a:pt x="106192" y="441"/>
                    <a:pt x="104061" y="226"/>
                    <a:pt x="101799" y="0"/>
                  </a:cubicBezTo>
                  <a:lnTo>
                    <a:pt x="101799" y="0"/>
                  </a:lnTo>
                  <a:cubicBezTo>
                    <a:pt x="101894" y="381"/>
                    <a:pt x="101978" y="774"/>
                    <a:pt x="102073" y="1179"/>
                  </a:cubicBezTo>
                  <a:cubicBezTo>
                    <a:pt x="99072" y="1417"/>
                    <a:pt x="96132" y="1607"/>
                    <a:pt x="93060" y="1774"/>
                  </a:cubicBezTo>
                  <a:cubicBezTo>
                    <a:pt x="93191" y="1167"/>
                    <a:pt x="93322" y="572"/>
                    <a:pt x="93465" y="0"/>
                  </a:cubicBezTo>
                  <a:lnTo>
                    <a:pt x="93465" y="0"/>
                  </a:lnTo>
                  <a:cubicBezTo>
                    <a:pt x="84535" y="905"/>
                    <a:pt x="77439" y="1524"/>
                    <a:pt x="69212" y="1905"/>
                  </a:cubicBezTo>
                  <a:cubicBezTo>
                    <a:pt x="69164" y="2239"/>
                    <a:pt x="69116" y="2548"/>
                    <a:pt x="69081" y="2822"/>
                  </a:cubicBezTo>
                  <a:cubicBezTo>
                    <a:pt x="68723" y="2667"/>
                    <a:pt x="68342" y="2548"/>
                    <a:pt x="67973" y="2453"/>
                  </a:cubicBezTo>
                  <a:cubicBezTo>
                    <a:pt x="67950" y="2298"/>
                    <a:pt x="67926" y="2131"/>
                    <a:pt x="67902" y="1953"/>
                  </a:cubicBezTo>
                  <a:cubicBezTo>
                    <a:pt x="64735" y="2084"/>
                    <a:pt x="61377" y="2179"/>
                    <a:pt x="57686" y="2239"/>
                  </a:cubicBezTo>
                  <a:cubicBezTo>
                    <a:pt x="56567" y="2227"/>
                    <a:pt x="55472" y="2203"/>
                    <a:pt x="54412" y="2179"/>
                  </a:cubicBezTo>
                  <a:cubicBezTo>
                    <a:pt x="54303" y="2757"/>
                    <a:pt x="54160" y="2952"/>
                    <a:pt x="53977" y="2952"/>
                  </a:cubicBezTo>
                  <a:cubicBezTo>
                    <a:pt x="53701" y="2952"/>
                    <a:pt x="53333" y="2506"/>
                    <a:pt x="52852" y="2262"/>
                  </a:cubicBezTo>
                  <a:cubicBezTo>
                    <a:pt x="52687" y="2278"/>
                    <a:pt x="52522" y="2285"/>
                    <a:pt x="52356" y="2285"/>
                  </a:cubicBezTo>
                  <a:cubicBezTo>
                    <a:pt x="51262" y="2285"/>
                    <a:pt x="50161" y="1988"/>
                    <a:pt x="49052" y="1988"/>
                  </a:cubicBezTo>
                  <a:cubicBezTo>
                    <a:pt x="48926" y="1988"/>
                    <a:pt x="48800" y="1992"/>
                    <a:pt x="48673" y="2000"/>
                  </a:cubicBezTo>
                  <a:cubicBezTo>
                    <a:pt x="48959" y="2774"/>
                    <a:pt x="49138" y="3346"/>
                    <a:pt x="49257" y="3751"/>
                  </a:cubicBezTo>
                  <a:cubicBezTo>
                    <a:pt x="48792" y="3274"/>
                    <a:pt x="48173" y="2953"/>
                    <a:pt x="47518" y="2703"/>
                  </a:cubicBezTo>
                  <a:cubicBezTo>
                    <a:pt x="47304" y="2441"/>
                    <a:pt x="47090" y="2179"/>
                    <a:pt x="46875" y="1929"/>
                  </a:cubicBezTo>
                  <a:cubicBezTo>
                    <a:pt x="38315" y="1572"/>
                    <a:pt x="31064" y="929"/>
                    <a:pt x="21872" y="0"/>
                  </a:cubicBezTo>
                  <a:lnTo>
                    <a:pt x="21872" y="0"/>
                  </a:lnTo>
                  <a:cubicBezTo>
                    <a:pt x="22015" y="572"/>
                    <a:pt x="22146" y="1167"/>
                    <a:pt x="22277" y="1774"/>
                  </a:cubicBezTo>
                  <a:cubicBezTo>
                    <a:pt x="15098" y="1393"/>
                    <a:pt x="8573" y="810"/>
                    <a:pt x="5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41"/>
            <p:cNvSpPr/>
            <p:nvPr/>
          </p:nvSpPr>
          <p:spPr>
            <a:xfrm>
              <a:off x="283950" y="193150"/>
              <a:ext cx="8615526" cy="4752359"/>
            </a:xfrm>
            <a:custGeom>
              <a:rect b="b" l="l" r="r" t="t"/>
              <a:pathLst>
                <a:path extrusionOk="0" h="146757" w="269046">
                  <a:moveTo>
                    <a:pt x="21241" y="131"/>
                  </a:moveTo>
                  <a:cubicBezTo>
                    <a:pt x="20884" y="346"/>
                    <a:pt x="20527" y="572"/>
                    <a:pt x="20170" y="798"/>
                  </a:cubicBezTo>
                  <a:cubicBezTo>
                    <a:pt x="20217" y="953"/>
                    <a:pt x="20253" y="1120"/>
                    <a:pt x="20289" y="1286"/>
                  </a:cubicBezTo>
                  <a:cubicBezTo>
                    <a:pt x="20860" y="929"/>
                    <a:pt x="21432" y="560"/>
                    <a:pt x="22015" y="203"/>
                  </a:cubicBezTo>
                  <a:cubicBezTo>
                    <a:pt x="21753" y="179"/>
                    <a:pt x="21503" y="155"/>
                    <a:pt x="21241" y="131"/>
                  </a:cubicBezTo>
                  <a:close/>
                  <a:moveTo>
                    <a:pt x="18777" y="1691"/>
                  </a:moveTo>
                  <a:cubicBezTo>
                    <a:pt x="18515" y="1858"/>
                    <a:pt x="18265" y="2012"/>
                    <a:pt x="18015" y="2179"/>
                  </a:cubicBezTo>
                  <a:cubicBezTo>
                    <a:pt x="11788" y="6263"/>
                    <a:pt x="6156" y="10644"/>
                    <a:pt x="1155" y="15252"/>
                  </a:cubicBezTo>
                  <a:cubicBezTo>
                    <a:pt x="1179" y="15455"/>
                    <a:pt x="1203" y="15657"/>
                    <a:pt x="1215" y="15848"/>
                  </a:cubicBezTo>
                  <a:cubicBezTo>
                    <a:pt x="6263" y="11156"/>
                    <a:pt x="11966" y="6727"/>
                    <a:pt x="18277" y="2584"/>
                  </a:cubicBezTo>
                  <a:cubicBezTo>
                    <a:pt x="18705" y="2298"/>
                    <a:pt x="19146" y="2012"/>
                    <a:pt x="19574" y="1739"/>
                  </a:cubicBezTo>
                  <a:cubicBezTo>
                    <a:pt x="19312" y="1727"/>
                    <a:pt x="19039" y="1703"/>
                    <a:pt x="18777" y="1691"/>
                  </a:cubicBezTo>
                  <a:close/>
                  <a:moveTo>
                    <a:pt x="257199" y="5608"/>
                  </a:moveTo>
                  <a:cubicBezTo>
                    <a:pt x="259819" y="11180"/>
                    <a:pt x="262128" y="16943"/>
                    <a:pt x="264105" y="22884"/>
                  </a:cubicBezTo>
                  <a:cubicBezTo>
                    <a:pt x="264307" y="22836"/>
                    <a:pt x="264522" y="22789"/>
                    <a:pt x="264736" y="22741"/>
                  </a:cubicBezTo>
                  <a:cubicBezTo>
                    <a:pt x="262950" y="17360"/>
                    <a:pt x="260890" y="12085"/>
                    <a:pt x="258557" y="6942"/>
                  </a:cubicBezTo>
                  <a:lnTo>
                    <a:pt x="257199" y="5608"/>
                  </a:lnTo>
                  <a:close/>
                  <a:moveTo>
                    <a:pt x="234685" y="1239"/>
                  </a:moveTo>
                  <a:cubicBezTo>
                    <a:pt x="234423" y="1262"/>
                    <a:pt x="234149" y="1286"/>
                    <a:pt x="233887" y="1298"/>
                  </a:cubicBezTo>
                  <a:cubicBezTo>
                    <a:pt x="234554" y="1727"/>
                    <a:pt x="235220" y="2143"/>
                    <a:pt x="235875" y="2584"/>
                  </a:cubicBezTo>
                  <a:cubicBezTo>
                    <a:pt x="245662" y="9001"/>
                    <a:pt x="253961" y="16145"/>
                    <a:pt x="260676" y="23813"/>
                  </a:cubicBezTo>
                  <a:cubicBezTo>
                    <a:pt x="260783" y="23741"/>
                    <a:pt x="260938" y="23682"/>
                    <a:pt x="261140" y="23610"/>
                  </a:cubicBezTo>
                  <a:cubicBezTo>
                    <a:pt x="254377" y="15871"/>
                    <a:pt x="246007" y="8656"/>
                    <a:pt x="236137" y="2179"/>
                  </a:cubicBezTo>
                  <a:cubicBezTo>
                    <a:pt x="235649" y="1870"/>
                    <a:pt x="235173" y="1548"/>
                    <a:pt x="234685" y="1239"/>
                  </a:cubicBezTo>
                  <a:close/>
                  <a:moveTo>
                    <a:pt x="264807" y="25051"/>
                  </a:moveTo>
                  <a:lnTo>
                    <a:pt x="264867" y="25218"/>
                  </a:lnTo>
                  <a:cubicBezTo>
                    <a:pt x="264879" y="25218"/>
                    <a:pt x="264879" y="25206"/>
                    <a:pt x="264891" y="25194"/>
                  </a:cubicBezTo>
                  <a:cubicBezTo>
                    <a:pt x="264914" y="25158"/>
                    <a:pt x="264926" y="25111"/>
                    <a:pt x="264938" y="25075"/>
                  </a:cubicBezTo>
                  <a:cubicBezTo>
                    <a:pt x="264891" y="25063"/>
                    <a:pt x="264855" y="25063"/>
                    <a:pt x="264807" y="25051"/>
                  </a:cubicBezTo>
                  <a:close/>
                  <a:moveTo>
                    <a:pt x="265319" y="26670"/>
                  </a:moveTo>
                  <a:lnTo>
                    <a:pt x="265319" y="26670"/>
                  </a:lnTo>
                  <a:cubicBezTo>
                    <a:pt x="265557" y="27480"/>
                    <a:pt x="265807" y="28290"/>
                    <a:pt x="266034" y="29099"/>
                  </a:cubicBezTo>
                  <a:cubicBezTo>
                    <a:pt x="266057" y="28444"/>
                    <a:pt x="266081" y="27789"/>
                    <a:pt x="266117" y="27135"/>
                  </a:cubicBezTo>
                  <a:cubicBezTo>
                    <a:pt x="266081" y="27016"/>
                    <a:pt x="266046" y="26896"/>
                    <a:pt x="266010" y="26777"/>
                  </a:cubicBezTo>
                  <a:cubicBezTo>
                    <a:pt x="265843" y="26754"/>
                    <a:pt x="265593" y="26718"/>
                    <a:pt x="265319" y="26670"/>
                  </a:cubicBezTo>
                  <a:close/>
                  <a:moveTo>
                    <a:pt x="261188" y="24408"/>
                  </a:moveTo>
                  <a:lnTo>
                    <a:pt x="261188" y="24408"/>
                  </a:lnTo>
                  <a:cubicBezTo>
                    <a:pt x="262902" y="26396"/>
                    <a:pt x="264498" y="28409"/>
                    <a:pt x="265998" y="30456"/>
                  </a:cubicBezTo>
                  <a:cubicBezTo>
                    <a:pt x="265998" y="30195"/>
                    <a:pt x="266010" y="29944"/>
                    <a:pt x="266022" y="29683"/>
                  </a:cubicBezTo>
                  <a:cubicBezTo>
                    <a:pt x="265153" y="28516"/>
                    <a:pt x="264260" y="27361"/>
                    <a:pt x="263331" y="26218"/>
                  </a:cubicBezTo>
                  <a:cubicBezTo>
                    <a:pt x="263200" y="26158"/>
                    <a:pt x="263140" y="26087"/>
                    <a:pt x="263164" y="26015"/>
                  </a:cubicBezTo>
                  <a:cubicBezTo>
                    <a:pt x="262771" y="25539"/>
                    <a:pt x="262378" y="25075"/>
                    <a:pt x="261986" y="24599"/>
                  </a:cubicBezTo>
                  <a:cubicBezTo>
                    <a:pt x="261664" y="24539"/>
                    <a:pt x="261402" y="24468"/>
                    <a:pt x="261188" y="24408"/>
                  </a:cubicBezTo>
                  <a:close/>
                  <a:moveTo>
                    <a:pt x="127076" y="17431"/>
                  </a:moveTo>
                  <a:cubicBezTo>
                    <a:pt x="133339" y="17431"/>
                    <a:pt x="139506" y="17574"/>
                    <a:pt x="145578" y="17848"/>
                  </a:cubicBezTo>
                  <a:cubicBezTo>
                    <a:pt x="146150" y="29278"/>
                    <a:pt x="146554" y="41363"/>
                    <a:pt x="146769" y="53924"/>
                  </a:cubicBezTo>
                  <a:cubicBezTo>
                    <a:pt x="140292" y="53816"/>
                    <a:pt x="133720" y="53769"/>
                    <a:pt x="127076" y="53769"/>
                  </a:cubicBezTo>
                  <a:cubicBezTo>
                    <a:pt x="120432" y="53769"/>
                    <a:pt x="113860" y="53816"/>
                    <a:pt x="107371" y="53924"/>
                  </a:cubicBezTo>
                  <a:cubicBezTo>
                    <a:pt x="107585" y="41363"/>
                    <a:pt x="107990" y="29278"/>
                    <a:pt x="108562" y="17848"/>
                  </a:cubicBezTo>
                  <a:cubicBezTo>
                    <a:pt x="114634" y="17574"/>
                    <a:pt x="120813" y="17431"/>
                    <a:pt x="127076" y="17431"/>
                  </a:cubicBezTo>
                  <a:close/>
                  <a:moveTo>
                    <a:pt x="108359" y="17848"/>
                  </a:moveTo>
                  <a:cubicBezTo>
                    <a:pt x="107776" y="29385"/>
                    <a:pt x="107371" y="41482"/>
                    <a:pt x="107169" y="53924"/>
                  </a:cubicBezTo>
                  <a:cubicBezTo>
                    <a:pt x="94727" y="54138"/>
                    <a:pt x="82630" y="54531"/>
                    <a:pt x="71093" y="55114"/>
                  </a:cubicBezTo>
                  <a:cubicBezTo>
                    <a:pt x="71617" y="43244"/>
                    <a:pt x="72640" y="31766"/>
                    <a:pt x="74117" y="20872"/>
                  </a:cubicBezTo>
                  <a:cubicBezTo>
                    <a:pt x="85011" y="19407"/>
                    <a:pt x="96477" y="18384"/>
                    <a:pt x="108359" y="17848"/>
                  </a:cubicBezTo>
                  <a:close/>
                  <a:moveTo>
                    <a:pt x="145792" y="17860"/>
                  </a:moveTo>
                  <a:lnTo>
                    <a:pt x="145792" y="17860"/>
                  </a:lnTo>
                  <a:cubicBezTo>
                    <a:pt x="157675" y="18384"/>
                    <a:pt x="169141" y="19407"/>
                    <a:pt x="180035" y="20884"/>
                  </a:cubicBezTo>
                  <a:cubicBezTo>
                    <a:pt x="181499" y="31766"/>
                    <a:pt x="182523" y="43244"/>
                    <a:pt x="183059" y="55114"/>
                  </a:cubicBezTo>
                  <a:cubicBezTo>
                    <a:pt x="171522" y="54531"/>
                    <a:pt x="159425" y="54138"/>
                    <a:pt x="146983" y="53924"/>
                  </a:cubicBezTo>
                  <a:cubicBezTo>
                    <a:pt x="146781" y="41482"/>
                    <a:pt x="146376" y="29385"/>
                    <a:pt x="145792" y="17860"/>
                  </a:cubicBezTo>
                  <a:close/>
                  <a:moveTo>
                    <a:pt x="73724" y="20931"/>
                  </a:moveTo>
                  <a:lnTo>
                    <a:pt x="73724" y="20931"/>
                  </a:lnTo>
                  <a:cubicBezTo>
                    <a:pt x="72259" y="31909"/>
                    <a:pt x="71247" y="43375"/>
                    <a:pt x="70724" y="55138"/>
                  </a:cubicBezTo>
                  <a:cubicBezTo>
                    <a:pt x="54805" y="55948"/>
                    <a:pt x="39958" y="57103"/>
                    <a:pt x="26742" y="58579"/>
                  </a:cubicBezTo>
                  <a:cubicBezTo>
                    <a:pt x="27373" y="48816"/>
                    <a:pt x="28599" y="39255"/>
                    <a:pt x="30397" y="29992"/>
                  </a:cubicBezTo>
                  <a:cubicBezTo>
                    <a:pt x="43292" y="26158"/>
                    <a:pt x="57901" y="23086"/>
                    <a:pt x="73724" y="20931"/>
                  </a:cubicBezTo>
                  <a:close/>
                  <a:moveTo>
                    <a:pt x="180416" y="20931"/>
                  </a:moveTo>
                  <a:lnTo>
                    <a:pt x="180416" y="20931"/>
                  </a:lnTo>
                  <a:cubicBezTo>
                    <a:pt x="196251" y="23086"/>
                    <a:pt x="210860" y="26170"/>
                    <a:pt x="223755" y="29992"/>
                  </a:cubicBezTo>
                  <a:cubicBezTo>
                    <a:pt x="225552" y="39255"/>
                    <a:pt x="226779" y="48816"/>
                    <a:pt x="227410" y="58579"/>
                  </a:cubicBezTo>
                  <a:cubicBezTo>
                    <a:pt x="214194" y="57103"/>
                    <a:pt x="199335" y="55948"/>
                    <a:pt x="183416" y="55138"/>
                  </a:cubicBezTo>
                  <a:cubicBezTo>
                    <a:pt x="182904" y="43375"/>
                    <a:pt x="181892" y="31909"/>
                    <a:pt x="180416" y="20931"/>
                  </a:cubicBezTo>
                  <a:close/>
                  <a:moveTo>
                    <a:pt x="70724" y="55352"/>
                  </a:moveTo>
                  <a:cubicBezTo>
                    <a:pt x="70450" y="61436"/>
                    <a:pt x="70319" y="67616"/>
                    <a:pt x="70319" y="73843"/>
                  </a:cubicBezTo>
                  <a:cubicBezTo>
                    <a:pt x="70319" y="80070"/>
                    <a:pt x="70450" y="86237"/>
                    <a:pt x="70724" y="92321"/>
                  </a:cubicBezTo>
                  <a:cubicBezTo>
                    <a:pt x="54543" y="91500"/>
                    <a:pt x="39696" y="90333"/>
                    <a:pt x="26730" y="88892"/>
                  </a:cubicBezTo>
                  <a:cubicBezTo>
                    <a:pt x="26420" y="83915"/>
                    <a:pt x="26254" y="78891"/>
                    <a:pt x="26254" y="73843"/>
                  </a:cubicBezTo>
                  <a:cubicBezTo>
                    <a:pt x="26254" y="68783"/>
                    <a:pt x="26420" y="63758"/>
                    <a:pt x="26730" y="58781"/>
                  </a:cubicBezTo>
                  <a:cubicBezTo>
                    <a:pt x="39696" y="57341"/>
                    <a:pt x="54543" y="56174"/>
                    <a:pt x="70724" y="55352"/>
                  </a:cubicBezTo>
                  <a:close/>
                  <a:moveTo>
                    <a:pt x="183428" y="55352"/>
                  </a:moveTo>
                  <a:cubicBezTo>
                    <a:pt x="199609" y="56174"/>
                    <a:pt x="214444" y="57341"/>
                    <a:pt x="227410" y="58781"/>
                  </a:cubicBezTo>
                  <a:cubicBezTo>
                    <a:pt x="227731" y="63758"/>
                    <a:pt x="227886" y="68783"/>
                    <a:pt x="227886" y="73843"/>
                  </a:cubicBezTo>
                  <a:cubicBezTo>
                    <a:pt x="227886" y="78903"/>
                    <a:pt x="227731" y="83915"/>
                    <a:pt x="227410" y="88892"/>
                  </a:cubicBezTo>
                  <a:cubicBezTo>
                    <a:pt x="214444" y="90333"/>
                    <a:pt x="199609" y="91500"/>
                    <a:pt x="183428" y="92321"/>
                  </a:cubicBezTo>
                  <a:cubicBezTo>
                    <a:pt x="183690" y="86237"/>
                    <a:pt x="183833" y="80070"/>
                    <a:pt x="183833" y="73843"/>
                  </a:cubicBezTo>
                  <a:cubicBezTo>
                    <a:pt x="183833" y="67616"/>
                    <a:pt x="183690" y="61436"/>
                    <a:pt x="183428" y="55352"/>
                  </a:cubicBezTo>
                  <a:close/>
                  <a:moveTo>
                    <a:pt x="107157" y="54138"/>
                  </a:moveTo>
                  <a:cubicBezTo>
                    <a:pt x="107050" y="60627"/>
                    <a:pt x="107002" y="67199"/>
                    <a:pt x="107002" y="73843"/>
                  </a:cubicBezTo>
                  <a:cubicBezTo>
                    <a:pt x="107002" y="80475"/>
                    <a:pt x="107050" y="87047"/>
                    <a:pt x="107157" y="93536"/>
                  </a:cubicBezTo>
                  <a:cubicBezTo>
                    <a:pt x="94596" y="93321"/>
                    <a:pt x="82511" y="92917"/>
                    <a:pt x="71081" y="92345"/>
                  </a:cubicBezTo>
                  <a:cubicBezTo>
                    <a:pt x="70807" y="86273"/>
                    <a:pt x="70676" y="80105"/>
                    <a:pt x="70676" y="73843"/>
                  </a:cubicBezTo>
                  <a:cubicBezTo>
                    <a:pt x="70676" y="67580"/>
                    <a:pt x="70807" y="61401"/>
                    <a:pt x="71081" y="55329"/>
                  </a:cubicBezTo>
                  <a:cubicBezTo>
                    <a:pt x="82511" y="54757"/>
                    <a:pt x="94596" y="54352"/>
                    <a:pt x="107157" y="54138"/>
                  </a:cubicBezTo>
                  <a:close/>
                  <a:moveTo>
                    <a:pt x="146983" y="54138"/>
                  </a:moveTo>
                  <a:cubicBezTo>
                    <a:pt x="159544" y="54352"/>
                    <a:pt x="171641" y="54757"/>
                    <a:pt x="183071" y="55329"/>
                  </a:cubicBezTo>
                  <a:cubicBezTo>
                    <a:pt x="183333" y="61401"/>
                    <a:pt x="183476" y="67568"/>
                    <a:pt x="183476" y="73831"/>
                  </a:cubicBezTo>
                  <a:cubicBezTo>
                    <a:pt x="183476" y="80094"/>
                    <a:pt x="183333" y="86273"/>
                    <a:pt x="183071" y="92345"/>
                  </a:cubicBezTo>
                  <a:cubicBezTo>
                    <a:pt x="171641" y="92917"/>
                    <a:pt x="159544" y="93321"/>
                    <a:pt x="146983" y="93536"/>
                  </a:cubicBezTo>
                  <a:cubicBezTo>
                    <a:pt x="147090" y="87047"/>
                    <a:pt x="147150" y="80475"/>
                    <a:pt x="147150" y="73843"/>
                  </a:cubicBezTo>
                  <a:cubicBezTo>
                    <a:pt x="147150" y="67199"/>
                    <a:pt x="147090" y="60627"/>
                    <a:pt x="146983" y="54138"/>
                  </a:cubicBezTo>
                  <a:close/>
                  <a:moveTo>
                    <a:pt x="127076" y="53971"/>
                  </a:moveTo>
                  <a:cubicBezTo>
                    <a:pt x="133743" y="53971"/>
                    <a:pt x="140327" y="54031"/>
                    <a:pt x="146781" y="54138"/>
                  </a:cubicBezTo>
                  <a:cubicBezTo>
                    <a:pt x="146876" y="60591"/>
                    <a:pt x="146935" y="67163"/>
                    <a:pt x="146935" y="73843"/>
                  </a:cubicBezTo>
                  <a:cubicBezTo>
                    <a:pt x="146935" y="80510"/>
                    <a:pt x="146888" y="87082"/>
                    <a:pt x="146781" y="93536"/>
                  </a:cubicBezTo>
                  <a:cubicBezTo>
                    <a:pt x="140327" y="93643"/>
                    <a:pt x="133743" y="93702"/>
                    <a:pt x="127076" y="93702"/>
                  </a:cubicBezTo>
                  <a:cubicBezTo>
                    <a:pt x="120396" y="93702"/>
                    <a:pt x="113824" y="93643"/>
                    <a:pt x="107371" y="93536"/>
                  </a:cubicBezTo>
                  <a:cubicBezTo>
                    <a:pt x="107264" y="87082"/>
                    <a:pt x="107204" y="80510"/>
                    <a:pt x="107204" y="73843"/>
                  </a:cubicBezTo>
                  <a:cubicBezTo>
                    <a:pt x="107204" y="67163"/>
                    <a:pt x="107264" y="60591"/>
                    <a:pt x="107371" y="54138"/>
                  </a:cubicBezTo>
                  <a:cubicBezTo>
                    <a:pt x="113824" y="54031"/>
                    <a:pt x="120396" y="53971"/>
                    <a:pt x="127076" y="53971"/>
                  </a:cubicBezTo>
                  <a:close/>
                  <a:moveTo>
                    <a:pt x="48" y="105632"/>
                  </a:moveTo>
                  <a:cubicBezTo>
                    <a:pt x="36" y="105716"/>
                    <a:pt x="12" y="105811"/>
                    <a:pt x="0" y="105894"/>
                  </a:cubicBezTo>
                  <a:cubicBezTo>
                    <a:pt x="155" y="105882"/>
                    <a:pt x="310" y="105870"/>
                    <a:pt x="477" y="105859"/>
                  </a:cubicBezTo>
                  <a:cubicBezTo>
                    <a:pt x="334" y="105775"/>
                    <a:pt x="191" y="105704"/>
                    <a:pt x="48" y="105632"/>
                  </a:cubicBezTo>
                  <a:close/>
                  <a:moveTo>
                    <a:pt x="26742" y="89095"/>
                  </a:moveTo>
                  <a:cubicBezTo>
                    <a:pt x="39958" y="90571"/>
                    <a:pt x="54805" y="91726"/>
                    <a:pt x="70724" y="92536"/>
                  </a:cubicBezTo>
                  <a:cubicBezTo>
                    <a:pt x="71247" y="104299"/>
                    <a:pt x="72259" y="115765"/>
                    <a:pt x="73724" y="126742"/>
                  </a:cubicBezTo>
                  <a:cubicBezTo>
                    <a:pt x="57901" y="124587"/>
                    <a:pt x="43292" y="121515"/>
                    <a:pt x="30397" y="117681"/>
                  </a:cubicBezTo>
                  <a:cubicBezTo>
                    <a:pt x="28599" y="108418"/>
                    <a:pt x="27373" y="98858"/>
                    <a:pt x="26742" y="89095"/>
                  </a:cubicBezTo>
                  <a:close/>
                  <a:moveTo>
                    <a:pt x="227410" y="89095"/>
                  </a:moveTo>
                  <a:cubicBezTo>
                    <a:pt x="226779" y="98858"/>
                    <a:pt x="225552" y="108418"/>
                    <a:pt x="223755" y="117681"/>
                  </a:cubicBezTo>
                  <a:cubicBezTo>
                    <a:pt x="210860" y="121515"/>
                    <a:pt x="196251" y="124587"/>
                    <a:pt x="180416" y="126742"/>
                  </a:cubicBezTo>
                  <a:cubicBezTo>
                    <a:pt x="181892" y="115765"/>
                    <a:pt x="182904" y="104299"/>
                    <a:pt x="183416" y="92536"/>
                  </a:cubicBezTo>
                  <a:cubicBezTo>
                    <a:pt x="199347" y="91726"/>
                    <a:pt x="214194" y="90571"/>
                    <a:pt x="227410" y="89095"/>
                  </a:cubicBezTo>
                  <a:close/>
                  <a:moveTo>
                    <a:pt x="71093" y="92559"/>
                  </a:moveTo>
                  <a:lnTo>
                    <a:pt x="71093" y="92559"/>
                  </a:lnTo>
                  <a:cubicBezTo>
                    <a:pt x="82630" y="93143"/>
                    <a:pt x="94715" y="93536"/>
                    <a:pt x="107169" y="93750"/>
                  </a:cubicBezTo>
                  <a:cubicBezTo>
                    <a:pt x="107371" y="106192"/>
                    <a:pt x="107776" y="118289"/>
                    <a:pt x="108347" y="129826"/>
                  </a:cubicBezTo>
                  <a:cubicBezTo>
                    <a:pt x="96477" y="129290"/>
                    <a:pt x="85011" y="128266"/>
                    <a:pt x="74117" y="126790"/>
                  </a:cubicBezTo>
                  <a:cubicBezTo>
                    <a:pt x="72640" y="115907"/>
                    <a:pt x="71617" y="104442"/>
                    <a:pt x="71093" y="92559"/>
                  </a:cubicBezTo>
                  <a:close/>
                  <a:moveTo>
                    <a:pt x="183059" y="92559"/>
                  </a:moveTo>
                  <a:lnTo>
                    <a:pt x="183059" y="92559"/>
                  </a:lnTo>
                  <a:cubicBezTo>
                    <a:pt x="182523" y="104442"/>
                    <a:pt x="181499" y="115907"/>
                    <a:pt x="180035" y="126802"/>
                  </a:cubicBezTo>
                  <a:cubicBezTo>
                    <a:pt x="169141" y="128266"/>
                    <a:pt x="157675" y="129290"/>
                    <a:pt x="145792" y="129826"/>
                  </a:cubicBezTo>
                  <a:cubicBezTo>
                    <a:pt x="146376" y="118289"/>
                    <a:pt x="146769" y="106192"/>
                    <a:pt x="146983" y="93750"/>
                  </a:cubicBezTo>
                  <a:cubicBezTo>
                    <a:pt x="159425" y="93536"/>
                    <a:pt x="171522" y="93143"/>
                    <a:pt x="183059" y="92559"/>
                  </a:cubicBezTo>
                  <a:close/>
                  <a:moveTo>
                    <a:pt x="107371" y="93750"/>
                  </a:moveTo>
                  <a:cubicBezTo>
                    <a:pt x="113860" y="93857"/>
                    <a:pt x="120432" y="93917"/>
                    <a:pt x="127076" y="93917"/>
                  </a:cubicBezTo>
                  <a:cubicBezTo>
                    <a:pt x="133708" y="93917"/>
                    <a:pt x="140292" y="93857"/>
                    <a:pt x="146769" y="93750"/>
                  </a:cubicBezTo>
                  <a:lnTo>
                    <a:pt x="146769" y="93750"/>
                  </a:lnTo>
                  <a:cubicBezTo>
                    <a:pt x="146566" y="106311"/>
                    <a:pt x="146150" y="118396"/>
                    <a:pt x="145578" y="129826"/>
                  </a:cubicBezTo>
                  <a:cubicBezTo>
                    <a:pt x="139506" y="130100"/>
                    <a:pt x="133339" y="130243"/>
                    <a:pt x="127076" y="130243"/>
                  </a:cubicBezTo>
                  <a:cubicBezTo>
                    <a:pt x="120813" y="130243"/>
                    <a:pt x="114634" y="130100"/>
                    <a:pt x="108574" y="129826"/>
                  </a:cubicBezTo>
                  <a:cubicBezTo>
                    <a:pt x="107990" y="118396"/>
                    <a:pt x="107585" y="106311"/>
                    <a:pt x="107371" y="93750"/>
                  </a:cubicBezTo>
                  <a:close/>
                  <a:moveTo>
                    <a:pt x="266653" y="116300"/>
                  </a:moveTo>
                  <a:lnTo>
                    <a:pt x="266653" y="116300"/>
                  </a:lnTo>
                  <a:cubicBezTo>
                    <a:pt x="259152" y="126861"/>
                    <a:pt x="248817" y="136600"/>
                    <a:pt x="235875" y="145101"/>
                  </a:cubicBezTo>
                  <a:cubicBezTo>
                    <a:pt x="235411" y="145399"/>
                    <a:pt x="234946" y="145697"/>
                    <a:pt x="234482" y="145994"/>
                  </a:cubicBezTo>
                  <a:cubicBezTo>
                    <a:pt x="234756" y="146006"/>
                    <a:pt x="235030" y="146018"/>
                    <a:pt x="235304" y="146030"/>
                  </a:cubicBezTo>
                  <a:cubicBezTo>
                    <a:pt x="235577" y="145852"/>
                    <a:pt x="235851" y="145673"/>
                    <a:pt x="236137" y="145494"/>
                  </a:cubicBezTo>
                  <a:cubicBezTo>
                    <a:pt x="248710" y="137243"/>
                    <a:pt x="258854" y="127814"/>
                    <a:pt x="266319" y="117586"/>
                  </a:cubicBezTo>
                  <a:lnTo>
                    <a:pt x="266319" y="117586"/>
                  </a:lnTo>
                  <a:cubicBezTo>
                    <a:pt x="263533" y="127504"/>
                    <a:pt x="259831" y="137005"/>
                    <a:pt x="255306" y="145971"/>
                  </a:cubicBezTo>
                  <a:cubicBezTo>
                    <a:pt x="255544" y="145983"/>
                    <a:pt x="255794" y="145994"/>
                    <a:pt x="256032" y="146006"/>
                  </a:cubicBezTo>
                  <a:cubicBezTo>
                    <a:pt x="260354" y="137374"/>
                    <a:pt x="263879" y="128338"/>
                    <a:pt x="266569" y="118991"/>
                  </a:cubicBezTo>
                  <a:cubicBezTo>
                    <a:pt x="266593" y="118098"/>
                    <a:pt x="266617" y="117193"/>
                    <a:pt x="266653" y="116300"/>
                  </a:cubicBezTo>
                  <a:close/>
                  <a:moveTo>
                    <a:pt x="1798" y="132362"/>
                  </a:moveTo>
                  <a:cubicBezTo>
                    <a:pt x="1774" y="132540"/>
                    <a:pt x="1739" y="132731"/>
                    <a:pt x="1715" y="132933"/>
                  </a:cubicBezTo>
                  <a:cubicBezTo>
                    <a:pt x="6573" y="137362"/>
                    <a:pt x="12014" y="141553"/>
                    <a:pt x="18015" y="145494"/>
                  </a:cubicBezTo>
                  <a:cubicBezTo>
                    <a:pt x="18229" y="145637"/>
                    <a:pt x="18455" y="145780"/>
                    <a:pt x="18669" y="145923"/>
                  </a:cubicBezTo>
                  <a:cubicBezTo>
                    <a:pt x="18681" y="145899"/>
                    <a:pt x="18681" y="145887"/>
                    <a:pt x="18693" y="145875"/>
                  </a:cubicBezTo>
                  <a:lnTo>
                    <a:pt x="18693" y="145875"/>
                  </a:lnTo>
                  <a:cubicBezTo>
                    <a:pt x="18681" y="145899"/>
                    <a:pt x="18693" y="145911"/>
                    <a:pt x="18693" y="145935"/>
                  </a:cubicBezTo>
                  <a:cubicBezTo>
                    <a:pt x="18800" y="146006"/>
                    <a:pt x="18908" y="146066"/>
                    <a:pt x="19015" y="146137"/>
                  </a:cubicBezTo>
                  <a:cubicBezTo>
                    <a:pt x="19348" y="146256"/>
                    <a:pt x="19872" y="146328"/>
                    <a:pt x="20336" y="146423"/>
                  </a:cubicBezTo>
                  <a:cubicBezTo>
                    <a:pt x="19646" y="145983"/>
                    <a:pt x="18955" y="145542"/>
                    <a:pt x="18277" y="145090"/>
                  </a:cubicBezTo>
                  <a:cubicBezTo>
                    <a:pt x="12204" y="141113"/>
                    <a:pt x="6692" y="136850"/>
                    <a:pt x="1798" y="132362"/>
                  </a:cubicBezTo>
                  <a:close/>
                  <a:moveTo>
                    <a:pt x="176558" y="0"/>
                  </a:moveTo>
                  <a:cubicBezTo>
                    <a:pt x="176701" y="572"/>
                    <a:pt x="176832" y="1167"/>
                    <a:pt x="176963" y="1774"/>
                  </a:cubicBezTo>
                  <a:lnTo>
                    <a:pt x="176903" y="1774"/>
                  </a:lnTo>
                  <a:cubicBezTo>
                    <a:pt x="178070" y="7787"/>
                    <a:pt x="179106" y="14038"/>
                    <a:pt x="179975" y="20491"/>
                  </a:cubicBezTo>
                  <a:cubicBezTo>
                    <a:pt x="168998" y="19015"/>
                    <a:pt x="157544" y="18003"/>
                    <a:pt x="145781" y="17491"/>
                  </a:cubicBezTo>
                  <a:cubicBezTo>
                    <a:pt x="145507" y="12157"/>
                    <a:pt x="145197" y="6942"/>
                    <a:pt x="144852" y="1858"/>
                  </a:cubicBezTo>
                  <a:cubicBezTo>
                    <a:pt x="144780" y="1870"/>
                    <a:pt x="144697" y="1870"/>
                    <a:pt x="144626" y="1870"/>
                  </a:cubicBezTo>
                  <a:cubicBezTo>
                    <a:pt x="144971" y="6918"/>
                    <a:pt x="145292" y="12121"/>
                    <a:pt x="145554" y="17479"/>
                  </a:cubicBezTo>
                  <a:cubicBezTo>
                    <a:pt x="139470" y="17217"/>
                    <a:pt x="133303" y="17074"/>
                    <a:pt x="127076" y="17074"/>
                  </a:cubicBezTo>
                  <a:cubicBezTo>
                    <a:pt x="120849" y="17074"/>
                    <a:pt x="114681" y="17217"/>
                    <a:pt x="108585" y="17479"/>
                  </a:cubicBezTo>
                  <a:cubicBezTo>
                    <a:pt x="108895" y="11573"/>
                    <a:pt x="109240" y="5846"/>
                    <a:pt x="109621" y="322"/>
                  </a:cubicBezTo>
                  <a:lnTo>
                    <a:pt x="109621" y="322"/>
                  </a:lnTo>
                  <a:cubicBezTo>
                    <a:pt x="109550" y="334"/>
                    <a:pt x="109478" y="334"/>
                    <a:pt x="109407" y="346"/>
                  </a:cubicBezTo>
                  <a:cubicBezTo>
                    <a:pt x="109014" y="5894"/>
                    <a:pt x="108669" y="11621"/>
                    <a:pt x="108371" y="17491"/>
                  </a:cubicBezTo>
                  <a:cubicBezTo>
                    <a:pt x="96608" y="18003"/>
                    <a:pt x="85142" y="19015"/>
                    <a:pt x="74164" y="20491"/>
                  </a:cubicBezTo>
                  <a:cubicBezTo>
                    <a:pt x="75069" y="13871"/>
                    <a:pt x="76129" y="7454"/>
                    <a:pt x="77343" y="1298"/>
                  </a:cubicBezTo>
                  <a:lnTo>
                    <a:pt x="77343" y="1298"/>
                  </a:lnTo>
                  <a:cubicBezTo>
                    <a:pt x="77212" y="1310"/>
                    <a:pt x="77081" y="1322"/>
                    <a:pt x="76951" y="1334"/>
                  </a:cubicBezTo>
                  <a:cubicBezTo>
                    <a:pt x="75724" y="7537"/>
                    <a:pt x="74665" y="13954"/>
                    <a:pt x="73783" y="20539"/>
                  </a:cubicBezTo>
                  <a:cubicBezTo>
                    <a:pt x="58198" y="22646"/>
                    <a:pt x="43601" y="25682"/>
                    <a:pt x="30480" y="29575"/>
                  </a:cubicBezTo>
                  <a:cubicBezTo>
                    <a:pt x="32374" y="19872"/>
                    <a:pt x="34910" y="10502"/>
                    <a:pt x="38029" y="1560"/>
                  </a:cubicBezTo>
                  <a:cubicBezTo>
                    <a:pt x="37874" y="1548"/>
                    <a:pt x="37708" y="1548"/>
                    <a:pt x="37541" y="1536"/>
                  </a:cubicBezTo>
                  <a:cubicBezTo>
                    <a:pt x="34409" y="10525"/>
                    <a:pt x="31862" y="19955"/>
                    <a:pt x="29968" y="29718"/>
                  </a:cubicBezTo>
                  <a:cubicBezTo>
                    <a:pt x="25849" y="30957"/>
                    <a:pt x="21884" y="32266"/>
                    <a:pt x="18086" y="33659"/>
                  </a:cubicBezTo>
                  <a:cubicBezTo>
                    <a:pt x="12252" y="35802"/>
                    <a:pt x="6942" y="38088"/>
                    <a:pt x="2191" y="40493"/>
                  </a:cubicBezTo>
                  <a:lnTo>
                    <a:pt x="2179" y="40934"/>
                  </a:lnTo>
                  <a:cubicBezTo>
                    <a:pt x="10097" y="36910"/>
                    <a:pt x="19420" y="33278"/>
                    <a:pt x="29885" y="30147"/>
                  </a:cubicBezTo>
                  <a:lnTo>
                    <a:pt x="29885" y="30147"/>
                  </a:lnTo>
                  <a:cubicBezTo>
                    <a:pt x="28111" y="39386"/>
                    <a:pt x="26885" y="48911"/>
                    <a:pt x="26266" y="58627"/>
                  </a:cubicBezTo>
                  <a:cubicBezTo>
                    <a:pt x="23480" y="58948"/>
                    <a:pt x="20765" y="59270"/>
                    <a:pt x="18134" y="59615"/>
                  </a:cubicBezTo>
                  <a:cubicBezTo>
                    <a:pt x="11621" y="60460"/>
                    <a:pt x="5763" y="61365"/>
                    <a:pt x="584" y="62329"/>
                  </a:cubicBezTo>
                  <a:cubicBezTo>
                    <a:pt x="596" y="62389"/>
                    <a:pt x="596" y="62460"/>
                    <a:pt x="608" y="62520"/>
                  </a:cubicBezTo>
                  <a:cubicBezTo>
                    <a:pt x="7942" y="61163"/>
                    <a:pt x="16574" y="59924"/>
                    <a:pt x="26254" y="58841"/>
                  </a:cubicBezTo>
                  <a:lnTo>
                    <a:pt x="26254" y="58841"/>
                  </a:lnTo>
                  <a:cubicBezTo>
                    <a:pt x="25944" y="63794"/>
                    <a:pt x="25777" y="68794"/>
                    <a:pt x="25777" y="73843"/>
                  </a:cubicBezTo>
                  <a:cubicBezTo>
                    <a:pt x="25777" y="78879"/>
                    <a:pt x="25944" y="83880"/>
                    <a:pt x="26254" y="88833"/>
                  </a:cubicBezTo>
                  <a:cubicBezTo>
                    <a:pt x="17014" y="87797"/>
                    <a:pt x="8740" y="86618"/>
                    <a:pt x="1620" y="85332"/>
                  </a:cubicBezTo>
                  <a:cubicBezTo>
                    <a:pt x="1620" y="85404"/>
                    <a:pt x="1620" y="85475"/>
                    <a:pt x="1620" y="85535"/>
                  </a:cubicBezTo>
                  <a:cubicBezTo>
                    <a:pt x="6537" y="86428"/>
                    <a:pt x="12050" y="87273"/>
                    <a:pt x="18134" y="88059"/>
                  </a:cubicBezTo>
                  <a:cubicBezTo>
                    <a:pt x="20765" y="88404"/>
                    <a:pt x="23480" y="88726"/>
                    <a:pt x="26266" y="89047"/>
                  </a:cubicBezTo>
                  <a:cubicBezTo>
                    <a:pt x="26885" y="98762"/>
                    <a:pt x="28099" y="108287"/>
                    <a:pt x="29885" y="117527"/>
                  </a:cubicBezTo>
                  <a:cubicBezTo>
                    <a:pt x="18824" y="114217"/>
                    <a:pt x="9037" y="110359"/>
                    <a:pt x="846" y="106049"/>
                  </a:cubicBezTo>
                  <a:lnTo>
                    <a:pt x="846" y="106049"/>
                  </a:lnTo>
                  <a:cubicBezTo>
                    <a:pt x="858" y="106204"/>
                    <a:pt x="870" y="106359"/>
                    <a:pt x="881" y="106513"/>
                  </a:cubicBezTo>
                  <a:cubicBezTo>
                    <a:pt x="5977" y="109169"/>
                    <a:pt x="11716" y="111669"/>
                    <a:pt x="18086" y="114014"/>
                  </a:cubicBezTo>
                  <a:cubicBezTo>
                    <a:pt x="21884" y="115407"/>
                    <a:pt x="25849" y="116717"/>
                    <a:pt x="29968" y="117955"/>
                  </a:cubicBezTo>
                  <a:cubicBezTo>
                    <a:pt x="31850" y="127611"/>
                    <a:pt x="34350" y="136946"/>
                    <a:pt x="37446" y="145852"/>
                  </a:cubicBezTo>
                  <a:cubicBezTo>
                    <a:pt x="37600" y="145840"/>
                    <a:pt x="37767" y="145840"/>
                    <a:pt x="37934" y="145828"/>
                  </a:cubicBezTo>
                  <a:cubicBezTo>
                    <a:pt x="34862" y="136981"/>
                    <a:pt x="32362" y="127706"/>
                    <a:pt x="30480" y="118098"/>
                  </a:cubicBezTo>
                  <a:lnTo>
                    <a:pt x="30480" y="118098"/>
                  </a:lnTo>
                  <a:cubicBezTo>
                    <a:pt x="43589" y="121992"/>
                    <a:pt x="58198" y="125028"/>
                    <a:pt x="73783" y="127135"/>
                  </a:cubicBezTo>
                  <a:cubicBezTo>
                    <a:pt x="74653" y="133600"/>
                    <a:pt x="75688" y="139910"/>
                    <a:pt x="76879" y="146006"/>
                  </a:cubicBezTo>
                  <a:cubicBezTo>
                    <a:pt x="77010" y="146006"/>
                    <a:pt x="77141" y="146018"/>
                    <a:pt x="77272" y="146018"/>
                  </a:cubicBezTo>
                  <a:cubicBezTo>
                    <a:pt x="76093" y="139970"/>
                    <a:pt x="75046" y="133683"/>
                    <a:pt x="74164" y="127183"/>
                  </a:cubicBezTo>
                  <a:lnTo>
                    <a:pt x="74164" y="127183"/>
                  </a:lnTo>
                  <a:cubicBezTo>
                    <a:pt x="85154" y="128659"/>
                    <a:pt x="96608" y="129659"/>
                    <a:pt x="108371" y="130183"/>
                  </a:cubicBezTo>
                  <a:cubicBezTo>
                    <a:pt x="108657" y="135850"/>
                    <a:pt x="108990" y="141375"/>
                    <a:pt x="109371" y="146733"/>
                  </a:cubicBezTo>
                  <a:cubicBezTo>
                    <a:pt x="109443" y="146745"/>
                    <a:pt x="109514" y="146745"/>
                    <a:pt x="109586" y="146756"/>
                  </a:cubicBezTo>
                  <a:cubicBezTo>
                    <a:pt x="109205" y="141411"/>
                    <a:pt x="108883" y="135886"/>
                    <a:pt x="108585" y="130195"/>
                  </a:cubicBezTo>
                  <a:lnTo>
                    <a:pt x="108585" y="130195"/>
                  </a:lnTo>
                  <a:cubicBezTo>
                    <a:pt x="114681" y="130457"/>
                    <a:pt x="120849" y="130600"/>
                    <a:pt x="127076" y="130600"/>
                  </a:cubicBezTo>
                  <a:cubicBezTo>
                    <a:pt x="133303" y="130600"/>
                    <a:pt x="139470" y="130457"/>
                    <a:pt x="145554" y="130195"/>
                  </a:cubicBezTo>
                  <a:lnTo>
                    <a:pt x="145554" y="130195"/>
                  </a:lnTo>
                  <a:cubicBezTo>
                    <a:pt x="145328" y="134815"/>
                    <a:pt x="145066" y="139327"/>
                    <a:pt x="144769" y="143720"/>
                  </a:cubicBezTo>
                  <a:cubicBezTo>
                    <a:pt x="144828" y="143851"/>
                    <a:pt x="144888" y="143994"/>
                    <a:pt x="144959" y="144161"/>
                  </a:cubicBezTo>
                  <a:cubicBezTo>
                    <a:pt x="145257" y="139613"/>
                    <a:pt x="145531" y="134945"/>
                    <a:pt x="145781" y="130183"/>
                  </a:cubicBezTo>
                  <a:cubicBezTo>
                    <a:pt x="157544" y="129671"/>
                    <a:pt x="168998" y="128659"/>
                    <a:pt x="179975" y="127183"/>
                  </a:cubicBezTo>
                  <a:lnTo>
                    <a:pt x="179975" y="127183"/>
                  </a:lnTo>
                  <a:cubicBezTo>
                    <a:pt x="179106" y="133588"/>
                    <a:pt x="178094" y="139791"/>
                    <a:pt x="176927" y="145756"/>
                  </a:cubicBezTo>
                  <a:lnTo>
                    <a:pt x="177034" y="145756"/>
                  </a:lnTo>
                  <a:cubicBezTo>
                    <a:pt x="177142" y="145697"/>
                    <a:pt x="177249" y="145625"/>
                    <a:pt x="177356" y="145566"/>
                  </a:cubicBezTo>
                  <a:cubicBezTo>
                    <a:pt x="178511" y="139601"/>
                    <a:pt x="179511" y="133445"/>
                    <a:pt x="180368" y="127135"/>
                  </a:cubicBezTo>
                  <a:cubicBezTo>
                    <a:pt x="195953" y="125028"/>
                    <a:pt x="210551" y="121992"/>
                    <a:pt x="223671" y="118098"/>
                  </a:cubicBezTo>
                  <a:lnTo>
                    <a:pt x="223671" y="118098"/>
                  </a:lnTo>
                  <a:cubicBezTo>
                    <a:pt x="221814" y="127599"/>
                    <a:pt x="219337" y="136791"/>
                    <a:pt x="216301" y="145554"/>
                  </a:cubicBezTo>
                  <a:lnTo>
                    <a:pt x="216801" y="145554"/>
                  </a:lnTo>
                  <a:cubicBezTo>
                    <a:pt x="219849" y="136743"/>
                    <a:pt x="222326" y="127504"/>
                    <a:pt x="224183" y="117943"/>
                  </a:cubicBezTo>
                  <a:cubicBezTo>
                    <a:pt x="228291" y="116717"/>
                    <a:pt x="232268" y="115407"/>
                    <a:pt x="236066" y="114002"/>
                  </a:cubicBezTo>
                  <a:cubicBezTo>
                    <a:pt x="249877" y="108930"/>
                    <a:pt x="260747" y="103073"/>
                    <a:pt x="268367" y="96679"/>
                  </a:cubicBezTo>
                  <a:cubicBezTo>
                    <a:pt x="268391" y="96476"/>
                    <a:pt x="268427" y="96286"/>
                    <a:pt x="268451" y="96084"/>
                  </a:cubicBezTo>
                  <a:lnTo>
                    <a:pt x="268451" y="96084"/>
                  </a:lnTo>
                  <a:cubicBezTo>
                    <a:pt x="258592" y="104477"/>
                    <a:pt x="243317" y="111824"/>
                    <a:pt x="224267" y="117527"/>
                  </a:cubicBezTo>
                  <a:cubicBezTo>
                    <a:pt x="226041" y="108287"/>
                    <a:pt x="227267" y="98762"/>
                    <a:pt x="227886" y="89047"/>
                  </a:cubicBezTo>
                  <a:cubicBezTo>
                    <a:pt x="230672" y="88726"/>
                    <a:pt x="233387" y="88404"/>
                    <a:pt x="236018" y="88059"/>
                  </a:cubicBezTo>
                  <a:cubicBezTo>
                    <a:pt x="248770" y="86404"/>
                    <a:pt x="259009" y="84511"/>
                    <a:pt x="266510" y="82451"/>
                  </a:cubicBezTo>
                  <a:cubicBezTo>
                    <a:pt x="266510" y="82379"/>
                    <a:pt x="266510" y="82308"/>
                    <a:pt x="266510" y="82249"/>
                  </a:cubicBezTo>
                  <a:cubicBezTo>
                    <a:pt x="257306" y="84773"/>
                    <a:pt x="244079" y="87023"/>
                    <a:pt x="227898" y="88833"/>
                  </a:cubicBezTo>
                  <a:cubicBezTo>
                    <a:pt x="228208" y="83880"/>
                    <a:pt x="228362" y="78867"/>
                    <a:pt x="228362" y="73831"/>
                  </a:cubicBezTo>
                  <a:cubicBezTo>
                    <a:pt x="228362" y="68794"/>
                    <a:pt x="228208" y="63782"/>
                    <a:pt x="227898" y="58829"/>
                  </a:cubicBezTo>
                  <a:lnTo>
                    <a:pt x="227898" y="58829"/>
                  </a:lnTo>
                  <a:cubicBezTo>
                    <a:pt x="244519" y="60698"/>
                    <a:pt x="258009" y="63008"/>
                    <a:pt x="267248" y="65627"/>
                  </a:cubicBezTo>
                  <a:cubicBezTo>
                    <a:pt x="267248" y="65556"/>
                    <a:pt x="267260" y="65496"/>
                    <a:pt x="267260" y="65425"/>
                  </a:cubicBezTo>
                  <a:cubicBezTo>
                    <a:pt x="259711" y="63282"/>
                    <a:pt x="249210" y="61317"/>
                    <a:pt x="236018" y="59603"/>
                  </a:cubicBezTo>
                  <a:cubicBezTo>
                    <a:pt x="233387" y="59270"/>
                    <a:pt x="230672" y="58936"/>
                    <a:pt x="227886" y="58627"/>
                  </a:cubicBezTo>
                  <a:cubicBezTo>
                    <a:pt x="227267" y="48899"/>
                    <a:pt x="226041" y="39374"/>
                    <a:pt x="224267" y="30135"/>
                  </a:cubicBezTo>
                  <a:lnTo>
                    <a:pt x="224267" y="30135"/>
                  </a:lnTo>
                  <a:cubicBezTo>
                    <a:pt x="243650" y="35945"/>
                    <a:pt x="259116" y="43446"/>
                    <a:pt x="268963" y="52019"/>
                  </a:cubicBezTo>
                  <a:cubicBezTo>
                    <a:pt x="268986" y="51864"/>
                    <a:pt x="269010" y="51709"/>
                    <a:pt x="269046" y="51566"/>
                  </a:cubicBezTo>
                  <a:cubicBezTo>
                    <a:pt x="261390" y="44946"/>
                    <a:pt x="250294" y="38886"/>
                    <a:pt x="236066" y="33659"/>
                  </a:cubicBezTo>
                  <a:cubicBezTo>
                    <a:pt x="232268" y="32266"/>
                    <a:pt x="228291" y="30945"/>
                    <a:pt x="224183" y="29718"/>
                  </a:cubicBezTo>
                  <a:cubicBezTo>
                    <a:pt x="222338" y="20277"/>
                    <a:pt x="219909" y="11133"/>
                    <a:pt x="216908" y="2417"/>
                  </a:cubicBezTo>
                  <a:cubicBezTo>
                    <a:pt x="216766" y="2513"/>
                    <a:pt x="216635" y="2620"/>
                    <a:pt x="216504" y="2715"/>
                  </a:cubicBezTo>
                  <a:cubicBezTo>
                    <a:pt x="219456" y="11299"/>
                    <a:pt x="221850" y="20277"/>
                    <a:pt x="223671" y="29563"/>
                  </a:cubicBezTo>
                  <a:cubicBezTo>
                    <a:pt x="210551" y="25682"/>
                    <a:pt x="195953" y="22646"/>
                    <a:pt x="180368" y="20539"/>
                  </a:cubicBezTo>
                  <a:cubicBezTo>
                    <a:pt x="179416" y="13490"/>
                    <a:pt x="178273" y="6644"/>
                    <a:pt x="176951" y="36"/>
                  </a:cubicBezTo>
                  <a:cubicBezTo>
                    <a:pt x="176820" y="24"/>
                    <a:pt x="176689" y="12"/>
                    <a:pt x="176558" y="0"/>
                  </a:cubicBezTo>
                  <a:close/>
                </a:path>
              </a:pathLst>
            </a:custGeom>
            <a:solidFill>
              <a:srgbClr val="E3C98E">
                <a:alpha val="246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1" name="Google Shape;621;p4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22" name="Google Shape;622;p41"/>
          <p:cNvSpPr txBox="1"/>
          <p:nvPr>
            <p:ph idx="1" type="subTitle"/>
          </p:nvPr>
        </p:nvSpPr>
        <p:spPr>
          <a:xfrm>
            <a:off x="720000" y="1437025"/>
            <a:ext cx="3852000" cy="26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23" name="Google Shape;623;p41"/>
          <p:cNvSpPr txBox="1"/>
          <p:nvPr>
            <p:ph idx="2" type="subTitle"/>
          </p:nvPr>
        </p:nvSpPr>
        <p:spPr>
          <a:xfrm>
            <a:off x="4689950" y="1437025"/>
            <a:ext cx="3740700" cy="26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Char char="●"/>
              <a:defRPr b="0" sz="1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624" name="Google Shape;624;p41"/>
          <p:cNvGrpSpPr/>
          <p:nvPr/>
        </p:nvGrpSpPr>
        <p:grpSpPr>
          <a:xfrm>
            <a:off x="7412358" y="3892323"/>
            <a:ext cx="1448589" cy="1096968"/>
            <a:chOff x="134483" y="3809523"/>
            <a:chExt cx="1448589" cy="1096968"/>
          </a:xfrm>
        </p:grpSpPr>
        <p:sp>
          <p:nvSpPr>
            <p:cNvPr id="625" name="Google Shape;625;p41"/>
            <p:cNvSpPr/>
            <p:nvPr/>
          </p:nvSpPr>
          <p:spPr>
            <a:xfrm>
              <a:off x="503887" y="4792749"/>
              <a:ext cx="709800" cy="54900"/>
            </a:xfrm>
            <a:prstGeom prst="ellipse">
              <a:avLst/>
            </a:prstGeom>
            <a:solidFill>
              <a:srgbClr val="033342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26" name="Google Shape;626;p41"/>
            <p:cNvGrpSpPr/>
            <p:nvPr/>
          </p:nvGrpSpPr>
          <p:grpSpPr>
            <a:xfrm>
              <a:off x="134483" y="3809523"/>
              <a:ext cx="1448589" cy="1096968"/>
              <a:chOff x="3321225" y="6290500"/>
              <a:chExt cx="645050" cy="488475"/>
            </a:xfrm>
          </p:grpSpPr>
          <p:sp>
            <p:nvSpPr>
              <p:cNvPr id="627" name="Google Shape;627;p41"/>
              <p:cNvSpPr/>
              <p:nvPr/>
            </p:nvSpPr>
            <p:spPr>
              <a:xfrm>
                <a:off x="3321225" y="6290500"/>
                <a:ext cx="645050" cy="488475"/>
              </a:xfrm>
              <a:custGeom>
                <a:rect b="b" l="l" r="r" t="t"/>
                <a:pathLst>
                  <a:path extrusionOk="0" h="19539" w="25802">
                    <a:moveTo>
                      <a:pt x="16824" y="0"/>
                    </a:moveTo>
                    <a:lnTo>
                      <a:pt x="11752" y="5001"/>
                    </a:lnTo>
                    <a:lnTo>
                      <a:pt x="4883" y="2405"/>
                    </a:lnTo>
                    <a:lnTo>
                      <a:pt x="1" y="6513"/>
                    </a:lnTo>
                    <a:lnTo>
                      <a:pt x="3859" y="19538"/>
                    </a:lnTo>
                    <a:lnTo>
                      <a:pt x="9050" y="15919"/>
                    </a:lnTo>
                    <a:lnTo>
                      <a:pt x="15681" y="18264"/>
                    </a:lnTo>
                    <a:lnTo>
                      <a:pt x="19896" y="14050"/>
                    </a:lnTo>
                    <a:lnTo>
                      <a:pt x="25802" y="16038"/>
                    </a:lnTo>
                    <a:lnTo>
                      <a:pt x="23337" y="1751"/>
                    </a:lnTo>
                    <a:lnTo>
                      <a:pt x="1682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8" name="Google Shape;628;p41"/>
              <p:cNvSpPr/>
              <p:nvPr/>
            </p:nvSpPr>
            <p:spPr>
              <a:xfrm>
                <a:off x="3356350" y="6321150"/>
                <a:ext cx="591775" cy="436100"/>
              </a:xfrm>
              <a:custGeom>
                <a:rect b="b" l="l" r="r" t="t"/>
                <a:pathLst>
                  <a:path extrusionOk="0" h="17444" w="23671">
                    <a:moveTo>
                      <a:pt x="14872" y="1"/>
                    </a:moveTo>
                    <a:lnTo>
                      <a:pt x="10383" y="4263"/>
                    </a:lnTo>
                    <a:lnTo>
                      <a:pt x="9585" y="3977"/>
                    </a:lnTo>
                    <a:lnTo>
                      <a:pt x="5002" y="4858"/>
                    </a:lnTo>
                    <a:lnTo>
                      <a:pt x="4347" y="4358"/>
                    </a:lnTo>
                    <a:lnTo>
                      <a:pt x="1" y="7918"/>
                    </a:lnTo>
                    <a:lnTo>
                      <a:pt x="2823" y="17443"/>
                    </a:lnTo>
                    <a:lnTo>
                      <a:pt x="7454" y="14002"/>
                    </a:lnTo>
                    <a:lnTo>
                      <a:pt x="9121" y="14657"/>
                    </a:lnTo>
                    <a:lnTo>
                      <a:pt x="18229" y="12455"/>
                    </a:lnTo>
                    <a:lnTo>
                      <a:pt x="18396" y="12276"/>
                    </a:lnTo>
                    <a:lnTo>
                      <a:pt x="23671" y="13693"/>
                    </a:lnTo>
                    <a:lnTo>
                      <a:pt x="22658" y="8025"/>
                    </a:lnTo>
                    <a:cubicBezTo>
                      <a:pt x="22635" y="8014"/>
                      <a:pt x="22599" y="8002"/>
                      <a:pt x="22575" y="7990"/>
                    </a:cubicBezTo>
                    <a:lnTo>
                      <a:pt x="20623" y="2346"/>
                    </a:lnTo>
                    <a:lnTo>
                      <a:pt x="16646" y="1263"/>
                    </a:lnTo>
                    <a:lnTo>
                      <a:pt x="1487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9" name="Google Shape;629;p41"/>
              <p:cNvSpPr/>
              <p:nvPr/>
            </p:nvSpPr>
            <p:spPr>
              <a:xfrm>
                <a:off x="3584375" y="6505575"/>
                <a:ext cx="229800" cy="230525"/>
              </a:xfrm>
              <a:custGeom>
                <a:rect b="b" l="l" r="r" t="t"/>
                <a:pathLst>
                  <a:path extrusionOk="0" h="9221" w="9192">
                    <a:moveTo>
                      <a:pt x="5374" y="1"/>
                    </a:moveTo>
                    <a:cubicBezTo>
                      <a:pt x="4795" y="1"/>
                      <a:pt x="4238" y="65"/>
                      <a:pt x="3786" y="160"/>
                    </a:cubicBezTo>
                    <a:cubicBezTo>
                      <a:pt x="2739" y="375"/>
                      <a:pt x="1322" y="827"/>
                      <a:pt x="834" y="1887"/>
                    </a:cubicBezTo>
                    <a:cubicBezTo>
                      <a:pt x="536" y="2482"/>
                      <a:pt x="476" y="3089"/>
                      <a:pt x="1226" y="3184"/>
                    </a:cubicBezTo>
                    <a:cubicBezTo>
                      <a:pt x="1281" y="3190"/>
                      <a:pt x="1338" y="3192"/>
                      <a:pt x="1398" y="3192"/>
                    </a:cubicBezTo>
                    <a:cubicBezTo>
                      <a:pt x="1665" y="3192"/>
                      <a:pt x="1977" y="3145"/>
                      <a:pt x="2275" y="3145"/>
                    </a:cubicBezTo>
                    <a:cubicBezTo>
                      <a:pt x="2605" y="3145"/>
                      <a:pt x="2916" y="3203"/>
                      <a:pt x="3131" y="3446"/>
                    </a:cubicBezTo>
                    <a:cubicBezTo>
                      <a:pt x="3524" y="3899"/>
                      <a:pt x="3131" y="4804"/>
                      <a:pt x="2703" y="5113"/>
                    </a:cubicBezTo>
                    <a:cubicBezTo>
                      <a:pt x="2498" y="5269"/>
                      <a:pt x="2307" y="5338"/>
                      <a:pt x="2133" y="5338"/>
                    </a:cubicBezTo>
                    <a:cubicBezTo>
                      <a:pt x="1802" y="5338"/>
                      <a:pt x="1538" y="5083"/>
                      <a:pt x="1381" y="4685"/>
                    </a:cubicBezTo>
                    <a:cubicBezTo>
                      <a:pt x="1278" y="4376"/>
                      <a:pt x="1183" y="4154"/>
                      <a:pt x="1087" y="4154"/>
                    </a:cubicBezTo>
                    <a:cubicBezTo>
                      <a:pt x="1016" y="4154"/>
                      <a:pt x="945" y="4273"/>
                      <a:pt x="869" y="4566"/>
                    </a:cubicBezTo>
                    <a:cubicBezTo>
                      <a:pt x="667" y="5292"/>
                      <a:pt x="488" y="6471"/>
                      <a:pt x="0" y="7268"/>
                    </a:cubicBezTo>
                    <a:lnTo>
                      <a:pt x="5001" y="9221"/>
                    </a:lnTo>
                    <a:lnTo>
                      <a:pt x="9108" y="5078"/>
                    </a:lnTo>
                    <a:cubicBezTo>
                      <a:pt x="9120" y="4947"/>
                      <a:pt x="9120" y="4816"/>
                      <a:pt x="9132" y="4685"/>
                    </a:cubicBezTo>
                    <a:cubicBezTo>
                      <a:pt x="9156" y="3637"/>
                      <a:pt x="9192" y="2161"/>
                      <a:pt x="8561" y="1220"/>
                    </a:cubicBezTo>
                    <a:cubicBezTo>
                      <a:pt x="7944" y="296"/>
                      <a:pt x="6610" y="1"/>
                      <a:pt x="537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0" name="Google Shape;630;p41"/>
              <p:cNvSpPr/>
              <p:nvPr/>
            </p:nvSpPr>
            <p:spPr>
              <a:xfrm>
                <a:off x="3338200" y="6368175"/>
                <a:ext cx="257800" cy="298275"/>
              </a:xfrm>
              <a:custGeom>
                <a:rect b="b" l="l" r="r" t="t"/>
                <a:pathLst>
                  <a:path extrusionOk="0" h="11931" w="10312">
                    <a:moveTo>
                      <a:pt x="4251" y="1"/>
                    </a:moveTo>
                    <a:lnTo>
                      <a:pt x="1" y="3573"/>
                    </a:lnTo>
                    <a:lnTo>
                      <a:pt x="727" y="6037"/>
                    </a:lnTo>
                    <a:cubicBezTo>
                      <a:pt x="1040" y="5956"/>
                      <a:pt x="1370" y="5911"/>
                      <a:pt x="1681" y="5911"/>
                    </a:cubicBezTo>
                    <a:cubicBezTo>
                      <a:pt x="2279" y="5911"/>
                      <a:pt x="2805" y="6078"/>
                      <a:pt x="3001" y="6478"/>
                    </a:cubicBezTo>
                    <a:cubicBezTo>
                      <a:pt x="3144" y="6775"/>
                      <a:pt x="2787" y="7895"/>
                      <a:pt x="3120" y="8038"/>
                    </a:cubicBezTo>
                    <a:cubicBezTo>
                      <a:pt x="3149" y="8055"/>
                      <a:pt x="3177" y="8063"/>
                      <a:pt x="3203" y="8063"/>
                    </a:cubicBezTo>
                    <a:cubicBezTo>
                      <a:pt x="3554" y="8063"/>
                      <a:pt x="3669" y="6607"/>
                      <a:pt x="3692" y="6418"/>
                    </a:cubicBezTo>
                    <a:cubicBezTo>
                      <a:pt x="3870" y="5537"/>
                      <a:pt x="4263" y="4728"/>
                      <a:pt x="5204" y="4489"/>
                    </a:cubicBezTo>
                    <a:cubicBezTo>
                      <a:pt x="5357" y="4448"/>
                      <a:pt x="5534" y="4424"/>
                      <a:pt x="5716" y="4424"/>
                    </a:cubicBezTo>
                    <a:cubicBezTo>
                      <a:pt x="6213" y="4424"/>
                      <a:pt x="6744" y="4599"/>
                      <a:pt x="6918" y="5061"/>
                    </a:cubicBezTo>
                    <a:cubicBezTo>
                      <a:pt x="7156" y="5728"/>
                      <a:pt x="6311" y="6323"/>
                      <a:pt x="5954" y="6775"/>
                    </a:cubicBezTo>
                    <a:cubicBezTo>
                      <a:pt x="5287" y="7502"/>
                      <a:pt x="4596" y="8526"/>
                      <a:pt x="4299" y="9466"/>
                    </a:cubicBezTo>
                    <a:cubicBezTo>
                      <a:pt x="3852" y="10818"/>
                      <a:pt x="4532" y="11931"/>
                      <a:pt x="5736" y="11931"/>
                    </a:cubicBezTo>
                    <a:cubicBezTo>
                      <a:pt x="6007" y="11931"/>
                      <a:pt x="6304" y="11875"/>
                      <a:pt x="6620" y="11752"/>
                    </a:cubicBezTo>
                    <a:cubicBezTo>
                      <a:pt x="8371" y="11086"/>
                      <a:pt x="8275" y="9192"/>
                      <a:pt x="8275" y="7597"/>
                    </a:cubicBezTo>
                    <a:cubicBezTo>
                      <a:pt x="8275" y="6752"/>
                      <a:pt x="8240" y="5906"/>
                      <a:pt x="8549" y="5120"/>
                    </a:cubicBezTo>
                    <a:cubicBezTo>
                      <a:pt x="8823" y="4430"/>
                      <a:pt x="9359" y="3942"/>
                      <a:pt x="9752" y="3311"/>
                    </a:cubicBezTo>
                    <a:cubicBezTo>
                      <a:pt x="10002" y="2930"/>
                      <a:pt x="10180" y="2513"/>
                      <a:pt x="10311" y="2096"/>
                    </a:cubicBezTo>
                    <a:lnTo>
                      <a:pt x="425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1" name="Google Shape;631;p41"/>
              <p:cNvSpPr/>
              <p:nvPr/>
            </p:nvSpPr>
            <p:spPr>
              <a:xfrm>
                <a:off x="3682900" y="6303300"/>
                <a:ext cx="239925" cy="227075"/>
              </a:xfrm>
              <a:custGeom>
                <a:rect b="b" l="l" r="r" t="t"/>
                <a:pathLst>
                  <a:path extrusionOk="0" h="9083" w="9597">
                    <a:moveTo>
                      <a:pt x="2572" y="0"/>
                    </a:moveTo>
                    <a:lnTo>
                      <a:pt x="1810" y="715"/>
                    </a:lnTo>
                    <a:cubicBezTo>
                      <a:pt x="1774" y="917"/>
                      <a:pt x="1643" y="1108"/>
                      <a:pt x="1453" y="1358"/>
                    </a:cubicBezTo>
                    <a:cubicBezTo>
                      <a:pt x="822" y="2131"/>
                      <a:pt x="0" y="3072"/>
                      <a:pt x="1000" y="3917"/>
                    </a:cubicBezTo>
                    <a:cubicBezTo>
                      <a:pt x="1417" y="4282"/>
                      <a:pt x="1934" y="4464"/>
                      <a:pt x="2479" y="4464"/>
                    </a:cubicBezTo>
                    <a:cubicBezTo>
                      <a:pt x="2557" y="4464"/>
                      <a:pt x="2636" y="4461"/>
                      <a:pt x="2715" y="4453"/>
                    </a:cubicBezTo>
                    <a:cubicBezTo>
                      <a:pt x="3596" y="4370"/>
                      <a:pt x="3322" y="4036"/>
                      <a:pt x="3500" y="3405"/>
                    </a:cubicBezTo>
                    <a:cubicBezTo>
                      <a:pt x="3620" y="3024"/>
                      <a:pt x="3940" y="2934"/>
                      <a:pt x="4295" y="2934"/>
                    </a:cubicBezTo>
                    <a:cubicBezTo>
                      <a:pt x="4473" y="2934"/>
                      <a:pt x="4659" y="2957"/>
                      <a:pt x="4834" y="2977"/>
                    </a:cubicBezTo>
                    <a:cubicBezTo>
                      <a:pt x="5429" y="3096"/>
                      <a:pt x="5977" y="3167"/>
                      <a:pt x="5798" y="3822"/>
                    </a:cubicBezTo>
                    <a:cubicBezTo>
                      <a:pt x="5548" y="4763"/>
                      <a:pt x="5036" y="5632"/>
                      <a:pt x="4739" y="6537"/>
                    </a:cubicBezTo>
                    <a:cubicBezTo>
                      <a:pt x="4251" y="7894"/>
                      <a:pt x="5036" y="8442"/>
                      <a:pt x="6215" y="8894"/>
                    </a:cubicBezTo>
                    <a:cubicBezTo>
                      <a:pt x="6455" y="8970"/>
                      <a:pt x="6796" y="9083"/>
                      <a:pt x="7092" y="9083"/>
                    </a:cubicBezTo>
                    <a:cubicBezTo>
                      <a:pt x="7353" y="9083"/>
                      <a:pt x="7578" y="8995"/>
                      <a:pt x="7668" y="8716"/>
                    </a:cubicBezTo>
                    <a:cubicBezTo>
                      <a:pt x="7811" y="8323"/>
                      <a:pt x="7394" y="7715"/>
                      <a:pt x="7215" y="7382"/>
                    </a:cubicBezTo>
                    <a:cubicBezTo>
                      <a:pt x="6903" y="6791"/>
                      <a:pt x="6215" y="5011"/>
                      <a:pt x="7419" y="5011"/>
                    </a:cubicBezTo>
                    <a:cubicBezTo>
                      <a:pt x="7500" y="5011"/>
                      <a:pt x="7591" y="5019"/>
                      <a:pt x="7691" y="5037"/>
                    </a:cubicBezTo>
                    <a:cubicBezTo>
                      <a:pt x="8596" y="5179"/>
                      <a:pt x="7632" y="6965"/>
                      <a:pt x="8120" y="7656"/>
                    </a:cubicBezTo>
                    <a:cubicBezTo>
                      <a:pt x="8501" y="8192"/>
                      <a:pt x="9013" y="8537"/>
                      <a:pt x="9596" y="8739"/>
                    </a:cubicBezTo>
                    <a:lnTo>
                      <a:pt x="8323" y="1655"/>
                    </a:lnTo>
                    <a:lnTo>
                      <a:pt x="257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2" name="Google Shape;632;p41"/>
              <p:cNvSpPr/>
              <p:nvPr/>
            </p:nvSpPr>
            <p:spPr>
              <a:xfrm>
                <a:off x="3355475" y="6296150"/>
                <a:ext cx="581050" cy="443825"/>
              </a:xfrm>
              <a:custGeom>
                <a:rect b="b" l="l" r="r" t="t"/>
                <a:pathLst>
                  <a:path extrusionOk="0" h="17753" w="23242">
                    <a:moveTo>
                      <a:pt x="16371" y="3775"/>
                    </a:moveTo>
                    <a:lnTo>
                      <a:pt x="17538" y="9156"/>
                    </a:lnTo>
                    <a:lnTo>
                      <a:pt x="12752" y="12716"/>
                    </a:lnTo>
                    <a:lnTo>
                      <a:pt x="11263" y="7692"/>
                    </a:lnTo>
                    <a:lnTo>
                      <a:pt x="16371" y="3775"/>
                    </a:lnTo>
                    <a:close/>
                    <a:moveTo>
                      <a:pt x="4703" y="6097"/>
                    </a:moveTo>
                    <a:lnTo>
                      <a:pt x="11144" y="7716"/>
                    </a:lnTo>
                    <a:lnTo>
                      <a:pt x="12633" y="12728"/>
                    </a:lnTo>
                    <a:lnTo>
                      <a:pt x="12633" y="12728"/>
                    </a:lnTo>
                    <a:lnTo>
                      <a:pt x="6299" y="11061"/>
                    </a:lnTo>
                    <a:lnTo>
                      <a:pt x="4703" y="6097"/>
                    </a:lnTo>
                    <a:close/>
                    <a:moveTo>
                      <a:pt x="15669" y="1"/>
                    </a:moveTo>
                    <a:lnTo>
                      <a:pt x="15550" y="24"/>
                    </a:lnTo>
                    <a:lnTo>
                      <a:pt x="16347" y="3644"/>
                    </a:lnTo>
                    <a:lnTo>
                      <a:pt x="11228" y="7573"/>
                    </a:lnTo>
                    <a:lnTo>
                      <a:pt x="10442" y="4954"/>
                    </a:lnTo>
                    <a:lnTo>
                      <a:pt x="10335" y="4989"/>
                    </a:lnTo>
                    <a:lnTo>
                      <a:pt x="11097" y="7585"/>
                    </a:lnTo>
                    <a:lnTo>
                      <a:pt x="4656" y="5966"/>
                    </a:lnTo>
                    <a:lnTo>
                      <a:pt x="3584" y="2620"/>
                    </a:lnTo>
                    <a:lnTo>
                      <a:pt x="3477" y="2668"/>
                    </a:lnTo>
                    <a:lnTo>
                      <a:pt x="4548" y="5989"/>
                    </a:lnTo>
                    <a:lnTo>
                      <a:pt x="0" y="9776"/>
                    </a:lnTo>
                    <a:lnTo>
                      <a:pt x="72" y="9871"/>
                    </a:lnTo>
                    <a:lnTo>
                      <a:pt x="4584" y="6120"/>
                    </a:lnTo>
                    <a:lnTo>
                      <a:pt x="6180" y="11085"/>
                    </a:lnTo>
                    <a:lnTo>
                      <a:pt x="1369" y="14478"/>
                    </a:lnTo>
                    <a:lnTo>
                      <a:pt x="1441" y="14586"/>
                    </a:lnTo>
                    <a:lnTo>
                      <a:pt x="6215" y="11204"/>
                    </a:lnTo>
                    <a:lnTo>
                      <a:pt x="7561" y="15383"/>
                    </a:lnTo>
                    <a:lnTo>
                      <a:pt x="7668" y="15348"/>
                    </a:lnTo>
                    <a:lnTo>
                      <a:pt x="6334" y="11192"/>
                    </a:lnTo>
                    <a:lnTo>
                      <a:pt x="12668" y="12871"/>
                    </a:lnTo>
                    <a:lnTo>
                      <a:pt x="14133" y="17753"/>
                    </a:lnTo>
                    <a:lnTo>
                      <a:pt x="14240" y="17729"/>
                    </a:lnTo>
                    <a:lnTo>
                      <a:pt x="12787" y="12847"/>
                    </a:lnTo>
                    <a:lnTo>
                      <a:pt x="17574" y="9287"/>
                    </a:lnTo>
                    <a:lnTo>
                      <a:pt x="18514" y="13586"/>
                    </a:lnTo>
                    <a:lnTo>
                      <a:pt x="18622" y="13562"/>
                    </a:lnTo>
                    <a:lnTo>
                      <a:pt x="17693" y="9264"/>
                    </a:lnTo>
                    <a:lnTo>
                      <a:pt x="17693" y="9264"/>
                    </a:lnTo>
                    <a:lnTo>
                      <a:pt x="23217" y="10442"/>
                    </a:lnTo>
                    <a:lnTo>
                      <a:pt x="23241" y="10323"/>
                    </a:lnTo>
                    <a:lnTo>
                      <a:pt x="17657" y="9133"/>
                    </a:lnTo>
                    <a:lnTo>
                      <a:pt x="16490" y="3739"/>
                    </a:lnTo>
                    <a:lnTo>
                      <a:pt x="22158" y="4656"/>
                    </a:lnTo>
                    <a:lnTo>
                      <a:pt x="22182" y="4537"/>
                    </a:lnTo>
                    <a:lnTo>
                      <a:pt x="16467" y="3620"/>
                    </a:lnTo>
                    <a:lnTo>
                      <a:pt x="1566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3" name="Google Shape;633;p41"/>
              <p:cNvSpPr/>
              <p:nvPr/>
            </p:nvSpPr>
            <p:spPr>
              <a:xfrm>
                <a:off x="3355475" y="6475250"/>
                <a:ext cx="31875" cy="26900"/>
              </a:xfrm>
              <a:custGeom>
                <a:rect b="b" l="l" r="r" t="t"/>
                <a:pathLst>
                  <a:path extrusionOk="0" h="1076" w="1275">
                    <a:moveTo>
                      <a:pt x="705" y="128"/>
                    </a:moveTo>
                    <a:cubicBezTo>
                      <a:pt x="755" y="128"/>
                      <a:pt x="805" y="162"/>
                      <a:pt x="834" y="218"/>
                    </a:cubicBezTo>
                    <a:cubicBezTo>
                      <a:pt x="869" y="290"/>
                      <a:pt x="857" y="361"/>
                      <a:pt x="810" y="397"/>
                    </a:cubicBezTo>
                    <a:cubicBezTo>
                      <a:pt x="800" y="402"/>
                      <a:pt x="789" y="404"/>
                      <a:pt x="777" y="404"/>
                    </a:cubicBezTo>
                    <a:cubicBezTo>
                      <a:pt x="733" y="404"/>
                      <a:pt x="681" y="370"/>
                      <a:pt x="643" y="314"/>
                    </a:cubicBezTo>
                    <a:cubicBezTo>
                      <a:pt x="607" y="242"/>
                      <a:pt x="619" y="171"/>
                      <a:pt x="667" y="135"/>
                    </a:cubicBezTo>
                    <a:cubicBezTo>
                      <a:pt x="679" y="130"/>
                      <a:pt x="692" y="128"/>
                      <a:pt x="705" y="128"/>
                    </a:cubicBezTo>
                    <a:close/>
                    <a:moveTo>
                      <a:pt x="827" y="1"/>
                    </a:moveTo>
                    <a:cubicBezTo>
                      <a:pt x="767" y="1"/>
                      <a:pt x="694" y="20"/>
                      <a:pt x="607" y="64"/>
                    </a:cubicBezTo>
                    <a:cubicBezTo>
                      <a:pt x="0" y="361"/>
                      <a:pt x="1024" y="1076"/>
                      <a:pt x="1024" y="1076"/>
                    </a:cubicBezTo>
                    <a:cubicBezTo>
                      <a:pt x="1024" y="1076"/>
                      <a:pt x="1274" y="1"/>
                      <a:pt x="82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4" name="Google Shape;634;p41"/>
              <p:cNvSpPr/>
              <p:nvPr/>
            </p:nvSpPr>
            <p:spPr>
              <a:xfrm>
                <a:off x="3832025" y="6493900"/>
                <a:ext cx="34775" cy="27300"/>
              </a:xfrm>
              <a:custGeom>
                <a:rect b="b" l="l" r="r" t="t"/>
                <a:pathLst>
                  <a:path extrusionOk="0" h="1092" w="1391">
                    <a:moveTo>
                      <a:pt x="730" y="102"/>
                    </a:moveTo>
                    <a:cubicBezTo>
                      <a:pt x="776" y="102"/>
                      <a:pt x="835" y="148"/>
                      <a:pt x="845" y="222"/>
                    </a:cubicBezTo>
                    <a:cubicBezTo>
                      <a:pt x="869" y="294"/>
                      <a:pt x="845" y="377"/>
                      <a:pt x="786" y="389"/>
                    </a:cubicBezTo>
                    <a:cubicBezTo>
                      <a:pt x="780" y="390"/>
                      <a:pt x="774" y="391"/>
                      <a:pt x="768" y="391"/>
                    </a:cubicBezTo>
                    <a:cubicBezTo>
                      <a:pt x="715" y="391"/>
                      <a:pt x="664" y="345"/>
                      <a:pt x="643" y="270"/>
                    </a:cubicBezTo>
                    <a:cubicBezTo>
                      <a:pt x="631" y="199"/>
                      <a:pt x="655" y="127"/>
                      <a:pt x="714" y="103"/>
                    </a:cubicBezTo>
                    <a:cubicBezTo>
                      <a:pt x="719" y="102"/>
                      <a:pt x="724" y="102"/>
                      <a:pt x="730" y="102"/>
                    </a:cubicBezTo>
                    <a:close/>
                    <a:moveTo>
                      <a:pt x="817" y="0"/>
                    </a:moveTo>
                    <a:cubicBezTo>
                      <a:pt x="773" y="0"/>
                      <a:pt x="724" y="7"/>
                      <a:pt x="667" y="20"/>
                    </a:cubicBezTo>
                    <a:cubicBezTo>
                      <a:pt x="0" y="175"/>
                      <a:pt x="845" y="1092"/>
                      <a:pt x="845" y="1092"/>
                    </a:cubicBezTo>
                    <a:cubicBezTo>
                      <a:pt x="845" y="1092"/>
                      <a:pt x="1391" y="0"/>
                      <a:pt x="81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5" name="Google Shape;635;p41"/>
              <p:cNvSpPr/>
              <p:nvPr/>
            </p:nvSpPr>
            <p:spPr>
              <a:xfrm>
                <a:off x="3704925" y="6362225"/>
                <a:ext cx="31900" cy="26825"/>
              </a:xfrm>
              <a:custGeom>
                <a:rect b="b" l="l" r="r" t="t"/>
                <a:pathLst>
                  <a:path extrusionOk="0" h="1073" w="1276">
                    <a:moveTo>
                      <a:pt x="716" y="130"/>
                    </a:moveTo>
                    <a:cubicBezTo>
                      <a:pt x="762" y="130"/>
                      <a:pt x="807" y="163"/>
                      <a:pt x="834" y="215"/>
                    </a:cubicBezTo>
                    <a:cubicBezTo>
                      <a:pt x="869" y="286"/>
                      <a:pt x="857" y="370"/>
                      <a:pt x="810" y="394"/>
                    </a:cubicBezTo>
                    <a:cubicBezTo>
                      <a:pt x="800" y="399"/>
                      <a:pt x="788" y="401"/>
                      <a:pt x="777" y="401"/>
                    </a:cubicBezTo>
                    <a:cubicBezTo>
                      <a:pt x="733" y="401"/>
                      <a:pt x="683" y="369"/>
                      <a:pt x="655" y="322"/>
                    </a:cubicBezTo>
                    <a:cubicBezTo>
                      <a:pt x="607" y="251"/>
                      <a:pt x="619" y="167"/>
                      <a:pt x="667" y="144"/>
                    </a:cubicBezTo>
                    <a:cubicBezTo>
                      <a:pt x="683" y="134"/>
                      <a:pt x="700" y="130"/>
                      <a:pt x="716" y="130"/>
                    </a:cubicBezTo>
                    <a:close/>
                    <a:moveTo>
                      <a:pt x="823" y="1"/>
                    </a:moveTo>
                    <a:cubicBezTo>
                      <a:pt x="764" y="1"/>
                      <a:pt x="692" y="19"/>
                      <a:pt x="607" y="60"/>
                    </a:cubicBezTo>
                    <a:cubicBezTo>
                      <a:pt x="0" y="370"/>
                      <a:pt x="1024" y="1072"/>
                      <a:pt x="1024" y="1072"/>
                    </a:cubicBezTo>
                    <a:cubicBezTo>
                      <a:pt x="1024" y="1072"/>
                      <a:pt x="1276" y="1"/>
                      <a:pt x="82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6" name="Google Shape;636;p41"/>
              <p:cNvSpPr/>
              <p:nvPr/>
            </p:nvSpPr>
            <p:spPr>
              <a:xfrm>
                <a:off x="3476025" y="6620825"/>
                <a:ext cx="31875" cy="26875"/>
              </a:xfrm>
              <a:custGeom>
                <a:rect b="b" l="l" r="r" t="t"/>
                <a:pathLst>
                  <a:path extrusionOk="0" h="1075" w="1275">
                    <a:moveTo>
                      <a:pt x="709" y="132"/>
                    </a:moveTo>
                    <a:cubicBezTo>
                      <a:pt x="751" y="132"/>
                      <a:pt x="799" y="165"/>
                      <a:pt x="834" y="218"/>
                    </a:cubicBezTo>
                    <a:cubicBezTo>
                      <a:pt x="869" y="289"/>
                      <a:pt x="857" y="360"/>
                      <a:pt x="810" y="396"/>
                    </a:cubicBezTo>
                    <a:cubicBezTo>
                      <a:pt x="797" y="401"/>
                      <a:pt x="784" y="403"/>
                      <a:pt x="771" y="403"/>
                    </a:cubicBezTo>
                    <a:cubicBezTo>
                      <a:pt x="722" y="403"/>
                      <a:pt x="671" y="369"/>
                      <a:pt x="643" y="313"/>
                    </a:cubicBezTo>
                    <a:cubicBezTo>
                      <a:pt x="607" y="241"/>
                      <a:pt x="619" y="170"/>
                      <a:pt x="667" y="146"/>
                    </a:cubicBezTo>
                    <a:cubicBezTo>
                      <a:pt x="680" y="137"/>
                      <a:pt x="694" y="132"/>
                      <a:pt x="709" y="132"/>
                    </a:cubicBezTo>
                    <a:close/>
                    <a:moveTo>
                      <a:pt x="827" y="0"/>
                    </a:moveTo>
                    <a:cubicBezTo>
                      <a:pt x="767" y="0"/>
                      <a:pt x="694" y="19"/>
                      <a:pt x="607" y="63"/>
                    </a:cubicBezTo>
                    <a:cubicBezTo>
                      <a:pt x="0" y="360"/>
                      <a:pt x="1024" y="1075"/>
                      <a:pt x="1024" y="1075"/>
                    </a:cubicBezTo>
                    <a:cubicBezTo>
                      <a:pt x="1024" y="1075"/>
                      <a:pt x="1274" y="0"/>
                      <a:pt x="8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7" name="Google Shape;637;p41"/>
              <p:cNvSpPr/>
              <p:nvPr/>
            </p:nvSpPr>
            <p:spPr>
              <a:xfrm>
                <a:off x="3753425" y="6627150"/>
                <a:ext cx="35050" cy="27400"/>
              </a:xfrm>
              <a:custGeom>
                <a:rect b="b" l="l" r="r" t="t"/>
                <a:pathLst>
                  <a:path extrusionOk="0" h="1096" w="1402">
                    <a:moveTo>
                      <a:pt x="721" y="106"/>
                    </a:moveTo>
                    <a:cubicBezTo>
                      <a:pt x="774" y="106"/>
                      <a:pt x="824" y="152"/>
                      <a:pt x="834" y="226"/>
                    </a:cubicBezTo>
                    <a:cubicBezTo>
                      <a:pt x="846" y="298"/>
                      <a:pt x="822" y="381"/>
                      <a:pt x="763" y="393"/>
                    </a:cubicBezTo>
                    <a:cubicBezTo>
                      <a:pt x="703" y="393"/>
                      <a:pt x="644" y="346"/>
                      <a:pt x="632" y="262"/>
                    </a:cubicBezTo>
                    <a:cubicBezTo>
                      <a:pt x="620" y="191"/>
                      <a:pt x="644" y="119"/>
                      <a:pt x="703" y="107"/>
                    </a:cubicBezTo>
                    <a:cubicBezTo>
                      <a:pt x="709" y="106"/>
                      <a:pt x="715" y="106"/>
                      <a:pt x="721" y="106"/>
                    </a:cubicBezTo>
                    <a:close/>
                    <a:moveTo>
                      <a:pt x="788" y="1"/>
                    </a:moveTo>
                    <a:cubicBezTo>
                      <a:pt x="752" y="1"/>
                      <a:pt x="712" y="4"/>
                      <a:pt x="668" y="12"/>
                    </a:cubicBezTo>
                    <a:cubicBezTo>
                      <a:pt x="1" y="131"/>
                      <a:pt x="775" y="1096"/>
                      <a:pt x="775" y="1096"/>
                    </a:cubicBezTo>
                    <a:cubicBezTo>
                      <a:pt x="775" y="1096"/>
                      <a:pt x="1402" y="1"/>
                      <a:pt x="78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8" name="Google Shape;638;p41"/>
              <p:cNvSpPr/>
              <p:nvPr/>
            </p:nvSpPr>
            <p:spPr>
              <a:xfrm>
                <a:off x="3663250" y="6553325"/>
                <a:ext cx="31900" cy="26825"/>
              </a:xfrm>
              <a:custGeom>
                <a:rect b="b" l="l" r="r" t="t"/>
                <a:pathLst>
                  <a:path extrusionOk="0" h="1073" w="1276">
                    <a:moveTo>
                      <a:pt x="713" y="134"/>
                    </a:moveTo>
                    <a:cubicBezTo>
                      <a:pt x="760" y="134"/>
                      <a:pt x="807" y="161"/>
                      <a:pt x="834" y="215"/>
                    </a:cubicBezTo>
                    <a:cubicBezTo>
                      <a:pt x="869" y="286"/>
                      <a:pt x="857" y="370"/>
                      <a:pt x="810" y="393"/>
                    </a:cubicBezTo>
                    <a:cubicBezTo>
                      <a:pt x="798" y="399"/>
                      <a:pt x="785" y="402"/>
                      <a:pt x="771" y="402"/>
                    </a:cubicBezTo>
                    <a:cubicBezTo>
                      <a:pt x="729" y="402"/>
                      <a:pt x="682" y="376"/>
                      <a:pt x="655" y="322"/>
                    </a:cubicBezTo>
                    <a:cubicBezTo>
                      <a:pt x="607" y="251"/>
                      <a:pt x="619" y="167"/>
                      <a:pt x="667" y="143"/>
                    </a:cubicBezTo>
                    <a:cubicBezTo>
                      <a:pt x="682" y="137"/>
                      <a:pt x="697" y="134"/>
                      <a:pt x="713" y="134"/>
                    </a:cubicBezTo>
                    <a:close/>
                    <a:moveTo>
                      <a:pt x="823" y="1"/>
                    </a:moveTo>
                    <a:cubicBezTo>
                      <a:pt x="764" y="1"/>
                      <a:pt x="693" y="19"/>
                      <a:pt x="607" y="60"/>
                    </a:cubicBezTo>
                    <a:cubicBezTo>
                      <a:pt x="0" y="370"/>
                      <a:pt x="1024" y="1072"/>
                      <a:pt x="1024" y="1072"/>
                    </a:cubicBezTo>
                    <a:cubicBezTo>
                      <a:pt x="1024" y="1072"/>
                      <a:pt x="1276" y="1"/>
                      <a:pt x="82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9" name="Google Shape;639;p41"/>
          <p:cNvGrpSpPr/>
          <p:nvPr/>
        </p:nvGrpSpPr>
        <p:grpSpPr>
          <a:xfrm>
            <a:off x="7682526" y="539492"/>
            <a:ext cx="1059010" cy="599942"/>
            <a:chOff x="96100" y="539500"/>
            <a:chExt cx="880162" cy="498622"/>
          </a:xfrm>
        </p:grpSpPr>
        <p:sp>
          <p:nvSpPr>
            <p:cNvPr id="640" name="Google Shape;640;p41"/>
            <p:cNvSpPr/>
            <p:nvPr/>
          </p:nvSpPr>
          <p:spPr>
            <a:xfrm>
              <a:off x="552205" y="912034"/>
              <a:ext cx="165739" cy="126088"/>
            </a:xfrm>
            <a:custGeom>
              <a:rect b="b" l="l" r="r" t="t"/>
              <a:pathLst>
                <a:path extrusionOk="0" h="2156" w="2834">
                  <a:moveTo>
                    <a:pt x="2834" y="1"/>
                  </a:moveTo>
                  <a:lnTo>
                    <a:pt x="0" y="441"/>
                  </a:lnTo>
                  <a:lnTo>
                    <a:pt x="905" y="2156"/>
                  </a:lnTo>
                  <a:lnTo>
                    <a:pt x="2691" y="1775"/>
                  </a:lnTo>
                  <a:lnTo>
                    <a:pt x="283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41"/>
            <p:cNvSpPr/>
            <p:nvPr/>
          </p:nvSpPr>
          <p:spPr>
            <a:xfrm>
              <a:off x="587704" y="958001"/>
              <a:ext cx="114216" cy="45324"/>
            </a:xfrm>
            <a:custGeom>
              <a:rect b="b" l="l" r="r" t="t"/>
              <a:pathLst>
                <a:path extrusionOk="0" h="775" w="1953">
                  <a:moveTo>
                    <a:pt x="1917" y="0"/>
                  </a:moveTo>
                  <a:lnTo>
                    <a:pt x="1393" y="119"/>
                  </a:lnTo>
                  <a:lnTo>
                    <a:pt x="1489" y="477"/>
                  </a:lnTo>
                  <a:lnTo>
                    <a:pt x="1953" y="381"/>
                  </a:lnTo>
                  <a:lnTo>
                    <a:pt x="1917" y="0"/>
                  </a:lnTo>
                  <a:close/>
                  <a:moveTo>
                    <a:pt x="1227" y="155"/>
                  </a:moveTo>
                  <a:lnTo>
                    <a:pt x="703" y="262"/>
                  </a:lnTo>
                  <a:lnTo>
                    <a:pt x="798" y="631"/>
                  </a:lnTo>
                  <a:lnTo>
                    <a:pt x="1262" y="524"/>
                  </a:lnTo>
                  <a:lnTo>
                    <a:pt x="1227" y="155"/>
                  </a:lnTo>
                  <a:close/>
                  <a:moveTo>
                    <a:pt x="524" y="298"/>
                  </a:moveTo>
                  <a:lnTo>
                    <a:pt x="0" y="405"/>
                  </a:lnTo>
                  <a:lnTo>
                    <a:pt x="131" y="774"/>
                  </a:lnTo>
                  <a:lnTo>
                    <a:pt x="560" y="667"/>
                  </a:lnTo>
                  <a:lnTo>
                    <a:pt x="524" y="29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41"/>
            <p:cNvSpPr/>
            <p:nvPr/>
          </p:nvSpPr>
          <p:spPr>
            <a:xfrm>
              <a:off x="96100" y="539909"/>
              <a:ext cx="880162" cy="435578"/>
            </a:xfrm>
            <a:custGeom>
              <a:rect b="b" l="l" r="r" t="t"/>
              <a:pathLst>
                <a:path extrusionOk="0" h="7448" w="15050">
                  <a:moveTo>
                    <a:pt x="703" y="4685"/>
                  </a:moveTo>
                  <a:lnTo>
                    <a:pt x="1596" y="5506"/>
                  </a:lnTo>
                  <a:lnTo>
                    <a:pt x="512" y="5625"/>
                  </a:lnTo>
                  <a:lnTo>
                    <a:pt x="262" y="4792"/>
                  </a:lnTo>
                  <a:lnTo>
                    <a:pt x="703" y="4685"/>
                  </a:lnTo>
                  <a:close/>
                  <a:moveTo>
                    <a:pt x="1691" y="5780"/>
                  </a:moveTo>
                  <a:lnTo>
                    <a:pt x="1370" y="6947"/>
                  </a:lnTo>
                  <a:lnTo>
                    <a:pt x="715" y="6995"/>
                  </a:lnTo>
                  <a:lnTo>
                    <a:pt x="631" y="6042"/>
                  </a:lnTo>
                  <a:lnTo>
                    <a:pt x="1691" y="5780"/>
                  </a:lnTo>
                  <a:close/>
                  <a:moveTo>
                    <a:pt x="9744" y="0"/>
                  </a:moveTo>
                  <a:cubicBezTo>
                    <a:pt x="7476" y="0"/>
                    <a:pt x="4637" y="1108"/>
                    <a:pt x="1536" y="4875"/>
                  </a:cubicBezTo>
                  <a:lnTo>
                    <a:pt x="727" y="4304"/>
                  </a:lnTo>
                  <a:lnTo>
                    <a:pt x="0" y="4482"/>
                  </a:lnTo>
                  <a:lnTo>
                    <a:pt x="560" y="7447"/>
                  </a:lnTo>
                  <a:lnTo>
                    <a:pt x="1584" y="7268"/>
                  </a:lnTo>
                  <a:lnTo>
                    <a:pt x="1882" y="6387"/>
                  </a:lnTo>
                  <a:cubicBezTo>
                    <a:pt x="3691" y="6768"/>
                    <a:pt x="5257" y="6928"/>
                    <a:pt x="6610" y="6928"/>
                  </a:cubicBezTo>
                  <a:cubicBezTo>
                    <a:pt x="6948" y="6928"/>
                    <a:pt x="7273" y="6918"/>
                    <a:pt x="7585" y="6899"/>
                  </a:cubicBezTo>
                  <a:lnTo>
                    <a:pt x="7740" y="7304"/>
                  </a:lnTo>
                  <a:lnTo>
                    <a:pt x="10823" y="6518"/>
                  </a:lnTo>
                  <a:lnTo>
                    <a:pt x="10752" y="6292"/>
                  </a:lnTo>
                  <a:cubicBezTo>
                    <a:pt x="14359" y="5006"/>
                    <a:pt x="15050" y="2256"/>
                    <a:pt x="15050" y="2256"/>
                  </a:cubicBezTo>
                  <a:cubicBezTo>
                    <a:pt x="15050" y="2256"/>
                    <a:pt x="12979" y="0"/>
                    <a:pt x="97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41"/>
            <p:cNvSpPr/>
            <p:nvPr/>
          </p:nvSpPr>
          <p:spPr>
            <a:xfrm>
              <a:off x="197041" y="539500"/>
              <a:ext cx="767407" cy="410898"/>
            </a:xfrm>
            <a:custGeom>
              <a:rect b="b" l="l" r="r" t="t"/>
              <a:pathLst>
                <a:path extrusionOk="0" h="7026" w="13122">
                  <a:moveTo>
                    <a:pt x="8778" y="1214"/>
                  </a:moveTo>
                  <a:cubicBezTo>
                    <a:pt x="8825" y="1214"/>
                    <a:pt x="8872" y="1215"/>
                    <a:pt x="8919" y="1215"/>
                  </a:cubicBezTo>
                  <a:lnTo>
                    <a:pt x="9276" y="3204"/>
                  </a:lnTo>
                  <a:lnTo>
                    <a:pt x="3096" y="4751"/>
                  </a:lnTo>
                  <a:lnTo>
                    <a:pt x="2489" y="3168"/>
                  </a:lnTo>
                  <a:cubicBezTo>
                    <a:pt x="4953" y="1618"/>
                    <a:pt x="7169" y="1214"/>
                    <a:pt x="8778" y="1214"/>
                  </a:cubicBezTo>
                  <a:close/>
                  <a:moveTo>
                    <a:pt x="9288" y="3323"/>
                  </a:moveTo>
                  <a:lnTo>
                    <a:pt x="9609" y="5097"/>
                  </a:lnTo>
                  <a:cubicBezTo>
                    <a:pt x="8276" y="5680"/>
                    <a:pt x="6311" y="6216"/>
                    <a:pt x="3656" y="6240"/>
                  </a:cubicBezTo>
                  <a:lnTo>
                    <a:pt x="3132" y="4870"/>
                  </a:lnTo>
                  <a:lnTo>
                    <a:pt x="9288" y="3323"/>
                  </a:lnTo>
                  <a:close/>
                  <a:moveTo>
                    <a:pt x="8704" y="1"/>
                  </a:moveTo>
                  <a:lnTo>
                    <a:pt x="8895" y="1096"/>
                  </a:lnTo>
                  <a:cubicBezTo>
                    <a:pt x="8871" y="1096"/>
                    <a:pt x="8846" y="1096"/>
                    <a:pt x="8822" y="1096"/>
                  </a:cubicBezTo>
                  <a:cubicBezTo>
                    <a:pt x="7207" y="1096"/>
                    <a:pt x="4952" y="1489"/>
                    <a:pt x="2454" y="3061"/>
                  </a:cubicBezTo>
                  <a:lnTo>
                    <a:pt x="2180" y="2358"/>
                  </a:lnTo>
                  <a:lnTo>
                    <a:pt x="2025" y="2501"/>
                  </a:lnTo>
                  <a:lnTo>
                    <a:pt x="2275" y="3168"/>
                  </a:lnTo>
                  <a:cubicBezTo>
                    <a:pt x="1525" y="3644"/>
                    <a:pt x="763" y="4239"/>
                    <a:pt x="1" y="4942"/>
                  </a:cubicBezTo>
                  <a:lnTo>
                    <a:pt x="72" y="5037"/>
                  </a:lnTo>
                  <a:cubicBezTo>
                    <a:pt x="834" y="4335"/>
                    <a:pt x="1584" y="3763"/>
                    <a:pt x="2311" y="3287"/>
                  </a:cubicBezTo>
                  <a:lnTo>
                    <a:pt x="2870" y="4811"/>
                  </a:lnTo>
                  <a:lnTo>
                    <a:pt x="60" y="5513"/>
                  </a:lnTo>
                  <a:lnTo>
                    <a:pt x="84" y="5632"/>
                  </a:lnTo>
                  <a:lnTo>
                    <a:pt x="2906" y="4918"/>
                  </a:lnTo>
                  <a:lnTo>
                    <a:pt x="3382" y="6240"/>
                  </a:lnTo>
                  <a:cubicBezTo>
                    <a:pt x="2418" y="6228"/>
                    <a:pt x="1370" y="6156"/>
                    <a:pt x="227" y="5978"/>
                  </a:cubicBezTo>
                  <a:lnTo>
                    <a:pt x="203" y="6097"/>
                  </a:lnTo>
                  <a:cubicBezTo>
                    <a:pt x="1382" y="6275"/>
                    <a:pt x="2454" y="6347"/>
                    <a:pt x="3430" y="6359"/>
                  </a:cubicBezTo>
                  <a:lnTo>
                    <a:pt x="3668" y="7025"/>
                  </a:lnTo>
                  <a:lnTo>
                    <a:pt x="3930" y="6978"/>
                  </a:lnTo>
                  <a:lnTo>
                    <a:pt x="3692" y="6359"/>
                  </a:lnTo>
                  <a:cubicBezTo>
                    <a:pt x="6335" y="6335"/>
                    <a:pt x="8288" y="5799"/>
                    <a:pt x="9621" y="5216"/>
                  </a:cubicBezTo>
                  <a:lnTo>
                    <a:pt x="9776" y="6085"/>
                  </a:lnTo>
                  <a:lnTo>
                    <a:pt x="10097" y="5918"/>
                  </a:lnTo>
                  <a:lnTo>
                    <a:pt x="9931" y="5073"/>
                  </a:lnTo>
                  <a:cubicBezTo>
                    <a:pt x="9954" y="5061"/>
                    <a:pt x="9990" y="5049"/>
                    <a:pt x="10014" y="5037"/>
                  </a:cubicBezTo>
                  <a:cubicBezTo>
                    <a:pt x="11990" y="4085"/>
                    <a:pt x="12848" y="2953"/>
                    <a:pt x="12848" y="2942"/>
                  </a:cubicBezTo>
                  <a:lnTo>
                    <a:pt x="12752" y="2870"/>
                  </a:lnTo>
                  <a:cubicBezTo>
                    <a:pt x="12752" y="2870"/>
                    <a:pt x="11919" y="3989"/>
                    <a:pt x="9954" y="4930"/>
                  </a:cubicBezTo>
                  <a:cubicBezTo>
                    <a:pt x="9943" y="4942"/>
                    <a:pt x="9931" y="4954"/>
                    <a:pt x="9907" y="4954"/>
                  </a:cubicBezTo>
                  <a:lnTo>
                    <a:pt x="9562" y="3251"/>
                  </a:lnTo>
                  <a:lnTo>
                    <a:pt x="13122" y="2358"/>
                  </a:lnTo>
                  <a:lnTo>
                    <a:pt x="13098" y="2239"/>
                  </a:lnTo>
                  <a:lnTo>
                    <a:pt x="9538" y="3132"/>
                  </a:lnTo>
                  <a:lnTo>
                    <a:pt x="9145" y="1227"/>
                  </a:lnTo>
                  <a:lnTo>
                    <a:pt x="9145" y="1227"/>
                  </a:lnTo>
                  <a:cubicBezTo>
                    <a:pt x="11312" y="1299"/>
                    <a:pt x="12705" y="2037"/>
                    <a:pt x="12717" y="2049"/>
                  </a:cubicBezTo>
                  <a:lnTo>
                    <a:pt x="12776" y="1941"/>
                  </a:lnTo>
                  <a:cubicBezTo>
                    <a:pt x="12764" y="1941"/>
                    <a:pt x="11324" y="1168"/>
                    <a:pt x="9121" y="1108"/>
                  </a:cubicBezTo>
                  <a:lnTo>
                    <a:pt x="88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TITLE_ONLY_5"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5" name="Google Shape;645;p42"/>
          <p:cNvGrpSpPr/>
          <p:nvPr/>
        </p:nvGrpSpPr>
        <p:grpSpPr>
          <a:xfrm>
            <a:off x="0" y="0"/>
            <a:ext cx="9144003" cy="5143501"/>
            <a:chOff x="0" y="0"/>
            <a:chExt cx="9144003" cy="5143501"/>
          </a:xfrm>
        </p:grpSpPr>
        <p:pic>
          <p:nvPicPr>
            <p:cNvPr id="646" name="Google Shape;646;p42"/>
            <p:cNvPicPr preferRelativeResize="0"/>
            <p:nvPr/>
          </p:nvPicPr>
          <p:blipFill rotWithShape="1">
            <a:blip r:embed="rId2">
              <a:alphaModFix/>
            </a:blip>
            <a:srcRect b="8068" l="0" r="0" t="8060"/>
            <a:stretch/>
          </p:blipFill>
          <p:spPr>
            <a:xfrm>
              <a:off x="0" y="0"/>
              <a:ext cx="9144003" cy="5143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7" name="Google Shape;647;p42"/>
            <p:cNvSpPr/>
            <p:nvPr/>
          </p:nvSpPr>
          <p:spPr>
            <a:xfrm>
              <a:off x="209980" y="194500"/>
              <a:ext cx="8763466" cy="4752275"/>
            </a:xfrm>
            <a:custGeom>
              <a:rect b="b" l="l" r="r" t="t"/>
              <a:pathLst>
                <a:path extrusionOk="0" h="147209" w="271904">
                  <a:moveTo>
                    <a:pt x="596" y="0"/>
                  </a:moveTo>
                  <a:lnTo>
                    <a:pt x="596" y="0"/>
                  </a:lnTo>
                  <a:cubicBezTo>
                    <a:pt x="2025" y="5965"/>
                    <a:pt x="3072" y="13895"/>
                    <a:pt x="3644" y="22312"/>
                  </a:cubicBezTo>
                  <a:cubicBezTo>
                    <a:pt x="7942" y="23515"/>
                    <a:pt x="13609" y="23932"/>
                    <a:pt x="5085" y="25063"/>
                  </a:cubicBezTo>
                  <a:cubicBezTo>
                    <a:pt x="5096" y="25110"/>
                    <a:pt x="5108" y="25146"/>
                    <a:pt x="5120" y="25194"/>
                  </a:cubicBezTo>
                  <a:cubicBezTo>
                    <a:pt x="5263" y="25301"/>
                    <a:pt x="5394" y="25396"/>
                    <a:pt x="5525" y="25503"/>
                  </a:cubicBezTo>
                  <a:cubicBezTo>
                    <a:pt x="5692" y="25539"/>
                    <a:pt x="5954" y="25479"/>
                    <a:pt x="6037" y="25658"/>
                  </a:cubicBezTo>
                  <a:cubicBezTo>
                    <a:pt x="8561" y="26230"/>
                    <a:pt x="4561" y="26670"/>
                    <a:pt x="3894" y="26789"/>
                  </a:cubicBezTo>
                  <a:cubicBezTo>
                    <a:pt x="4203" y="33719"/>
                    <a:pt x="4192" y="40803"/>
                    <a:pt x="3787" y="47256"/>
                  </a:cubicBezTo>
                  <a:cubicBezTo>
                    <a:pt x="2560" y="47137"/>
                    <a:pt x="1298" y="47006"/>
                    <a:pt x="1" y="46875"/>
                  </a:cubicBezTo>
                  <a:lnTo>
                    <a:pt x="1" y="46875"/>
                  </a:lnTo>
                  <a:cubicBezTo>
                    <a:pt x="1429" y="52840"/>
                    <a:pt x="2477" y="60770"/>
                    <a:pt x="3049" y="69199"/>
                  </a:cubicBezTo>
                  <a:cubicBezTo>
                    <a:pt x="7347" y="70402"/>
                    <a:pt x="13014" y="70818"/>
                    <a:pt x="4489" y="71949"/>
                  </a:cubicBezTo>
                  <a:cubicBezTo>
                    <a:pt x="4501" y="71985"/>
                    <a:pt x="4513" y="72033"/>
                    <a:pt x="4525" y="72069"/>
                  </a:cubicBezTo>
                  <a:cubicBezTo>
                    <a:pt x="4668" y="72176"/>
                    <a:pt x="4787" y="72283"/>
                    <a:pt x="4930" y="72390"/>
                  </a:cubicBezTo>
                  <a:cubicBezTo>
                    <a:pt x="5096" y="72414"/>
                    <a:pt x="5358" y="72366"/>
                    <a:pt x="5442" y="72545"/>
                  </a:cubicBezTo>
                  <a:cubicBezTo>
                    <a:pt x="7966" y="73104"/>
                    <a:pt x="3965" y="73557"/>
                    <a:pt x="3299" y="73664"/>
                  </a:cubicBezTo>
                  <a:cubicBezTo>
                    <a:pt x="3513" y="78510"/>
                    <a:pt x="3572" y="83427"/>
                    <a:pt x="3453" y="88154"/>
                  </a:cubicBezTo>
                  <a:cubicBezTo>
                    <a:pt x="2322" y="88047"/>
                    <a:pt x="1179" y="87928"/>
                    <a:pt x="1" y="87809"/>
                  </a:cubicBezTo>
                  <a:lnTo>
                    <a:pt x="1" y="87809"/>
                  </a:lnTo>
                  <a:cubicBezTo>
                    <a:pt x="989" y="91940"/>
                    <a:pt x="1798" y="97036"/>
                    <a:pt x="2394" y="102584"/>
                  </a:cubicBezTo>
                  <a:cubicBezTo>
                    <a:pt x="2239" y="103727"/>
                    <a:pt x="2072" y="104834"/>
                    <a:pt x="1882" y="105894"/>
                  </a:cubicBezTo>
                  <a:cubicBezTo>
                    <a:pt x="2156" y="105870"/>
                    <a:pt x="2429" y="105846"/>
                    <a:pt x="2715" y="105811"/>
                  </a:cubicBezTo>
                  <a:cubicBezTo>
                    <a:pt x="2834" y="107228"/>
                    <a:pt x="2953" y="108668"/>
                    <a:pt x="3049" y="110121"/>
                  </a:cubicBezTo>
                  <a:cubicBezTo>
                    <a:pt x="7347" y="111323"/>
                    <a:pt x="13014" y="111740"/>
                    <a:pt x="4489" y="112871"/>
                  </a:cubicBezTo>
                  <a:cubicBezTo>
                    <a:pt x="4501" y="112919"/>
                    <a:pt x="4513" y="112954"/>
                    <a:pt x="4525" y="113002"/>
                  </a:cubicBezTo>
                  <a:cubicBezTo>
                    <a:pt x="4668" y="113109"/>
                    <a:pt x="4799" y="113205"/>
                    <a:pt x="4930" y="113312"/>
                  </a:cubicBezTo>
                  <a:cubicBezTo>
                    <a:pt x="5096" y="113347"/>
                    <a:pt x="5358" y="113288"/>
                    <a:pt x="5442" y="113466"/>
                  </a:cubicBezTo>
                  <a:cubicBezTo>
                    <a:pt x="7966" y="114038"/>
                    <a:pt x="3965" y="114478"/>
                    <a:pt x="3299" y="114598"/>
                  </a:cubicBezTo>
                  <a:cubicBezTo>
                    <a:pt x="3822" y="126123"/>
                    <a:pt x="4668" y="127147"/>
                    <a:pt x="3120" y="135886"/>
                  </a:cubicBezTo>
                  <a:cubicBezTo>
                    <a:pt x="4608" y="136338"/>
                    <a:pt x="14133" y="147209"/>
                    <a:pt x="14133" y="147209"/>
                  </a:cubicBezTo>
                  <a:cubicBezTo>
                    <a:pt x="14133" y="147209"/>
                    <a:pt x="16765" y="146220"/>
                    <a:pt x="20479" y="146137"/>
                  </a:cubicBezTo>
                  <a:cubicBezTo>
                    <a:pt x="20503" y="146054"/>
                    <a:pt x="20539" y="145959"/>
                    <a:pt x="20563" y="145875"/>
                  </a:cubicBezTo>
                  <a:lnTo>
                    <a:pt x="20563" y="145875"/>
                  </a:lnTo>
                  <a:cubicBezTo>
                    <a:pt x="20491" y="146340"/>
                    <a:pt x="23242" y="146363"/>
                    <a:pt x="23158" y="146816"/>
                  </a:cubicBezTo>
                  <a:cubicBezTo>
                    <a:pt x="29516" y="146220"/>
                    <a:pt x="36481" y="145875"/>
                    <a:pt x="44589" y="145697"/>
                  </a:cubicBezTo>
                  <a:cubicBezTo>
                    <a:pt x="44613" y="145625"/>
                    <a:pt x="44637" y="145554"/>
                    <a:pt x="44661" y="145494"/>
                  </a:cubicBezTo>
                  <a:cubicBezTo>
                    <a:pt x="45090" y="145494"/>
                    <a:pt x="45530" y="145494"/>
                    <a:pt x="45959" y="145482"/>
                  </a:cubicBezTo>
                  <a:cubicBezTo>
                    <a:pt x="45959" y="145542"/>
                    <a:pt x="45959" y="145601"/>
                    <a:pt x="45959" y="145661"/>
                  </a:cubicBezTo>
                  <a:cubicBezTo>
                    <a:pt x="46173" y="145661"/>
                    <a:pt x="46387" y="145661"/>
                    <a:pt x="46602" y="145649"/>
                  </a:cubicBezTo>
                  <a:cubicBezTo>
                    <a:pt x="46637" y="145601"/>
                    <a:pt x="46661" y="145542"/>
                    <a:pt x="46685" y="145482"/>
                  </a:cubicBezTo>
                  <a:cubicBezTo>
                    <a:pt x="47197" y="145482"/>
                    <a:pt x="47709" y="145482"/>
                    <a:pt x="48221" y="145494"/>
                  </a:cubicBezTo>
                  <a:cubicBezTo>
                    <a:pt x="48221" y="145530"/>
                    <a:pt x="48221" y="145578"/>
                    <a:pt x="48221" y="145625"/>
                  </a:cubicBezTo>
                  <a:cubicBezTo>
                    <a:pt x="50912" y="145578"/>
                    <a:pt x="53900" y="145542"/>
                    <a:pt x="57031" y="145518"/>
                  </a:cubicBezTo>
                  <a:cubicBezTo>
                    <a:pt x="59651" y="145542"/>
                    <a:pt x="62151" y="145566"/>
                    <a:pt x="64461" y="145601"/>
                  </a:cubicBezTo>
                  <a:cubicBezTo>
                    <a:pt x="64461" y="145566"/>
                    <a:pt x="64461" y="145530"/>
                    <a:pt x="64461" y="145494"/>
                  </a:cubicBezTo>
                  <a:cubicBezTo>
                    <a:pt x="65592" y="145488"/>
                    <a:pt x="66726" y="145485"/>
                    <a:pt x="67860" y="145485"/>
                  </a:cubicBezTo>
                  <a:cubicBezTo>
                    <a:pt x="68994" y="145485"/>
                    <a:pt x="70128" y="145488"/>
                    <a:pt x="71259" y="145494"/>
                  </a:cubicBezTo>
                  <a:cubicBezTo>
                    <a:pt x="71402" y="145578"/>
                    <a:pt x="71545" y="145661"/>
                    <a:pt x="71700" y="145744"/>
                  </a:cubicBezTo>
                  <a:cubicBezTo>
                    <a:pt x="78891" y="145947"/>
                    <a:pt x="85190" y="146268"/>
                    <a:pt x="90976" y="146816"/>
                  </a:cubicBezTo>
                  <a:cubicBezTo>
                    <a:pt x="90845" y="146054"/>
                    <a:pt x="90714" y="145256"/>
                    <a:pt x="90595" y="144435"/>
                  </a:cubicBezTo>
                  <a:lnTo>
                    <a:pt x="90595" y="144435"/>
                  </a:lnTo>
                  <a:cubicBezTo>
                    <a:pt x="91429" y="144792"/>
                    <a:pt x="92191" y="145304"/>
                    <a:pt x="92976" y="145744"/>
                  </a:cubicBezTo>
                  <a:cubicBezTo>
                    <a:pt x="96596" y="145851"/>
                    <a:pt x="99989" y="145982"/>
                    <a:pt x="103204" y="146161"/>
                  </a:cubicBezTo>
                  <a:cubicBezTo>
                    <a:pt x="103156" y="146375"/>
                    <a:pt x="103121" y="146601"/>
                    <a:pt x="103085" y="146828"/>
                  </a:cubicBezTo>
                  <a:cubicBezTo>
                    <a:pt x="104573" y="146685"/>
                    <a:pt x="106109" y="146554"/>
                    <a:pt x="107669" y="146447"/>
                  </a:cubicBezTo>
                  <a:cubicBezTo>
                    <a:pt x="109240" y="146554"/>
                    <a:pt x="110764" y="146685"/>
                    <a:pt x="112265" y="146828"/>
                  </a:cubicBezTo>
                  <a:cubicBezTo>
                    <a:pt x="112217" y="146601"/>
                    <a:pt x="112181" y="146375"/>
                    <a:pt x="112146" y="146161"/>
                  </a:cubicBezTo>
                  <a:cubicBezTo>
                    <a:pt x="115979" y="145947"/>
                    <a:pt x="120075" y="145792"/>
                    <a:pt x="124504" y="145697"/>
                  </a:cubicBezTo>
                  <a:cubicBezTo>
                    <a:pt x="125022" y="144156"/>
                    <a:pt x="125413" y="143165"/>
                    <a:pt x="125645" y="143165"/>
                  </a:cubicBezTo>
                  <a:cubicBezTo>
                    <a:pt x="125846" y="143165"/>
                    <a:pt x="125929" y="143902"/>
                    <a:pt x="125873" y="145661"/>
                  </a:cubicBezTo>
                  <a:cubicBezTo>
                    <a:pt x="126100" y="145661"/>
                    <a:pt x="126302" y="145661"/>
                    <a:pt x="126528" y="145649"/>
                  </a:cubicBezTo>
                  <a:cubicBezTo>
                    <a:pt x="127181" y="144357"/>
                    <a:pt x="127670" y="143321"/>
                    <a:pt x="127939" y="143321"/>
                  </a:cubicBezTo>
                  <a:cubicBezTo>
                    <a:pt x="128150" y="143321"/>
                    <a:pt x="128225" y="143963"/>
                    <a:pt x="128136" y="145625"/>
                  </a:cubicBezTo>
                  <a:cubicBezTo>
                    <a:pt x="130541" y="145589"/>
                    <a:pt x="133184" y="145554"/>
                    <a:pt x="135946" y="145530"/>
                  </a:cubicBezTo>
                  <a:cubicBezTo>
                    <a:pt x="138720" y="145554"/>
                    <a:pt x="141352" y="145589"/>
                    <a:pt x="143757" y="145625"/>
                  </a:cubicBezTo>
                  <a:cubicBezTo>
                    <a:pt x="143667" y="143963"/>
                    <a:pt x="143745" y="143321"/>
                    <a:pt x="143959" y="143321"/>
                  </a:cubicBezTo>
                  <a:cubicBezTo>
                    <a:pt x="144230" y="143321"/>
                    <a:pt x="144723" y="144357"/>
                    <a:pt x="145376" y="145649"/>
                  </a:cubicBezTo>
                  <a:cubicBezTo>
                    <a:pt x="145590" y="145661"/>
                    <a:pt x="145804" y="145661"/>
                    <a:pt x="146019" y="145661"/>
                  </a:cubicBezTo>
                  <a:cubicBezTo>
                    <a:pt x="145964" y="143902"/>
                    <a:pt x="146046" y="143165"/>
                    <a:pt x="146247" y="143165"/>
                  </a:cubicBezTo>
                  <a:cubicBezTo>
                    <a:pt x="146479" y="143165"/>
                    <a:pt x="146870" y="144156"/>
                    <a:pt x="147388" y="145697"/>
                  </a:cubicBezTo>
                  <a:cubicBezTo>
                    <a:pt x="151817" y="145792"/>
                    <a:pt x="155913" y="145947"/>
                    <a:pt x="159759" y="146161"/>
                  </a:cubicBezTo>
                  <a:cubicBezTo>
                    <a:pt x="159711" y="146375"/>
                    <a:pt x="159675" y="146601"/>
                    <a:pt x="159640" y="146828"/>
                  </a:cubicBezTo>
                  <a:cubicBezTo>
                    <a:pt x="161128" y="146685"/>
                    <a:pt x="162664" y="146554"/>
                    <a:pt x="164223" y="146447"/>
                  </a:cubicBezTo>
                  <a:cubicBezTo>
                    <a:pt x="165795" y="146554"/>
                    <a:pt x="167319" y="146685"/>
                    <a:pt x="168819" y="146828"/>
                  </a:cubicBezTo>
                  <a:cubicBezTo>
                    <a:pt x="168772" y="146601"/>
                    <a:pt x="168736" y="146375"/>
                    <a:pt x="168700" y="146161"/>
                  </a:cubicBezTo>
                  <a:cubicBezTo>
                    <a:pt x="171915" y="145982"/>
                    <a:pt x="175296" y="145851"/>
                    <a:pt x="178916" y="145744"/>
                  </a:cubicBezTo>
                  <a:cubicBezTo>
                    <a:pt x="179702" y="145304"/>
                    <a:pt x="180464" y="144792"/>
                    <a:pt x="181309" y="144435"/>
                  </a:cubicBezTo>
                  <a:lnTo>
                    <a:pt x="181309" y="144435"/>
                  </a:lnTo>
                  <a:cubicBezTo>
                    <a:pt x="181190" y="145256"/>
                    <a:pt x="181059" y="146054"/>
                    <a:pt x="180916" y="146816"/>
                  </a:cubicBezTo>
                  <a:cubicBezTo>
                    <a:pt x="186714" y="146268"/>
                    <a:pt x="193001" y="145947"/>
                    <a:pt x="200204" y="145744"/>
                  </a:cubicBezTo>
                  <a:cubicBezTo>
                    <a:pt x="200347" y="145661"/>
                    <a:pt x="200490" y="145578"/>
                    <a:pt x="200645" y="145494"/>
                  </a:cubicBezTo>
                  <a:cubicBezTo>
                    <a:pt x="201770" y="145488"/>
                    <a:pt x="202904" y="145485"/>
                    <a:pt x="204039" y="145485"/>
                  </a:cubicBezTo>
                  <a:cubicBezTo>
                    <a:pt x="205175" y="145485"/>
                    <a:pt x="206312" y="145488"/>
                    <a:pt x="207443" y="145494"/>
                  </a:cubicBezTo>
                  <a:cubicBezTo>
                    <a:pt x="207443" y="145530"/>
                    <a:pt x="207443" y="145566"/>
                    <a:pt x="207431" y="145601"/>
                  </a:cubicBezTo>
                  <a:cubicBezTo>
                    <a:pt x="209741" y="145566"/>
                    <a:pt x="212253" y="145542"/>
                    <a:pt x="214873" y="145518"/>
                  </a:cubicBezTo>
                  <a:cubicBezTo>
                    <a:pt x="218004" y="145542"/>
                    <a:pt x="220981" y="145578"/>
                    <a:pt x="223683" y="145625"/>
                  </a:cubicBezTo>
                  <a:cubicBezTo>
                    <a:pt x="223671" y="145578"/>
                    <a:pt x="223671" y="145530"/>
                    <a:pt x="223671" y="145494"/>
                  </a:cubicBezTo>
                  <a:cubicBezTo>
                    <a:pt x="224183" y="145494"/>
                    <a:pt x="224695" y="145482"/>
                    <a:pt x="225207" y="145482"/>
                  </a:cubicBezTo>
                  <a:cubicBezTo>
                    <a:pt x="225243" y="145542"/>
                    <a:pt x="225267" y="145601"/>
                    <a:pt x="225291" y="145649"/>
                  </a:cubicBezTo>
                  <a:cubicBezTo>
                    <a:pt x="225517" y="145661"/>
                    <a:pt x="225731" y="145661"/>
                    <a:pt x="225945" y="145661"/>
                  </a:cubicBezTo>
                  <a:cubicBezTo>
                    <a:pt x="225945" y="145601"/>
                    <a:pt x="225934" y="145542"/>
                    <a:pt x="225934" y="145482"/>
                  </a:cubicBezTo>
                  <a:cubicBezTo>
                    <a:pt x="226374" y="145482"/>
                    <a:pt x="226803" y="145482"/>
                    <a:pt x="227243" y="145494"/>
                  </a:cubicBezTo>
                  <a:cubicBezTo>
                    <a:pt x="227267" y="145554"/>
                    <a:pt x="227291" y="145625"/>
                    <a:pt x="227315" y="145697"/>
                  </a:cubicBezTo>
                  <a:cubicBezTo>
                    <a:pt x="235411" y="145875"/>
                    <a:pt x="242376" y="146220"/>
                    <a:pt x="248734" y="146816"/>
                  </a:cubicBezTo>
                  <a:cubicBezTo>
                    <a:pt x="248651" y="146363"/>
                    <a:pt x="248579" y="145899"/>
                    <a:pt x="248508" y="145423"/>
                  </a:cubicBezTo>
                  <a:lnTo>
                    <a:pt x="248508" y="145423"/>
                  </a:lnTo>
                  <a:cubicBezTo>
                    <a:pt x="248532" y="145506"/>
                    <a:pt x="248567" y="145601"/>
                    <a:pt x="248591" y="145697"/>
                  </a:cubicBezTo>
                  <a:cubicBezTo>
                    <a:pt x="256699" y="145875"/>
                    <a:pt x="263664" y="146220"/>
                    <a:pt x="270022" y="146816"/>
                  </a:cubicBezTo>
                  <a:cubicBezTo>
                    <a:pt x="268463" y="138065"/>
                    <a:pt x="268082" y="126123"/>
                    <a:pt x="268606" y="114598"/>
                  </a:cubicBezTo>
                  <a:cubicBezTo>
                    <a:pt x="267939" y="114478"/>
                    <a:pt x="263926" y="114038"/>
                    <a:pt x="266462" y="113466"/>
                  </a:cubicBezTo>
                  <a:cubicBezTo>
                    <a:pt x="266546" y="113288"/>
                    <a:pt x="266808" y="113347"/>
                    <a:pt x="266974" y="113312"/>
                  </a:cubicBezTo>
                  <a:cubicBezTo>
                    <a:pt x="267105" y="113205"/>
                    <a:pt x="267236" y="113109"/>
                    <a:pt x="267367" y="113002"/>
                  </a:cubicBezTo>
                  <a:cubicBezTo>
                    <a:pt x="267391" y="112954"/>
                    <a:pt x="267403" y="112919"/>
                    <a:pt x="267415" y="112871"/>
                  </a:cubicBezTo>
                  <a:cubicBezTo>
                    <a:pt x="258878" y="111740"/>
                    <a:pt x="264557" y="111323"/>
                    <a:pt x="268856" y="110121"/>
                  </a:cubicBezTo>
                  <a:cubicBezTo>
                    <a:pt x="268951" y="108668"/>
                    <a:pt x="269070" y="107228"/>
                    <a:pt x="269189" y="105811"/>
                  </a:cubicBezTo>
                  <a:cubicBezTo>
                    <a:pt x="269463" y="105846"/>
                    <a:pt x="269749" y="105870"/>
                    <a:pt x="270022" y="105894"/>
                  </a:cubicBezTo>
                  <a:cubicBezTo>
                    <a:pt x="269832" y="104834"/>
                    <a:pt x="269653" y="103727"/>
                    <a:pt x="269510" y="102584"/>
                  </a:cubicBezTo>
                  <a:cubicBezTo>
                    <a:pt x="270094" y="97036"/>
                    <a:pt x="270903" y="91940"/>
                    <a:pt x="271904" y="87809"/>
                  </a:cubicBezTo>
                  <a:lnTo>
                    <a:pt x="271904" y="87809"/>
                  </a:lnTo>
                  <a:cubicBezTo>
                    <a:pt x="270725" y="87928"/>
                    <a:pt x="269570" y="88047"/>
                    <a:pt x="268451" y="88154"/>
                  </a:cubicBezTo>
                  <a:cubicBezTo>
                    <a:pt x="268320" y="83427"/>
                    <a:pt x="268379" y="78510"/>
                    <a:pt x="268606" y="73664"/>
                  </a:cubicBezTo>
                  <a:cubicBezTo>
                    <a:pt x="267939" y="73557"/>
                    <a:pt x="263926" y="73104"/>
                    <a:pt x="266462" y="72545"/>
                  </a:cubicBezTo>
                  <a:cubicBezTo>
                    <a:pt x="266546" y="72366"/>
                    <a:pt x="266808" y="72426"/>
                    <a:pt x="266974" y="72390"/>
                  </a:cubicBezTo>
                  <a:cubicBezTo>
                    <a:pt x="267105" y="72283"/>
                    <a:pt x="267236" y="72176"/>
                    <a:pt x="267367" y="72069"/>
                  </a:cubicBezTo>
                  <a:cubicBezTo>
                    <a:pt x="267391" y="72033"/>
                    <a:pt x="267403" y="71985"/>
                    <a:pt x="267415" y="71949"/>
                  </a:cubicBezTo>
                  <a:cubicBezTo>
                    <a:pt x="258878" y="70818"/>
                    <a:pt x="264557" y="70402"/>
                    <a:pt x="268856" y="69199"/>
                  </a:cubicBezTo>
                  <a:cubicBezTo>
                    <a:pt x="269415" y="60770"/>
                    <a:pt x="270463" y="52840"/>
                    <a:pt x="271904" y="46875"/>
                  </a:cubicBezTo>
                  <a:lnTo>
                    <a:pt x="271904" y="46875"/>
                  </a:lnTo>
                  <a:cubicBezTo>
                    <a:pt x="270606" y="47006"/>
                    <a:pt x="269344" y="47137"/>
                    <a:pt x="268105" y="47256"/>
                  </a:cubicBezTo>
                  <a:cubicBezTo>
                    <a:pt x="267713" y="40803"/>
                    <a:pt x="267689" y="33719"/>
                    <a:pt x="268010" y="26789"/>
                  </a:cubicBezTo>
                  <a:cubicBezTo>
                    <a:pt x="267343" y="26670"/>
                    <a:pt x="263331" y="26230"/>
                    <a:pt x="265867" y="25658"/>
                  </a:cubicBezTo>
                  <a:cubicBezTo>
                    <a:pt x="265950" y="25479"/>
                    <a:pt x="266212" y="25539"/>
                    <a:pt x="266379" y="25503"/>
                  </a:cubicBezTo>
                  <a:cubicBezTo>
                    <a:pt x="266510" y="25396"/>
                    <a:pt x="266641" y="25301"/>
                    <a:pt x="266772" y="25194"/>
                  </a:cubicBezTo>
                  <a:cubicBezTo>
                    <a:pt x="266796" y="25146"/>
                    <a:pt x="266808" y="25110"/>
                    <a:pt x="266820" y="25063"/>
                  </a:cubicBezTo>
                  <a:cubicBezTo>
                    <a:pt x="258283" y="23932"/>
                    <a:pt x="263962" y="23515"/>
                    <a:pt x="268260" y="22312"/>
                  </a:cubicBezTo>
                  <a:cubicBezTo>
                    <a:pt x="268415" y="19919"/>
                    <a:pt x="268856" y="15300"/>
                    <a:pt x="268856" y="15300"/>
                  </a:cubicBezTo>
                  <a:lnTo>
                    <a:pt x="254901" y="1453"/>
                  </a:lnTo>
                  <a:cubicBezTo>
                    <a:pt x="254901" y="1453"/>
                    <a:pt x="251413" y="1679"/>
                    <a:pt x="249615" y="1774"/>
                  </a:cubicBezTo>
                  <a:cubicBezTo>
                    <a:pt x="249746" y="1167"/>
                    <a:pt x="249889" y="572"/>
                    <a:pt x="250020" y="0"/>
                  </a:cubicBezTo>
                  <a:lnTo>
                    <a:pt x="250020" y="0"/>
                  </a:lnTo>
                  <a:cubicBezTo>
                    <a:pt x="240828" y="929"/>
                    <a:pt x="233577" y="1572"/>
                    <a:pt x="225017" y="1929"/>
                  </a:cubicBezTo>
                  <a:cubicBezTo>
                    <a:pt x="224814" y="2179"/>
                    <a:pt x="224600" y="2441"/>
                    <a:pt x="224386" y="2715"/>
                  </a:cubicBezTo>
                  <a:cubicBezTo>
                    <a:pt x="223731" y="2953"/>
                    <a:pt x="223112" y="3274"/>
                    <a:pt x="222647" y="3751"/>
                  </a:cubicBezTo>
                  <a:cubicBezTo>
                    <a:pt x="222755" y="3346"/>
                    <a:pt x="222945" y="2774"/>
                    <a:pt x="223219" y="2000"/>
                  </a:cubicBezTo>
                  <a:cubicBezTo>
                    <a:pt x="223094" y="1992"/>
                    <a:pt x="222968" y="1988"/>
                    <a:pt x="222843" y="1988"/>
                  </a:cubicBezTo>
                  <a:cubicBezTo>
                    <a:pt x="221740" y="1988"/>
                    <a:pt x="220632" y="2285"/>
                    <a:pt x="219537" y="2285"/>
                  </a:cubicBezTo>
                  <a:cubicBezTo>
                    <a:pt x="219371" y="2285"/>
                    <a:pt x="219205" y="2278"/>
                    <a:pt x="219040" y="2262"/>
                  </a:cubicBezTo>
                  <a:cubicBezTo>
                    <a:pt x="218567" y="2506"/>
                    <a:pt x="218202" y="2952"/>
                    <a:pt x="217926" y="2952"/>
                  </a:cubicBezTo>
                  <a:cubicBezTo>
                    <a:pt x="217744" y="2952"/>
                    <a:pt x="217601" y="2757"/>
                    <a:pt x="217492" y="2179"/>
                  </a:cubicBezTo>
                  <a:cubicBezTo>
                    <a:pt x="216420" y="2203"/>
                    <a:pt x="215337" y="2227"/>
                    <a:pt x="214218" y="2239"/>
                  </a:cubicBezTo>
                  <a:cubicBezTo>
                    <a:pt x="210515" y="2179"/>
                    <a:pt x="207169" y="2084"/>
                    <a:pt x="204002" y="1965"/>
                  </a:cubicBezTo>
                  <a:cubicBezTo>
                    <a:pt x="203967" y="2131"/>
                    <a:pt x="203943" y="2298"/>
                    <a:pt x="203919" y="2453"/>
                  </a:cubicBezTo>
                  <a:cubicBezTo>
                    <a:pt x="203550" y="2560"/>
                    <a:pt x="203181" y="2679"/>
                    <a:pt x="202824" y="2822"/>
                  </a:cubicBezTo>
                  <a:cubicBezTo>
                    <a:pt x="202776" y="2548"/>
                    <a:pt x="202728" y="2239"/>
                    <a:pt x="202681" y="1905"/>
                  </a:cubicBezTo>
                  <a:cubicBezTo>
                    <a:pt x="194453" y="1524"/>
                    <a:pt x="187357" y="905"/>
                    <a:pt x="178440" y="0"/>
                  </a:cubicBezTo>
                  <a:lnTo>
                    <a:pt x="178440" y="0"/>
                  </a:lnTo>
                  <a:cubicBezTo>
                    <a:pt x="178582" y="572"/>
                    <a:pt x="178713" y="1167"/>
                    <a:pt x="178844" y="1774"/>
                  </a:cubicBezTo>
                  <a:cubicBezTo>
                    <a:pt x="175773" y="1607"/>
                    <a:pt x="172832" y="1417"/>
                    <a:pt x="169831" y="1179"/>
                  </a:cubicBezTo>
                  <a:cubicBezTo>
                    <a:pt x="169927" y="774"/>
                    <a:pt x="170010" y="381"/>
                    <a:pt x="170105" y="0"/>
                  </a:cubicBezTo>
                  <a:lnTo>
                    <a:pt x="170105" y="0"/>
                  </a:lnTo>
                  <a:cubicBezTo>
                    <a:pt x="167843" y="226"/>
                    <a:pt x="165700" y="441"/>
                    <a:pt x="163628" y="631"/>
                  </a:cubicBezTo>
                  <a:cubicBezTo>
                    <a:pt x="161556" y="441"/>
                    <a:pt x="159413" y="226"/>
                    <a:pt x="157163" y="0"/>
                  </a:cubicBezTo>
                  <a:lnTo>
                    <a:pt x="157163" y="0"/>
                  </a:lnTo>
                  <a:cubicBezTo>
                    <a:pt x="157246" y="381"/>
                    <a:pt x="157342" y="774"/>
                    <a:pt x="157425" y="1179"/>
                  </a:cubicBezTo>
                  <a:cubicBezTo>
                    <a:pt x="153377" y="1500"/>
                    <a:pt x="149400" y="1750"/>
                    <a:pt x="145102" y="1929"/>
                  </a:cubicBezTo>
                  <a:cubicBezTo>
                    <a:pt x="144154" y="3043"/>
                    <a:pt x="143049" y="4616"/>
                    <a:pt x="142712" y="4616"/>
                  </a:cubicBezTo>
                  <a:cubicBezTo>
                    <a:pt x="142491" y="4616"/>
                    <a:pt x="142601" y="3936"/>
                    <a:pt x="143304" y="2000"/>
                  </a:cubicBezTo>
                  <a:cubicBezTo>
                    <a:pt x="143179" y="1992"/>
                    <a:pt x="143053" y="1988"/>
                    <a:pt x="142928" y="1988"/>
                  </a:cubicBezTo>
                  <a:cubicBezTo>
                    <a:pt x="141825" y="1988"/>
                    <a:pt x="140718" y="2285"/>
                    <a:pt x="139622" y="2285"/>
                  </a:cubicBezTo>
                  <a:cubicBezTo>
                    <a:pt x="139456" y="2285"/>
                    <a:pt x="139290" y="2278"/>
                    <a:pt x="139125" y="2262"/>
                  </a:cubicBezTo>
                  <a:cubicBezTo>
                    <a:pt x="138780" y="2441"/>
                    <a:pt x="138494" y="2715"/>
                    <a:pt x="138256" y="2858"/>
                  </a:cubicBezTo>
                  <a:lnTo>
                    <a:pt x="138256" y="2250"/>
                  </a:lnTo>
                  <a:cubicBezTo>
                    <a:pt x="138030" y="2250"/>
                    <a:pt x="137803" y="2239"/>
                    <a:pt x="137589" y="2239"/>
                  </a:cubicBezTo>
                  <a:cubicBezTo>
                    <a:pt x="137577" y="2215"/>
                    <a:pt x="137577" y="2203"/>
                    <a:pt x="137565" y="2179"/>
                  </a:cubicBezTo>
                  <a:cubicBezTo>
                    <a:pt x="137041" y="2191"/>
                    <a:pt x="136494" y="2203"/>
                    <a:pt x="135946" y="2215"/>
                  </a:cubicBezTo>
                  <a:cubicBezTo>
                    <a:pt x="135410" y="2203"/>
                    <a:pt x="134863" y="2191"/>
                    <a:pt x="134327" y="2179"/>
                  </a:cubicBezTo>
                  <a:cubicBezTo>
                    <a:pt x="134327" y="2203"/>
                    <a:pt x="134327" y="2215"/>
                    <a:pt x="134315" y="2239"/>
                  </a:cubicBezTo>
                  <a:cubicBezTo>
                    <a:pt x="134089" y="2239"/>
                    <a:pt x="133874" y="2250"/>
                    <a:pt x="133648" y="2250"/>
                  </a:cubicBezTo>
                  <a:lnTo>
                    <a:pt x="133648" y="2858"/>
                  </a:lnTo>
                  <a:cubicBezTo>
                    <a:pt x="133410" y="2715"/>
                    <a:pt x="133124" y="2441"/>
                    <a:pt x="132779" y="2262"/>
                  </a:cubicBezTo>
                  <a:cubicBezTo>
                    <a:pt x="132604" y="2280"/>
                    <a:pt x="132429" y="2288"/>
                    <a:pt x="132254" y="2288"/>
                  </a:cubicBezTo>
                  <a:cubicBezTo>
                    <a:pt x="131165" y="2288"/>
                    <a:pt x="130064" y="1988"/>
                    <a:pt x="128968" y="1988"/>
                  </a:cubicBezTo>
                  <a:cubicBezTo>
                    <a:pt x="128845" y="1988"/>
                    <a:pt x="128723" y="1992"/>
                    <a:pt x="128600" y="2000"/>
                  </a:cubicBezTo>
                  <a:cubicBezTo>
                    <a:pt x="129303" y="3936"/>
                    <a:pt x="129413" y="4616"/>
                    <a:pt x="129192" y="4616"/>
                  </a:cubicBezTo>
                  <a:cubicBezTo>
                    <a:pt x="128855" y="4616"/>
                    <a:pt x="127750" y="3043"/>
                    <a:pt x="126802" y="1929"/>
                  </a:cubicBezTo>
                  <a:cubicBezTo>
                    <a:pt x="122492" y="1750"/>
                    <a:pt x="118527" y="1500"/>
                    <a:pt x="114467" y="1179"/>
                  </a:cubicBezTo>
                  <a:cubicBezTo>
                    <a:pt x="114562" y="774"/>
                    <a:pt x="114646" y="381"/>
                    <a:pt x="114741" y="0"/>
                  </a:cubicBezTo>
                  <a:lnTo>
                    <a:pt x="114741" y="0"/>
                  </a:lnTo>
                  <a:cubicBezTo>
                    <a:pt x="112491" y="226"/>
                    <a:pt x="110348" y="441"/>
                    <a:pt x="108276" y="631"/>
                  </a:cubicBezTo>
                  <a:cubicBezTo>
                    <a:pt x="106192" y="441"/>
                    <a:pt x="104061" y="226"/>
                    <a:pt x="101799" y="0"/>
                  </a:cubicBezTo>
                  <a:lnTo>
                    <a:pt x="101799" y="0"/>
                  </a:lnTo>
                  <a:cubicBezTo>
                    <a:pt x="101894" y="381"/>
                    <a:pt x="101978" y="774"/>
                    <a:pt x="102073" y="1179"/>
                  </a:cubicBezTo>
                  <a:cubicBezTo>
                    <a:pt x="99072" y="1417"/>
                    <a:pt x="96132" y="1607"/>
                    <a:pt x="93060" y="1774"/>
                  </a:cubicBezTo>
                  <a:cubicBezTo>
                    <a:pt x="93191" y="1167"/>
                    <a:pt x="93322" y="572"/>
                    <a:pt x="93465" y="0"/>
                  </a:cubicBezTo>
                  <a:lnTo>
                    <a:pt x="93465" y="0"/>
                  </a:lnTo>
                  <a:cubicBezTo>
                    <a:pt x="84535" y="905"/>
                    <a:pt x="77439" y="1524"/>
                    <a:pt x="69212" y="1905"/>
                  </a:cubicBezTo>
                  <a:cubicBezTo>
                    <a:pt x="69164" y="2239"/>
                    <a:pt x="69116" y="2548"/>
                    <a:pt x="69081" y="2822"/>
                  </a:cubicBezTo>
                  <a:cubicBezTo>
                    <a:pt x="68723" y="2667"/>
                    <a:pt x="68342" y="2548"/>
                    <a:pt x="67973" y="2453"/>
                  </a:cubicBezTo>
                  <a:cubicBezTo>
                    <a:pt x="67950" y="2298"/>
                    <a:pt x="67926" y="2131"/>
                    <a:pt x="67902" y="1953"/>
                  </a:cubicBezTo>
                  <a:cubicBezTo>
                    <a:pt x="64735" y="2084"/>
                    <a:pt x="61377" y="2179"/>
                    <a:pt x="57686" y="2239"/>
                  </a:cubicBezTo>
                  <a:cubicBezTo>
                    <a:pt x="56567" y="2227"/>
                    <a:pt x="55472" y="2203"/>
                    <a:pt x="54412" y="2179"/>
                  </a:cubicBezTo>
                  <a:cubicBezTo>
                    <a:pt x="54303" y="2757"/>
                    <a:pt x="54160" y="2952"/>
                    <a:pt x="53977" y="2952"/>
                  </a:cubicBezTo>
                  <a:cubicBezTo>
                    <a:pt x="53701" y="2952"/>
                    <a:pt x="53333" y="2506"/>
                    <a:pt x="52852" y="2262"/>
                  </a:cubicBezTo>
                  <a:cubicBezTo>
                    <a:pt x="52687" y="2278"/>
                    <a:pt x="52522" y="2285"/>
                    <a:pt x="52356" y="2285"/>
                  </a:cubicBezTo>
                  <a:cubicBezTo>
                    <a:pt x="51262" y="2285"/>
                    <a:pt x="50161" y="1988"/>
                    <a:pt x="49052" y="1988"/>
                  </a:cubicBezTo>
                  <a:cubicBezTo>
                    <a:pt x="48926" y="1988"/>
                    <a:pt x="48800" y="1992"/>
                    <a:pt x="48673" y="2000"/>
                  </a:cubicBezTo>
                  <a:cubicBezTo>
                    <a:pt x="48959" y="2774"/>
                    <a:pt x="49138" y="3346"/>
                    <a:pt x="49257" y="3751"/>
                  </a:cubicBezTo>
                  <a:cubicBezTo>
                    <a:pt x="48792" y="3274"/>
                    <a:pt x="48173" y="2953"/>
                    <a:pt x="47518" y="2703"/>
                  </a:cubicBezTo>
                  <a:cubicBezTo>
                    <a:pt x="47304" y="2441"/>
                    <a:pt x="47090" y="2179"/>
                    <a:pt x="46875" y="1929"/>
                  </a:cubicBezTo>
                  <a:cubicBezTo>
                    <a:pt x="38315" y="1572"/>
                    <a:pt x="31064" y="929"/>
                    <a:pt x="21872" y="0"/>
                  </a:cubicBezTo>
                  <a:lnTo>
                    <a:pt x="21872" y="0"/>
                  </a:lnTo>
                  <a:cubicBezTo>
                    <a:pt x="22015" y="572"/>
                    <a:pt x="22146" y="1167"/>
                    <a:pt x="22277" y="1774"/>
                  </a:cubicBezTo>
                  <a:cubicBezTo>
                    <a:pt x="15098" y="1393"/>
                    <a:pt x="8573" y="810"/>
                    <a:pt x="5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42"/>
            <p:cNvSpPr/>
            <p:nvPr/>
          </p:nvSpPr>
          <p:spPr>
            <a:xfrm>
              <a:off x="283950" y="193150"/>
              <a:ext cx="8615526" cy="4752359"/>
            </a:xfrm>
            <a:custGeom>
              <a:rect b="b" l="l" r="r" t="t"/>
              <a:pathLst>
                <a:path extrusionOk="0" h="146757" w="269046">
                  <a:moveTo>
                    <a:pt x="21241" y="131"/>
                  </a:moveTo>
                  <a:cubicBezTo>
                    <a:pt x="20884" y="346"/>
                    <a:pt x="20527" y="572"/>
                    <a:pt x="20170" y="798"/>
                  </a:cubicBezTo>
                  <a:cubicBezTo>
                    <a:pt x="20217" y="953"/>
                    <a:pt x="20253" y="1120"/>
                    <a:pt x="20289" y="1286"/>
                  </a:cubicBezTo>
                  <a:cubicBezTo>
                    <a:pt x="20860" y="929"/>
                    <a:pt x="21432" y="560"/>
                    <a:pt x="22015" y="203"/>
                  </a:cubicBezTo>
                  <a:cubicBezTo>
                    <a:pt x="21753" y="179"/>
                    <a:pt x="21503" y="155"/>
                    <a:pt x="21241" y="131"/>
                  </a:cubicBezTo>
                  <a:close/>
                  <a:moveTo>
                    <a:pt x="18777" y="1691"/>
                  </a:moveTo>
                  <a:cubicBezTo>
                    <a:pt x="18515" y="1858"/>
                    <a:pt x="18265" y="2012"/>
                    <a:pt x="18015" y="2179"/>
                  </a:cubicBezTo>
                  <a:cubicBezTo>
                    <a:pt x="11788" y="6263"/>
                    <a:pt x="6156" y="10644"/>
                    <a:pt x="1155" y="15252"/>
                  </a:cubicBezTo>
                  <a:cubicBezTo>
                    <a:pt x="1179" y="15455"/>
                    <a:pt x="1203" y="15657"/>
                    <a:pt x="1215" y="15848"/>
                  </a:cubicBezTo>
                  <a:cubicBezTo>
                    <a:pt x="6263" y="11156"/>
                    <a:pt x="11966" y="6727"/>
                    <a:pt x="18277" y="2584"/>
                  </a:cubicBezTo>
                  <a:cubicBezTo>
                    <a:pt x="18705" y="2298"/>
                    <a:pt x="19146" y="2012"/>
                    <a:pt x="19574" y="1739"/>
                  </a:cubicBezTo>
                  <a:cubicBezTo>
                    <a:pt x="19312" y="1727"/>
                    <a:pt x="19039" y="1703"/>
                    <a:pt x="18777" y="1691"/>
                  </a:cubicBezTo>
                  <a:close/>
                  <a:moveTo>
                    <a:pt x="257199" y="5608"/>
                  </a:moveTo>
                  <a:cubicBezTo>
                    <a:pt x="259819" y="11180"/>
                    <a:pt x="262128" y="16943"/>
                    <a:pt x="264105" y="22884"/>
                  </a:cubicBezTo>
                  <a:cubicBezTo>
                    <a:pt x="264307" y="22836"/>
                    <a:pt x="264522" y="22789"/>
                    <a:pt x="264736" y="22741"/>
                  </a:cubicBezTo>
                  <a:cubicBezTo>
                    <a:pt x="262950" y="17360"/>
                    <a:pt x="260890" y="12085"/>
                    <a:pt x="258557" y="6942"/>
                  </a:cubicBezTo>
                  <a:lnTo>
                    <a:pt x="257199" y="5608"/>
                  </a:lnTo>
                  <a:close/>
                  <a:moveTo>
                    <a:pt x="234685" y="1239"/>
                  </a:moveTo>
                  <a:cubicBezTo>
                    <a:pt x="234423" y="1262"/>
                    <a:pt x="234149" y="1286"/>
                    <a:pt x="233887" y="1298"/>
                  </a:cubicBezTo>
                  <a:cubicBezTo>
                    <a:pt x="234554" y="1727"/>
                    <a:pt x="235220" y="2143"/>
                    <a:pt x="235875" y="2584"/>
                  </a:cubicBezTo>
                  <a:cubicBezTo>
                    <a:pt x="245662" y="9001"/>
                    <a:pt x="253961" y="16145"/>
                    <a:pt x="260676" y="23813"/>
                  </a:cubicBezTo>
                  <a:cubicBezTo>
                    <a:pt x="260783" y="23741"/>
                    <a:pt x="260938" y="23682"/>
                    <a:pt x="261140" y="23610"/>
                  </a:cubicBezTo>
                  <a:cubicBezTo>
                    <a:pt x="254377" y="15871"/>
                    <a:pt x="246007" y="8656"/>
                    <a:pt x="236137" y="2179"/>
                  </a:cubicBezTo>
                  <a:cubicBezTo>
                    <a:pt x="235649" y="1870"/>
                    <a:pt x="235173" y="1548"/>
                    <a:pt x="234685" y="1239"/>
                  </a:cubicBezTo>
                  <a:close/>
                  <a:moveTo>
                    <a:pt x="264807" y="25051"/>
                  </a:moveTo>
                  <a:lnTo>
                    <a:pt x="264867" y="25218"/>
                  </a:lnTo>
                  <a:cubicBezTo>
                    <a:pt x="264879" y="25218"/>
                    <a:pt x="264879" y="25206"/>
                    <a:pt x="264891" y="25194"/>
                  </a:cubicBezTo>
                  <a:cubicBezTo>
                    <a:pt x="264914" y="25158"/>
                    <a:pt x="264926" y="25111"/>
                    <a:pt x="264938" y="25075"/>
                  </a:cubicBezTo>
                  <a:cubicBezTo>
                    <a:pt x="264891" y="25063"/>
                    <a:pt x="264855" y="25063"/>
                    <a:pt x="264807" y="25051"/>
                  </a:cubicBezTo>
                  <a:close/>
                  <a:moveTo>
                    <a:pt x="265319" y="26670"/>
                  </a:moveTo>
                  <a:lnTo>
                    <a:pt x="265319" y="26670"/>
                  </a:lnTo>
                  <a:cubicBezTo>
                    <a:pt x="265557" y="27480"/>
                    <a:pt x="265807" y="28290"/>
                    <a:pt x="266034" y="29099"/>
                  </a:cubicBezTo>
                  <a:cubicBezTo>
                    <a:pt x="266057" y="28444"/>
                    <a:pt x="266081" y="27789"/>
                    <a:pt x="266117" y="27135"/>
                  </a:cubicBezTo>
                  <a:cubicBezTo>
                    <a:pt x="266081" y="27016"/>
                    <a:pt x="266046" y="26896"/>
                    <a:pt x="266010" y="26777"/>
                  </a:cubicBezTo>
                  <a:cubicBezTo>
                    <a:pt x="265843" y="26754"/>
                    <a:pt x="265593" y="26718"/>
                    <a:pt x="265319" y="26670"/>
                  </a:cubicBezTo>
                  <a:close/>
                  <a:moveTo>
                    <a:pt x="261188" y="24408"/>
                  </a:moveTo>
                  <a:lnTo>
                    <a:pt x="261188" y="24408"/>
                  </a:lnTo>
                  <a:cubicBezTo>
                    <a:pt x="262902" y="26396"/>
                    <a:pt x="264498" y="28409"/>
                    <a:pt x="265998" y="30456"/>
                  </a:cubicBezTo>
                  <a:cubicBezTo>
                    <a:pt x="265998" y="30195"/>
                    <a:pt x="266010" y="29944"/>
                    <a:pt x="266022" y="29683"/>
                  </a:cubicBezTo>
                  <a:cubicBezTo>
                    <a:pt x="265153" y="28516"/>
                    <a:pt x="264260" y="27361"/>
                    <a:pt x="263331" y="26218"/>
                  </a:cubicBezTo>
                  <a:cubicBezTo>
                    <a:pt x="263200" y="26158"/>
                    <a:pt x="263140" y="26087"/>
                    <a:pt x="263164" y="26015"/>
                  </a:cubicBezTo>
                  <a:cubicBezTo>
                    <a:pt x="262771" y="25539"/>
                    <a:pt x="262378" y="25075"/>
                    <a:pt x="261986" y="24599"/>
                  </a:cubicBezTo>
                  <a:cubicBezTo>
                    <a:pt x="261664" y="24539"/>
                    <a:pt x="261402" y="24468"/>
                    <a:pt x="261188" y="24408"/>
                  </a:cubicBezTo>
                  <a:close/>
                  <a:moveTo>
                    <a:pt x="127076" y="17431"/>
                  </a:moveTo>
                  <a:cubicBezTo>
                    <a:pt x="133339" y="17431"/>
                    <a:pt x="139506" y="17574"/>
                    <a:pt x="145578" y="17848"/>
                  </a:cubicBezTo>
                  <a:cubicBezTo>
                    <a:pt x="146150" y="29278"/>
                    <a:pt x="146554" y="41363"/>
                    <a:pt x="146769" y="53924"/>
                  </a:cubicBezTo>
                  <a:cubicBezTo>
                    <a:pt x="140292" y="53816"/>
                    <a:pt x="133720" y="53769"/>
                    <a:pt x="127076" y="53769"/>
                  </a:cubicBezTo>
                  <a:cubicBezTo>
                    <a:pt x="120432" y="53769"/>
                    <a:pt x="113860" y="53816"/>
                    <a:pt x="107371" y="53924"/>
                  </a:cubicBezTo>
                  <a:cubicBezTo>
                    <a:pt x="107585" y="41363"/>
                    <a:pt x="107990" y="29278"/>
                    <a:pt x="108562" y="17848"/>
                  </a:cubicBezTo>
                  <a:cubicBezTo>
                    <a:pt x="114634" y="17574"/>
                    <a:pt x="120813" y="17431"/>
                    <a:pt x="127076" y="17431"/>
                  </a:cubicBezTo>
                  <a:close/>
                  <a:moveTo>
                    <a:pt x="108359" y="17848"/>
                  </a:moveTo>
                  <a:cubicBezTo>
                    <a:pt x="107776" y="29385"/>
                    <a:pt x="107371" y="41482"/>
                    <a:pt x="107169" y="53924"/>
                  </a:cubicBezTo>
                  <a:cubicBezTo>
                    <a:pt x="94727" y="54138"/>
                    <a:pt x="82630" y="54531"/>
                    <a:pt x="71093" y="55114"/>
                  </a:cubicBezTo>
                  <a:cubicBezTo>
                    <a:pt x="71617" y="43244"/>
                    <a:pt x="72640" y="31766"/>
                    <a:pt x="74117" y="20872"/>
                  </a:cubicBezTo>
                  <a:cubicBezTo>
                    <a:pt x="85011" y="19407"/>
                    <a:pt x="96477" y="18384"/>
                    <a:pt x="108359" y="17848"/>
                  </a:cubicBezTo>
                  <a:close/>
                  <a:moveTo>
                    <a:pt x="145792" y="17860"/>
                  </a:moveTo>
                  <a:lnTo>
                    <a:pt x="145792" y="17860"/>
                  </a:lnTo>
                  <a:cubicBezTo>
                    <a:pt x="157675" y="18384"/>
                    <a:pt x="169141" y="19407"/>
                    <a:pt x="180035" y="20884"/>
                  </a:cubicBezTo>
                  <a:cubicBezTo>
                    <a:pt x="181499" y="31766"/>
                    <a:pt x="182523" y="43244"/>
                    <a:pt x="183059" y="55114"/>
                  </a:cubicBezTo>
                  <a:cubicBezTo>
                    <a:pt x="171522" y="54531"/>
                    <a:pt x="159425" y="54138"/>
                    <a:pt x="146983" y="53924"/>
                  </a:cubicBezTo>
                  <a:cubicBezTo>
                    <a:pt x="146781" y="41482"/>
                    <a:pt x="146376" y="29385"/>
                    <a:pt x="145792" y="17860"/>
                  </a:cubicBezTo>
                  <a:close/>
                  <a:moveTo>
                    <a:pt x="73724" y="20931"/>
                  </a:moveTo>
                  <a:lnTo>
                    <a:pt x="73724" y="20931"/>
                  </a:lnTo>
                  <a:cubicBezTo>
                    <a:pt x="72259" y="31909"/>
                    <a:pt x="71247" y="43375"/>
                    <a:pt x="70724" y="55138"/>
                  </a:cubicBezTo>
                  <a:cubicBezTo>
                    <a:pt x="54805" y="55948"/>
                    <a:pt x="39958" y="57103"/>
                    <a:pt x="26742" y="58579"/>
                  </a:cubicBezTo>
                  <a:cubicBezTo>
                    <a:pt x="27373" y="48816"/>
                    <a:pt x="28599" y="39255"/>
                    <a:pt x="30397" y="29992"/>
                  </a:cubicBezTo>
                  <a:cubicBezTo>
                    <a:pt x="43292" y="26158"/>
                    <a:pt x="57901" y="23086"/>
                    <a:pt x="73724" y="20931"/>
                  </a:cubicBezTo>
                  <a:close/>
                  <a:moveTo>
                    <a:pt x="180416" y="20931"/>
                  </a:moveTo>
                  <a:lnTo>
                    <a:pt x="180416" y="20931"/>
                  </a:lnTo>
                  <a:cubicBezTo>
                    <a:pt x="196251" y="23086"/>
                    <a:pt x="210860" y="26170"/>
                    <a:pt x="223755" y="29992"/>
                  </a:cubicBezTo>
                  <a:cubicBezTo>
                    <a:pt x="225552" y="39255"/>
                    <a:pt x="226779" y="48816"/>
                    <a:pt x="227410" y="58579"/>
                  </a:cubicBezTo>
                  <a:cubicBezTo>
                    <a:pt x="214194" y="57103"/>
                    <a:pt x="199335" y="55948"/>
                    <a:pt x="183416" y="55138"/>
                  </a:cubicBezTo>
                  <a:cubicBezTo>
                    <a:pt x="182904" y="43375"/>
                    <a:pt x="181892" y="31909"/>
                    <a:pt x="180416" y="20931"/>
                  </a:cubicBezTo>
                  <a:close/>
                  <a:moveTo>
                    <a:pt x="70724" y="55352"/>
                  </a:moveTo>
                  <a:cubicBezTo>
                    <a:pt x="70450" y="61436"/>
                    <a:pt x="70319" y="67616"/>
                    <a:pt x="70319" y="73843"/>
                  </a:cubicBezTo>
                  <a:cubicBezTo>
                    <a:pt x="70319" y="80070"/>
                    <a:pt x="70450" y="86237"/>
                    <a:pt x="70724" y="92321"/>
                  </a:cubicBezTo>
                  <a:cubicBezTo>
                    <a:pt x="54543" y="91500"/>
                    <a:pt x="39696" y="90333"/>
                    <a:pt x="26730" y="88892"/>
                  </a:cubicBezTo>
                  <a:cubicBezTo>
                    <a:pt x="26420" y="83915"/>
                    <a:pt x="26254" y="78891"/>
                    <a:pt x="26254" y="73843"/>
                  </a:cubicBezTo>
                  <a:cubicBezTo>
                    <a:pt x="26254" y="68783"/>
                    <a:pt x="26420" y="63758"/>
                    <a:pt x="26730" y="58781"/>
                  </a:cubicBezTo>
                  <a:cubicBezTo>
                    <a:pt x="39696" y="57341"/>
                    <a:pt x="54543" y="56174"/>
                    <a:pt x="70724" y="55352"/>
                  </a:cubicBezTo>
                  <a:close/>
                  <a:moveTo>
                    <a:pt x="183428" y="55352"/>
                  </a:moveTo>
                  <a:cubicBezTo>
                    <a:pt x="199609" y="56174"/>
                    <a:pt x="214444" y="57341"/>
                    <a:pt x="227410" y="58781"/>
                  </a:cubicBezTo>
                  <a:cubicBezTo>
                    <a:pt x="227731" y="63758"/>
                    <a:pt x="227886" y="68783"/>
                    <a:pt x="227886" y="73843"/>
                  </a:cubicBezTo>
                  <a:cubicBezTo>
                    <a:pt x="227886" y="78903"/>
                    <a:pt x="227731" y="83915"/>
                    <a:pt x="227410" y="88892"/>
                  </a:cubicBezTo>
                  <a:cubicBezTo>
                    <a:pt x="214444" y="90333"/>
                    <a:pt x="199609" y="91500"/>
                    <a:pt x="183428" y="92321"/>
                  </a:cubicBezTo>
                  <a:cubicBezTo>
                    <a:pt x="183690" y="86237"/>
                    <a:pt x="183833" y="80070"/>
                    <a:pt x="183833" y="73843"/>
                  </a:cubicBezTo>
                  <a:cubicBezTo>
                    <a:pt x="183833" y="67616"/>
                    <a:pt x="183690" y="61436"/>
                    <a:pt x="183428" y="55352"/>
                  </a:cubicBezTo>
                  <a:close/>
                  <a:moveTo>
                    <a:pt x="107157" y="54138"/>
                  </a:moveTo>
                  <a:cubicBezTo>
                    <a:pt x="107050" y="60627"/>
                    <a:pt x="107002" y="67199"/>
                    <a:pt x="107002" y="73843"/>
                  </a:cubicBezTo>
                  <a:cubicBezTo>
                    <a:pt x="107002" y="80475"/>
                    <a:pt x="107050" y="87047"/>
                    <a:pt x="107157" y="93536"/>
                  </a:cubicBezTo>
                  <a:cubicBezTo>
                    <a:pt x="94596" y="93321"/>
                    <a:pt x="82511" y="92917"/>
                    <a:pt x="71081" y="92345"/>
                  </a:cubicBezTo>
                  <a:cubicBezTo>
                    <a:pt x="70807" y="86273"/>
                    <a:pt x="70676" y="80105"/>
                    <a:pt x="70676" y="73843"/>
                  </a:cubicBezTo>
                  <a:cubicBezTo>
                    <a:pt x="70676" y="67580"/>
                    <a:pt x="70807" y="61401"/>
                    <a:pt x="71081" y="55329"/>
                  </a:cubicBezTo>
                  <a:cubicBezTo>
                    <a:pt x="82511" y="54757"/>
                    <a:pt x="94596" y="54352"/>
                    <a:pt x="107157" y="54138"/>
                  </a:cubicBezTo>
                  <a:close/>
                  <a:moveTo>
                    <a:pt x="146983" y="54138"/>
                  </a:moveTo>
                  <a:cubicBezTo>
                    <a:pt x="159544" y="54352"/>
                    <a:pt x="171641" y="54757"/>
                    <a:pt x="183071" y="55329"/>
                  </a:cubicBezTo>
                  <a:cubicBezTo>
                    <a:pt x="183333" y="61401"/>
                    <a:pt x="183476" y="67568"/>
                    <a:pt x="183476" y="73831"/>
                  </a:cubicBezTo>
                  <a:cubicBezTo>
                    <a:pt x="183476" y="80094"/>
                    <a:pt x="183333" y="86273"/>
                    <a:pt x="183071" y="92345"/>
                  </a:cubicBezTo>
                  <a:cubicBezTo>
                    <a:pt x="171641" y="92917"/>
                    <a:pt x="159544" y="93321"/>
                    <a:pt x="146983" y="93536"/>
                  </a:cubicBezTo>
                  <a:cubicBezTo>
                    <a:pt x="147090" y="87047"/>
                    <a:pt x="147150" y="80475"/>
                    <a:pt x="147150" y="73843"/>
                  </a:cubicBezTo>
                  <a:cubicBezTo>
                    <a:pt x="147150" y="67199"/>
                    <a:pt x="147090" y="60627"/>
                    <a:pt x="146983" y="54138"/>
                  </a:cubicBezTo>
                  <a:close/>
                  <a:moveTo>
                    <a:pt x="127076" y="53971"/>
                  </a:moveTo>
                  <a:cubicBezTo>
                    <a:pt x="133743" y="53971"/>
                    <a:pt x="140327" y="54031"/>
                    <a:pt x="146781" y="54138"/>
                  </a:cubicBezTo>
                  <a:cubicBezTo>
                    <a:pt x="146876" y="60591"/>
                    <a:pt x="146935" y="67163"/>
                    <a:pt x="146935" y="73843"/>
                  </a:cubicBezTo>
                  <a:cubicBezTo>
                    <a:pt x="146935" y="80510"/>
                    <a:pt x="146888" y="87082"/>
                    <a:pt x="146781" y="93536"/>
                  </a:cubicBezTo>
                  <a:cubicBezTo>
                    <a:pt x="140327" y="93643"/>
                    <a:pt x="133743" y="93702"/>
                    <a:pt x="127076" y="93702"/>
                  </a:cubicBezTo>
                  <a:cubicBezTo>
                    <a:pt x="120396" y="93702"/>
                    <a:pt x="113824" y="93643"/>
                    <a:pt x="107371" y="93536"/>
                  </a:cubicBezTo>
                  <a:cubicBezTo>
                    <a:pt x="107264" y="87082"/>
                    <a:pt x="107204" y="80510"/>
                    <a:pt x="107204" y="73843"/>
                  </a:cubicBezTo>
                  <a:cubicBezTo>
                    <a:pt x="107204" y="67163"/>
                    <a:pt x="107264" y="60591"/>
                    <a:pt x="107371" y="54138"/>
                  </a:cubicBezTo>
                  <a:cubicBezTo>
                    <a:pt x="113824" y="54031"/>
                    <a:pt x="120396" y="53971"/>
                    <a:pt x="127076" y="53971"/>
                  </a:cubicBezTo>
                  <a:close/>
                  <a:moveTo>
                    <a:pt x="48" y="105632"/>
                  </a:moveTo>
                  <a:cubicBezTo>
                    <a:pt x="36" y="105716"/>
                    <a:pt x="12" y="105811"/>
                    <a:pt x="0" y="105894"/>
                  </a:cubicBezTo>
                  <a:cubicBezTo>
                    <a:pt x="155" y="105882"/>
                    <a:pt x="310" y="105870"/>
                    <a:pt x="477" y="105859"/>
                  </a:cubicBezTo>
                  <a:cubicBezTo>
                    <a:pt x="334" y="105775"/>
                    <a:pt x="191" y="105704"/>
                    <a:pt x="48" y="105632"/>
                  </a:cubicBezTo>
                  <a:close/>
                  <a:moveTo>
                    <a:pt x="26742" y="89095"/>
                  </a:moveTo>
                  <a:cubicBezTo>
                    <a:pt x="39958" y="90571"/>
                    <a:pt x="54805" y="91726"/>
                    <a:pt x="70724" y="92536"/>
                  </a:cubicBezTo>
                  <a:cubicBezTo>
                    <a:pt x="71247" y="104299"/>
                    <a:pt x="72259" y="115765"/>
                    <a:pt x="73724" y="126742"/>
                  </a:cubicBezTo>
                  <a:cubicBezTo>
                    <a:pt x="57901" y="124587"/>
                    <a:pt x="43292" y="121515"/>
                    <a:pt x="30397" y="117681"/>
                  </a:cubicBezTo>
                  <a:cubicBezTo>
                    <a:pt x="28599" y="108418"/>
                    <a:pt x="27373" y="98858"/>
                    <a:pt x="26742" y="89095"/>
                  </a:cubicBezTo>
                  <a:close/>
                  <a:moveTo>
                    <a:pt x="227410" y="89095"/>
                  </a:moveTo>
                  <a:cubicBezTo>
                    <a:pt x="226779" y="98858"/>
                    <a:pt x="225552" y="108418"/>
                    <a:pt x="223755" y="117681"/>
                  </a:cubicBezTo>
                  <a:cubicBezTo>
                    <a:pt x="210860" y="121515"/>
                    <a:pt x="196251" y="124587"/>
                    <a:pt x="180416" y="126742"/>
                  </a:cubicBezTo>
                  <a:cubicBezTo>
                    <a:pt x="181892" y="115765"/>
                    <a:pt x="182904" y="104299"/>
                    <a:pt x="183416" y="92536"/>
                  </a:cubicBezTo>
                  <a:cubicBezTo>
                    <a:pt x="199347" y="91726"/>
                    <a:pt x="214194" y="90571"/>
                    <a:pt x="227410" y="89095"/>
                  </a:cubicBezTo>
                  <a:close/>
                  <a:moveTo>
                    <a:pt x="71093" y="92559"/>
                  </a:moveTo>
                  <a:lnTo>
                    <a:pt x="71093" y="92559"/>
                  </a:lnTo>
                  <a:cubicBezTo>
                    <a:pt x="82630" y="93143"/>
                    <a:pt x="94715" y="93536"/>
                    <a:pt x="107169" y="93750"/>
                  </a:cubicBezTo>
                  <a:cubicBezTo>
                    <a:pt x="107371" y="106192"/>
                    <a:pt x="107776" y="118289"/>
                    <a:pt x="108347" y="129826"/>
                  </a:cubicBezTo>
                  <a:cubicBezTo>
                    <a:pt x="96477" y="129290"/>
                    <a:pt x="85011" y="128266"/>
                    <a:pt x="74117" y="126790"/>
                  </a:cubicBezTo>
                  <a:cubicBezTo>
                    <a:pt x="72640" y="115907"/>
                    <a:pt x="71617" y="104442"/>
                    <a:pt x="71093" y="92559"/>
                  </a:cubicBezTo>
                  <a:close/>
                  <a:moveTo>
                    <a:pt x="183059" y="92559"/>
                  </a:moveTo>
                  <a:lnTo>
                    <a:pt x="183059" y="92559"/>
                  </a:lnTo>
                  <a:cubicBezTo>
                    <a:pt x="182523" y="104442"/>
                    <a:pt x="181499" y="115907"/>
                    <a:pt x="180035" y="126802"/>
                  </a:cubicBezTo>
                  <a:cubicBezTo>
                    <a:pt x="169141" y="128266"/>
                    <a:pt x="157675" y="129290"/>
                    <a:pt x="145792" y="129826"/>
                  </a:cubicBezTo>
                  <a:cubicBezTo>
                    <a:pt x="146376" y="118289"/>
                    <a:pt x="146769" y="106192"/>
                    <a:pt x="146983" y="93750"/>
                  </a:cubicBezTo>
                  <a:cubicBezTo>
                    <a:pt x="159425" y="93536"/>
                    <a:pt x="171522" y="93143"/>
                    <a:pt x="183059" y="92559"/>
                  </a:cubicBezTo>
                  <a:close/>
                  <a:moveTo>
                    <a:pt x="107371" y="93750"/>
                  </a:moveTo>
                  <a:cubicBezTo>
                    <a:pt x="113860" y="93857"/>
                    <a:pt x="120432" y="93917"/>
                    <a:pt x="127076" y="93917"/>
                  </a:cubicBezTo>
                  <a:cubicBezTo>
                    <a:pt x="133708" y="93917"/>
                    <a:pt x="140292" y="93857"/>
                    <a:pt x="146769" y="93750"/>
                  </a:cubicBezTo>
                  <a:lnTo>
                    <a:pt x="146769" y="93750"/>
                  </a:lnTo>
                  <a:cubicBezTo>
                    <a:pt x="146566" y="106311"/>
                    <a:pt x="146150" y="118396"/>
                    <a:pt x="145578" y="129826"/>
                  </a:cubicBezTo>
                  <a:cubicBezTo>
                    <a:pt x="139506" y="130100"/>
                    <a:pt x="133339" y="130243"/>
                    <a:pt x="127076" y="130243"/>
                  </a:cubicBezTo>
                  <a:cubicBezTo>
                    <a:pt x="120813" y="130243"/>
                    <a:pt x="114634" y="130100"/>
                    <a:pt x="108574" y="129826"/>
                  </a:cubicBezTo>
                  <a:cubicBezTo>
                    <a:pt x="107990" y="118396"/>
                    <a:pt x="107585" y="106311"/>
                    <a:pt x="107371" y="93750"/>
                  </a:cubicBezTo>
                  <a:close/>
                  <a:moveTo>
                    <a:pt x="266653" y="116300"/>
                  </a:moveTo>
                  <a:lnTo>
                    <a:pt x="266653" y="116300"/>
                  </a:lnTo>
                  <a:cubicBezTo>
                    <a:pt x="259152" y="126861"/>
                    <a:pt x="248817" y="136600"/>
                    <a:pt x="235875" y="145101"/>
                  </a:cubicBezTo>
                  <a:cubicBezTo>
                    <a:pt x="235411" y="145399"/>
                    <a:pt x="234946" y="145697"/>
                    <a:pt x="234482" y="145994"/>
                  </a:cubicBezTo>
                  <a:cubicBezTo>
                    <a:pt x="234756" y="146006"/>
                    <a:pt x="235030" y="146018"/>
                    <a:pt x="235304" y="146030"/>
                  </a:cubicBezTo>
                  <a:cubicBezTo>
                    <a:pt x="235577" y="145852"/>
                    <a:pt x="235851" y="145673"/>
                    <a:pt x="236137" y="145494"/>
                  </a:cubicBezTo>
                  <a:cubicBezTo>
                    <a:pt x="248710" y="137243"/>
                    <a:pt x="258854" y="127814"/>
                    <a:pt x="266319" y="117586"/>
                  </a:cubicBezTo>
                  <a:lnTo>
                    <a:pt x="266319" y="117586"/>
                  </a:lnTo>
                  <a:cubicBezTo>
                    <a:pt x="263533" y="127504"/>
                    <a:pt x="259831" y="137005"/>
                    <a:pt x="255306" y="145971"/>
                  </a:cubicBezTo>
                  <a:cubicBezTo>
                    <a:pt x="255544" y="145983"/>
                    <a:pt x="255794" y="145994"/>
                    <a:pt x="256032" y="146006"/>
                  </a:cubicBezTo>
                  <a:cubicBezTo>
                    <a:pt x="260354" y="137374"/>
                    <a:pt x="263879" y="128338"/>
                    <a:pt x="266569" y="118991"/>
                  </a:cubicBezTo>
                  <a:cubicBezTo>
                    <a:pt x="266593" y="118098"/>
                    <a:pt x="266617" y="117193"/>
                    <a:pt x="266653" y="116300"/>
                  </a:cubicBezTo>
                  <a:close/>
                  <a:moveTo>
                    <a:pt x="1798" y="132362"/>
                  </a:moveTo>
                  <a:cubicBezTo>
                    <a:pt x="1774" y="132540"/>
                    <a:pt x="1739" y="132731"/>
                    <a:pt x="1715" y="132933"/>
                  </a:cubicBezTo>
                  <a:cubicBezTo>
                    <a:pt x="6573" y="137362"/>
                    <a:pt x="12014" y="141553"/>
                    <a:pt x="18015" y="145494"/>
                  </a:cubicBezTo>
                  <a:cubicBezTo>
                    <a:pt x="18229" y="145637"/>
                    <a:pt x="18455" y="145780"/>
                    <a:pt x="18669" y="145923"/>
                  </a:cubicBezTo>
                  <a:cubicBezTo>
                    <a:pt x="18681" y="145899"/>
                    <a:pt x="18681" y="145887"/>
                    <a:pt x="18693" y="145875"/>
                  </a:cubicBezTo>
                  <a:lnTo>
                    <a:pt x="18693" y="145875"/>
                  </a:lnTo>
                  <a:cubicBezTo>
                    <a:pt x="18681" y="145899"/>
                    <a:pt x="18693" y="145911"/>
                    <a:pt x="18693" y="145935"/>
                  </a:cubicBezTo>
                  <a:cubicBezTo>
                    <a:pt x="18800" y="146006"/>
                    <a:pt x="18908" y="146066"/>
                    <a:pt x="19015" y="146137"/>
                  </a:cubicBezTo>
                  <a:cubicBezTo>
                    <a:pt x="19348" y="146256"/>
                    <a:pt x="19872" y="146328"/>
                    <a:pt x="20336" y="146423"/>
                  </a:cubicBezTo>
                  <a:cubicBezTo>
                    <a:pt x="19646" y="145983"/>
                    <a:pt x="18955" y="145542"/>
                    <a:pt x="18277" y="145090"/>
                  </a:cubicBezTo>
                  <a:cubicBezTo>
                    <a:pt x="12204" y="141113"/>
                    <a:pt x="6692" y="136850"/>
                    <a:pt x="1798" y="132362"/>
                  </a:cubicBezTo>
                  <a:close/>
                  <a:moveTo>
                    <a:pt x="176558" y="0"/>
                  </a:moveTo>
                  <a:cubicBezTo>
                    <a:pt x="176701" y="572"/>
                    <a:pt x="176832" y="1167"/>
                    <a:pt x="176963" y="1774"/>
                  </a:cubicBezTo>
                  <a:lnTo>
                    <a:pt x="176903" y="1774"/>
                  </a:lnTo>
                  <a:cubicBezTo>
                    <a:pt x="178070" y="7787"/>
                    <a:pt x="179106" y="14038"/>
                    <a:pt x="179975" y="20491"/>
                  </a:cubicBezTo>
                  <a:cubicBezTo>
                    <a:pt x="168998" y="19015"/>
                    <a:pt x="157544" y="18003"/>
                    <a:pt x="145781" y="17491"/>
                  </a:cubicBezTo>
                  <a:cubicBezTo>
                    <a:pt x="145507" y="12157"/>
                    <a:pt x="145197" y="6942"/>
                    <a:pt x="144852" y="1858"/>
                  </a:cubicBezTo>
                  <a:cubicBezTo>
                    <a:pt x="144780" y="1870"/>
                    <a:pt x="144697" y="1870"/>
                    <a:pt x="144626" y="1870"/>
                  </a:cubicBezTo>
                  <a:cubicBezTo>
                    <a:pt x="144971" y="6918"/>
                    <a:pt x="145292" y="12121"/>
                    <a:pt x="145554" y="17479"/>
                  </a:cubicBezTo>
                  <a:cubicBezTo>
                    <a:pt x="139470" y="17217"/>
                    <a:pt x="133303" y="17074"/>
                    <a:pt x="127076" y="17074"/>
                  </a:cubicBezTo>
                  <a:cubicBezTo>
                    <a:pt x="120849" y="17074"/>
                    <a:pt x="114681" y="17217"/>
                    <a:pt x="108585" y="17479"/>
                  </a:cubicBezTo>
                  <a:cubicBezTo>
                    <a:pt x="108895" y="11573"/>
                    <a:pt x="109240" y="5846"/>
                    <a:pt x="109621" y="322"/>
                  </a:cubicBezTo>
                  <a:lnTo>
                    <a:pt x="109621" y="322"/>
                  </a:lnTo>
                  <a:cubicBezTo>
                    <a:pt x="109550" y="334"/>
                    <a:pt x="109478" y="334"/>
                    <a:pt x="109407" y="346"/>
                  </a:cubicBezTo>
                  <a:cubicBezTo>
                    <a:pt x="109014" y="5894"/>
                    <a:pt x="108669" y="11621"/>
                    <a:pt x="108371" y="17491"/>
                  </a:cubicBezTo>
                  <a:cubicBezTo>
                    <a:pt x="96608" y="18003"/>
                    <a:pt x="85142" y="19015"/>
                    <a:pt x="74164" y="20491"/>
                  </a:cubicBezTo>
                  <a:cubicBezTo>
                    <a:pt x="75069" y="13871"/>
                    <a:pt x="76129" y="7454"/>
                    <a:pt x="77343" y="1298"/>
                  </a:cubicBezTo>
                  <a:lnTo>
                    <a:pt x="77343" y="1298"/>
                  </a:lnTo>
                  <a:cubicBezTo>
                    <a:pt x="77212" y="1310"/>
                    <a:pt x="77081" y="1322"/>
                    <a:pt x="76951" y="1334"/>
                  </a:cubicBezTo>
                  <a:cubicBezTo>
                    <a:pt x="75724" y="7537"/>
                    <a:pt x="74665" y="13954"/>
                    <a:pt x="73783" y="20539"/>
                  </a:cubicBezTo>
                  <a:cubicBezTo>
                    <a:pt x="58198" y="22646"/>
                    <a:pt x="43601" y="25682"/>
                    <a:pt x="30480" y="29575"/>
                  </a:cubicBezTo>
                  <a:cubicBezTo>
                    <a:pt x="32374" y="19872"/>
                    <a:pt x="34910" y="10502"/>
                    <a:pt x="38029" y="1560"/>
                  </a:cubicBezTo>
                  <a:cubicBezTo>
                    <a:pt x="37874" y="1548"/>
                    <a:pt x="37708" y="1548"/>
                    <a:pt x="37541" y="1536"/>
                  </a:cubicBezTo>
                  <a:cubicBezTo>
                    <a:pt x="34409" y="10525"/>
                    <a:pt x="31862" y="19955"/>
                    <a:pt x="29968" y="29718"/>
                  </a:cubicBezTo>
                  <a:cubicBezTo>
                    <a:pt x="25849" y="30957"/>
                    <a:pt x="21884" y="32266"/>
                    <a:pt x="18086" y="33659"/>
                  </a:cubicBezTo>
                  <a:cubicBezTo>
                    <a:pt x="12252" y="35802"/>
                    <a:pt x="6942" y="38088"/>
                    <a:pt x="2191" y="40493"/>
                  </a:cubicBezTo>
                  <a:lnTo>
                    <a:pt x="2179" y="40934"/>
                  </a:lnTo>
                  <a:cubicBezTo>
                    <a:pt x="10097" y="36910"/>
                    <a:pt x="19420" y="33278"/>
                    <a:pt x="29885" y="30147"/>
                  </a:cubicBezTo>
                  <a:lnTo>
                    <a:pt x="29885" y="30147"/>
                  </a:lnTo>
                  <a:cubicBezTo>
                    <a:pt x="28111" y="39386"/>
                    <a:pt x="26885" y="48911"/>
                    <a:pt x="26266" y="58627"/>
                  </a:cubicBezTo>
                  <a:cubicBezTo>
                    <a:pt x="23480" y="58948"/>
                    <a:pt x="20765" y="59270"/>
                    <a:pt x="18134" y="59615"/>
                  </a:cubicBezTo>
                  <a:cubicBezTo>
                    <a:pt x="11621" y="60460"/>
                    <a:pt x="5763" y="61365"/>
                    <a:pt x="584" y="62329"/>
                  </a:cubicBezTo>
                  <a:cubicBezTo>
                    <a:pt x="596" y="62389"/>
                    <a:pt x="596" y="62460"/>
                    <a:pt x="608" y="62520"/>
                  </a:cubicBezTo>
                  <a:cubicBezTo>
                    <a:pt x="7942" y="61163"/>
                    <a:pt x="16574" y="59924"/>
                    <a:pt x="26254" y="58841"/>
                  </a:cubicBezTo>
                  <a:lnTo>
                    <a:pt x="26254" y="58841"/>
                  </a:lnTo>
                  <a:cubicBezTo>
                    <a:pt x="25944" y="63794"/>
                    <a:pt x="25777" y="68794"/>
                    <a:pt x="25777" y="73843"/>
                  </a:cubicBezTo>
                  <a:cubicBezTo>
                    <a:pt x="25777" y="78879"/>
                    <a:pt x="25944" y="83880"/>
                    <a:pt x="26254" y="88833"/>
                  </a:cubicBezTo>
                  <a:cubicBezTo>
                    <a:pt x="17014" y="87797"/>
                    <a:pt x="8740" y="86618"/>
                    <a:pt x="1620" y="85332"/>
                  </a:cubicBezTo>
                  <a:cubicBezTo>
                    <a:pt x="1620" y="85404"/>
                    <a:pt x="1620" y="85475"/>
                    <a:pt x="1620" y="85535"/>
                  </a:cubicBezTo>
                  <a:cubicBezTo>
                    <a:pt x="6537" y="86428"/>
                    <a:pt x="12050" y="87273"/>
                    <a:pt x="18134" y="88059"/>
                  </a:cubicBezTo>
                  <a:cubicBezTo>
                    <a:pt x="20765" y="88404"/>
                    <a:pt x="23480" y="88726"/>
                    <a:pt x="26266" y="89047"/>
                  </a:cubicBezTo>
                  <a:cubicBezTo>
                    <a:pt x="26885" y="98762"/>
                    <a:pt x="28099" y="108287"/>
                    <a:pt x="29885" y="117527"/>
                  </a:cubicBezTo>
                  <a:cubicBezTo>
                    <a:pt x="18824" y="114217"/>
                    <a:pt x="9037" y="110359"/>
                    <a:pt x="846" y="106049"/>
                  </a:cubicBezTo>
                  <a:lnTo>
                    <a:pt x="846" y="106049"/>
                  </a:lnTo>
                  <a:cubicBezTo>
                    <a:pt x="858" y="106204"/>
                    <a:pt x="870" y="106359"/>
                    <a:pt x="881" y="106513"/>
                  </a:cubicBezTo>
                  <a:cubicBezTo>
                    <a:pt x="5977" y="109169"/>
                    <a:pt x="11716" y="111669"/>
                    <a:pt x="18086" y="114014"/>
                  </a:cubicBezTo>
                  <a:cubicBezTo>
                    <a:pt x="21884" y="115407"/>
                    <a:pt x="25849" y="116717"/>
                    <a:pt x="29968" y="117955"/>
                  </a:cubicBezTo>
                  <a:cubicBezTo>
                    <a:pt x="31850" y="127611"/>
                    <a:pt x="34350" y="136946"/>
                    <a:pt x="37446" y="145852"/>
                  </a:cubicBezTo>
                  <a:cubicBezTo>
                    <a:pt x="37600" y="145840"/>
                    <a:pt x="37767" y="145840"/>
                    <a:pt x="37934" y="145828"/>
                  </a:cubicBezTo>
                  <a:cubicBezTo>
                    <a:pt x="34862" y="136981"/>
                    <a:pt x="32362" y="127706"/>
                    <a:pt x="30480" y="118098"/>
                  </a:cubicBezTo>
                  <a:lnTo>
                    <a:pt x="30480" y="118098"/>
                  </a:lnTo>
                  <a:cubicBezTo>
                    <a:pt x="43589" y="121992"/>
                    <a:pt x="58198" y="125028"/>
                    <a:pt x="73783" y="127135"/>
                  </a:cubicBezTo>
                  <a:cubicBezTo>
                    <a:pt x="74653" y="133600"/>
                    <a:pt x="75688" y="139910"/>
                    <a:pt x="76879" y="146006"/>
                  </a:cubicBezTo>
                  <a:cubicBezTo>
                    <a:pt x="77010" y="146006"/>
                    <a:pt x="77141" y="146018"/>
                    <a:pt x="77272" y="146018"/>
                  </a:cubicBezTo>
                  <a:cubicBezTo>
                    <a:pt x="76093" y="139970"/>
                    <a:pt x="75046" y="133683"/>
                    <a:pt x="74164" y="127183"/>
                  </a:cubicBezTo>
                  <a:lnTo>
                    <a:pt x="74164" y="127183"/>
                  </a:lnTo>
                  <a:cubicBezTo>
                    <a:pt x="85154" y="128659"/>
                    <a:pt x="96608" y="129659"/>
                    <a:pt x="108371" y="130183"/>
                  </a:cubicBezTo>
                  <a:cubicBezTo>
                    <a:pt x="108657" y="135850"/>
                    <a:pt x="108990" y="141375"/>
                    <a:pt x="109371" y="146733"/>
                  </a:cubicBezTo>
                  <a:cubicBezTo>
                    <a:pt x="109443" y="146745"/>
                    <a:pt x="109514" y="146745"/>
                    <a:pt x="109586" y="146756"/>
                  </a:cubicBezTo>
                  <a:cubicBezTo>
                    <a:pt x="109205" y="141411"/>
                    <a:pt x="108883" y="135886"/>
                    <a:pt x="108585" y="130195"/>
                  </a:cubicBezTo>
                  <a:lnTo>
                    <a:pt x="108585" y="130195"/>
                  </a:lnTo>
                  <a:cubicBezTo>
                    <a:pt x="114681" y="130457"/>
                    <a:pt x="120849" y="130600"/>
                    <a:pt x="127076" y="130600"/>
                  </a:cubicBezTo>
                  <a:cubicBezTo>
                    <a:pt x="133303" y="130600"/>
                    <a:pt x="139470" y="130457"/>
                    <a:pt x="145554" y="130195"/>
                  </a:cubicBezTo>
                  <a:lnTo>
                    <a:pt x="145554" y="130195"/>
                  </a:lnTo>
                  <a:cubicBezTo>
                    <a:pt x="145328" y="134815"/>
                    <a:pt x="145066" y="139327"/>
                    <a:pt x="144769" y="143720"/>
                  </a:cubicBezTo>
                  <a:cubicBezTo>
                    <a:pt x="144828" y="143851"/>
                    <a:pt x="144888" y="143994"/>
                    <a:pt x="144959" y="144161"/>
                  </a:cubicBezTo>
                  <a:cubicBezTo>
                    <a:pt x="145257" y="139613"/>
                    <a:pt x="145531" y="134945"/>
                    <a:pt x="145781" y="130183"/>
                  </a:cubicBezTo>
                  <a:cubicBezTo>
                    <a:pt x="157544" y="129671"/>
                    <a:pt x="168998" y="128659"/>
                    <a:pt x="179975" y="127183"/>
                  </a:cubicBezTo>
                  <a:lnTo>
                    <a:pt x="179975" y="127183"/>
                  </a:lnTo>
                  <a:cubicBezTo>
                    <a:pt x="179106" y="133588"/>
                    <a:pt x="178094" y="139791"/>
                    <a:pt x="176927" y="145756"/>
                  </a:cubicBezTo>
                  <a:lnTo>
                    <a:pt x="177034" y="145756"/>
                  </a:lnTo>
                  <a:cubicBezTo>
                    <a:pt x="177142" y="145697"/>
                    <a:pt x="177249" y="145625"/>
                    <a:pt x="177356" y="145566"/>
                  </a:cubicBezTo>
                  <a:cubicBezTo>
                    <a:pt x="178511" y="139601"/>
                    <a:pt x="179511" y="133445"/>
                    <a:pt x="180368" y="127135"/>
                  </a:cubicBezTo>
                  <a:cubicBezTo>
                    <a:pt x="195953" y="125028"/>
                    <a:pt x="210551" y="121992"/>
                    <a:pt x="223671" y="118098"/>
                  </a:cubicBezTo>
                  <a:lnTo>
                    <a:pt x="223671" y="118098"/>
                  </a:lnTo>
                  <a:cubicBezTo>
                    <a:pt x="221814" y="127599"/>
                    <a:pt x="219337" y="136791"/>
                    <a:pt x="216301" y="145554"/>
                  </a:cubicBezTo>
                  <a:lnTo>
                    <a:pt x="216801" y="145554"/>
                  </a:lnTo>
                  <a:cubicBezTo>
                    <a:pt x="219849" y="136743"/>
                    <a:pt x="222326" y="127504"/>
                    <a:pt x="224183" y="117943"/>
                  </a:cubicBezTo>
                  <a:cubicBezTo>
                    <a:pt x="228291" y="116717"/>
                    <a:pt x="232268" y="115407"/>
                    <a:pt x="236066" y="114002"/>
                  </a:cubicBezTo>
                  <a:cubicBezTo>
                    <a:pt x="249877" y="108930"/>
                    <a:pt x="260747" y="103073"/>
                    <a:pt x="268367" y="96679"/>
                  </a:cubicBezTo>
                  <a:cubicBezTo>
                    <a:pt x="268391" y="96476"/>
                    <a:pt x="268427" y="96286"/>
                    <a:pt x="268451" y="96084"/>
                  </a:cubicBezTo>
                  <a:lnTo>
                    <a:pt x="268451" y="96084"/>
                  </a:lnTo>
                  <a:cubicBezTo>
                    <a:pt x="258592" y="104477"/>
                    <a:pt x="243317" y="111824"/>
                    <a:pt x="224267" y="117527"/>
                  </a:cubicBezTo>
                  <a:cubicBezTo>
                    <a:pt x="226041" y="108287"/>
                    <a:pt x="227267" y="98762"/>
                    <a:pt x="227886" y="89047"/>
                  </a:cubicBezTo>
                  <a:cubicBezTo>
                    <a:pt x="230672" y="88726"/>
                    <a:pt x="233387" y="88404"/>
                    <a:pt x="236018" y="88059"/>
                  </a:cubicBezTo>
                  <a:cubicBezTo>
                    <a:pt x="248770" y="86404"/>
                    <a:pt x="259009" y="84511"/>
                    <a:pt x="266510" y="82451"/>
                  </a:cubicBezTo>
                  <a:cubicBezTo>
                    <a:pt x="266510" y="82379"/>
                    <a:pt x="266510" y="82308"/>
                    <a:pt x="266510" y="82249"/>
                  </a:cubicBezTo>
                  <a:cubicBezTo>
                    <a:pt x="257306" y="84773"/>
                    <a:pt x="244079" y="87023"/>
                    <a:pt x="227898" y="88833"/>
                  </a:cubicBezTo>
                  <a:cubicBezTo>
                    <a:pt x="228208" y="83880"/>
                    <a:pt x="228362" y="78867"/>
                    <a:pt x="228362" y="73831"/>
                  </a:cubicBezTo>
                  <a:cubicBezTo>
                    <a:pt x="228362" y="68794"/>
                    <a:pt x="228208" y="63782"/>
                    <a:pt x="227898" y="58829"/>
                  </a:cubicBezTo>
                  <a:lnTo>
                    <a:pt x="227898" y="58829"/>
                  </a:lnTo>
                  <a:cubicBezTo>
                    <a:pt x="244519" y="60698"/>
                    <a:pt x="258009" y="63008"/>
                    <a:pt x="267248" y="65627"/>
                  </a:cubicBezTo>
                  <a:cubicBezTo>
                    <a:pt x="267248" y="65556"/>
                    <a:pt x="267260" y="65496"/>
                    <a:pt x="267260" y="65425"/>
                  </a:cubicBezTo>
                  <a:cubicBezTo>
                    <a:pt x="259711" y="63282"/>
                    <a:pt x="249210" y="61317"/>
                    <a:pt x="236018" y="59603"/>
                  </a:cubicBezTo>
                  <a:cubicBezTo>
                    <a:pt x="233387" y="59270"/>
                    <a:pt x="230672" y="58936"/>
                    <a:pt x="227886" y="58627"/>
                  </a:cubicBezTo>
                  <a:cubicBezTo>
                    <a:pt x="227267" y="48899"/>
                    <a:pt x="226041" y="39374"/>
                    <a:pt x="224267" y="30135"/>
                  </a:cubicBezTo>
                  <a:lnTo>
                    <a:pt x="224267" y="30135"/>
                  </a:lnTo>
                  <a:cubicBezTo>
                    <a:pt x="243650" y="35945"/>
                    <a:pt x="259116" y="43446"/>
                    <a:pt x="268963" y="52019"/>
                  </a:cubicBezTo>
                  <a:cubicBezTo>
                    <a:pt x="268986" y="51864"/>
                    <a:pt x="269010" y="51709"/>
                    <a:pt x="269046" y="51566"/>
                  </a:cubicBezTo>
                  <a:cubicBezTo>
                    <a:pt x="261390" y="44946"/>
                    <a:pt x="250294" y="38886"/>
                    <a:pt x="236066" y="33659"/>
                  </a:cubicBezTo>
                  <a:cubicBezTo>
                    <a:pt x="232268" y="32266"/>
                    <a:pt x="228291" y="30945"/>
                    <a:pt x="224183" y="29718"/>
                  </a:cubicBezTo>
                  <a:cubicBezTo>
                    <a:pt x="222338" y="20277"/>
                    <a:pt x="219909" y="11133"/>
                    <a:pt x="216908" y="2417"/>
                  </a:cubicBezTo>
                  <a:cubicBezTo>
                    <a:pt x="216766" y="2513"/>
                    <a:pt x="216635" y="2620"/>
                    <a:pt x="216504" y="2715"/>
                  </a:cubicBezTo>
                  <a:cubicBezTo>
                    <a:pt x="219456" y="11299"/>
                    <a:pt x="221850" y="20277"/>
                    <a:pt x="223671" y="29563"/>
                  </a:cubicBezTo>
                  <a:cubicBezTo>
                    <a:pt x="210551" y="25682"/>
                    <a:pt x="195953" y="22646"/>
                    <a:pt x="180368" y="20539"/>
                  </a:cubicBezTo>
                  <a:cubicBezTo>
                    <a:pt x="179416" y="13490"/>
                    <a:pt x="178273" y="6644"/>
                    <a:pt x="176951" y="36"/>
                  </a:cubicBezTo>
                  <a:cubicBezTo>
                    <a:pt x="176820" y="24"/>
                    <a:pt x="176689" y="12"/>
                    <a:pt x="176558" y="0"/>
                  </a:cubicBezTo>
                  <a:close/>
                </a:path>
              </a:pathLst>
            </a:custGeom>
            <a:solidFill>
              <a:srgbClr val="E3C98E">
                <a:alpha val="246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49" name="Google Shape;649;p4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9pPr>
          </a:lstStyle>
          <a:p/>
        </p:txBody>
      </p:sp>
      <p:grpSp>
        <p:nvGrpSpPr>
          <p:cNvPr id="650" name="Google Shape;650;p42"/>
          <p:cNvGrpSpPr/>
          <p:nvPr/>
        </p:nvGrpSpPr>
        <p:grpSpPr>
          <a:xfrm>
            <a:off x="270752" y="4193108"/>
            <a:ext cx="789682" cy="723827"/>
            <a:chOff x="318377" y="4183583"/>
            <a:chExt cx="789682" cy="723827"/>
          </a:xfrm>
        </p:grpSpPr>
        <p:sp>
          <p:nvSpPr>
            <p:cNvPr id="651" name="Google Shape;651;p42"/>
            <p:cNvSpPr/>
            <p:nvPr/>
          </p:nvSpPr>
          <p:spPr>
            <a:xfrm>
              <a:off x="457913" y="4803900"/>
              <a:ext cx="258300" cy="103500"/>
            </a:xfrm>
            <a:prstGeom prst="ellipse">
              <a:avLst/>
            </a:prstGeom>
            <a:solidFill>
              <a:srgbClr val="033342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42"/>
            <p:cNvSpPr/>
            <p:nvPr/>
          </p:nvSpPr>
          <p:spPr>
            <a:xfrm>
              <a:off x="788438" y="4569325"/>
              <a:ext cx="258300" cy="103500"/>
            </a:xfrm>
            <a:prstGeom prst="ellipse">
              <a:avLst/>
            </a:prstGeom>
            <a:solidFill>
              <a:srgbClr val="033342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53" name="Google Shape;653;p42"/>
            <p:cNvGrpSpPr/>
            <p:nvPr/>
          </p:nvGrpSpPr>
          <p:grpSpPr>
            <a:xfrm flipH="1">
              <a:off x="318377" y="4183583"/>
              <a:ext cx="789682" cy="723827"/>
              <a:chOff x="4896425" y="6632275"/>
              <a:chExt cx="319425" cy="279125"/>
            </a:xfrm>
          </p:grpSpPr>
          <p:sp>
            <p:nvSpPr>
              <p:cNvPr id="654" name="Google Shape;654;p42"/>
              <p:cNvSpPr/>
              <p:nvPr/>
            </p:nvSpPr>
            <p:spPr>
              <a:xfrm>
                <a:off x="5083950" y="6632275"/>
                <a:ext cx="46175" cy="31500"/>
              </a:xfrm>
              <a:custGeom>
                <a:rect b="b" l="l" r="r" t="t"/>
                <a:pathLst>
                  <a:path extrusionOk="0" h="1260" w="1847">
                    <a:moveTo>
                      <a:pt x="461" y="0"/>
                    </a:moveTo>
                    <a:cubicBezTo>
                      <a:pt x="367" y="0"/>
                      <a:pt x="310" y="10"/>
                      <a:pt x="310" y="10"/>
                    </a:cubicBezTo>
                    <a:lnTo>
                      <a:pt x="1" y="617"/>
                    </a:lnTo>
                    <a:lnTo>
                      <a:pt x="1191" y="1260"/>
                    </a:lnTo>
                    <a:lnTo>
                      <a:pt x="1846" y="795"/>
                    </a:lnTo>
                    <a:cubicBezTo>
                      <a:pt x="1380" y="88"/>
                      <a:pt x="746" y="0"/>
                      <a:pt x="4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5" name="Google Shape;655;p42"/>
              <p:cNvSpPr/>
              <p:nvPr/>
            </p:nvSpPr>
            <p:spPr>
              <a:xfrm>
                <a:off x="5172075" y="6684900"/>
                <a:ext cx="39600" cy="37825"/>
              </a:xfrm>
              <a:custGeom>
                <a:rect b="b" l="l" r="r" t="t"/>
                <a:pathLst>
                  <a:path extrusionOk="0" h="1513" w="1584">
                    <a:moveTo>
                      <a:pt x="548" y="0"/>
                    </a:moveTo>
                    <a:lnTo>
                      <a:pt x="0" y="405"/>
                    </a:lnTo>
                    <a:lnTo>
                      <a:pt x="786" y="1512"/>
                    </a:lnTo>
                    <a:lnTo>
                      <a:pt x="1584" y="1393"/>
                    </a:lnTo>
                    <a:cubicBezTo>
                      <a:pt x="1441" y="274"/>
                      <a:pt x="548" y="0"/>
                      <a:pt x="54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6" name="Google Shape;656;p42"/>
              <p:cNvSpPr/>
              <p:nvPr/>
            </p:nvSpPr>
            <p:spPr>
              <a:xfrm>
                <a:off x="4896425" y="6635175"/>
                <a:ext cx="319425" cy="276225"/>
              </a:xfrm>
              <a:custGeom>
                <a:rect b="b" l="l" r="r" t="t"/>
                <a:pathLst>
                  <a:path extrusionOk="0" h="11049" w="12777">
                    <a:moveTo>
                      <a:pt x="6573" y="1"/>
                    </a:moveTo>
                    <a:lnTo>
                      <a:pt x="1" y="4442"/>
                    </a:lnTo>
                    <a:cubicBezTo>
                      <a:pt x="346" y="7088"/>
                      <a:pt x="2248" y="7133"/>
                      <a:pt x="2375" y="7133"/>
                    </a:cubicBezTo>
                    <a:cubicBezTo>
                      <a:pt x="2380" y="7133"/>
                      <a:pt x="2382" y="7133"/>
                      <a:pt x="2382" y="7133"/>
                    </a:cubicBezTo>
                    <a:lnTo>
                      <a:pt x="5490" y="4061"/>
                    </a:lnTo>
                    <a:cubicBezTo>
                      <a:pt x="6311" y="4073"/>
                      <a:pt x="7454" y="4406"/>
                      <a:pt x="8299" y="5930"/>
                    </a:cubicBezTo>
                    <a:lnTo>
                      <a:pt x="5537" y="8728"/>
                    </a:lnTo>
                    <a:cubicBezTo>
                      <a:pt x="6093" y="10805"/>
                      <a:pt x="7534" y="11049"/>
                      <a:pt x="8180" y="11049"/>
                    </a:cubicBezTo>
                    <a:cubicBezTo>
                      <a:pt x="8378" y="11049"/>
                      <a:pt x="8502" y="11026"/>
                      <a:pt x="8502" y="11026"/>
                    </a:cubicBezTo>
                    <a:lnTo>
                      <a:pt x="12776" y="4906"/>
                    </a:lnTo>
                    <a:cubicBezTo>
                      <a:pt x="11836" y="822"/>
                      <a:pt x="6573" y="1"/>
                      <a:pt x="657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7" name="Google Shape;657;p42"/>
              <p:cNvSpPr/>
              <p:nvPr/>
            </p:nvSpPr>
            <p:spPr>
              <a:xfrm>
                <a:off x="4902100" y="6738800"/>
                <a:ext cx="69950" cy="68950"/>
              </a:xfrm>
              <a:custGeom>
                <a:rect b="b" l="l" r="r" t="t"/>
                <a:pathLst>
                  <a:path extrusionOk="0" h="2758" w="2798">
                    <a:moveTo>
                      <a:pt x="870" y="0"/>
                    </a:moveTo>
                    <a:cubicBezTo>
                      <a:pt x="704" y="0"/>
                      <a:pt x="552" y="46"/>
                      <a:pt x="429" y="142"/>
                    </a:cubicBezTo>
                    <a:cubicBezTo>
                      <a:pt x="0" y="475"/>
                      <a:pt x="83" y="1309"/>
                      <a:pt x="619" y="1987"/>
                    </a:cubicBezTo>
                    <a:cubicBezTo>
                      <a:pt x="1003" y="2473"/>
                      <a:pt x="1515" y="2758"/>
                      <a:pt x="1932" y="2758"/>
                    </a:cubicBezTo>
                    <a:cubicBezTo>
                      <a:pt x="2097" y="2758"/>
                      <a:pt x="2248" y="2713"/>
                      <a:pt x="2369" y="2618"/>
                    </a:cubicBezTo>
                    <a:cubicBezTo>
                      <a:pt x="2798" y="2273"/>
                      <a:pt x="2703" y="1452"/>
                      <a:pt x="2167" y="773"/>
                    </a:cubicBezTo>
                    <a:cubicBezTo>
                      <a:pt x="1785" y="281"/>
                      <a:pt x="1283" y="0"/>
                      <a:pt x="87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8" name="Google Shape;658;p42"/>
              <p:cNvSpPr/>
              <p:nvPr/>
            </p:nvSpPr>
            <p:spPr>
              <a:xfrm>
                <a:off x="5038725" y="6840600"/>
                <a:ext cx="77700" cy="65750"/>
              </a:xfrm>
              <a:custGeom>
                <a:rect b="b" l="l" r="r" t="t"/>
                <a:pathLst>
                  <a:path extrusionOk="0" h="2630" w="3108">
                    <a:moveTo>
                      <a:pt x="967" y="0"/>
                    </a:moveTo>
                    <a:cubicBezTo>
                      <a:pt x="731" y="0"/>
                      <a:pt x="524" y="73"/>
                      <a:pt x="381" y="225"/>
                    </a:cubicBezTo>
                    <a:cubicBezTo>
                      <a:pt x="0" y="630"/>
                      <a:pt x="214" y="1452"/>
                      <a:pt x="869" y="2047"/>
                    </a:cubicBezTo>
                    <a:cubicBezTo>
                      <a:pt x="1271" y="2426"/>
                      <a:pt x="1747" y="2629"/>
                      <a:pt x="2141" y="2629"/>
                    </a:cubicBezTo>
                    <a:cubicBezTo>
                      <a:pt x="2377" y="2629"/>
                      <a:pt x="2584" y="2556"/>
                      <a:pt x="2727" y="2404"/>
                    </a:cubicBezTo>
                    <a:cubicBezTo>
                      <a:pt x="3108" y="1999"/>
                      <a:pt x="2881" y="1178"/>
                      <a:pt x="2238" y="582"/>
                    </a:cubicBezTo>
                    <a:cubicBezTo>
                      <a:pt x="1837" y="203"/>
                      <a:pt x="1361" y="0"/>
                      <a:pt x="96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9" name="Google Shape;659;p42"/>
              <p:cNvSpPr/>
              <p:nvPr/>
            </p:nvSpPr>
            <p:spPr>
              <a:xfrm>
                <a:off x="4924700" y="6640250"/>
                <a:ext cx="284000" cy="247075"/>
              </a:xfrm>
              <a:custGeom>
                <a:rect b="b" l="l" r="r" t="t"/>
                <a:pathLst>
                  <a:path extrusionOk="0" h="9883" w="11360">
                    <a:moveTo>
                      <a:pt x="6287" y="3298"/>
                    </a:moveTo>
                    <a:cubicBezTo>
                      <a:pt x="6192" y="3298"/>
                      <a:pt x="6121" y="3453"/>
                      <a:pt x="6121" y="3655"/>
                    </a:cubicBezTo>
                    <a:cubicBezTo>
                      <a:pt x="6121" y="3846"/>
                      <a:pt x="6192" y="4013"/>
                      <a:pt x="6287" y="4013"/>
                    </a:cubicBezTo>
                    <a:cubicBezTo>
                      <a:pt x="6371" y="4013"/>
                      <a:pt x="6454" y="3846"/>
                      <a:pt x="6454" y="3655"/>
                    </a:cubicBezTo>
                    <a:cubicBezTo>
                      <a:pt x="6454" y="3453"/>
                      <a:pt x="6371" y="3298"/>
                      <a:pt x="6287" y="3298"/>
                    </a:cubicBezTo>
                    <a:close/>
                    <a:moveTo>
                      <a:pt x="6264" y="2893"/>
                    </a:moveTo>
                    <a:cubicBezTo>
                      <a:pt x="6454" y="2893"/>
                      <a:pt x="6621" y="3215"/>
                      <a:pt x="6621" y="3584"/>
                    </a:cubicBezTo>
                    <a:cubicBezTo>
                      <a:pt x="6621" y="3965"/>
                      <a:pt x="6454" y="4274"/>
                      <a:pt x="6264" y="4274"/>
                    </a:cubicBezTo>
                    <a:cubicBezTo>
                      <a:pt x="6061" y="4274"/>
                      <a:pt x="5906" y="3965"/>
                      <a:pt x="5906" y="3584"/>
                    </a:cubicBezTo>
                    <a:cubicBezTo>
                      <a:pt x="5906" y="3215"/>
                      <a:pt x="6061" y="2893"/>
                      <a:pt x="6264" y="2893"/>
                    </a:cubicBezTo>
                    <a:close/>
                    <a:moveTo>
                      <a:pt x="6264" y="2798"/>
                    </a:moveTo>
                    <a:cubicBezTo>
                      <a:pt x="6002" y="2798"/>
                      <a:pt x="5799" y="3143"/>
                      <a:pt x="5799" y="3584"/>
                    </a:cubicBezTo>
                    <a:cubicBezTo>
                      <a:pt x="5799" y="4024"/>
                      <a:pt x="6002" y="4382"/>
                      <a:pt x="6264" y="4382"/>
                    </a:cubicBezTo>
                    <a:cubicBezTo>
                      <a:pt x="6514" y="4382"/>
                      <a:pt x="6716" y="4036"/>
                      <a:pt x="6716" y="3584"/>
                    </a:cubicBezTo>
                    <a:cubicBezTo>
                      <a:pt x="6716" y="3143"/>
                      <a:pt x="6514" y="2798"/>
                      <a:pt x="6264" y="2798"/>
                    </a:cubicBezTo>
                    <a:close/>
                    <a:moveTo>
                      <a:pt x="5061" y="0"/>
                    </a:moveTo>
                    <a:lnTo>
                      <a:pt x="5049" y="107"/>
                    </a:lnTo>
                    <a:cubicBezTo>
                      <a:pt x="5109" y="107"/>
                      <a:pt x="10645" y="834"/>
                      <a:pt x="11264" y="5191"/>
                    </a:cubicBezTo>
                    <a:lnTo>
                      <a:pt x="11359" y="5167"/>
                    </a:lnTo>
                    <a:cubicBezTo>
                      <a:pt x="10728" y="750"/>
                      <a:pt x="5121" y="12"/>
                      <a:pt x="5061" y="0"/>
                    </a:cubicBezTo>
                    <a:close/>
                    <a:moveTo>
                      <a:pt x="3015" y="1619"/>
                    </a:moveTo>
                    <a:cubicBezTo>
                      <a:pt x="2984" y="1619"/>
                      <a:pt x="2967" y="1619"/>
                      <a:pt x="2966" y="1619"/>
                    </a:cubicBezTo>
                    <a:lnTo>
                      <a:pt x="2966" y="1715"/>
                    </a:lnTo>
                    <a:cubicBezTo>
                      <a:pt x="2968" y="1715"/>
                      <a:pt x="2981" y="1714"/>
                      <a:pt x="3003" y="1714"/>
                    </a:cubicBezTo>
                    <a:cubicBezTo>
                      <a:pt x="3480" y="1714"/>
                      <a:pt x="8310" y="1823"/>
                      <a:pt x="10038" y="6596"/>
                    </a:cubicBezTo>
                    <a:lnTo>
                      <a:pt x="10133" y="6572"/>
                    </a:lnTo>
                    <a:cubicBezTo>
                      <a:pt x="9181" y="3917"/>
                      <a:pt x="7276" y="2715"/>
                      <a:pt x="5859" y="2167"/>
                    </a:cubicBezTo>
                    <a:cubicBezTo>
                      <a:pt x="4480" y="1647"/>
                      <a:pt x="3271" y="1619"/>
                      <a:pt x="3015" y="1619"/>
                    </a:cubicBezTo>
                    <a:close/>
                    <a:moveTo>
                      <a:pt x="275" y="3395"/>
                    </a:moveTo>
                    <a:cubicBezTo>
                      <a:pt x="117" y="3395"/>
                      <a:pt x="13" y="3413"/>
                      <a:pt x="1" y="3417"/>
                    </a:cubicBezTo>
                    <a:lnTo>
                      <a:pt x="25" y="3512"/>
                    </a:lnTo>
                    <a:cubicBezTo>
                      <a:pt x="25" y="3512"/>
                      <a:pt x="116" y="3497"/>
                      <a:pt x="261" y="3497"/>
                    </a:cubicBezTo>
                    <a:cubicBezTo>
                      <a:pt x="544" y="3497"/>
                      <a:pt x="1032" y="3555"/>
                      <a:pt x="1442" y="3893"/>
                    </a:cubicBezTo>
                    <a:cubicBezTo>
                      <a:pt x="1918" y="4298"/>
                      <a:pt x="2168" y="4989"/>
                      <a:pt x="2168" y="5941"/>
                    </a:cubicBezTo>
                    <a:lnTo>
                      <a:pt x="1215" y="6894"/>
                    </a:lnTo>
                    <a:lnTo>
                      <a:pt x="1287" y="6965"/>
                    </a:lnTo>
                    <a:lnTo>
                      <a:pt x="4394" y="3893"/>
                    </a:lnTo>
                    <a:lnTo>
                      <a:pt x="4323" y="3822"/>
                    </a:lnTo>
                    <a:lnTo>
                      <a:pt x="2275" y="5846"/>
                    </a:lnTo>
                    <a:cubicBezTo>
                      <a:pt x="2251" y="4917"/>
                      <a:pt x="2001" y="4227"/>
                      <a:pt x="1501" y="3822"/>
                    </a:cubicBezTo>
                    <a:cubicBezTo>
                      <a:pt x="1078" y="3462"/>
                      <a:pt x="578" y="3395"/>
                      <a:pt x="275" y="3395"/>
                    </a:cubicBezTo>
                    <a:close/>
                    <a:moveTo>
                      <a:pt x="7728" y="5072"/>
                    </a:moveTo>
                    <a:lnTo>
                      <a:pt x="4371" y="8489"/>
                    </a:lnTo>
                    <a:lnTo>
                      <a:pt x="4442" y="8561"/>
                    </a:lnTo>
                    <a:lnTo>
                      <a:pt x="5442" y="7549"/>
                    </a:lnTo>
                    <a:cubicBezTo>
                      <a:pt x="5680" y="7549"/>
                      <a:pt x="7740" y="7668"/>
                      <a:pt x="7978" y="9882"/>
                    </a:cubicBezTo>
                    <a:lnTo>
                      <a:pt x="8073" y="9870"/>
                    </a:lnTo>
                    <a:cubicBezTo>
                      <a:pt x="7847" y="7787"/>
                      <a:pt x="6014" y="7489"/>
                      <a:pt x="5537" y="7453"/>
                    </a:cubicBezTo>
                    <a:lnTo>
                      <a:pt x="7800" y="5144"/>
                    </a:lnTo>
                    <a:lnTo>
                      <a:pt x="7728" y="507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0" name="Google Shape;660;p42"/>
              <p:cNvSpPr/>
              <p:nvPr/>
            </p:nvSpPr>
            <p:spPr>
              <a:xfrm>
                <a:off x="5041700" y="6658100"/>
                <a:ext cx="152700" cy="108375"/>
              </a:xfrm>
              <a:custGeom>
                <a:rect b="b" l="l" r="r" t="t"/>
                <a:pathLst>
                  <a:path extrusionOk="0" h="4335" w="6108">
                    <a:moveTo>
                      <a:pt x="369" y="0"/>
                    </a:moveTo>
                    <a:cubicBezTo>
                      <a:pt x="167" y="0"/>
                      <a:pt x="0" y="84"/>
                      <a:pt x="0" y="179"/>
                    </a:cubicBezTo>
                    <a:cubicBezTo>
                      <a:pt x="0" y="274"/>
                      <a:pt x="167" y="346"/>
                      <a:pt x="369" y="346"/>
                    </a:cubicBezTo>
                    <a:cubicBezTo>
                      <a:pt x="572" y="346"/>
                      <a:pt x="738" y="274"/>
                      <a:pt x="738" y="179"/>
                    </a:cubicBezTo>
                    <a:cubicBezTo>
                      <a:pt x="738" y="84"/>
                      <a:pt x="572" y="0"/>
                      <a:pt x="369" y="0"/>
                    </a:cubicBezTo>
                    <a:close/>
                    <a:moveTo>
                      <a:pt x="2417" y="548"/>
                    </a:moveTo>
                    <a:cubicBezTo>
                      <a:pt x="2215" y="548"/>
                      <a:pt x="2048" y="643"/>
                      <a:pt x="2048" y="751"/>
                    </a:cubicBezTo>
                    <a:cubicBezTo>
                      <a:pt x="2048" y="858"/>
                      <a:pt x="2215" y="953"/>
                      <a:pt x="2417" y="953"/>
                    </a:cubicBezTo>
                    <a:cubicBezTo>
                      <a:pt x="2631" y="953"/>
                      <a:pt x="2798" y="858"/>
                      <a:pt x="2798" y="751"/>
                    </a:cubicBezTo>
                    <a:cubicBezTo>
                      <a:pt x="2798" y="643"/>
                      <a:pt x="2619" y="548"/>
                      <a:pt x="2417" y="548"/>
                    </a:cubicBezTo>
                    <a:close/>
                    <a:moveTo>
                      <a:pt x="4655" y="2132"/>
                    </a:moveTo>
                    <a:cubicBezTo>
                      <a:pt x="4465" y="2132"/>
                      <a:pt x="4310" y="2227"/>
                      <a:pt x="4310" y="2358"/>
                    </a:cubicBezTo>
                    <a:cubicBezTo>
                      <a:pt x="4310" y="2477"/>
                      <a:pt x="4465" y="2572"/>
                      <a:pt x="4655" y="2572"/>
                    </a:cubicBezTo>
                    <a:cubicBezTo>
                      <a:pt x="4666" y="2573"/>
                      <a:pt x="4676" y="2573"/>
                      <a:pt x="4686" y="2573"/>
                    </a:cubicBezTo>
                    <a:cubicBezTo>
                      <a:pt x="4873" y="2573"/>
                      <a:pt x="5013" y="2471"/>
                      <a:pt x="5013" y="2358"/>
                    </a:cubicBezTo>
                    <a:cubicBezTo>
                      <a:pt x="5013" y="2227"/>
                      <a:pt x="4858" y="2132"/>
                      <a:pt x="4655" y="2132"/>
                    </a:cubicBezTo>
                    <a:close/>
                    <a:moveTo>
                      <a:pt x="5763" y="3906"/>
                    </a:moveTo>
                    <a:cubicBezTo>
                      <a:pt x="5572" y="3906"/>
                      <a:pt x="5406" y="4001"/>
                      <a:pt x="5406" y="4120"/>
                    </a:cubicBezTo>
                    <a:cubicBezTo>
                      <a:pt x="5406" y="4227"/>
                      <a:pt x="5572" y="4334"/>
                      <a:pt x="5763" y="4334"/>
                    </a:cubicBezTo>
                    <a:cubicBezTo>
                      <a:pt x="5953" y="4334"/>
                      <a:pt x="6108" y="4227"/>
                      <a:pt x="6108" y="4120"/>
                    </a:cubicBezTo>
                    <a:cubicBezTo>
                      <a:pt x="6108" y="4001"/>
                      <a:pt x="5953" y="3906"/>
                      <a:pt x="5763" y="390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1" name="Google Shape;661;p42"/>
              <p:cNvSpPr/>
              <p:nvPr/>
            </p:nvSpPr>
            <p:spPr>
              <a:xfrm>
                <a:off x="4935125" y="6752050"/>
                <a:ext cx="29800" cy="35375"/>
              </a:xfrm>
              <a:custGeom>
                <a:rect b="b" l="l" r="r" t="t"/>
                <a:pathLst>
                  <a:path extrusionOk="0" h="1415" w="1192">
                    <a:moveTo>
                      <a:pt x="189" y="0"/>
                    </a:moveTo>
                    <a:cubicBezTo>
                      <a:pt x="167" y="0"/>
                      <a:pt x="148" y="6"/>
                      <a:pt x="132" y="17"/>
                    </a:cubicBezTo>
                    <a:cubicBezTo>
                      <a:pt x="1" y="100"/>
                      <a:pt x="120" y="481"/>
                      <a:pt x="382" y="862"/>
                    </a:cubicBezTo>
                    <a:cubicBezTo>
                      <a:pt x="598" y="1192"/>
                      <a:pt x="859" y="1414"/>
                      <a:pt x="1010" y="1414"/>
                    </a:cubicBezTo>
                    <a:cubicBezTo>
                      <a:pt x="1034" y="1414"/>
                      <a:pt x="1055" y="1409"/>
                      <a:pt x="1072" y="1398"/>
                    </a:cubicBezTo>
                    <a:cubicBezTo>
                      <a:pt x="1191" y="1315"/>
                      <a:pt x="1084" y="934"/>
                      <a:pt x="822" y="553"/>
                    </a:cubicBezTo>
                    <a:cubicBezTo>
                      <a:pt x="596" y="223"/>
                      <a:pt x="333" y="0"/>
                      <a:pt x="1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2" name="Google Shape;662;p42"/>
              <p:cNvSpPr/>
              <p:nvPr/>
            </p:nvSpPr>
            <p:spPr>
              <a:xfrm>
                <a:off x="5079800" y="6853250"/>
                <a:ext cx="29775" cy="35375"/>
              </a:xfrm>
              <a:custGeom>
                <a:rect b="b" l="l" r="r" t="t"/>
                <a:pathLst>
                  <a:path extrusionOk="0" h="1415" w="1191">
                    <a:moveTo>
                      <a:pt x="189" y="0"/>
                    </a:moveTo>
                    <a:cubicBezTo>
                      <a:pt x="167" y="0"/>
                      <a:pt x="147" y="6"/>
                      <a:pt x="131" y="17"/>
                    </a:cubicBezTo>
                    <a:cubicBezTo>
                      <a:pt x="0" y="100"/>
                      <a:pt x="119" y="481"/>
                      <a:pt x="381" y="862"/>
                    </a:cubicBezTo>
                    <a:cubicBezTo>
                      <a:pt x="597" y="1192"/>
                      <a:pt x="858" y="1415"/>
                      <a:pt x="1010" y="1415"/>
                    </a:cubicBezTo>
                    <a:cubicBezTo>
                      <a:pt x="1033" y="1415"/>
                      <a:pt x="1054" y="1409"/>
                      <a:pt x="1072" y="1398"/>
                    </a:cubicBezTo>
                    <a:cubicBezTo>
                      <a:pt x="1191" y="1315"/>
                      <a:pt x="1084" y="934"/>
                      <a:pt x="822" y="553"/>
                    </a:cubicBezTo>
                    <a:cubicBezTo>
                      <a:pt x="595" y="223"/>
                      <a:pt x="333" y="0"/>
                      <a:pt x="1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63" name="Google Shape;663;p42"/>
          <p:cNvGrpSpPr/>
          <p:nvPr/>
        </p:nvGrpSpPr>
        <p:grpSpPr>
          <a:xfrm>
            <a:off x="8162106" y="4014789"/>
            <a:ext cx="878084" cy="936483"/>
            <a:chOff x="2942468" y="5674849"/>
            <a:chExt cx="935127" cy="997426"/>
          </a:xfrm>
        </p:grpSpPr>
        <p:grpSp>
          <p:nvGrpSpPr>
            <p:cNvPr id="664" name="Google Shape;664;p42"/>
            <p:cNvGrpSpPr/>
            <p:nvPr/>
          </p:nvGrpSpPr>
          <p:grpSpPr>
            <a:xfrm>
              <a:off x="2942468" y="5674849"/>
              <a:ext cx="935127" cy="995389"/>
              <a:chOff x="3737950" y="6597075"/>
              <a:chExt cx="295300" cy="314350"/>
            </a:xfrm>
          </p:grpSpPr>
          <p:sp>
            <p:nvSpPr>
              <p:cNvPr id="665" name="Google Shape;665;p42"/>
              <p:cNvSpPr/>
              <p:nvPr/>
            </p:nvSpPr>
            <p:spPr>
              <a:xfrm>
                <a:off x="3742125" y="6617025"/>
                <a:ext cx="286950" cy="290225"/>
              </a:xfrm>
              <a:custGeom>
                <a:rect b="b" l="l" r="r" t="t"/>
                <a:pathLst>
                  <a:path extrusionOk="0" h="11609" w="11478">
                    <a:moveTo>
                      <a:pt x="2929" y="0"/>
                    </a:moveTo>
                    <a:lnTo>
                      <a:pt x="0" y="8906"/>
                    </a:lnTo>
                    <a:lnTo>
                      <a:pt x="7049" y="11609"/>
                    </a:lnTo>
                    <a:lnTo>
                      <a:pt x="11478" y="2572"/>
                    </a:lnTo>
                    <a:lnTo>
                      <a:pt x="11049" y="2108"/>
                    </a:lnTo>
                    <a:lnTo>
                      <a:pt x="292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6" name="Google Shape;666;p42"/>
              <p:cNvSpPr/>
              <p:nvPr/>
            </p:nvSpPr>
            <p:spPr>
              <a:xfrm>
                <a:off x="3737950" y="6597075"/>
                <a:ext cx="295300" cy="314350"/>
              </a:xfrm>
              <a:custGeom>
                <a:rect b="b" l="l" r="r" t="t"/>
                <a:pathLst>
                  <a:path extrusionOk="0" h="12574" w="11812">
                    <a:moveTo>
                      <a:pt x="3203" y="1"/>
                    </a:moveTo>
                    <a:lnTo>
                      <a:pt x="1" y="9752"/>
                    </a:lnTo>
                    <a:lnTo>
                      <a:pt x="7347" y="12574"/>
                    </a:lnTo>
                    <a:lnTo>
                      <a:pt x="11812" y="3406"/>
                    </a:lnTo>
                    <a:lnTo>
                      <a:pt x="11597" y="3192"/>
                    </a:lnTo>
                    <a:lnTo>
                      <a:pt x="7311" y="12181"/>
                    </a:lnTo>
                    <a:lnTo>
                      <a:pt x="417" y="9752"/>
                    </a:lnTo>
                    <a:lnTo>
                      <a:pt x="417" y="9288"/>
                    </a:lnTo>
                    <a:lnTo>
                      <a:pt x="7335" y="11788"/>
                    </a:lnTo>
                    <a:lnTo>
                      <a:pt x="11466" y="2858"/>
                    </a:lnTo>
                    <a:lnTo>
                      <a:pt x="32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7" name="Google Shape;667;p42"/>
              <p:cNvSpPr/>
              <p:nvPr/>
            </p:nvSpPr>
            <p:spPr>
              <a:xfrm>
                <a:off x="3756100" y="6619400"/>
                <a:ext cx="251250" cy="257800"/>
              </a:xfrm>
              <a:custGeom>
                <a:rect b="b" l="l" r="r" t="t"/>
                <a:pathLst>
                  <a:path extrusionOk="0" h="10312" w="10050">
                    <a:moveTo>
                      <a:pt x="2799" y="132"/>
                    </a:moveTo>
                    <a:lnTo>
                      <a:pt x="9907" y="2275"/>
                    </a:lnTo>
                    <a:lnTo>
                      <a:pt x="6430" y="10180"/>
                    </a:lnTo>
                    <a:lnTo>
                      <a:pt x="132" y="7847"/>
                    </a:lnTo>
                    <a:lnTo>
                      <a:pt x="2799" y="132"/>
                    </a:lnTo>
                    <a:close/>
                    <a:moveTo>
                      <a:pt x="2728" y="1"/>
                    </a:moveTo>
                    <a:lnTo>
                      <a:pt x="13" y="7859"/>
                    </a:lnTo>
                    <a:lnTo>
                      <a:pt x="1" y="7906"/>
                    </a:lnTo>
                    <a:lnTo>
                      <a:pt x="6478" y="10311"/>
                    </a:lnTo>
                    <a:lnTo>
                      <a:pt x="10050" y="2215"/>
                    </a:lnTo>
                    <a:lnTo>
                      <a:pt x="272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8" name="Google Shape;668;p42"/>
              <p:cNvSpPr/>
              <p:nvPr/>
            </p:nvSpPr>
            <p:spPr>
              <a:xfrm>
                <a:off x="3815350" y="6667325"/>
                <a:ext cx="124450" cy="167600"/>
              </a:xfrm>
              <a:custGeom>
                <a:rect b="b" l="l" r="r" t="t"/>
                <a:pathLst>
                  <a:path extrusionOk="0" h="6704" w="4978">
                    <a:moveTo>
                      <a:pt x="3048" y="108"/>
                    </a:moveTo>
                    <a:cubicBezTo>
                      <a:pt x="2751" y="227"/>
                      <a:pt x="2501" y="405"/>
                      <a:pt x="2298" y="620"/>
                    </a:cubicBezTo>
                    <a:lnTo>
                      <a:pt x="1822" y="453"/>
                    </a:lnTo>
                    <a:cubicBezTo>
                      <a:pt x="2132" y="239"/>
                      <a:pt x="2536" y="108"/>
                      <a:pt x="2965" y="108"/>
                    </a:cubicBezTo>
                    <a:close/>
                    <a:moveTo>
                      <a:pt x="3310" y="132"/>
                    </a:moveTo>
                    <a:cubicBezTo>
                      <a:pt x="3370" y="143"/>
                      <a:pt x="3441" y="155"/>
                      <a:pt x="3501" y="179"/>
                    </a:cubicBezTo>
                    <a:lnTo>
                      <a:pt x="3227" y="953"/>
                    </a:lnTo>
                    <a:lnTo>
                      <a:pt x="2417" y="667"/>
                    </a:lnTo>
                    <a:cubicBezTo>
                      <a:pt x="2644" y="417"/>
                      <a:pt x="2941" y="239"/>
                      <a:pt x="3310" y="132"/>
                    </a:cubicBezTo>
                    <a:close/>
                    <a:moveTo>
                      <a:pt x="3608" y="203"/>
                    </a:moveTo>
                    <a:cubicBezTo>
                      <a:pt x="3763" y="263"/>
                      <a:pt x="3917" y="334"/>
                      <a:pt x="4060" y="417"/>
                    </a:cubicBezTo>
                    <a:cubicBezTo>
                      <a:pt x="4072" y="501"/>
                      <a:pt x="4168" y="846"/>
                      <a:pt x="4168" y="1286"/>
                    </a:cubicBezTo>
                    <a:lnTo>
                      <a:pt x="3322" y="989"/>
                    </a:lnTo>
                    <a:lnTo>
                      <a:pt x="3608" y="203"/>
                    </a:lnTo>
                    <a:close/>
                    <a:moveTo>
                      <a:pt x="1715" y="524"/>
                    </a:moveTo>
                    <a:lnTo>
                      <a:pt x="2239" y="715"/>
                    </a:lnTo>
                    <a:cubicBezTo>
                      <a:pt x="2179" y="786"/>
                      <a:pt x="2120" y="870"/>
                      <a:pt x="2072" y="953"/>
                    </a:cubicBezTo>
                    <a:cubicBezTo>
                      <a:pt x="2001" y="1096"/>
                      <a:pt x="1941" y="1239"/>
                      <a:pt x="1905" y="1382"/>
                    </a:cubicBezTo>
                    <a:lnTo>
                      <a:pt x="1203" y="1155"/>
                    </a:lnTo>
                    <a:cubicBezTo>
                      <a:pt x="1322" y="917"/>
                      <a:pt x="1489" y="703"/>
                      <a:pt x="1715" y="524"/>
                    </a:cubicBezTo>
                    <a:close/>
                    <a:moveTo>
                      <a:pt x="4191" y="501"/>
                    </a:moveTo>
                    <a:lnTo>
                      <a:pt x="4191" y="501"/>
                    </a:lnTo>
                    <a:cubicBezTo>
                      <a:pt x="4525" y="763"/>
                      <a:pt x="4763" y="1120"/>
                      <a:pt x="4834" y="1525"/>
                    </a:cubicBezTo>
                    <a:lnTo>
                      <a:pt x="4275" y="1322"/>
                    </a:lnTo>
                    <a:cubicBezTo>
                      <a:pt x="4275" y="965"/>
                      <a:pt x="4227" y="667"/>
                      <a:pt x="4191" y="501"/>
                    </a:cubicBezTo>
                    <a:close/>
                    <a:moveTo>
                      <a:pt x="2334" y="751"/>
                    </a:moveTo>
                    <a:lnTo>
                      <a:pt x="3191" y="1048"/>
                    </a:lnTo>
                    <a:lnTo>
                      <a:pt x="2941" y="1715"/>
                    </a:lnTo>
                    <a:lnTo>
                      <a:pt x="2001" y="1417"/>
                    </a:lnTo>
                    <a:cubicBezTo>
                      <a:pt x="2048" y="1275"/>
                      <a:pt x="2096" y="1132"/>
                      <a:pt x="2167" y="1001"/>
                    </a:cubicBezTo>
                    <a:cubicBezTo>
                      <a:pt x="2215" y="917"/>
                      <a:pt x="2274" y="834"/>
                      <a:pt x="2334" y="751"/>
                    </a:cubicBezTo>
                    <a:close/>
                    <a:moveTo>
                      <a:pt x="3286" y="1084"/>
                    </a:moveTo>
                    <a:lnTo>
                      <a:pt x="4168" y="1394"/>
                    </a:lnTo>
                    <a:cubicBezTo>
                      <a:pt x="4156" y="1608"/>
                      <a:pt x="4120" y="1846"/>
                      <a:pt x="4060" y="2072"/>
                    </a:cubicBezTo>
                    <a:lnTo>
                      <a:pt x="3048" y="1751"/>
                    </a:lnTo>
                    <a:lnTo>
                      <a:pt x="3286" y="1084"/>
                    </a:lnTo>
                    <a:close/>
                    <a:moveTo>
                      <a:pt x="1167" y="1263"/>
                    </a:moveTo>
                    <a:lnTo>
                      <a:pt x="1882" y="1489"/>
                    </a:lnTo>
                    <a:cubicBezTo>
                      <a:pt x="1822" y="1691"/>
                      <a:pt x="1810" y="1894"/>
                      <a:pt x="1798" y="2096"/>
                    </a:cubicBezTo>
                    <a:lnTo>
                      <a:pt x="1060" y="1870"/>
                    </a:lnTo>
                    <a:cubicBezTo>
                      <a:pt x="1060" y="1858"/>
                      <a:pt x="1060" y="1834"/>
                      <a:pt x="1060" y="1810"/>
                    </a:cubicBezTo>
                    <a:cubicBezTo>
                      <a:pt x="1060" y="1620"/>
                      <a:pt x="1096" y="1429"/>
                      <a:pt x="1167" y="1263"/>
                    </a:cubicBezTo>
                    <a:close/>
                    <a:moveTo>
                      <a:pt x="4275" y="1429"/>
                    </a:moveTo>
                    <a:lnTo>
                      <a:pt x="4858" y="1644"/>
                    </a:lnTo>
                    <a:cubicBezTo>
                      <a:pt x="4870" y="1703"/>
                      <a:pt x="4870" y="1763"/>
                      <a:pt x="4870" y="1810"/>
                    </a:cubicBezTo>
                    <a:cubicBezTo>
                      <a:pt x="4870" y="1989"/>
                      <a:pt x="4834" y="2156"/>
                      <a:pt x="4787" y="2310"/>
                    </a:cubicBezTo>
                    <a:lnTo>
                      <a:pt x="4156" y="2108"/>
                    </a:lnTo>
                    <a:cubicBezTo>
                      <a:pt x="4227" y="1882"/>
                      <a:pt x="4263" y="1644"/>
                      <a:pt x="4275" y="1429"/>
                    </a:cubicBezTo>
                    <a:close/>
                    <a:moveTo>
                      <a:pt x="1977" y="1525"/>
                    </a:moveTo>
                    <a:lnTo>
                      <a:pt x="2905" y="1822"/>
                    </a:lnTo>
                    <a:lnTo>
                      <a:pt x="2715" y="2370"/>
                    </a:lnTo>
                    <a:lnTo>
                      <a:pt x="1905" y="2132"/>
                    </a:lnTo>
                    <a:cubicBezTo>
                      <a:pt x="1917" y="1929"/>
                      <a:pt x="1929" y="1727"/>
                      <a:pt x="1977" y="1525"/>
                    </a:cubicBezTo>
                    <a:close/>
                    <a:moveTo>
                      <a:pt x="3013" y="1846"/>
                    </a:moveTo>
                    <a:lnTo>
                      <a:pt x="4025" y="2179"/>
                    </a:lnTo>
                    <a:cubicBezTo>
                      <a:pt x="3965" y="2346"/>
                      <a:pt x="3882" y="2525"/>
                      <a:pt x="3775" y="2691"/>
                    </a:cubicBezTo>
                    <a:lnTo>
                      <a:pt x="2810" y="2394"/>
                    </a:lnTo>
                    <a:lnTo>
                      <a:pt x="3013" y="1846"/>
                    </a:lnTo>
                    <a:close/>
                    <a:moveTo>
                      <a:pt x="4120" y="2215"/>
                    </a:moveTo>
                    <a:lnTo>
                      <a:pt x="4751" y="2406"/>
                    </a:lnTo>
                    <a:cubicBezTo>
                      <a:pt x="4679" y="2584"/>
                      <a:pt x="4572" y="2751"/>
                      <a:pt x="4441" y="2894"/>
                    </a:cubicBezTo>
                    <a:lnTo>
                      <a:pt x="3882" y="2715"/>
                    </a:lnTo>
                    <a:cubicBezTo>
                      <a:pt x="3989" y="2549"/>
                      <a:pt x="4060" y="2382"/>
                      <a:pt x="4120" y="2215"/>
                    </a:cubicBezTo>
                    <a:close/>
                    <a:moveTo>
                      <a:pt x="1072" y="1989"/>
                    </a:moveTo>
                    <a:lnTo>
                      <a:pt x="1798" y="2203"/>
                    </a:lnTo>
                    <a:cubicBezTo>
                      <a:pt x="1798" y="2668"/>
                      <a:pt x="1893" y="3060"/>
                      <a:pt x="1941" y="3251"/>
                    </a:cubicBezTo>
                    <a:cubicBezTo>
                      <a:pt x="1465" y="2977"/>
                      <a:pt x="1131" y="2525"/>
                      <a:pt x="1072" y="1989"/>
                    </a:cubicBezTo>
                    <a:close/>
                    <a:moveTo>
                      <a:pt x="1905" y="2239"/>
                    </a:moveTo>
                    <a:lnTo>
                      <a:pt x="2679" y="2465"/>
                    </a:lnTo>
                    <a:lnTo>
                      <a:pt x="2334" y="3430"/>
                    </a:lnTo>
                    <a:cubicBezTo>
                      <a:pt x="2239" y="3394"/>
                      <a:pt x="2155" y="3370"/>
                      <a:pt x="2072" y="3322"/>
                    </a:cubicBezTo>
                    <a:cubicBezTo>
                      <a:pt x="2036" y="3227"/>
                      <a:pt x="1917" y="2775"/>
                      <a:pt x="1905" y="2239"/>
                    </a:cubicBezTo>
                    <a:close/>
                    <a:moveTo>
                      <a:pt x="2774" y="2501"/>
                    </a:moveTo>
                    <a:lnTo>
                      <a:pt x="3715" y="2775"/>
                    </a:lnTo>
                    <a:cubicBezTo>
                      <a:pt x="3501" y="3060"/>
                      <a:pt x="3215" y="3311"/>
                      <a:pt x="2810" y="3525"/>
                    </a:cubicBezTo>
                    <a:cubicBezTo>
                      <a:pt x="2679" y="3513"/>
                      <a:pt x="2548" y="3489"/>
                      <a:pt x="2429" y="3453"/>
                    </a:cubicBezTo>
                    <a:lnTo>
                      <a:pt x="2774" y="2501"/>
                    </a:lnTo>
                    <a:close/>
                    <a:moveTo>
                      <a:pt x="3822" y="2810"/>
                    </a:moveTo>
                    <a:lnTo>
                      <a:pt x="4358" y="2977"/>
                    </a:lnTo>
                    <a:cubicBezTo>
                      <a:pt x="4025" y="3299"/>
                      <a:pt x="3548" y="3513"/>
                      <a:pt x="3025" y="3525"/>
                    </a:cubicBezTo>
                    <a:cubicBezTo>
                      <a:pt x="3370" y="3322"/>
                      <a:pt x="3632" y="3072"/>
                      <a:pt x="3822" y="2810"/>
                    </a:cubicBezTo>
                    <a:close/>
                    <a:moveTo>
                      <a:pt x="2965" y="1"/>
                    </a:moveTo>
                    <a:cubicBezTo>
                      <a:pt x="1858" y="1"/>
                      <a:pt x="953" y="810"/>
                      <a:pt x="953" y="1810"/>
                    </a:cubicBezTo>
                    <a:cubicBezTo>
                      <a:pt x="953" y="2775"/>
                      <a:pt x="1786" y="3561"/>
                      <a:pt x="2834" y="3632"/>
                    </a:cubicBezTo>
                    <a:lnTo>
                      <a:pt x="2965" y="3632"/>
                    </a:lnTo>
                    <a:cubicBezTo>
                      <a:pt x="4072" y="3632"/>
                      <a:pt x="4977" y="2822"/>
                      <a:pt x="4977" y="1810"/>
                    </a:cubicBezTo>
                    <a:cubicBezTo>
                      <a:pt x="4977" y="810"/>
                      <a:pt x="4072" y="1"/>
                      <a:pt x="2965" y="1"/>
                    </a:cubicBezTo>
                    <a:close/>
                    <a:moveTo>
                      <a:pt x="560" y="2870"/>
                    </a:moveTo>
                    <a:lnTo>
                      <a:pt x="12" y="3382"/>
                    </a:lnTo>
                    <a:cubicBezTo>
                      <a:pt x="845" y="4522"/>
                      <a:pt x="2004" y="4803"/>
                      <a:pt x="2946" y="4803"/>
                    </a:cubicBezTo>
                    <a:cubicBezTo>
                      <a:pt x="3862" y="4803"/>
                      <a:pt x="4572" y="4537"/>
                      <a:pt x="4572" y="4537"/>
                    </a:cubicBezTo>
                    <a:lnTo>
                      <a:pt x="4418" y="3846"/>
                    </a:lnTo>
                    <a:cubicBezTo>
                      <a:pt x="3981" y="3990"/>
                      <a:pt x="3576" y="4048"/>
                      <a:pt x="3204" y="4048"/>
                    </a:cubicBezTo>
                    <a:cubicBezTo>
                      <a:pt x="1539" y="4048"/>
                      <a:pt x="560" y="2870"/>
                      <a:pt x="560" y="2870"/>
                    </a:cubicBezTo>
                    <a:close/>
                    <a:moveTo>
                      <a:pt x="107" y="4656"/>
                    </a:moveTo>
                    <a:lnTo>
                      <a:pt x="0" y="4954"/>
                    </a:lnTo>
                    <a:lnTo>
                      <a:pt x="3346" y="6085"/>
                    </a:lnTo>
                    <a:lnTo>
                      <a:pt x="3441" y="5775"/>
                    </a:lnTo>
                    <a:lnTo>
                      <a:pt x="107" y="4656"/>
                    </a:lnTo>
                    <a:close/>
                    <a:moveTo>
                      <a:pt x="286" y="5608"/>
                    </a:moveTo>
                    <a:lnTo>
                      <a:pt x="179" y="5918"/>
                    </a:lnTo>
                    <a:lnTo>
                      <a:pt x="2524" y="6704"/>
                    </a:lnTo>
                    <a:lnTo>
                      <a:pt x="2632" y="6406"/>
                    </a:lnTo>
                    <a:lnTo>
                      <a:pt x="286" y="560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69" name="Google Shape;669;p42"/>
            <p:cNvSpPr/>
            <p:nvPr/>
          </p:nvSpPr>
          <p:spPr>
            <a:xfrm flipH="1">
              <a:off x="3055184" y="6568775"/>
              <a:ext cx="510600" cy="103500"/>
            </a:xfrm>
            <a:prstGeom prst="ellipse">
              <a:avLst/>
            </a:prstGeom>
            <a:solidFill>
              <a:srgbClr val="033342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2"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1" name="Google Shape;671;p43"/>
          <p:cNvGrpSpPr/>
          <p:nvPr/>
        </p:nvGrpSpPr>
        <p:grpSpPr>
          <a:xfrm>
            <a:off x="0" y="0"/>
            <a:ext cx="9144003" cy="5143501"/>
            <a:chOff x="0" y="0"/>
            <a:chExt cx="9144003" cy="5143501"/>
          </a:xfrm>
        </p:grpSpPr>
        <p:pic>
          <p:nvPicPr>
            <p:cNvPr id="672" name="Google Shape;672;p43"/>
            <p:cNvPicPr preferRelativeResize="0"/>
            <p:nvPr/>
          </p:nvPicPr>
          <p:blipFill rotWithShape="1">
            <a:blip r:embed="rId2">
              <a:alphaModFix/>
            </a:blip>
            <a:srcRect b="8068" l="0" r="0" t="8060"/>
            <a:stretch/>
          </p:blipFill>
          <p:spPr>
            <a:xfrm>
              <a:off x="0" y="0"/>
              <a:ext cx="9144003" cy="5143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3" name="Google Shape;673;p43"/>
            <p:cNvSpPr/>
            <p:nvPr/>
          </p:nvSpPr>
          <p:spPr>
            <a:xfrm>
              <a:off x="209980" y="194500"/>
              <a:ext cx="8763466" cy="4752275"/>
            </a:xfrm>
            <a:custGeom>
              <a:rect b="b" l="l" r="r" t="t"/>
              <a:pathLst>
                <a:path extrusionOk="0" h="147209" w="271904">
                  <a:moveTo>
                    <a:pt x="596" y="0"/>
                  </a:moveTo>
                  <a:lnTo>
                    <a:pt x="596" y="0"/>
                  </a:lnTo>
                  <a:cubicBezTo>
                    <a:pt x="2025" y="5965"/>
                    <a:pt x="3072" y="13895"/>
                    <a:pt x="3644" y="22312"/>
                  </a:cubicBezTo>
                  <a:cubicBezTo>
                    <a:pt x="7942" y="23515"/>
                    <a:pt x="13609" y="23932"/>
                    <a:pt x="5085" y="25063"/>
                  </a:cubicBezTo>
                  <a:cubicBezTo>
                    <a:pt x="5096" y="25110"/>
                    <a:pt x="5108" y="25146"/>
                    <a:pt x="5120" y="25194"/>
                  </a:cubicBezTo>
                  <a:cubicBezTo>
                    <a:pt x="5263" y="25301"/>
                    <a:pt x="5394" y="25396"/>
                    <a:pt x="5525" y="25503"/>
                  </a:cubicBezTo>
                  <a:cubicBezTo>
                    <a:pt x="5692" y="25539"/>
                    <a:pt x="5954" y="25479"/>
                    <a:pt x="6037" y="25658"/>
                  </a:cubicBezTo>
                  <a:cubicBezTo>
                    <a:pt x="8561" y="26230"/>
                    <a:pt x="4561" y="26670"/>
                    <a:pt x="3894" y="26789"/>
                  </a:cubicBezTo>
                  <a:cubicBezTo>
                    <a:pt x="4203" y="33719"/>
                    <a:pt x="4192" y="40803"/>
                    <a:pt x="3787" y="47256"/>
                  </a:cubicBezTo>
                  <a:cubicBezTo>
                    <a:pt x="2560" y="47137"/>
                    <a:pt x="1298" y="47006"/>
                    <a:pt x="1" y="46875"/>
                  </a:cubicBezTo>
                  <a:lnTo>
                    <a:pt x="1" y="46875"/>
                  </a:lnTo>
                  <a:cubicBezTo>
                    <a:pt x="1429" y="52840"/>
                    <a:pt x="2477" y="60770"/>
                    <a:pt x="3049" y="69199"/>
                  </a:cubicBezTo>
                  <a:cubicBezTo>
                    <a:pt x="7347" y="70402"/>
                    <a:pt x="13014" y="70818"/>
                    <a:pt x="4489" y="71949"/>
                  </a:cubicBezTo>
                  <a:cubicBezTo>
                    <a:pt x="4501" y="71985"/>
                    <a:pt x="4513" y="72033"/>
                    <a:pt x="4525" y="72069"/>
                  </a:cubicBezTo>
                  <a:cubicBezTo>
                    <a:pt x="4668" y="72176"/>
                    <a:pt x="4787" y="72283"/>
                    <a:pt x="4930" y="72390"/>
                  </a:cubicBezTo>
                  <a:cubicBezTo>
                    <a:pt x="5096" y="72414"/>
                    <a:pt x="5358" y="72366"/>
                    <a:pt x="5442" y="72545"/>
                  </a:cubicBezTo>
                  <a:cubicBezTo>
                    <a:pt x="7966" y="73104"/>
                    <a:pt x="3965" y="73557"/>
                    <a:pt x="3299" y="73664"/>
                  </a:cubicBezTo>
                  <a:cubicBezTo>
                    <a:pt x="3513" y="78510"/>
                    <a:pt x="3572" y="83427"/>
                    <a:pt x="3453" y="88154"/>
                  </a:cubicBezTo>
                  <a:cubicBezTo>
                    <a:pt x="2322" y="88047"/>
                    <a:pt x="1179" y="87928"/>
                    <a:pt x="1" y="87809"/>
                  </a:cubicBezTo>
                  <a:lnTo>
                    <a:pt x="1" y="87809"/>
                  </a:lnTo>
                  <a:cubicBezTo>
                    <a:pt x="989" y="91940"/>
                    <a:pt x="1798" y="97036"/>
                    <a:pt x="2394" y="102584"/>
                  </a:cubicBezTo>
                  <a:cubicBezTo>
                    <a:pt x="2239" y="103727"/>
                    <a:pt x="2072" y="104834"/>
                    <a:pt x="1882" y="105894"/>
                  </a:cubicBezTo>
                  <a:cubicBezTo>
                    <a:pt x="2156" y="105870"/>
                    <a:pt x="2429" y="105846"/>
                    <a:pt x="2715" y="105811"/>
                  </a:cubicBezTo>
                  <a:cubicBezTo>
                    <a:pt x="2834" y="107228"/>
                    <a:pt x="2953" y="108668"/>
                    <a:pt x="3049" y="110121"/>
                  </a:cubicBezTo>
                  <a:cubicBezTo>
                    <a:pt x="7347" y="111323"/>
                    <a:pt x="13014" y="111740"/>
                    <a:pt x="4489" y="112871"/>
                  </a:cubicBezTo>
                  <a:cubicBezTo>
                    <a:pt x="4501" y="112919"/>
                    <a:pt x="4513" y="112954"/>
                    <a:pt x="4525" y="113002"/>
                  </a:cubicBezTo>
                  <a:cubicBezTo>
                    <a:pt x="4668" y="113109"/>
                    <a:pt x="4799" y="113205"/>
                    <a:pt x="4930" y="113312"/>
                  </a:cubicBezTo>
                  <a:cubicBezTo>
                    <a:pt x="5096" y="113347"/>
                    <a:pt x="5358" y="113288"/>
                    <a:pt x="5442" y="113466"/>
                  </a:cubicBezTo>
                  <a:cubicBezTo>
                    <a:pt x="7966" y="114038"/>
                    <a:pt x="3965" y="114478"/>
                    <a:pt x="3299" y="114598"/>
                  </a:cubicBezTo>
                  <a:cubicBezTo>
                    <a:pt x="3822" y="126123"/>
                    <a:pt x="4668" y="127147"/>
                    <a:pt x="3120" y="135886"/>
                  </a:cubicBezTo>
                  <a:cubicBezTo>
                    <a:pt x="4608" y="136338"/>
                    <a:pt x="14133" y="147209"/>
                    <a:pt x="14133" y="147209"/>
                  </a:cubicBezTo>
                  <a:cubicBezTo>
                    <a:pt x="14133" y="147209"/>
                    <a:pt x="16765" y="146220"/>
                    <a:pt x="20479" y="146137"/>
                  </a:cubicBezTo>
                  <a:cubicBezTo>
                    <a:pt x="20503" y="146054"/>
                    <a:pt x="20539" y="145959"/>
                    <a:pt x="20563" y="145875"/>
                  </a:cubicBezTo>
                  <a:lnTo>
                    <a:pt x="20563" y="145875"/>
                  </a:lnTo>
                  <a:cubicBezTo>
                    <a:pt x="20491" y="146340"/>
                    <a:pt x="23242" y="146363"/>
                    <a:pt x="23158" y="146816"/>
                  </a:cubicBezTo>
                  <a:cubicBezTo>
                    <a:pt x="29516" y="146220"/>
                    <a:pt x="36481" y="145875"/>
                    <a:pt x="44589" y="145697"/>
                  </a:cubicBezTo>
                  <a:cubicBezTo>
                    <a:pt x="44613" y="145625"/>
                    <a:pt x="44637" y="145554"/>
                    <a:pt x="44661" y="145494"/>
                  </a:cubicBezTo>
                  <a:cubicBezTo>
                    <a:pt x="45090" y="145494"/>
                    <a:pt x="45530" y="145494"/>
                    <a:pt x="45959" y="145482"/>
                  </a:cubicBezTo>
                  <a:cubicBezTo>
                    <a:pt x="45959" y="145542"/>
                    <a:pt x="45959" y="145601"/>
                    <a:pt x="45959" y="145661"/>
                  </a:cubicBezTo>
                  <a:cubicBezTo>
                    <a:pt x="46173" y="145661"/>
                    <a:pt x="46387" y="145661"/>
                    <a:pt x="46602" y="145649"/>
                  </a:cubicBezTo>
                  <a:cubicBezTo>
                    <a:pt x="46637" y="145601"/>
                    <a:pt x="46661" y="145542"/>
                    <a:pt x="46685" y="145482"/>
                  </a:cubicBezTo>
                  <a:cubicBezTo>
                    <a:pt x="47197" y="145482"/>
                    <a:pt x="47709" y="145482"/>
                    <a:pt x="48221" y="145494"/>
                  </a:cubicBezTo>
                  <a:cubicBezTo>
                    <a:pt x="48221" y="145530"/>
                    <a:pt x="48221" y="145578"/>
                    <a:pt x="48221" y="145625"/>
                  </a:cubicBezTo>
                  <a:cubicBezTo>
                    <a:pt x="50912" y="145578"/>
                    <a:pt x="53900" y="145542"/>
                    <a:pt x="57031" y="145518"/>
                  </a:cubicBezTo>
                  <a:cubicBezTo>
                    <a:pt x="59651" y="145542"/>
                    <a:pt x="62151" y="145566"/>
                    <a:pt x="64461" y="145601"/>
                  </a:cubicBezTo>
                  <a:cubicBezTo>
                    <a:pt x="64461" y="145566"/>
                    <a:pt x="64461" y="145530"/>
                    <a:pt x="64461" y="145494"/>
                  </a:cubicBezTo>
                  <a:cubicBezTo>
                    <a:pt x="65592" y="145488"/>
                    <a:pt x="66726" y="145485"/>
                    <a:pt x="67860" y="145485"/>
                  </a:cubicBezTo>
                  <a:cubicBezTo>
                    <a:pt x="68994" y="145485"/>
                    <a:pt x="70128" y="145488"/>
                    <a:pt x="71259" y="145494"/>
                  </a:cubicBezTo>
                  <a:cubicBezTo>
                    <a:pt x="71402" y="145578"/>
                    <a:pt x="71545" y="145661"/>
                    <a:pt x="71700" y="145744"/>
                  </a:cubicBezTo>
                  <a:cubicBezTo>
                    <a:pt x="78891" y="145947"/>
                    <a:pt x="85190" y="146268"/>
                    <a:pt x="90976" y="146816"/>
                  </a:cubicBezTo>
                  <a:cubicBezTo>
                    <a:pt x="90845" y="146054"/>
                    <a:pt x="90714" y="145256"/>
                    <a:pt x="90595" y="144435"/>
                  </a:cubicBezTo>
                  <a:lnTo>
                    <a:pt x="90595" y="144435"/>
                  </a:lnTo>
                  <a:cubicBezTo>
                    <a:pt x="91429" y="144792"/>
                    <a:pt x="92191" y="145304"/>
                    <a:pt x="92976" y="145744"/>
                  </a:cubicBezTo>
                  <a:cubicBezTo>
                    <a:pt x="96596" y="145851"/>
                    <a:pt x="99989" y="145982"/>
                    <a:pt x="103204" y="146161"/>
                  </a:cubicBezTo>
                  <a:cubicBezTo>
                    <a:pt x="103156" y="146375"/>
                    <a:pt x="103121" y="146601"/>
                    <a:pt x="103085" y="146828"/>
                  </a:cubicBezTo>
                  <a:cubicBezTo>
                    <a:pt x="104573" y="146685"/>
                    <a:pt x="106109" y="146554"/>
                    <a:pt x="107669" y="146447"/>
                  </a:cubicBezTo>
                  <a:cubicBezTo>
                    <a:pt x="109240" y="146554"/>
                    <a:pt x="110764" y="146685"/>
                    <a:pt x="112265" y="146828"/>
                  </a:cubicBezTo>
                  <a:cubicBezTo>
                    <a:pt x="112217" y="146601"/>
                    <a:pt x="112181" y="146375"/>
                    <a:pt x="112146" y="146161"/>
                  </a:cubicBezTo>
                  <a:cubicBezTo>
                    <a:pt x="115979" y="145947"/>
                    <a:pt x="120075" y="145792"/>
                    <a:pt x="124504" y="145697"/>
                  </a:cubicBezTo>
                  <a:cubicBezTo>
                    <a:pt x="125022" y="144156"/>
                    <a:pt x="125413" y="143165"/>
                    <a:pt x="125645" y="143165"/>
                  </a:cubicBezTo>
                  <a:cubicBezTo>
                    <a:pt x="125846" y="143165"/>
                    <a:pt x="125929" y="143902"/>
                    <a:pt x="125873" y="145661"/>
                  </a:cubicBezTo>
                  <a:cubicBezTo>
                    <a:pt x="126100" y="145661"/>
                    <a:pt x="126302" y="145661"/>
                    <a:pt x="126528" y="145649"/>
                  </a:cubicBezTo>
                  <a:cubicBezTo>
                    <a:pt x="127181" y="144357"/>
                    <a:pt x="127670" y="143321"/>
                    <a:pt x="127939" y="143321"/>
                  </a:cubicBezTo>
                  <a:cubicBezTo>
                    <a:pt x="128150" y="143321"/>
                    <a:pt x="128225" y="143963"/>
                    <a:pt x="128136" y="145625"/>
                  </a:cubicBezTo>
                  <a:cubicBezTo>
                    <a:pt x="130541" y="145589"/>
                    <a:pt x="133184" y="145554"/>
                    <a:pt x="135946" y="145530"/>
                  </a:cubicBezTo>
                  <a:cubicBezTo>
                    <a:pt x="138720" y="145554"/>
                    <a:pt x="141352" y="145589"/>
                    <a:pt x="143757" y="145625"/>
                  </a:cubicBezTo>
                  <a:cubicBezTo>
                    <a:pt x="143667" y="143963"/>
                    <a:pt x="143745" y="143321"/>
                    <a:pt x="143959" y="143321"/>
                  </a:cubicBezTo>
                  <a:cubicBezTo>
                    <a:pt x="144230" y="143321"/>
                    <a:pt x="144723" y="144357"/>
                    <a:pt x="145376" y="145649"/>
                  </a:cubicBezTo>
                  <a:cubicBezTo>
                    <a:pt x="145590" y="145661"/>
                    <a:pt x="145804" y="145661"/>
                    <a:pt x="146019" y="145661"/>
                  </a:cubicBezTo>
                  <a:cubicBezTo>
                    <a:pt x="145964" y="143902"/>
                    <a:pt x="146046" y="143165"/>
                    <a:pt x="146247" y="143165"/>
                  </a:cubicBezTo>
                  <a:cubicBezTo>
                    <a:pt x="146479" y="143165"/>
                    <a:pt x="146870" y="144156"/>
                    <a:pt x="147388" y="145697"/>
                  </a:cubicBezTo>
                  <a:cubicBezTo>
                    <a:pt x="151817" y="145792"/>
                    <a:pt x="155913" y="145947"/>
                    <a:pt x="159759" y="146161"/>
                  </a:cubicBezTo>
                  <a:cubicBezTo>
                    <a:pt x="159711" y="146375"/>
                    <a:pt x="159675" y="146601"/>
                    <a:pt x="159640" y="146828"/>
                  </a:cubicBezTo>
                  <a:cubicBezTo>
                    <a:pt x="161128" y="146685"/>
                    <a:pt x="162664" y="146554"/>
                    <a:pt x="164223" y="146447"/>
                  </a:cubicBezTo>
                  <a:cubicBezTo>
                    <a:pt x="165795" y="146554"/>
                    <a:pt x="167319" y="146685"/>
                    <a:pt x="168819" y="146828"/>
                  </a:cubicBezTo>
                  <a:cubicBezTo>
                    <a:pt x="168772" y="146601"/>
                    <a:pt x="168736" y="146375"/>
                    <a:pt x="168700" y="146161"/>
                  </a:cubicBezTo>
                  <a:cubicBezTo>
                    <a:pt x="171915" y="145982"/>
                    <a:pt x="175296" y="145851"/>
                    <a:pt x="178916" y="145744"/>
                  </a:cubicBezTo>
                  <a:cubicBezTo>
                    <a:pt x="179702" y="145304"/>
                    <a:pt x="180464" y="144792"/>
                    <a:pt x="181309" y="144435"/>
                  </a:cubicBezTo>
                  <a:lnTo>
                    <a:pt x="181309" y="144435"/>
                  </a:lnTo>
                  <a:cubicBezTo>
                    <a:pt x="181190" y="145256"/>
                    <a:pt x="181059" y="146054"/>
                    <a:pt x="180916" y="146816"/>
                  </a:cubicBezTo>
                  <a:cubicBezTo>
                    <a:pt x="186714" y="146268"/>
                    <a:pt x="193001" y="145947"/>
                    <a:pt x="200204" y="145744"/>
                  </a:cubicBezTo>
                  <a:cubicBezTo>
                    <a:pt x="200347" y="145661"/>
                    <a:pt x="200490" y="145578"/>
                    <a:pt x="200645" y="145494"/>
                  </a:cubicBezTo>
                  <a:cubicBezTo>
                    <a:pt x="201770" y="145488"/>
                    <a:pt x="202904" y="145485"/>
                    <a:pt x="204039" y="145485"/>
                  </a:cubicBezTo>
                  <a:cubicBezTo>
                    <a:pt x="205175" y="145485"/>
                    <a:pt x="206312" y="145488"/>
                    <a:pt x="207443" y="145494"/>
                  </a:cubicBezTo>
                  <a:cubicBezTo>
                    <a:pt x="207443" y="145530"/>
                    <a:pt x="207443" y="145566"/>
                    <a:pt x="207431" y="145601"/>
                  </a:cubicBezTo>
                  <a:cubicBezTo>
                    <a:pt x="209741" y="145566"/>
                    <a:pt x="212253" y="145542"/>
                    <a:pt x="214873" y="145518"/>
                  </a:cubicBezTo>
                  <a:cubicBezTo>
                    <a:pt x="218004" y="145542"/>
                    <a:pt x="220981" y="145578"/>
                    <a:pt x="223683" y="145625"/>
                  </a:cubicBezTo>
                  <a:cubicBezTo>
                    <a:pt x="223671" y="145578"/>
                    <a:pt x="223671" y="145530"/>
                    <a:pt x="223671" y="145494"/>
                  </a:cubicBezTo>
                  <a:cubicBezTo>
                    <a:pt x="224183" y="145494"/>
                    <a:pt x="224695" y="145482"/>
                    <a:pt x="225207" y="145482"/>
                  </a:cubicBezTo>
                  <a:cubicBezTo>
                    <a:pt x="225243" y="145542"/>
                    <a:pt x="225267" y="145601"/>
                    <a:pt x="225291" y="145649"/>
                  </a:cubicBezTo>
                  <a:cubicBezTo>
                    <a:pt x="225517" y="145661"/>
                    <a:pt x="225731" y="145661"/>
                    <a:pt x="225945" y="145661"/>
                  </a:cubicBezTo>
                  <a:cubicBezTo>
                    <a:pt x="225945" y="145601"/>
                    <a:pt x="225934" y="145542"/>
                    <a:pt x="225934" y="145482"/>
                  </a:cubicBezTo>
                  <a:cubicBezTo>
                    <a:pt x="226374" y="145482"/>
                    <a:pt x="226803" y="145482"/>
                    <a:pt x="227243" y="145494"/>
                  </a:cubicBezTo>
                  <a:cubicBezTo>
                    <a:pt x="227267" y="145554"/>
                    <a:pt x="227291" y="145625"/>
                    <a:pt x="227315" y="145697"/>
                  </a:cubicBezTo>
                  <a:cubicBezTo>
                    <a:pt x="235411" y="145875"/>
                    <a:pt x="242376" y="146220"/>
                    <a:pt x="248734" y="146816"/>
                  </a:cubicBezTo>
                  <a:cubicBezTo>
                    <a:pt x="248651" y="146363"/>
                    <a:pt x="248579" y="145899"/>
                    <a:pt x="248508" y="145423"/>
                  </a:cubicBezTo>
                  <a:lnTo>
                    <a:pt x="248508" y="145423"/>
                  </a:lnTo>
                  <a:cubicBezTo>
                    <a:pt x="248532" y="145506"/>
                    <a:pt x="248567" y="145601"/>
                    <a:pt x="248591" y="145697"/>
                  </a:cubicBezTo>
                  <a:cubicBezTo>
                    <a:pt x="256699" y="145875"/>
                    <a:pt x="263664" y="146220"/>
                    <a:pt x="270022" y="146816"/>
                  </a:cubicBezTo>
                  <a:cubicBezTo>
                    <a:pt x="268463" y="138065"/>
                    <a:pt x="268082" y="126123"/>
                    <a:pt x="268606" y="114598"/>
                  </a:cubicBezTo>
                  <a:cubicBezTo>
                    <a:pt x="267939" y="114478"/>
                    <a:pt x="263926" y="114038"/>
                    <a:pt x="266462" y="113466"/>
                  </a:cubicBezTo>
                  <a:cubicBezTo>
                    <a:pt x="266546" y="113288"/>
                    <a:pt x="266808" y="113347"/>
                    <a:pt x="266974" y="113312"/>
                  </a:cubicBezTo>
                  <a:cubicBezTo>
                    <a:pt x="267105" y="113205"/>
                    <a:pt x="267236" y="113109"/>
                    <a:pt x="267367" y="113002"/>
                  </a:cubicBezTo>
                  <a:cubicBezTo>
                    <a:pt x="267391" y="112954"/>
                    <a:pt x="267403" y="112919"/>
                    <a:pt x="267415" y="112871"/>
                  </a:cubicBezTo>
                  <a:cubicBezTo>
                    <a:pt x="258878" y="111740"/>
                    <a:pt x="264557" y="111323"/>
                    <a:pt x="268856" y="110121"/>
                  </a:cubicBezTo>
                  <a:cubicBezTo>
                    <a:pt x="268951" y="108668"/>
                    <a:pt x="269070" y="107228"/>
                    <a:pt x="269189" y="105811"/>
                  </a:cubicBezTo>
                  <a:cubicBezTo>
                    <a:pt x="269463" y="105846"/>
                    <a:pt x="269749" y="105870"/>
                    <a:pt x="270022" y="105894"/>
                  </a:cubicBezTo>
                  <a:cubicBezTo>
                    <a:pt x="269832" y="104834"/>
                    <a:pt x="269653" y="103727"/>
                    <a:pt x="269510" y="102584"/>
                  </a:cubicBezTo>
                  <a:cubicBezTo>
                    <a:pt x="270094" y="97036"/>
                    <a:pt x="270903" y="91940"/>
                    <a:pt x="271904" y="87809"/>
                  </a:cubicBezTo>
                  <a:lnTo>
                    <a:pt x="271904" y="87809"/>
                  </a:lnTo>
                  <a:cubicBezTo>
                    <a:pt x="270725" y="87928"/>
                    <a:pt x="269570" y="88047"/>
                    <a:pt x="268451" y="88154"/>
                  </a:cubicBezTo>
                  <a:cubicBezTo>
                    <a:pt x="268320" y="83427"/>
                    <a:pt x="268379" y="78510"/>
                    <a:pt x="268606" y="73664"/>
                  </a:cubicBezTo>
                  <a:cubicBezTo>
                    <a:pt x="267939" y="73557"/>
                    <a:pt x="263926" y="73104"/>
                    <a:pt x="266462" y="72545"/>
                  </a:cubicBezTo>
                  <a:cubicBezTo>
                    <a:pt x="266546" y="72366"/>
                    <a:pt x="266808" y="72426"/>
                    <a:pt x="266974" y="72390"/>
                  </a:cubicBezTo>
                  <a:cubicBezTo>
                    <a:pt x="267105" y="72283"/>
                    <a:pt x="267236" y="72176"/>
                    <a:pt x="267367" y="72069"/>
                  </a:cubicBezTo>
                  <a:cubicBezTo>
                    <a:pt x="267391" y="72033"/>
                    <a:pt x="267403" y="71985"/>
                    <a:pt x="267415" y="71949"/>
                  </a:cubicBezTo>
                  <a:cubicBezTo>
                    <a:pt x="258878" y="70818"/>
                    <a:pt x="264557" y="70402"/>
                    <a:pt x="268856" y="69199"/>
                  </a:cubicBezTo>
                  <a:cubicBezTo>
                    <a:pt x="269415" y="60770"/>
                    <a:pt x="270463" y="52840"/>
                    <a:pt x="271904" y="46875"/>
                  </a:cubicBezTo>
                  <a:lnTo>
                    <a:pt x="271904" y="46875"/>
                  </a:lnTo>
                  <a:cubicBezTo>
                    <a:pt x="270606" y="47006"/>
                    <a:pt x="269344" y="47137"/>
                    <a:pt x="268105" y="47256"/>
                  </a:cubicBezTo>
                  <a:cubicBezTo>
                    <a:pt x="267713" y="40803"/>
                    <a:pt x="267689" y="33719"/>
                    <a:pt x="268010" y="26789"/>
                  </a:cubicBezTo>
                  <a:cubicBezTo>
                    <a:pt x="267343" y="26670"/>
                    <a:pt x="263331" y="26230"/>
                    <a:pt x="265867" y="25658"/>
                  </a:cubicBezTo>
                  <a:cubicBezTo>
                    <a:pt x="265950" y="25479"/>
                    <a:pt x="266212" y="25539"/>
                    <a:pt x="266379" y="25503"/>
                  </a:cubicBezTo>
                  <a:cubicBezTo>
                    <a:pt x="266510" y="25396"/>
                    <a:pt x="266641" y="25301"/>
                    <a:pt x="266772" y="25194"/>
                  </a:cubicBezTo>
                  <a:cubicBezTo>
                    <a:pt x="266796" y="25146"/>
                    <a:pt x="266808" y="25110"/>
                    <a:pt x="266820" y="25063"/>
                  </a:cubicBezTo>
                  <a:cubicBezTo>
                    <a:pt x="258283" y="23932"/>
                    <a:pt x="263962" y="23515"/>
                    <a:pt x="268260" y="22312"/>
                  </a:cubicBezTo>
                  <a:cubicBezTo>
                    <a:pt x="268415" y="19919"/>
                    <a:pt x="268856" y="15300"/>
                    <a:pt x="268856" y="15300"/>
                  </a:cubicBezTo>
                  <a:lnTo>
                    <a:pt x="254901" y="1453"/>
                  </a:lnTo>
                  <a:cubicBezTo>
                    <a:pt x="254901" y="1453"/>
                    <a:pt x="251413" y="1679"/>
                    <a:pt x="249615" y="1774"/>
                  </a:cubicBezTo>
                  <a:cubicBezTo>
                    <a:pt x="249746" y="1167"/>
                    <a:pt x="249889" y="572"/>
                    <a:pt x="250020" y="0"/>
                  </a:cubicBezTo>
                  <a:lnTo>
                    <a:pt x="250020" y="0"/>
                  </a:lnTo>
                  <a:cubicBezTo>
                    <a:pt x="240828" y="929"/>
                    <a:pt x="233577" y="1572"/>
                    <a:pt x="225017" y="1929"/>
                  </a:cubicBezTo>
                  <a:cubicBezTo>
                    <a:pt x="224814" y="2179"/>
                    <a:pt x="224600" y="2441"/>
                    <a:pt x="224386" y="2715"/>
                  </a:cubicBezTo>
                  <a:cubicBezTo>
                    <a:pt x="223731" y="2953"/>
                    <a:pt x="223112" y="3274"/>
                    <a:pt x="222647" y="3751"/>
                  </a:cubicBezTo>
                  <a:cubicBezTo>
                    <a:pt x="222755" y="3346"/>
                    <a:pt x="222945" y="2774"/>
                    <a:pt x="223219" y="2000"/>
                  </a:cubicBezTo>
                  <a:cubicBezTo>
                    <a:pt x="223094" y="1992"/>
                    <a:pt x="222968" y="1988"/>
                    <a:pt x="222843" y="1988"/>
                  </a:cubicBezTo>
                  <a:cubicBezTo>
                    <a:pt x="221740" y="1988"/>
                    <a:pt x="220632" y="2285"/>
                    <a:pt x="219537" y="2285"/>
                  </a:cubicBezTo>
                  <a:cubicBezTo>
                    <a:pt x="219371" y="2285"/>
                    <a:pt x="219205" y="2278"/>
                    <a:pt x="219040" y="2262"/>
                  </a:cubicBezTo>
                  <a:cubicBezTo>
                    <a:pt x="218567" y="2506"/>
                    <a:pt x="218202" y="2952"/>
                    <a:pt x="217926" y="2952"/>
                  </a:cubicBezTo>
                  <a:cubicBezTo>
                    <a:pt x="217744" y="2952"/>
                    <a:pt x="217601" y="2757"/>
                    <a:pt x="217492" y="2179"/>
                  </a:cubicBezTo>
                  <a:cubicBezTo>
                    <a:pt x="216420" y="2203"/>
                    <a:pt x="215337" y="2227"/>
                    <a:pt x="214218" y="2239"/>
                  </a:cubicBezTo>
                  <a:cubicBezTo>
                    <a:pt x="210515" y="2179"/>
                    <a:pt x="207169" y="2084"/>
                    <a:pt x="204002" y="1965"/>
                  </a:cubicBezTo>
                  <a:cubicBezTo>
                    <a:pt x="203967" y="2131"/>
                    <a:pt x="203943" y="2298"/>
                    <a:pt x="203919" y="2453"/>
                  </a:cubicBezTo>
                  <a:cubicBezTo>
                    <a:pt x="203550" y="2560"/>
                    <a:pt x="203181" y="2679"/>
                    <a:pt x="202824" y="2822"/>
                  </a:cubicBezTo>
                  <a:cubicBezTo>
                    <a:pt x="202776" y="2548"/>
                    <a:pt x="202728" y="2239"/>
                    <a:pt x="202681" y="1905"/>
                  </a:cubicBezTo>
                  <a:cubicBezTo>
                    <a:pt x="194453" y="1524"/>
                    <a:pt x="187357" y="905"/>
                    <a:pt x="178440" y="0"/>
                  </a:cubicBezTo>
                  <a:lnTo>
                    <a:pt x="178440" y="0"/>
                  </a:lnTo>
                  <a:cubicBezTo>
                    <a:pt x="178582" y="572"/>
                    <a:pt x="178713" y="1167"/>
                    <a:pt x="178844" y="1774"/>
                  </a:cubicBezTo>
                  <a:cubicBezTo>
                    <a:pt x="175773" y="1607"/>
                    <a:pt x="172832" y="1417"/>
                    <a:pt x="169831" y="1179"/>
                  </a:cubicBezTo>
                  <a:cubicBezTo>
                    <a:pt x="169927" y="774"/>
                    <a:pt x="170010" y="381"/>
                    <a:pt x="170105" y="0"/>
                  </a:cubicBezTo>
                  <a:lnTo>
                    <a:pt x="170105" y="0"/>
                  </a:lnTo>
                  <a:cubicBezTo>
                    <a:pt x="167843" y="226"/>
                    <a:pt x="165700" y="441"/>
                    <a:pt x="163628" y="631"/>
                  </a:cubicBezTo>
                  <a:cubicBezTo>
                    <a:pt x="161556" y="441"/>
                    <a:pt x="159413" y="226"/>
                    <a:pt x="157163" y="0"/>
                  </a:cubicBezTo>
                  <a:lnTo>
                    <a:pt x="157163" y="0"/>
                  </a:lnTo>
                  <a:cubicBezTo>
                    <a:pt x="157246" y="381"/>
                    <a:pt x="157342" y="774"/>
                    <a:pt x="157425" y="1179"/>
                  </a:cubicBezTo>
                  <a:cubicBezTo>
                    <a:pt x="153377" y="1500"/>
                    <a:pt x="149400" y="1750"/>
                    <a:pt x="145102" y="1929"/>
                  </a:cubicBezTo>
                  <a:cubicBezTo>
                    <a:pt x="144154" y="3043"/>
                    <a:pt x="143049" y="4616"/>
                    <a:pt x="142712" y="4616"/>
                  </a:cubicBezTo>
                  <a:cubicBezTo>
                    <a:pt x="142491" y="4616"/>
                    <a:pt x="142601" y="3936"/>
                    <a:pt x="143304" y="2000"/>
                  </a:cubicBezTo>
                  <a:cubicBezTo>
                    <a:pt x="143179" y="1992"/>
                    <a:pt x="143053" y="1988"/>
                    <a:pt x="142928" y="1988"/>
                  </a:cubicBezTo>
                  <a:cubicBezTo>
                    <a:pt x="141825" y="1988"/>
                    <a:pt x="140718" y="2285"/>
                    <a:pt x="139622" y="2285"/>
                  </a:cubicBezTo>
                  <a:cubicBezTo>
                    <a:pt x="139456" y="2285"/>
                    <a:pt x="139290" y="2278"/>
                    <a:pt x="139125" y="2262"/>
                  </a:cubicBezTo>
                  <a:cubicBezTo>
                    <a:pt x="138780" y="2441"/>
                    <a:pt x="138494" y="2715"/>
                    <a:pt x="138256" y="2858"/>
                  </a:cubicBezTo>
                  <a:lnTo>
                    <a:pt x="138256" y="2250"/>
                  </a:lnTo>
                  <a:cubicBezTo>
                    <a:pt x="138030" y="2250"/>
                    <a:pt x="137803" y="2239"/>
                    <a:pt x="137589" y="2239"/>
                  </a:cubicBezTo>
                  <a:cubicBezTo>
                    <a:pt x="137577" y="2215"/>
                    <a:pt x="137577" y="2203"/>
                    <a:pt x="137565" y="2179"/>
                  </a:cubicBezTo>
                  <a:cubicBezTo>
                    <a:pt x="137041" y="2191"/>
                    <a:pt x="136494" y="2203"/>
                    <a:pt x="135946" y="2215"/>
                  </a:cubicBezTo>
                  <a:cubicBezTo>
                    <a:pt x="135410" y="2203"/>
                    <a:pt x="134863" y="2191"/>
                    <a:pt x="134327" y="2179"/>
                  </a:cubicBezTo>
                  <a:cubicBezTo>
                    <a:pt x="134327" y="2203"/>
                    <a:pt x="134327" y="2215"/>
                    <a:pt x="134315" y="2239"/>
                  </a:cubicBezTo>
                  <a:cubicBezTo>
                    <a:pt x="134089" y="2239"/>
                    <a:pt x="133874" y="2250"/>
                    <a:pt x="133648" y="2250"/>
                  </a:cubicBezTo>
                  <a:lnTo>
                    <a:pt x="133648" y="2858"/>
                  </a:lnTo>
                  <a:cubicBezTo>
                    <a:pt x="133410" y="2715"/>
                    <a:pt x="133124" y="2441"/>
                    <a:pt x="132779" y="2262"/>
                  </a:cubicBezTo>
                  <a:cubicBezTo>
                    <a:pt x="132604" y="2280"/>
                    <a:pt x="132429" y="2288"/>
                    <a:pt x="132254" y="2288"/>
                  </a:cubicBezTo>
                  <a:cubicBezTo>
                    <a:pt x="131165" y="2288"/>
                    <a:pt x="130064" y="1988"/>
                    <a:pt x="128968" y="1988"/>
                  </a:cubicBezTo>
                  <a:cubicBezTo>
                    <a:pt x="128845" y="1988"/>
                    <a:pt x="128723" y="1992"/>
                    <a:pt x="128600" y="2000"/>
                  </a:cubicBezTo>
                  <a:cubicBezTo>
                    <a:pt x="129303" y="3936"/>
                    <a:pt x="129413" y="4616"/>
                    <a:pt x="129192" y="4616"/>
                  </a:cubicBezTo>
                  <a:cubicBezTo>
                    <a:pt x="128855" y="4616"/>
                    <a:pt x="127750" y="3043"/>
                    <a:pt x="126802" y="1929"/>
                  </a:cubicBezTo>
                  <a:cubicBezTo>
                    <a:pt x="122492" y="1750"/>
                    <a:pt x="118527" y="1500"/>
                    <a:pt x="114467" y="1179"/>
                  </a:cubicBezTo>
                  <a:cubicBezTo>
                    <a:pt x="114562" y="774"/>
                    <a:pt x="114646" y="381"/>
                    <a:pt x="114741" y="0"/>
                  </a:cubicBezTo>
                  <a:lnTo>
                    <a:pt x="114741" y="0"/>
                  </a:lnTo>
                  <a:cubicBezTo>
                    <a:pt x="112491" y="226"/>
                    <a:pt x="110348" y="441"/>
                    <a:pt x="108276" y="631"/>
                  </a:cubicBezTo>
                  <a:cubicBezTo>
                    <a:pt x="106192" y="441"/>
                    <a:pt x="104061" y="226"/>
                    <a:pt x="101799" y="0"/>
                  </a:cubicBezTo>
                  <a:lnTo>
                    <a:pt x="101799" y="0"/>
                  </a:lnTo>
                  <a:cubicBezTo>
                    <a:pt x="101894" y="381"/>
                    <a:pt x="101978" y="774"/>
                    <a:pt x="102073" y="1179"/>
                  </a:cubicBezTo>
                  <a:cubicBezTo>
                    <a:pt x="99072" y="1417"/>
                    <a:pt x="96132" y="1607"/>
                    <a:pt x="93060" y="1774"/>
                  </a:cubicBezTo>
                  <a:cubicBezTo>
                    <a:pt x="93191" y="1167"/>
                    <a:pt x="93322" y="572"/>
                    <a:pt x="93465" y="0"/>
                  </a:cubicBezTo>
                  <a:lnTo>
                    <a:pt x="93465" y="0"/>
                  </a:lnTo>
                  <a:cubicBezTo>
                    <a:pt x="84535" y="905"/>
                    <a:pt x="77439" y="1524"/>
                    <a:pt x="69212" y="1905"/>
                  </a:cubicBezTo>
                  <a:cubicBezTo>
                    <a:pt x="69164" y="2239"/>
                    <a:pt x="69116" y="2548"/>
                    <a:pt x="69081" y="2822"/>
                  </a:cubicBezTo>
                  <a:cubicBezTo>
                    <a:pt x="68723" y="2667"/>
                    <a:pt x="68342" y="2548"/>
                    <a:pt x="67973" y="2453"/>
                  </a:cubicBezTo>
                  <a:cubicBezTo>
                    <a:pt x="67950" y="2298"/>
                    <a:pt x="67926" y="2131"/>
                    <a:pt x="67902" y="1953"/>
                  </a:cubicBezTo>
                  <a:cubicBezTo>
                    <a:pt x="64735" y="2084"/>
                    <a:pt x="61377" y="2179"/>
                    <a:pt x="57686" y="2239"/>
                  </a:cubicBezTo>
                  <a:cubicBezTo>
                    <a:pt x="56567" y="2227"/>
                    <a:pt x="55472" y="2203"/>
                    <a:pt x="54412" y="2179"/>
                  </a:cubicBezTo>
                  <a:cubicBezTo>
                    <a:pt x="54303" y="2757"/>
                    <a:pt x="54160" y="2952"/>
                    <a:pt x="53977" y="2952"/>
                  </a:cubicBezTo>
                  <a:cubicBezTo>
                    <a:pt x="53701" y="2952"/>
                    <a:pt x="53333" y="2506"/>
                    <a:pt x="52852" y="2262"/>
                  </a:cubicBezTo>
                  <a:cubicBezTo>
                    <a:pt x="52687" y="2278"/>
                    <a:pt x="52522" y="2285"/>
                    <a:pt x="52356" y="2285"/>
                  </a:cubicBezTo>
                  <a:cubicBezTo>
                    <a:pt x="51262" y="2285"/>
                    <a:pt x="50161" y="1988"/>
                    <a:pt x="49052" y="1988"/>
                  </a:cubicBezTo>
                  <a:cubicBezTo>
                    <a:pt x="48926" y="1988"/>
                    <a:pt x="48800" y="1992"/>
                    <a:pt x="48673" y="2000"/>
                  </a:cubicBezTo>
                  <a:cubicBezTo>
                    <a:pt x="48959" y="2774"/>
                    <a:pt x="49138" y="3346"/>
                    <a:pt x="49257" y="3751"/>
                  </a:cubicBezTo>
                  <a:cubicBezTo>
                    <a:pt x="48792" y="3274"/>
                    <a:pt x="48173" y="2953"/>
                    <a:pt x="47518" y="2703"/>
                  </a:cubicBezTo>
                  <a:cubicBezTo>
                    <a:pt x="47304" y="2441"/>
                    <a:pt x="47090" y="2179"/>
                    <a:pt x="46875" y="1929"/>
                  </a:cubicBezTo>
                  <a:cubicBezTo>
                    <a:pt x="38315" y="1572"/>
                    <a:pt x="31064" y="929"/>
                    <a:pt x="21872" y="0"/>
                  </a:cubicBezTo>
                  <a:lnTo>
                    <a:pt x="21872" y="0"/>
                  </a:lnTo>
                  <a:cubicBezTo>
                    <a:pt x="22015" y="572"/>
                    <a:pt x="22146" y="1167"/>
                    <a:pt x="22277" y="1774"/>
                  </a:cubicBezTo>
                  <a:cubicBezTo>
                    <a:pt x="15098" y="1393"/>
                    <a:pt x="8573" y="810"/>
                    <a:pt x="5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43"/>
            <p:cNvSpPr/>
            <p:nvPr/>
          </p:nvSpPr>
          <p:spPr>
            <a:xfrm>
              <a:off x="283950" y="193150"/>
              <a:ext cx="8615526" cy="4752359"/>
            </a:xfrm>
            <a:custGeom>
              <a:rect b="b" l="l" r="r" t="t"/>
              <a:pathLst>
                <a:path extrusionOk="0" h="146757" w="269046">
                  <a:moveTo>
                    <a:pt x="21241" y="131"/>
                  </a:moveTo>
                  <a:cubicBezTo>
                    <a:pt x="20884" y="346"/>
                    <a:pt x="20527" y="572"/>
                    <a:pt x="20170" y="798"/>
                  </a:cubicBezTo>
                  <a:cubicBezTo>
                    <a:pt x="20217" y="953"/>
                    <a:pt x="20253" y="1120"/>
                    <a:pt x="20289" y="1286"/>
                  </a:cubicBezTo>
                  <a:cubicBezTo>
                    <a:pt x="20860" y="929"/>
                    <a:pt x="21432" y="560"/>
                    <a:pt x="22015" y="203"/>
                  </a:cubicBezTo>
                  <a:cubicBezTo>
                    <a:pt x="21753" y="179"/>
                    <a:pt x="21503" y="155"/>
                    <a:pt x="21241" y="131"/>
                  </a:cubicBezTo>
                  <a:close/>
                  <a:moveTo>
                    <a:pt x="18777" y="1691"/>
                  </a:moveTo>
                  <a:cubicBezTo>
                    <a:pt x="18515" y="1858"/>
                    <a:pt x="18265" y="2012"/>
                    <a:pt x="18015" y="2179"/>
                  </a:cubicBezTo>
                  <a:cubicBezTo>
                    <a:pt x="11788" y="6263"/>
                    <a:pt x="6156" y="10644"/>
                    <a:pt x="1155" y="15252"/>
                  </a:cubicBezTo>
                  <a:cubicBezTo>
                    <a:pt x="1179" y="15455"/>
                    <a:pt x="1203" y="15657"/>
                    <a:pt x="1215" y="15848"/>
                  </a:cubicBezTo>
                  <a:cubicBezTo>
                    <a:pt x="6263" y="11156"/>
                    <a:pt x="11966" y="6727"/>
                    <a:pt x="18277" y="2584"/>
                  </a:cubicBezTo>
                  <a:cubicBezTo>
                    <a:pt x="18705" y="2298"/>
                    <a:pt x="19146" y="2012"/>
                    <a:pt x="19574" y="1739"/>
                  </a:cubicBezTo>
                  <a:cubicBezTo>
                    <a:pt x="19312" y="1727"/>
                    <a:pt x="19039" y="1703"/>
                    <a:pt x="18777" y="1691"/>
                  </a:cubicBezTo>
                  <a:close/>
                  <a:moveTo>
                    <a:pt x="257199" y="5608"/>
                  </a:moveTo>
                  <a:cubicBezTo>
                    <a:pt x="259819" y="11180"/>
                    <a:pt x="262128" y="16943"/>
                    <a:pt x="264105" y="22884"/>
                  </a:cubicBezTo>
                  <a:cubicBezTo>
                    <a:pt x="264307" y="22836"/>
                    <a:pt x="264522" y="22789"/>
                    <a:pt x="264736" y="22741"/>
                  </a:cubicBezTo>
                  <a:cubicBezTo>
                    <a:pt x="262950" y="17360"/>
                    <a:pt x="260890" y="12085"/>
                    <a:pt x="258557" y="6942"/>
                  </a:cubicBezTo>
                  <a:lnTo>
                    <a:pt x="257199" y="5608"/>
                  </a:lnTo>
                  <a:close/>
                  <a:moveTo>
                    <a:pt x="234685" y="1239"/>
                  </a:moveTo>
                  <a:cubicBezTo>
                    <a:pt x="234423" y="1262"/>
                    <a:pt x="234149" y="1286"/>
                    <a:pt x="233887" y="1298"/>
                  </a:cubicBezTo>
                  <a:cubicBezTo>
                    <a:pt x="234554" y="1727"/>
                    <a:pt x="235220" y="2143"/>
                    <a:pt x="235875" y="2584"/>
                  </a:cubicBezTo>
                  <a:cubicBezTo>
                    <a:pt x="245662" y="9001"/>
                    <a:pt x="253961" y="16145"/>
                    <a:pt x="260676" y="23813"/>
                  </a:cubicBezTo>
                  <a:cubicBezTo>
                    <a:pt x="260783" y="23741"/>
                    <a:pt x="260938" y="23682"/>
                    <a:pt x="261140" y="23610"/>
                  </a:cubicBezTo>
                  <a:cubicBezTo>
                    <a:pt x="254377" y="15871"/>
                    <a:pt x="246007" y="8656"/>
                    <a:pt x="236137" y="2179"/>
                  </a:cubicBezTo>
                  <a:cubicBezTo>
                    <a:pt x="235649" y="1870"/>
                    <a:pt x="235173" y="1548"/>
                    <a:pt x="234685" y="1239"/>
                  </a:cubicBezTo>
                  <a:close/>
                  <a:moveTo>
                    <a:pt x="264807" y="25051"/>
                  </a:moveTo>
                  <a:lnTo>
                    <a:pt x="264867" y="25218"/>
                  </a:lnTo>
                  <a:cubicBezTo>
                    <a:pt x="264879" y="25218"/>
                    <a:pt x="264879" y="25206"/>
                    <a:pt x="264891" y="25194"/>
                  </a:cubicBezTo>
                  <a:cubicBezTo>
                    <a:pt x="264914" y="25158"/>
                    <a:pt x="264926" y="25111"/>
                    <a:pt x="264938" y="25075"/>
                  </a:cubicBezTo>
                  <a:cubicBezTo>
                    <a:pt x="264891" y="25063"/>
                    <a:pt x="264855" y="25063"/>
                    <a:pt x="264807" y="25051"/>
                  </a:cubicBezTo>
                  <a:close/>
                  <a:moveTo>
                    <a:pt x="265319" y="26670"/>
                  </a:moveTo>
                  <a:lnTo>
                    <a:pt x="265319" y="26670"/>
                  </a:lnTo>
                  <a:cubicBezTo>
                    <a:pt x="265557" y="27480"/>
                    <a:pt x="265807" y="28290"/>
                    <a:pt x="266034" y="29099"/>
                  </a:cubicBezTo>
                  <a:cubicBezTo>
                    <a:pt x="266057" y="28444"/>
                    <a:pt x="266081" y="27789"/>
                    <a:pt x="266117" y="27135"/>
                  </a:cubicBezTo>
                  <a:cubicBezTo>
                    <a:pt x="266081" y="27016"/>
                    <a:pt x="266046" y="26896"/>
                    <a:pt x="266010" y="26777"/>
                  </a:cubicBezTo>
                  <a:cubicBezTo>
                    <a:pt x="265843" y="26754"/>
                    <a:pt x="265593" y="26718"/>
                    <a:pt x="265319" y="26670"/>
                  </a:cubicBezTo>
                  <a:close/>
                  <a:moveTo>
                    <a:pt x="261188" y="24408"/>
                  </a:moveTo>
                  <a:lnTo>
                    <a:pt x="261188" y="24408"/>
                  </a:lnTo>
                  <a:cubicBezTo>
                    <a:pt x="262902" y="26396"/>
                    <a:pt x="264498" y="28409"/>
                    <a:pt x="265998" y="30456"/>
                  </a:cubicBezTo>
                  <a:cubicBezTo>
                    <a:pt x="265998" y="30195"/>
                    <a:pt x="266010" y="29944"/>
                    <a:pt x="266022" y="29683"/>
                  </a:cubicBezTo>
                  <a:cubicBezTo>
                    <a:pt x="265153" y="28516"/>
                    <a:pt x="264260" y="27361"/>
                    <a:pt x="263331" y="26218"/>
                  </a:cubicBezTo>
                  <a:cubicBezTo>
                    <a:pt x="263200" y="26158"/>
                    <a:pt x="263140" y="26087"/>
                    <a:pt x="263164" y="26015"/>
                  </a:cubicBezTo>
                  <a:cubicBezTo>
                    <a:pt x="262771" y="25539"/>
                    <a:pt x="262378" y="25075"/>
                    <a:pt x="261986" y="24599"/>
                  </a:cubicBezTo>
                  <a:cubicBezTo>
                    <a:pt x="261664" y="24539"/>
                    <a:pt x="261402" y="24468"/>
                    <a:pt x="261188" y="24408"/>
                  </a:cubicBezTo>
                  <a:close/>
                  <a:moveTo>
                    <a:pt x="127076" y="17431"/>
                  </a:moveTo>
                  <a:cubicBezTo>
                    <a:pt x="133339" y="17431"/>
                    <a:pt x="139506" y="17574"/>
                    <a:pt x="145578" y="17848"/>
                  </a:cubicBezTo>
                  <a:cubicBezTo>
                    <a:pt x="146150" y="29278"/>
                    <a:pt x="146554" y="41363"/>
                    <a:pt x="146769" y="53924"/>
                  </a:cubicBezTo>
                  <a:cubicBezTo>
                    <a:pt x="140292" y="53816"/>
                    <a:pt x="133720" y="53769"/>
                    <a:pt x="127076" y="53769"/>
                  </a:cubicBezTo>
                  <a:cubicBezTo>
                    <a:pt x="120432" y="53769"/>
                    <a:pt x="113860" y="53816"/>
                    <a:pt x="107371" y="53924"/>
                  </a:cubicBezTo>
                  <a:cubicBezTo>
                    <a:pt x="107585" y="41363"/>
                    <a:pt x="107990" y="29278"/>
                    <a:pt x="108562" y="17848"/>
                  </a:cubicBezTo>
                  <a:cubicBezTo>
                    <a:pt x="114634" y="17574"/>
                    <a:pt x="120813" y="17431"/>
                    <a:pt x="127076" y="17431"/>
                  </a:cubicBezTo>
                  <a:close/>
                  <a:moveTo>
                    <a:pt x="108359" y="17848"/>
                  </a:moveTo>
                  <a:cubicBezTo>
                    <a:pt x="107776" y="29385"/>
                    <a:pt x="107371" y="41482"/>
                    <a:pt x="107169" y="53924"/>
                  </a:cubicBezTo>
                  <a:cubicBezTo>
                    <a:pt x="94727" y="54138"/>
                    <a:pt x="82630" y="54531"/>
                    <a:pt x="71093" y="55114"/>
                  </a:cubicBezTo>
                  <a:cubicBezTo>
                    <a:pt x="71617" y="43244"/>
                    <a:pt x="72640" y="31766"/>
                    <a:pt x="74117" y="20872"/>
                  </a:cubicBezTo>
                  <a:cubicBezTo>
                    <a:pt x="85011" y="19407"/>
                    <a:pt x="96477" y="18384"/>
                    <a:pt x="108359" y="17848"/>
                  </a:cubicBezTo>
                  <a:close/>
                  <a:moveTo>
                    <a:pt x="145792" y="17860"/>
                  </a:moveTo>
                  <a:lnTo>
                    <a:pt x="145792" y="17860"/>
                  </a:lnTo>
                  <a:cubicBezTo>
                    <a:pt x="157675" y="18384"/>
                    <a:pt x="169141" y="19407"/>
                    <a:pt x="180035" y="20884"/>
                  </a:cubicBezTo>
                  <a:cubicBezTo>
                    <a:pt x="181499" y="31766"/>
                    <a:pt x="182523" y="43244"/>
                    <a:pt x="183059" y="55114"/>
                  </a:cubicBezTo>
                  <a:cubicBezTo>
                    <a:pt x="171522" y="54531"/>
                    <a:pt x="159425" y="54138"/>
                    <a:pt x="146983" y="53924"/>
                  </a:cubicBezTo>
                  <a:cubicBezTo>
                    <a:pt x="146781" y="41482"/>
                    <a:pt x="146376" y="29385"/>
                    <a:pt x="145792" y="17860"/>
                  </a:cubicBezTo>
                  <a:close/>
                  <a:moveTo>
                    <a:pt x="73724" y="20931"/>
                  </a:moveTo>
                  <a:lnTo>
                    <a:pt x="73724" y="20931"/>
                  </a:lnTo>
                  <a:cubicBezTo>
                    <a:pt x="72259" y="31909"/>
                    <a:pt x="71247" y="43375"/>
                    <a:pt x="70724" y="55138"/>
                  </a:cubicBezTo>
                  <a:cubicBezTo>
                    <a:pt x="54805" y="55948"/>
                    <a:pt x="39958" y="57103"/>
                    <a:pt x="26742" y="58579"/>
                  </a:cubicBezTo>
                  <a:cubicBezTo>
                    <a:pt x="27373" y="48816"/>
                    <a:pt x="28599" y="39255"/>
                    <a:pt x="30397" y="29992"/>
                  </a:cubicBezTo>
                  <a:cubicBezTo>
                    <a:pt x="43292" y="26158"/>
                    <a:pt x="57901" y="23086"/>
                    <a:pt x="73724" y="20931"/>
                  </a:cubicBezTo>
                  <a:close/>
                  <a:moveTo>
                    <a:pt x="180416" y="20931"/>
                  </a:moveTo>
                  <a:lnTo>
                    <a:pt x="180416" y="20931"/>
                  </a:lnTo>
                  <a:cubicBezTo>
                    <a:pt x="196251" y="23086"/>
                    <a:pt x="210860" y="26170"/>
                    <a:pt x="223755" y="29992"/>
                  </a:cubicBezTo>
                  <a:cubicBezTo>
                    <a:pt x="225552" y="39255"/>
                    <a:pt x="226779" y="48816"/>
                    <a:pt x="227410" y="58579"/>
                  </a:cubicBezTo>
                  <a:cubicBezTo>
                    <a:pt x="214194" y="57103"/>
                    <a:pt x="199335" y="55948"/>
                    <a:pt x="183416" y="55138"/>
                  </a:cubicBezTo>
                  <a:cubicBezTo>
                    <a:pt x="182904" y="43375"/>
                    <a:pt x="181892" y="31909"/>
                    <a:pt x="180416" y="20931"/>
                  </a:cubicBezTo>
                  <a:close/>
                  <a:moveTo>
                    <a:pt x="70724" y="55352"/>
                  </a:moveTo>
                  <a:cubicBezTo>
                    <a:pt x="70450" y="61436"/>
                    <a:pt x="70319" y="67616"/>
                    <a:pt x="70319" y="73843"/>
                  </a:cubicBezTo>
                  <a:cubicBezTo>
                    <a:pt x="70319" y="80070"/>
                    <a:pt x="70450" y="86237"/>
                    <a:pt x="70724" y="92321"/>
                  </a:cubicBezTo>
                  <a:cubicBezTo>
                    <a:pt x="54543" y="91500"/>
                    <a:pt x="39696" y="90333"/>
                    <a:pt x="26730" y="88892"/>
                  </a:cubicBezTo>
                  <a:cubicBezTo>
                    <a:pt x="26420" y="83915"/>
                    <a:pt x="26254" y="78891"/>
                    <a:pt x="26254" y="73843"/>
                  </a:cubicBezTo>
                  <a:cubicBezTo>
                    <a:pt x="26254" y="68783"/>
                    <a:pt x="26420" y="63758"/>
                    <a:pt x="26730" y="58781"/>
                  </a:cubicBezTo>
                  <a:cubicBezTo>
                    <a:pt x="39696" y="57341"/>
                    <a:pt x="54543" y="56174"/>
                    <a:pt x="70724" y="55352"/>
                  </a:cubicBezTo>
                  <a:close/>
                  <a:moveTo>
                    <a:pt x="183428" y="55352"/>
                  </a:moveTo>
                  <a:cubicBezTo>
                    <a:pt x="199609" y="56174"/>
                    <a:pt x="214444" y="57341"/>
                    <a:pt x="227410" y="58781"/>
                  </a:cubicBezTo>
                  <a:cubicBezTo>
                    <a:pt x="227731" y="63758"/>
                    <a:pt x="227886" y="68783"/>
                    <a:pt x="227886" y="73843"/>
                  </a:cubicBezTo>
                  <a:cubicBezTo>
                    <a:pt x="227886" y="78903"/>
                    <a:pt x="227731" y="83915"/>
                    <a:pt x="227410" y="88892"/>
                  </a:cubicBezTo>
                  <a:cubicBezTo>
                    <a:pt x="214444" y="90333"/>
                    <a:pt x="199609" y="91500"/>
                    <a:pt x="183428" y="92321"/>
                  </a:cubicBezTo>
                  <a:cubicBezTo>
                    <a:pt x="183690" y="86237"/>
                    <a:pt x="183833" y="80070"/>
                    <a:pt x="183833" y="73843"/>
                  </a:cubicBezTo>
                  <a:cubicBezTo>
                    <a:pt x="183833" y="67616"/>
                    <a:pt x="183690" y="61436"/>
                    <a:pt x="183428" y="55352"/>
                  </a:cubicBezTo>
                  <a:close/>
                  <a:moveTo>
                    <a:pt x="107157" y="54138"/>
                  </a:moveTo>
                  <a:cubicBezTo>
                    <a:pt x="107050" y="60627"/>
                    <a:pt x="107002" y="67199"/>
                    <a:pt x="107002" y="73843"/>
                  </a:cubicBezTo>
                  <a:cubicBezTo>
                    <a:pt x="107002" y="80475"/>
                    <a:pt x="107050" y="87047"/>
                    <a:pt x="107157" y="93536"/>
                  </a:cubicBezTo>
                  <a:cubicBezTo>
                    <a:pt x="94596" y="93321"/>
                    <a:pt x="82511" y="92917"/>
                    <a:pt x="71081" y="92345"/>
                  </a:cubicBezTo>
                  <a:cubicBezTo>
                    <a:pt x="70807" y="86273"/>
                    <a:pt x="70676" y="80105"/>
                    <a:pt x="70676" y="73843"/>
                  </a:cubicBezTo>
                  <a:cubicBezTo>
                    <a:pt x="70676" y="67580"/>
                    <a:pt x="70807" y="61401"/>
                    <a:pt x="71081" y="55329"/>
                  </a:cubicBezTo>
                  <a:cubicBezTo>
                    <a:pt x="82511" y="54757"/>
                    <a:pt x="94596" y="54352"/>
                    <a:pt x="107157" y="54138"/>
                  </a:cubicBezTo>
                  <a:close/>
                  <a:moveTo>
                    <a:pt x="146983" y="54138"/>
                  </a:moveTo>
                  <a:cubicBezTo>
                    <a:pt x="159544" y="54352"/>
                    <a:pt x="171641" y="54757"/>
                    <a:pt x="183071" y="55329"/>
                  </a:cubicBezTo>
                  <a:cubicBezTo>
                    <a:pt x="183333" y="61401"/>
                    <a:pt x="183476" y="67568"/>
                    <a:pt x="183476" y="73831"/>
                  </a:cubicBezTo>
                  <a:cubicBezTo>
                    <a:pt x="183476" y="80094"/>
                    <a:pt x="183333" y="86273"/>
                    <a:pt x="183071" y="92345"/>
                  </a:cubicBezTo>
                  <a:cubicBezTo>
                    <a:pt x="171641" y="92917"/>
                    <a:pt x="159544" y="93321"/>
                    <a:pt x="146983" y="93536"/>
                  </a:cubicBezTo>
                  <a:cubicBezTo>
                    <a:pt x="147090" y="87047"/>
                    <a:pt x="147150" y="80475"/>
                    <a:pt x="147150" y="73843"/>
                  </a:cubicBezTo>
                  <a:cubicBezTo>
                    <a:pt x="147150" y="67199"/>
                    <a:pt x="147090" y="60627"/>
                    <a:pt x="146983" y="54138"/>
                  </a:cubicBezTo>
                  <a:close/>
                  <a:moveTo>
                    <a:pt x="127076" y="53971"/>
                  </a:moveTo>
                  <a:cubicBezTo>
                    <a:pt x="133743" y="53971"/>
                    <a:pt x="140327" y="54031"/>
                    <a:pt x="146781" y="54138"/>
                  </a:cubicBezTo>
                  <a:cubicBezTo>
                    <a:pt x="146876" y="60591"/>
                    <a:pt x="146935" y="67163"/>
                    <a:pt x="146935" y="73843"/>
                  </a:cubicBezTo>
                  <a:cubicBezTo>
                    <a:pt x="146935" y="80510"/>
                    <a:pt x="146888" y="87082"/>
                    <a:pt x="146781" y="93536"/>
                  </a:cubicBezTo>
                  <a:cubicBezTo>
                    <a:pt x="140327" y="93643"/>
                    <a:pt x="133743" y="93702"/>
                    <a:pt x="127076" y="93702"/>
                  </a:cubicBezTo>
                  <a:cubicBezTo>
                    <a:pt x="120396" y="93702"/>
                    <a:pt x="113824" y="93643"/>
                    <a:pt x="107371" y="93536"/>
                  </a:cubicBezTo>
                  <a:cubicBezTo>
                    <a:pt x="107264" y="87082"/>
                    <a:pt x="107204" y="80510"/>
                    <a:pt x="107204" y="73843"/>
                  </a:cubicBezTo>
                  <a:cubicBezTo>
                    <a:pt x="107204" y="67163"/>
                    <a:pt x="107264" y="60591"/>
                    <a:pt x="107371" y="54138"/>
                  </a:cubicBezTo>
                  <a:cubicBezTo>
                    <a:pt x="113824" y="54031"/>
                    <a:pt x="120396" y="53971"/>
                    <a:pt x="127076" y="53971"/>
                  </a:cubicBezTo>
                  <a:close/>
                  <a:moveTo>
                    <a:pt x="48" y="105632"/>
                  </a:moveTo>
                  <a:cubicBezTo>
                    <a:pt x="36" y="105716"/>
                    <a:pt x="12" y="105811"/>
                    <a:pt x="0" y="105894"/>
                  </a:cubicBezTo>
                  <a:cubicBezTo>
                    <a:pt x="155" y="105882"/>
                    <a:pt x="310" y="105870"/>
                    <a:pt x="477" y="105859"/>
                  </a:cubicBezTo>
                  <a:cubicBezTo>
                    <a:pt x="334" y="105775"/>
                    <a:pt x="191" y="105704"/>
                    <a:pt x="48" y="105632"/>
                  </a:cubicBezTo>
                  <a:close/>
                  <a:moveTo>
                    <a:pt x="26742" y="89095"/>
                  </a:moveTo>
                  <a:cubicBezTo>
                    <a:pt x="39958" y="90571"/>
                    <a:pt x="54805" y="91726"/>
                    <a:pt x="70724" y="92536"/>
                  </a:cubicBezTo>
                  <a:cubicBezTo>
                    <a:pt x="71247" y="104299"/>
                    <a:pt x="72259" y="115765"/>
                    <a:pt x="73724" y="126742"/>
                  </a:cubicBezTo>
                  <a:cubicBezTo>
                    <a:pt x="57901" y="124587"/>
                    <a:pt x="43292" y="121515"/>
                    <a:pt x="30397" y="117681"/>
                  </a:cubicBezTo>
                  <a:cubicBezTo>
                    <a:pt x="28599" y="108418"/>
                    <a:pt x="27373" y="98858"/>
                    <a:pt x="26742" y="89095"/>
                  </a:cubicBezTo>
                  <a:close/>
                  <a:moveTo>
                    <a:pt x="227410" y="89095"/>
                  </a:moveTo>
                  <a:cubicBezTo>
                    <a:pt x="226779" y="98858"/>
                    <a:pt x="225552" y="108418"/>
                    <a:pt x="223755" y="117681"/>
                  </a:cubicBezTo>
                  <a:cubicBezTo>
                    <a:pt x="210860" y="121515"/>
                    <a:pt x="196251" y="124587"/>
                    <a:pt x="180416" y="126742"/>
                  </a:cubicBezTo>
                  <a:cubicBezTo>
                    <a:pt x="181892" y="115765"/>
                    <a:pt x="182904" y="104299"/>
                    <a:pt x="183416" y="92536"/>
                  </a:cubicBezTo>
                  <a:cubicBezTo>
                    <a:pt x="199347" y="91726"/>
                    <a:pt x="214194" y="90571"/>
                    <a:pt x="227410" y="89095"/>
                  </a:cubicBezTo>
                  <a:close/>
                  <a:moveTo>
                    <a:pt x="71093" y="92559"/>
                  </a:moveTo>
                  <a:lnTo>
                    <a:pt x="71093" y="92559"/>
                  </a:lnTo>
                  <a:cubicBezTo>
                    <a:pt x="82630" y="93143"/>
                    <a:pt x="94715" y="93536"/>
                    <a:pt x="107169" y="93750"/>
                  </a:cubicBezTo>
                  <a:cubicBezTo>
                    <a:pt x="107371" y="106192"/>
                    <a:pt x="107776" y="118289"/>
                    <a:pt x="108347" y="129826"/>
                  </a:cubicBezTo>
                  <a:cubicBezTo>
                    <a:pt x="96477" y="129290"/>
                    <a:pt x="85011" y="128266"/>
                    <a:pt x="74117" y="126790"/>
                  </a:cubicBezTo>
                  <a:cubicBezTo>
                    <a:pt x="72640" y="115907"/>
                    <a:pt x="71617" y="104442"/>
                    <a:pt x="71093" y="92559"/>
                  </a:cubicBezTo>
                  <a:close/>
                  <a:moveTo>
                    <a:pt x="183059" y="92559"/>
                  </a:moveTo>
                  <a:lnTo>
                    <a:pt x="183059" y="92559"/>
                  </a:lnTo>
                  <a:cubicBezTo>
                    <a:pt x="182523" y="104442"/>
                    <a:pt x="181499" y="115907"/>
                    <a:pt x="180035" y="126802"/>
                  </a:cubicBezTo>
                  <a:cubicBezTo>
                    <a:pt x="169141" y="128266"/>
                    <a:pt x="157675" y="129290"/>
                    <a:pt x="145792" y="129826"/>
                  </a:cubicBezTo>
                  <a:cubicBezTo>
                    <a:pt x="146376" y="118289"/>
                    <a:pt x="146769" y="106192"/>
                    <a:pt x="146983" y="93750"/>
                  </a:cubicBezTo>
                  <a:cubicBezTo>
                    <a:pt x="159425" y="93536"/>
                    <a:pt x="171522" y="93143"/>
                    <a:pt x="183059" y="92559"/>
                  </a:cubicBezTo>
                  <a:close/>
                  <a:moveTo>
                    <a:pt x="107371" y="93750"/>
                  </a:moveTo>
                  <a:cubicBezTo>
                    <a:pt x="113860" y="93857"/>
                    <a:pt x="120432" y="93917"/>
                    <a:pt x="127076" y="93917"/>
                  </a:cubicBezTo>
                  <a:cubicBezTo>
                    <a:pt x="133708" y="93917"/>
                    <a:pt x="140292" y="93857"/>
                    <a:pt x="146769" y="93750"/>
                  </a:cubicBezTo>
                  <a:lnTo>
                    <a:pt x="146769" y="93750"/>
                  </a:lnTo>
                  <a:cubicBezTo>
                    <a:pt x="146566" y="106311"/>
                    <a:pt x="146150" y="118396"/>
                    <a:pt x="145578" y="129826"/>
                  </a:cubicBezTo>
                  <a:cubicBezTo>
                    <a:pt x="139506" y="130100"/>
                    <a:pt x="133339" y="130243"/>
                    <a:pt x="127076" y="130243"/>
                  </a:cubicBezTo>
                  <a:cubicBezTo>
                    <a:pt x="120813" y="130243"/>
                    <a:pt x="114634" y="130100"/>
                    <a:pt x="108574" y="129826"/>
                  </a:cubicBezTo>
                  <a:cubicBezTo>
                    <a:pt x="107990" y="118396"/>
                    <a:pt x="107585" y="106311"/>
                    <a:pt x="107371" y="93750"/>
                  </a:cubicBezTo>
                  <a:close/>
                  <a:moveTo>
                    <a:pt x="266653" y="116300"/>
                  </a:moveTo>
                  <a:lnTo>
                    <a:pt x="266653" y="116300"/>
                  </a:lnTo>
                  <a:cubicBezTo>
                    <a:pt x="259152" y="126861"/>
                    <a:pt x="248817" y="136600"/>
                    <a:pt x="235875" y="145101"/>
                  </a:cubicBezTo>
                  <a:cubicBezTo>
                    <a:pt x="235411" y="145399"/>
                    <a:pt x="234946" y="145697"/>
                    <a:pt x="234482" y="145994"/>
                  </a:cubicBezTo>
                  <a:cubicBezTo>
                    <a:pt x="234756" y="146006"/>
                    <a:pt x="235030" y="146018"/>
                    <a:pt x="235304" y="146030"/>
                  </a:cubicBezTo>
                  <a:cubicBezTo>
                    <a:pt x="235577" y="145852"/>
                    <a:pt x="235851" y="145673"/>
                    <a:pt x="236137" y="145494"/>
                  </a:cubicBezTo>
                  <a:cubicBezTo>
                    <a:pt x="248710" y="137243"/>
                    <a:pt x="258854" y="127814"/>
                    <a:pt x="266319" y="117586"/>
                  </a:cubicBezTo>
                  <a:lnTo>
                    <a:pt x="266319" y="117586"/>
                  </a:lnTo>
                  <a:cubicBezTo>
                    <a:pt x="263533" y="127504"/>
                    <a:pt x="259831" y="137005"/>
                    <a:pt x="255306" y="145971"/>
                  </a:cubicBezTo>
                  <a:cubicBezTo>
                    <a:pt x="255544" y="145983"/>
                    <a:pt x="255794" y="145994"/>
                    <a:pt x="256032" y="146006"/>
                  </a:cubicBezTo>
                  <a:cubicBezTo>
                    <a:pt x="260354" y="137374"/>
                    <a:pt x="263879" y="128338"/>
                    <a:pt x="266569" y="118991"/>
                  </a:cubicBezTo>
                  <a:cubicBezTo>
                    <a:pt x="266593" y="118098"/>
                    <a:pt x="266617" y="117193"/>
                    <a:pt x="266653" y="116300"/>
                  </a:cubicBezTo>
                  <a:close/>
                  <a:moveTo>
                    <a:pt x="1798" y="132362"/>
                  </a:moveTo>
                  <a:cubicBezTo>
                    <a:pt x="1774" y="132540"/>
                    <a:pt x="1739" y="132731"/>
                    <a:pt x="1715" y="132933"/>
                  </a:cubicBezTo>
                  <a:cubicBezTo>
                    <a:pt x="6573" y="137362"/>
                    <a:pt x="12014" y="141553"/>
                    <a:pt x="18015" y="145494"/>
                  </a:cubicBezTo>
                  <a:cubicBezTo>
                    <a:pt x="18229" y="145637"/>
                    <a:pt x="18455" y="145780"/>
                    <a:pt x="18669" y="145923"/>
                  </a:cubicBezTo>
                  <a:cubicBezTo>
                    <a:pt x="18681" y="145899"/>
                    <a:pt x="18681" y="145887"/>
                    <a:pt x="18693" y="145875"/>
                  </a:cubicBezTo>
                  <a:lnTo>
                    <a:pt x="18693" y="145875"/>
                  </a:lnTo>
                  <a:cubicBezTo>
                    <a:pt x="18681" y="145899"/>
                    <a:pt x="18693" y="145911"/>
                    <a:pt x="18693" y="145935"/>
                  </a:cubicBezTo>
                  <a:cubicBezTo>
                    <a:pt x="18800" y="146006"/>
                    <a:pt x="18908" y="146066"/>
                    <a:pt x="19015" y="146137"/>
                  </a:cubicBezTo>
                  <a:cubicBezTo>
                    <a:pt x="19348" y="146256"/>
                    <a:pt x="19872" y="146328"/>
                    <a:pt x="20336" y="146423"/>
                  </a:cubicBezTo>
                  <a:cubicBezTo>
                    <a:pt x="19646" y="145983"/>
                    <a:pt x="18955" y="145542"/>
                    <a:pt x="18277" y="145090"/>
                  </a:cubicBezTo>
                  <a:cubicBezTo>
                    <a:pt x="12204" y="141113"/>
                    <a:pt x="6692" y="136850"/>
                    <a:pt x="1798" y="132362"/>
                  </a:cubicBezTo>
                  <a:close/>
                  <a:moveTo>
                    <a:pt x="176558" y="0"/>
                  </a:moveTo>
                  <a:cubicBezTo>
                    <a:pt x="176701" y="572"/>
                    <a:pt x="176832" y="1167"/>
                    <a:pt x="176963" y="1774"/>
                  </a:cubicBezTo>
                  <a:lnTo>
                    <a:pt x="176903" y="1774"/>
                  </a:lnTo>
                  <a:cubicBezTo>
                    <a:pt x="178070" y="7787"/>
                    <a:pt x="179106" y="14038"/>
                    <a:pt x="179975" y="20491"/>
                  </a:cubicBezTo>
                  <a:cubicBezTo>
                    <a:pt x="168998" y="19015"/>
                    <a:pt x="157544" y="18003"/>
                    <a:pt x="145781" y="17491"/>
                  </a:cubicBezTo>
                  <a:cubicBezTo>
                    <a:pt x="145507" y="12157"/>
                    <a:pt x="145197" y="6942"/>
                    <a:pt x="144852" y="1858"/>
                  </a:cubicBezTo>
                  <a:cubicBezTo>
                    <a:pt x="144780" y="1870"/>
                    <a:pt x="144697" y="1870"/>
                    <a:pt x="144626" y="1870"/>
                  </a:cubicBezTo>
                  <a:cubicBezTo>
                    <a:pt x="144971" y="6918"/>
                    <a:pt x="145292" y="12121"/>
                    <a:pt x="145554" y="17479"/>
                  </a:cubicBezTo>
                  <a:cubicBezTo>
                    <a:pt x="139470" y="17217"/>
                    <a:pt x="133303" y="17074"/>
                    <a:pt x="127076" y="17074"/>
                  </a:cubicBezTo>
                  <a:cubicBezTo>
                    <a:pt x="120849" y="17074"/>
                    <a:pt x="114681" y="17217"/>
                    <a:pt x="108585" y="17479"/>
                  </a:cubicBezTo>
                  <a:cubicBezTo>
                    <a:pt x="108895" y="11573"/>
                    <a:pt x="109240" y="5846"/>
                    <a:pt x="109621" y="322"/>
                  </a:cubicBezTo>
                  <a:lnTo>
                    <a:pt x="109621" y="322"/>
                  </a:lnTo>
                  <a:cubicBezTo>
                    <a:pt x="109550" y="334"/>
                    <a:pt x="109478" y="334"/>
                    <a:pt x="109407" y="346"/>
                  </a:cubicBezTo>
                  <a:cubicBezTo>
                    <a:pt x="109014" y="5894"/>
                    <a:pt x="108669" y="11621"/>
                    <a:pt x="108371" y="17491"/>
                  </a:cubicBezTo>
                  <a:cubicBezTo>
                    <a:pt x="96608" y="18003"/>
                    <a:pt x="85142" y="19015"/>
                    <a:pt x="74164" y="20491"/>
                  </a:cubicBezTo>
                  <a:cubicBezTo>
                    <a:pt x="75069" y="13871"/>
                    <a:pt x="76129" y="7454"/>
                    <a:pt x="77343" y="1298"/>
                  </a:cubicBezTo>
                  <a:lnTo>
                    <a:pt x="77343" y="1298"/>
                  </a:lnTo>
                  <a:cubicBezTo>
                    <a:pt x="77212" y="1310"/>
                    <a:pt x="77081" y="1322"/>
                    <a:pt x="76951" y="1334"/>
                  </a:cubicBezTo>
                  <a:cubicBezTo>
                    <a:pt x="75724" y="7537"/>
                    <a:pt x="74665" y="13954"/>
                    <a:pt x="73783" y="20539"/>
                  </a:cubicBezTo>
                  <a:cubicBezTo>
                    <a:pt x="58198" y="22646"/>
                    <a:pt x="43601" y="25682"/>
                    <a:pt x="30480" y="29575"/>
                  </a:cubicBezTo>
                  <a:cubicBezTo>
                    <a:pt x="32374" y="19872"/>
                    <a:pt x="34910" y="10502"/>
                    <a:pt x="38029" y="1560"/>
                  </a:cubicBezTo>
                  <a:cubicBezTo>
                    <a:pt x="37874" y="1548"/>
                    <a:pt x="37708" y="1548"/>
                    <a:pt x="37541" y="1536"/>
                  </a:cubicBezTo>
                  <a:cubicBezTo>
                    <a:pt x="34409" y="10525"/>
                    <a:pt x="31862" y="19955"/>
                    <a:pt x="29968" y="29718"/>
                  </a:cubicBezTo>
                  <a:cubicBezTo>
                    <a:pt x="25849" y="30957"/>
                    <a:pt x="21884" y="32266"/>
                    <a:pt x="18086" y="33659"/>
                  </a:cubicBezTo>
                  <a:cubicBezTo>
                    <a:pt x="12252" y="35802"/>
                    <a:pt x="6942" y="38088"/>
                    <a:pt x="2191" y="40493"/>
                  </a:cubicBezTo>
                  <a:lnTo>
                    <a:pt x="2179" y="40934"/>
                  </a:lnTo>
                  <a:cubicBezTo>
                    <a:pt x="10097" y="36910"/>
                    <a:pt x="19420" y="33278"/>
                    <a:pt x="29885" y="30147"/>
                  </a:cubicBezTo>
                  <a:lnTo>
                    <a:pt x="29885" y="30147"/>
                  </a:lnTo>
                  <a:cubicBezTo>
                    <a:pt x="28111" y="39386"/>
                    <a:pt x="26885" y="48911"/>
                    <a:pt x="26266" y="58627"/>
                  </a:cubicBezTo>
                  <a:cubicBezTo>
                    <a:pt x="23480" y="58948"/>
                    <a:pt x="20765" y="59270"/>
                    <a:pt x="18134" y="59615"/>
                  </a:cubicBezTo>
                  <a:cubicBezTo>
                    <a:pt x="11621" y="60460"/>
                    <a:pt x="5763" y="61365"/>
                    <a:pt x="584" y="62329"/>
                  </a:cubicBezTo>
                  <a:cubicBezTo>
                    <a:pt x="596" y="62389"/>
                    <a:pt x="596" y="62460"/>
                    <a:pt x="608" y="62520"/>
                  </a:cubicBezTo>
                  <a:cubicBezTo>
                    <a:pt x="7942" y="61163"/>
                    <a:pt x="16574" y="59924"/>
                    <a:pt x="26254" y="58841"/>
                  </a:cubicBezTo>
                  <a:lnTo>
                    <a:pt x="26254" y="58841"/>
                  </a:lnTo>
                  <a:cubicBezTo>
                    <a:pt x="25944" y="63794"/>
                    <a:pt x="25777" y="68794"/>
                    <a:pt x="25777" y="73843"/>
                  </a:cubicBezTo>
                  <a:cubicBezTo>
                    <a:pt x="25777" y="78879"/>
                    <a:pt x="25944" y="83880"/>
                    <a:pt x="26254" y="88833"/>
                  </a:cubicBezTo>
                  <a:cubicBezTo>
                    <a:pt x="17014" y="87797"/>
                    <a:pt x="8740" y="86618"/>
                    <a:pt x="1620" y="85332"/>
                  </a:cubicBezTo>
                  <a:cubicBezTo>
                    <a:pt x="1620" y="85404"/>
                    <a:pt x="1620" y="85475"/>
                    <a:pt x="1620" y="85535"/>
                  </a:cubicBezTo>
                  <a:cubicBezTo>
                    <a:pt x="6537" y="86428"/>
                    <a:pt x="12050" y="87273"/>
                    <a:pt x="18134" y="88059"/>
                  </a:cubicBezTo>
                  <a:cubicBezTo>
                    <a:pt x="20765" y="88404"/>
                    <a:pt x="23480" y="88726"/>
                    <a:pt x="26266" y="89047"/>
                  </a:cubicBezTo>
                  <a:cubicBezTo>
                    <a:pt x="26885" y="98762"/>
                    <a:pt x="28099" y="108287"/>
                    <a:pt x="29885" y="117527"/>
                  </a:cubicBezTo>
                  <a:cubicBezTo>
                    <a:pt x="18824" y="114217"/>
                    <a:pt x="9037" y="110359"/>
                    <a:pt x="846" y="106049"/>
                  </a:cubicBezTo>
                  <a:lnTo>
                    <a:pt x="846" y="106049"/>
                  </a:lnTo>
                  <a:cubicBezTo>
                    <a:pt x="858" y="106204"/>
                    <a:pt x="870" y="106359"/>
                    <a:pt x="881" y="106513"/>
                  </a:cubicBezTo>
                  <a:cubicBezTo>
                    <a:pt x="5977" y="109169"/>
                    <a:pt x="11716" y="111669"/>
                    <a:pt x="18086" y="114014"/>
                  </a:cubicBezTo>
                  <a:cubicBezTo>
                    <a:pt x="21884" y="115407"/>
                    <a:pt x="25849" y="116717"/>
                    <a:pt x="29968" y="117955"/>
                  </a:cubicBezTo>
                  <a:cubicBezTo>
                    <a:pt x="31850" y="127611"/>
                    <a:pt x="34350" y="136946"/>
                    <a:pt x="37446" y="145852"/>
                  </a:cubicBezTo>
                  <a:cubicBezTo>
                    <a:pt x="37600" y="145840"/>
                    <a:pt x="37767" y="145840"/>
                    <a:pt x="37934" y="145828"/>
                  </a:cubicBezTo>
                  <a:cubicBezTo>
                    <a:pt x="34862" y="136981"/>
                    <a:pt x="32362" y="127706"/>
                    <a:pt x="30480" y="118098"/>
                  </a:cubicBezTo>
                  <a:lnTo>
                    <a:pt x="30480" y="118098"/>
                  </a:lnTo>
                  <a:cubicBezTo>
                    <a:pt x="43589" y="121992"/>
                    <a:pt x="58198" y="125028"/>
                    <a:pt x="73783" y="127135"/>
                  </a:cubicBezTo>
                  <a:cubicBezTo>
                    <a:pt x="74653" y="133600"/>
                    <a:pt x="75688" y="139910"/>
                    <a:pt x="76879" y="146006"/>
                  </a:cubicBezTo>
                  <a:cubicBezTo>
                    <a:pt x="77010" y="146006"/>
                    <a:pt x="77141" y="146018"/>
                    <a:pt x="77272" y="146018"/>
                  </a:cubicBezTo>
                  <a:cubicBezTo>
                    <a:pt x="76093" y="139970"/>
                    <a:pt x="75046" y="133683"/>
                    <a:pt x="74164" y="127183"/>
                  </a:cubicBezTo>
                  <a:lnTo>
                    <a:pt x="74164" y="127183"/>
                  </a:lnTo>
                  <a:cubicBezTo>
                    <a:pt x="85154" y="128659"/>
                    <a:pt x="96608" y="129659"/>
                    <a:pt x="108371" y="130183"/>
                  </a:cubicBezTo>
                  <a:cubicBezTo>
                    <a:pt x="108657" y="135850"/>
                    <a:pt x="108990" y="141375"/>
                    <a:pt x="109371" y="146733"/>
                  </a:cubicBezTo>
                  <a:cubicBezTo>
                    <a:pt x="109443" y="146745"/>
                    <a:pt x="109514" y="146745"/>
                    <a:pt x="109586" y="146756"/>
                  </a:cubicBezTo>
                  <a:cubicBezTo>
                    <a:pt x="109205" y="141411"/>
                    <a:pt x="108883" y="135886"/>
                    <a:pt x="108585" y="130195"/>
                  </a:cubicBezTo>
                  <a:lnTo>
                    <a:pt x="108585" y="130195"/>
                  </a:lnTo>
                  <a:cubicBezTo>
                    <a:pt x="114681" y="130457"/>
                    <a:pt x="120849" y="130600"/>
                    <a:pt x="127076" y="130600"/>
                  </a:cubicBezTo>
                  <a:cubicBezTo>
                    <a:pt x="133303" y="130600"/>
                    <a:pt x="139470" y="130457"/>
                    <a:pt x="145554" y="130195"/>
                  </a:cubicBezTo>
                  <a:lnTo>
                    <a:pt x="145554" y="130195"/>
                  </a:lnTo>
                  <a:cubicBezTo>
                    <a:pt x="145328" y="134815"/>
                    <a:pt x="145066" y="139327"/>
                    <a:pt x="144769" y="143720"/>
                  </a:cubicBezTo>
                  <a:cubicBezTo>
                    <a:pt x="144828" y="143851"/>
                    <a:pt x="144888" y="143994"/>
                    <a:pt x="144959" y="144161"/>
                  </a:cubicBezTo>
                  <a:cubicBezTo>
                    <a:pt x="145257" y="139613"/>
                    <a:pt x="145531" y="134945"/>
                    <a:pt x="145781" y="130183"/>
                  </a:cubicBezTo>
                  <a:cubicBezTo>
                    <a:pt x="157544" y="129671"/>
                    <a:pt x="168998" y="128659"/>
                    <a:pt x="179975" y="127183"/>
                  </a:cubicBezTo>
                  <a:lnTo>
                    <a:pt x="179975" y="127183"/>
                  </a:lnTo>
                  <a:cubicBezTo>
                    <a:pt x="179106" y="133588"/>
                    <a:pt x="178094" y="139791"/>
                    <a:pt x="176927" y="145756"/>
                  </a:cubicBezTo>
                  <a:lnTo>
                    <a:pt x="177034" y="145756"/>
                  </a:lnTo>
                  <a:cubicBezTo>
                    <a:pt x="177142" y="145697"/>
                    <a:pt x="177249" y="145625"/>
                    <a:pt x="177356" y="145566"/>
                  </a:cubicBezTo>
                  <a:cubicBezTo>
                    <a:pt x="178511" y="139601"/>
                    <a:pt x="179511" y="133445"/>
                    <a:pt x="180368" y="127135"/>
                  </a:cubicBezTo>
                  <a:cubicBezTo>
                    <a:pt x="195953" y="125028"/>
                    <a:pt x="210551" y="121992"/>
                    <a:pt x="223671" y="118098"/>
                  </a:cubicBezTo>
                  <a:lnTo>
                    <a:pt x="223671" y="118098"/>
                  </a:lnTo>
                  <a:cubicBezTo>
                    <a:pt x="221814" y="127599"/>
                    <a:pt x="219337" y="136791"/>
                    <a:pt x="216301" y="145554"/>
                  </a:cubicBezTo>
                  <a:lnTo>
                    <a:pt x="216801" y="145554"/>
                  </a:lnTo>
                  <a:cubicBezTo>
                    <a:pt x="219849" y="136743"/>
                    <a:pt x="222326" y="127504"/>
                    <a:pt x="224183" y="117943"/>
                  </a:cubicBezTo>
                  <a:cubicBezTo>
                    <a:pt x="228291" y="116717"/>
                    <a:pt x="232268" y="115407"/>
                    <a:pt x="236066" y="114002"/>
                  </a:cubicBezTo>
                  <a:cubicBezTo>
                    <a:pt x="249877" y="108930"/>
                    <a:pt x="260747" y="103073"/>
                    <a:pt x="268367" y="96679"/>
                  </a:cubicBezTo>
                  <a:cubicBezTo>
                    <a:pt x="268391" y="96476"/>
                    <a:pt x="268427" y="96286"/>
                    <a:pt x="268451" y="96084"/>
                  </a:cubicBezTo>
                  <a:lnTo>
                    <a:pt x="268451" y="96084"/>
                  </a:lnTo>
                  <a:cubicBezTo>
                    <a:pt x="258592" y="104477"/>
                    <a:pt x="243317" y="111824"/>
                    <a:pt x="224267" y="117527"/>
                  </a:cubicBezTo>
                  <a:cubicBezTo>
                    <a:pt x="226041" y="108287"/>
                    <a:pt x="227267" y="98762"/>
                    <a:pt x="227886" y="89047"/>
                  </a:cubicBezTo>
                  <a:cubicBezTo>
                    <a:pt x="230672" y="88726"/>
                    <a:pt x="233387" y="88404"/>
                    <a:pt x="236018" y="88059"/>
                  </a:cubicBezTo>
                  <a:cubicBezTo>
                    <a:pt x="248770" y="86404"/>
                    <a:pt x="259009" y="84511"/>
                    <a:pt x="266510" y="82451"/>
                  </a:cubicBezTo>
                  <a:cubicBezTo>
                    <a:pt x="266510" y="82379"/>
                    <a:pt x="266510" y="82308"/>
                    <a:pt x="266510" y="82249"/>
                  </a:cubicBezTo>
                  <a:cubicBezTo>
                    <a:pt x="257306" y="84773"/>
                    <a:pt x="244079" y="87023"/>
                    <a:pt x="227898" y="88833"/>
                  </a:cubicBezTo>
                  <a:cubicBezTo>
                    <a:pt x="228208" y="83880"/>
                    <a:pt x="228362" y="78867"/>
                    <a:pt x="228362" y="73831"/>
                  </a:cubicBezTo>
                  <a:cubicBezTo>
                    <a:pt x="228362" y="68794"/>
                    <a:pt x="228208" y="63782"/>
                    <a:pt x="227898" y="58829"/>
                  </a:cubicBezTo>
                  <a:lnTo>
                    <a:pt x="227898" y="58829"/>
                  </a:lnTo>
                  <a:cubicBezTo>
                    <a:pt x="244519" y="60698"/>
                    <a:pt x="258009" y="63008"/>
                    <a:pt x="267248" y="65627"/>
                  </a:cubicBezTo>
                  <a:cubicBezTo>
                    <a:pt x="267248" y="65556"/>
                    <a:pt x="267260" y="65496"/>
                    <a:pt x="267260" y="65425"/>
                  </a:cubicBezTo>
                  <a:cubicBezTo>
                    <a:pt x="259711" y="63282"/>
                    <a:pt x="249210" y="61317"/>
                    <a:pt x="236018" y="59603"/>
                  </a:cubicBezTo>
                  <a:cubicBezTo>
                    <a:pt x="233387" y="59270"/>
                    <a:pt x="230672" y="58936"/>
                    <a:pt x="227886" y="58627"/>
                  </a:cubicBezTo>
                  <a:cubicBezTo>
                    <a:pt x="227267" y="48899"/>
                    <a:pt x="226041" y="39374"/>
                    <a:pt x="224267" y="30135"/>
                  </a:cubicBezTo>
                  <a:lnTo>
                    <a:pt x="224267" y="30135"/>
                  </a:lnTo>
                  <a:cubicBezTo>
                    <a:pt x="243650" y="35945"/>
                    <a:pt x="259116" y="43446"/>
                    <a:pt x="268963" y="52019"/>
                  </a:cubicBezTo>
                  <a:cubicBezTo>
                    <a:pt x="268986" y="51864"/>
                    <a:pt x="269010" y="51709"/>
                    <a:pt x="269046" y="51566"/>
                  </a:cubicBezTo>
                  <a:cubicBezTo>
                    <a:pt x="261390" y="44946"/>
                    <a:pt x="250294" y="38886"/>
                    <a:pt x="236066" y="33659"/>
                  </a:cubicBezTo>
                  <a:cubicBezTo>
                    <a:pt x="232268" y="32266"/>
                    <a:pt x="228291" y="30945"/>
                    <a:pt x="224183" y="29718"/>
                  </a:cubicBezTo>
                  <a:cubicBezTo>
                    <a:pt x="222338" y="20277"/>
                    <a:pt x="219909" y="11133"/>
                    <a:pt x="216908" y="2417"/>
                  </a:cubicBezTo>
                  <a:cubicBezTo>
                    <a:pt x="216766" y="2513"/>
                    <a:pt x="216635" y="2620"/>
                    <a:pt x="216504" y="2715"/>
                  </a:cubicBezTo>
                  <a:cubicBezTo>
                    <a:pt x="219456" y="11299"/>
                    <a:pt x="221850" y="20277"/>
                    <a:pt x="223671" y="29563"/>
                  </a:cubicBezTo>
                  <a:cubicBezTo>
                    <a:pt x="210551" y="25682"/>
                    <a:pt x="195953" y="22646"/>
                    <a:pt x="180368" y="20539"/>
                  </a:cubicBezTo>
                  <a:cubicBezTo>
                    <a:pt x="179416" y="13490"/>
                    <a:pt x="178273" y="6644"/>
                    <a:pt x="176951" y="36"/>
                  </a:cubicBezTo>
                  <a:cubicBezTo>
                    <a:pt x="176820" y="24"/>
                    <a:pt x="176689" y="12"/>
                    <a:pt x="176558" y="0"/>
                  </a:cubicBezTo>
                  <a:close/>
                </a:path>
              </a:pathLst>
            </a:custGeom>
            <a:solidFill>
              <a:srgbClr val="E3C98E">
                <a:alpha val="246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75" name="Google Shape;675;p43"/>
          <p:cNvSpPr txBox="1"/>
          <p:nvPr>
            <p:ph type="title"/>
          </p:nvPr>
        </p:nvSpPr>
        <p:spPr>
          <a:xfrm>
            <a:off x="720000" y="448056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17171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676" name="Google Shape;676;p43"/>
          <p:cNvGrpSpPr/>
          <p:nvPr/>
        </p:nvGrpSpPr>
        <p:grpSpPr>
          <a:xfrm flipH="1">
            <a:off x="187731" y="4256312"/>
            <a:ext cx="705998" cy="695388"/>
            <a:chOff x="8289236" y="4270512"/>
            <a:chExt cx="705998" cy="695388"/>
          </a:xfrm>
        </p:grpSpPr>
        <p:sp>
          <p:nvSpPr>
            <p:cNvPr id="677" name="Google Shape;677;p43"/>
            <p:cNvSpPr/>
            <p:nvPr/>
          </p:nvSpPr>
          <p:spPr>
            <a:xfrm>
              <a:off x="8361900" y="4862400"/>
              <a:ext cx="510600" cy="103500"/>
            </a:xfrm>
            <a:prstGeom prst="ellipse">
              <a:avLst/>
            </a:prstGeom>
            <a:solidFill>
              <a:srgbClr val="033342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78" name="Google Shape;678;p43"/>
            <p:cNvGrpSpPr/>
            <p:nvPr/>
          </p:nvGrpSpPr>
          <p:grpSpPr>
            <a:xfrm>
              <a:off x="8289236" y="4270512"/>
              <a:ext cx="705998" cy="666982"/>
              <a:chOff x="1623700" y="6514438"/>
              <a:chExt cx="416150" cy="393175"/>
            </a:xfrm>
          </p:grpSpPr>
          <p:sp>
            <p:nvSpPr>
              <p:cNvPr id="679" name="Google Shape;679;p43"/>
              <p:cNvSpPr/>
              <p:nvPr/>
            </p:nvSpPr>
            <p:spPr>
              <a:xfrm>
                <a:off x="1748700" y="6514438"/>
                <a:ext cx="291150" cy="253050"/>
              </a:xfrm>
              <a:custGeom>
                <a:rect b="b" l="l" r="r" t="t"/>
                <a:pathLst>
                  <a:path extrusionOk="0" h="10122" w="11646">
                    <a:moveTo>
                      <a:pt x="5043" y="1"/>
                    </a:moveTo>
                    <a:cubicBezTo>
                      <a:pt x="2976" y="1"/>
                      <a:pt x="1171" y="1041"/>
                      <a:pt x="596" y="2763"/>
                    </a:cubicBezTo>
                    <a:cubicBezTo>
                      <a:pt x="1" y="4538"/>
                      <a:pt x="882" y="6514"/>
                      <a:pt x="2632" y="7752"/>
                    </a:cubicBezTo>
                    <a:lnTo>
                      <a:pt x="2227" y="8943"/>
                    </a:lnTo>
                    <a:lnTo>
                      <a:pt x="2811" y="9133"/>
                    </a:lnTo>
                    <a:lnTo>
                      <a:pt x="3156" y="8086"/>
                    </a:lnTo>
                    <a:cubicBezTo>
                      <a:pt x="3525" y="8300"/>
                      <a:pt x="3930" y="8478"/>
                      <a:pt x="4359" y="8621"/>
                    </a:cubicBezTo>
                    <a:cubicBezTo>
                      <a:pt x="4418" y="8645"/>
                      <a:pt x="4490" y="8669"/>
                      <a:pt x="4561" y="8693"/>
                    </a:cubicBezTo>
                    <a:lnTo>
                      <a:pt x="3692" y="9645"/>
                    </a:lnTo>
                    <a:lnTo>
                      <a:pt x="4359" y="10122"/>
                    </a:lnTo>
                    <a:lnTo>
                      <a:pt x="5192" y="8848"/>
                    </a:lnTo>
                    <a:cubicBezTo>
                      <a:pt x="5609" y="8929"/>
                      <a:pt x="6023" y="8969"/>
                      <a:pt x="6427" y="8969"/>
                    </a:cubicBezTo>
                    <a:cubicBezTo>
                      <a:pt x="8501" y="8969"/>
                      <a:pt x="10305" y="7928"/>
                      <a:pt x="10883" y="6204"/>
                    </a:cubicBezTo>
                    <a:cubicBezTo>
                      <a:pt x="11645" y="3918"/>
                      <a:pt x="9967" y="1299"/>
                      <a:pt x="7121" y="347"/>
                    </a:cubicBezTo>
                    <a:cubicBezTo>
                      <a:pt x="6423" y="112"/>
                      <a:pt x="5719" y="1"/>
                      <a:pt x="50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0" name="Google Shape;680;p43"/>
              <p:cNvSpPr/>
              <p:nvPr/>
            </p:nvSpPr>
            <p:spPr>
              <a:xfrm>
                <a:off x="1623700" y="6722188"/>
                <a:ext cx="251550" cy="185425"/>
              </a:xfrm>
              <a:custGeom>
                <a:rect b="b" l="l" r="r" t="t"/>
                <a:pathLst>
                  <a:path extrusionOk="0" h="7417" w="10062">
                    <a:moveTo>
                      <a:pt x="5711" y="0"/>
                    </a:moveTo>
                    <a:cubicBezTo>
                      <a:pt x="5372" y="0"/>
                      <a:pt x="5008" y="23"/>
                      <a:pt x="4620" y="73"/>
                    </a:cubicBezTo>
                    <a:cubicBezTo>
                      <a:pt x="560" y="597"/>
                      <a:pt x="0" y="4145"/>
                      <a:pt x="0" y="4145"/>
                    </a:cubicBezTo>
                    <a:lnTo>
                      <a:pt x="631" y="6395"/>
                    </a:lnTo>
                    <a:cubicBezTo>
                      <a:pt x="631" y="6395"/>
                      <a:pt x="2005" y="7416"/>
                      <a:pt x="4122" y="7416"/>
                    </a:cubicBezTo>
                    <a:cubicBezTo>
                      <a:pt x="5756" y="7416"/>
                      <a:pt x="7832" y="6809"/>
                      <a:pt x="10061" y="4657"/>
                    </a:cubicBezTo>
                    <a:lnTo>
                      <a:pt x="9990" y="2026"/>
                    </a:lnTo>
                    <a:cubicBezTo>
                      <a:pt x="9990" y="2026"/>
                      <a:pt x="8919" y="0"/>
                      <a:pt x="571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1" name="Google Shape;681;p43"/>
              <p:cNvSpPr/>
              <p:nvPr/>
            </p:nvSpPr>
            <p:spPr>
              <a:xfrm>
                <a:off x="1634700" y="6733238"/>
                <a:ext cx="227450" cy="125750"/>
              </a:xfrm>
              <a:custGeom>
                <a:rect b="b" l="l" r="r" t="t"/>
                <a:pathLst>
                  <a:path extrusionOk="0" h="5030" w="9098">
                    <a:moveTo>
                      <a:pt x="5107" y="0"/>
                    </a:moveTo>
                    <a:cubicBezTo>
                      <a:pt x="4824" y="0"/>
                      <a:pt x="4523" y="19"/>
                      <a:pt x="4204" y="60"/>
                    </a:cubicBezTo>
                    <a:cubicBezTo>
                      <a:pt x="584" y="536"/>
                      <a:pt x="1" y="3846"/>
                      <a:pt x="1" y="3846"/>
                    </a:cubicBezTo>
                    <a:cubicBezTo>
                      <a:pt x="1" y="3846"/>
                      <a:pt x="1876" y="5029"/>
                      <a:pt x="4104" y="5029"/>
                    </a:cubicBezTo>
                    <a:cubicBezTo>
                      <a:pt x="5785" y="5029"/>
                      <a:pt x="7668" y="4355"/>
                      <a:pt x="9097" y="1989"/>
                    </a:cubicBezTo>
                    <a:cubicBezTo>
                      <a:pt x="9097" y="1989"/>
                      <a:pt x="8029" y="0"/>
                      <a:pt x="510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2" name="Google Shape;682;p43"/>
              <p:cNvSpPr/>
              <p:nvPr/>
            </p:nvSpPr>
            <p:spPr>
              <a:xfrm>
                <a:off x="1731150" y="6749613"/>
                <a:ext cx="82175" cy="54250"/>
              </a:xfrm>
              <a:custGeom>
                <a:rect b="b" l="l" r="r" t="t"/>
                <a:pathLst>
                  <a:path extrusionOk="0" h="2170" w="3287">
                    <a:moveTo>
                      <a:pt x="3287" y="0"/>
                    </a:moveTo>
                    <a:lnTo>
                      <a:pt x="1132" y="893"/>
                    </a:lnTo>
                    <a:lnTo>
                      <a:pt x="1072" y="1488"/>
                    </a:lnTo>
                    <a:lnTo>
                      <a:pt x="1929" y="1560"/>
                    </a:lnTo>
                    <a:lnTo>
                      <a:pt x="3287" y="0"/>
                    </a:lnTo>
                    <a:close/>
                    <a:moveTo>
                      <a:pt x="377" y="1486"/>
                    </a:moveTo>
                    <a:cubicBezTo>
                      <a:pt x="212" y="1486"/>
                      <a:pt x="89" y="1537"/>
                      <a:pt x="60" y="1631"/>
                    </a:cubicBezTo>
                    <a:cubicBezTo>
                      <a:pt x="1" y="1786"/>
                      <a:pt x="215" y="2000"/>
                      <a:pt x="536" y="2108"/>
                    </a:cubicBezTo>
                    <a:cubicBezTo>
                      <a:pt x="661" y="2149"/>
                      <a:pt x="782" y="2169"/>
                      <a:pt x="887" y="2169"/>
                    </a:cubicBezTo>
                    <a:cubicBezTo>
                      <a:pt x="1053" y="2169"/>
                      <a:pt x="1178" y="2119"/>
                      <a:pt x="1215" y="2024"/>
                    </a:cubicBezTo>
                    <a:cubicBezTo>
                      <a:pt x="1263" y="1869"/>
                      <a:pt x="1048" y="1655"/>
                      <a:pt x="727" y="1548"/>
                    </a:cubicBezTo>
                    <a:cubicBezTo>
                      <a:pt x="602" y="1506"/>
                      <a:pt x="481" y="1486"/>
                      <a:pt x="377" y="14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3" name="Google Shape;683;p43"/>
              <p:cNvSpPr/>
              <p:nvPr/>
            </p:nvSpPr>
            <p:spPr>
              <a:xfrm>
                <a:off x="1688300" y="6757338"/>
                <a:ext cx="113125" cy="78025"/>
              </a:xfrm>
              <a:custGeom>
                <a:rect b="b" l="l" r="r" t="t"/>
                <a:pathLst>
                  <a:path extrusionOk="0" h="3121" w="4525">
                    <a:moveTo>
                      <a:pt x="0" y="1"/>
                    </a:moveTo>
                    <a:lnTo>
                      <a:pt x="1203" y="1382"/>
                    </a:lnTo>
                    <a:lnTo>
                      <a:pt x="1691" y="1299"/>
                    </a:lnTo>
                    <a:lnTo>
                      <a:pt x="1607" y="870"/>
                    </a:lnTo>
                    <a:lnTo>
                      <a:pt x="0" y="1"/>
                    </a:lnTo>
                    <a:close/>
                    <a:moveTo>
                      <a:pt x="3358" y="1822"/>
                    </a:moveTo>
                    <a:lnTo>
                      <a:pt x="2858" y="1918"/>
                    </a:lnTo>
                    <a:lnTo>
                      <a:pt x="3012" y="2370"/>
                    </a:lnTo>
                    <a:lnTo>
                      <a:pt x="4524" y="3013"/>
                    </a:lnTo>
                    <a:lnTo>
                      <a:pt x="3358" y="1822"/>
                    </a:lnTo>
                    <a:close/>
                    <a:moveTo>
                      <a:pt x="1369" y="1715"/>
                    </a:moveTo>
                    <a:lnTo>
                      <a:pt x="167" y="3120"/>
                    </a:lnTo>
                    <a:lnTo>
                      <a:pt x="1965" y="2156"/>
                    </a:lnTo>
                    <a:lnTo>
                      <a:pt x="1893" y="1787"/>
                    </a:lnTo>
                    <a:lnTo>
                      <a:pt x="1369" y="1715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4" name="Google Shape;684;p43"/>
              <p:cNvSpPr/>
              <p:nvPr/>
            </p:nvSpPr>
            <p:spPr>
              <a:xfrm>
                <a:off x="1668650" y="6739313"/>
                <a:ext cx="169375" cy="107950"/>
              </a:xfrm>
              <a:custGeom>
                <a:rect b="b" l="l" r="r" t="t"/>
                <a:pathLst>
                  <a:path extrusionOk="0" h="4318" w="6775">
                    <a:moveTo>
                      <a:pt x="3689" y="0"/>
                    </a:moveTo>
                    <a:cubicBezTo>
                      <a:pt x="2372" y="0"/>
                      <a:pt x="1374" y="547"/>
                      <a:pt x="1358" y="555"/>
                    </a:cubicBezTo>
                    <a:lnTo>
                      <a:pt x="1417" y="650"/>
                    </a:lnTo>
                    <a:cubicBezTo>
                      <a:pt x="1425" y="650"/>
                      <a:pt x="2398" y="117"/>
                      <a:pt x="3685" y="117"/>
                    </a:cubicBezTo>
                    <a:cubicBezTo>
                      <a:pt x="4213" y="117"/>
                      <a:pt x="4793" y="207"/>
                      <a:pt x="5382" y="460"/>
                    </a:cubicBezTo>
                    <a:lnTo>
                      <a:pt x="5429" y="353"/>
                    </a:lnTo>
                    <a:cubicBezTo>
                      <a:pt x="4826" y="92"/>
                      <a:pt x="4230" y="0"/>
                      <a:pt x="3689" y="0"/>
                    </a:cubicBezTo>
                    <a:close/>
                    <a:moveTo>
                      <a:pt x="5846" y="615"/>
                    </a:moveTo>
                    <a:lnTo>
                      <a:pt x="5799" y="722"/>
                    </a:lnTo>
                    <a:cubicBezTo>
                      <a:pt x="6251" y="936"/>
                      <a:pt x="6501" y="1210"/>
                      <a:pt x="6537" y="1543"/>
                    </a:cubicBezTo>
                    <a:cubicBezTo>
                      <a:pt x="6644" y="2377"/>
                      <a:pt x="5489" y="3341"/>
                      <a:pt x="5477" y="3353"/>
                    </a:cubicBezTo>
                    <a:lnTo>
                      <a:pt x="5549" y="3448"/>
                    </a:lnTo>
                    <a:cubicBezTo>
                      <a:pt x="5596" y="3401"/>
                      <a:pt x="6775" y="2424"/>
                      <a:pt x="6656" y="1531"/>
                    </a:cubicBezTo>
                    <a:cubicBezTo>
                      <a:pt x="6608" y="1150"/>
                      <a:pt x="6334" y="841"/>
                      <a:pt x="5846" y="615"/>
                    </a:cubicBezTo>
                    <a:close/>
                    <a:moveTo>
                      <a:pt x="655" y="1138"/>
                    </a:moveTo>
                    <a:cubicBezTo>
                      <a:pt x="631" y="1162"/>
                      <a:pt x="0" y="1817"/>
                      <a:pt x="48" y="2603"/>
                    </a:cubicBezTo>
                    <a:cubicBezTo>
                      <a:pt x="72" y="3020"/>
                      <a:pt x="274" y="3389"/>
                      <a:pt x="667" y="3710"/>
                    </a:cubicBezTo>
                    <a:lnTo>
                      <a:pt x="738" y="3615"/>
                    </a:lnTo>
                    <a:cubicBezTo>
                      <a:pt x="381" y="3317"/>
                      <a:pt x="179" y="2972"/>
                      <a:pt x="167" y="2591"/>
                    </a:cubicBezTo>
                    <a:cubicBezTo>
                      <a:pt x="119" y="1865"/>
                      <a:pt x="726" y="1222"/>
                      <a:pt x="738" y="1222"/>
                    </a:cubicBezTo>
                    <a:lnTo>
                      <a:pt x="655" y="1138"/>
                    </a:lnTo>
                    <a:close/>
                    <a:moveTo>
                      <a:pt x="4882" y="3782"/>
                    </a:moveTo>
                    <a:cubicBezTo>
                      <a:pt x="4344" y="4105"/>
                      <a:pt x="3718" y="4205"/>
                      <a:pt x="3148" y="4205"/>
                    </a:cubicBezTo>
                    <a:cubicBezTo>
                      <a:pt x="2228" y="4205"/>
                      <a:pt x="1456" y="3944"/>
                      <a:pt x="1441" y="3936"/>
                    </a:cubicBezTo>
                    <a:lnTo>
                      <a:pt x="1405" y="4044"/>
                    </a:lnTo>
                    <a:cubicBezTo>
                      <a:pt x="1417" y="4055"/>
                      <a:pt x="2203" y="4317"/>
                      <a:pt x="3143" y="4317"/>
                    </a:cubicBezTo>
                    <a:cubicBezTo>
                      <a:pt x="3727" y="4317"/>
                      <a:pt x="4382" y="4222"/>
                      <a:pt x="4941" y="3877"/>
                    </a:cubicBezTo>
                    <a:lnTo>
                      <a:pt x="4882" y="378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5" name="Google Shape;685;p43"/>
              <p:cNvSpPr/>
              <p:nvPr/>
            </p:nvSpPr>
            <p:spPr>
              <a:xfrm>
                <a:off x="1624875" y="6771038"/>
                <a:ext cx="247400" cy="88725"/>
              </a:xfrm>
              <a:custGeom>
                <a:rect b="b" l="l" r="r" t="t"/>
                <a:pathLst>
                  <a:path extrusionOk="0" h="3549" w="9896">
                    <a:moveTo>
                      <a:pt x="9788" y="0"/>
                    </a:moveTo>
                    <a:cubicBezTo>
                      <a:pt x="8800" y="1751"/>
                      <a:pt x="7478" y="2846"/>
                      <a:pt x="5871" y="3251"/>
                    </a:cubicBezTo>
                    <a:cubicBezTo>
                      <a:pt x="5376" y="3377"/>
                      <a:pt x="4881" y="3430"/>
                      <a:pt x="4401" y="3430"/>
                    </a:cubicBezTo>
                    <a:cubicBezTo>
                      <a:pt x="2075" y="3430"/>
                      <a:pt x="90" y="2199"/>
                      <a:pt x="61" y="2179"/>
                    </a:cubicBezTo>
                    <a:lnTo>
                      <a:pt x="1" y="2286"/>
                    </a:lnTo>
                    <a:cubicBezTo>
                      <a:pt x="25" y="2298"/>
                      <a:pt x="2049" y="3548"/>
                      <a:pt x="4418" y="3548"/>
                    </a:cubicBezTo>
                    <a:cubicBezTo>
                      <a:pt x="4906" y="3548"/>
                      <a:pt x="5406" y="3489"/>
                      <a:pt x="5906" y="3370"/>
                    </a:cubicBezTo>
                    <a:cubicBezTo>
                      <a:pt x="7538" y="2953"/>
                      <a:pt x="8883" y="1846"/>
                      <a:pt x="9895" y="60"/>
                    </a:cubicBezTo>
                    <a:lnTo>
                      <a:pt x="9788" y="0"/>
                    </a:lnTo>
                    <a:close/>
                  </a:path>
                </a:pathLst>
              </a:custGeom>
              <a:solidFill>
                <a:srgbClr val="FFB31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6" name="Google Shape;686;p43"/>
              <p:cNvSpPr/>
              <p:nvPr/>
            </p:nvSpPr>
            <p:spPr>
              <a:xfrm>
                <a:off x="1643925" y="6857813"/>
                <a:ext cx="30100" cy="19675"/>
              </a:xfrm>
              <a:custGeom>
                <a:rect b="b" l="l" r="r" t="t"/>
                <a:pathLst>
                  <a:path extrusionOk="0" h="787" w="1204">
                    <a:moveTo>
                      <a:pt x="460" y="0"/>
                    </a:moveTo>
                    <a:cubicBezTo>
                      <a:pt x="268" y="0"/>
                      <a:pt x="111" y="78"/>
                      <a:pt x="61" y="220"/>
                    </a:cubicBezTo>
                    <a:cubicBezTo>
                      <a:pt x="1" y="411"/>
                      <a:pt x="191" y="649"/>
                      <a:pt x="489" y="744"/>
                    </a:cubicBezTo>
                    <a:cubicBezTo>
                      <a:pt x="574" y="773"/>
                      <a:pt x="661" y="786"/>
                      <a:pt x="741" y="786"/>
                    </a:cubicBezTo>
                    <a:cubicBezTo>
                      <a:pt x="931" y="786"/>
                      <a:pt x="1090" y="711"/>
                      <a:pt x="1132" y="578"/>
                    </a:cubicBezTo>
                    <a:cubicBezTo>
                      <a:pt x="1204" y="387"/>
                      <a:pt x="1013" y="149"/>
                      <a:pt x="715" y="42"/>
                    </a:cubicBezTo>
                    <a:cubicBezTo>
                      <a:pt x="628" y="14"/>
                      <a:pt x="541" y="0"/>
                      <a:pt x="46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7" name="Google Shape;687;p43"/>
              <p:cNvSpPr/>
              <p:nvPr/>
            </p:nvSpPr>
            <p:spPr>
              <a:xfrm>
                <a:off x="1696025" y="6871588"/>
                <a:ext cx="25325" cy="16200"/>
              </a:xfrm>
              <a:custGeom>
                <a:rect b="b" l="l" r="r" t="t"/>
                <a:pathLst>
                  <a:path extrusionOk="0" h="648" w="1013">
                    <a:moveTo>
                      <a:pt x="377" y="1"/>
                    </a:moveTo>
                    <a:cubicBezTo>
                      <a:pt x="216" y="1"/>
                      <a:pt x="89" y="62"/>
                      <a:pt x="48" y="169"/>
                    </a:cubicBezTo>
                    <a:cubicBezTo>
                      <a:pt x="1" y="324"/>
                      <a:pt x="155" y="527"/>
                      <a:pt x="417" y="610"/>
                    </a:cubicBezTo>
                    <a:cubicBezTo>
                      <a:pt x="494" y="636"/>
                      <a:pt x="571" y="648"/>
                      <a:pt x="642" y="648"/>
                    </a:cubicBezTo>
                    <a:cubicBezTo>
                      <a:pt x="802" y="648"/>
                      <a:pt x="932" y="586"/>
                      <a:pt x="965" y="479"/>
                    </a:cubicBezTo>
                    <a:cubicBezTo>
                      <a:pt x="1013" y="324"/>
                      <a:pt x="858" y="122"/>
                      <a:pt x="608" y="38"/>
                    </a:cubicBezTo>
                    <a:cubicBezTo>
                      <a:pt x="527" y="13"/>
                      <a:pt x="449" y="1"/>
                      <a:pt x="3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8" name="Google Shape;688;p43"/>
              <p:cNvSpPr/>
              <p:nvPr/>
            </p:nvSpPr>
            <p:spPr>
              <a:xfrm>
                <a:off x="1752575" y="6870788"/>
                <a:ext cx="27125" cy="18000"/>
              </a:xfrm>
              <a:custGeom>
                <a:rect b="b" l="l" r="r" t="t"/>
                <a:pathLst>
                  <a:path extrusionOk="0" h="720" w="1085">
                    <a:moveTo>
                      <a:pt x="427" y="0"/>
                    </a:moveTo>
                    <a:cubicBezTo>
                      <a:pt x="250" y="0"/>
                      <a:pt x="103" y="73"/>
                      <a:pt x="60" y="201"/>
                    </a:cubicBezTo>
                    <a:cubicBezTo>
                      <a:pt x="1" y="380"/>
                      <a:pt x="167" y="594"/>
                      <a:pt x="429" y="678"/>
                    </a:cubicBezTo>
                    <a:cubicBezTo>
                      <a:pt x="512" y="706"/>
                      <a:pt x="594" y="720"/>
                      <a:pt x="669" y="720"/>
                    </a:cubicBezTo>
                    <a:cubicBezTo>
                      <a:pt x="843" y="720"/>
                      <a:pt x="983" y="648"/>
                      <a:pt x="1025" y="523"/>
                    </a:cubicBezTo>
                    <a:cubicBezTo>
                      <a:pt x="1084" y="344"/>
                      <a:pt x="918" y="130"/>
                      <a:pt x="644" y="35"/>
                    </a:cubicBezTo>
                    <a:cubicBezTo>
                      <a:pt x="570" y="11"/>
                      <a:pt x="496" y="0"/>
                      <a:pt x="42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9" name="Google Shape;689;p43"/>
              <p:cNvSpPr/>
              <p:nvPr/>
            </p:nvSpPr>
            <p:spPr>
              <a:xfrm>
                <a:off x="1804675" y="6855538"/>
                <a:ext cx="18775" cy="12600"/>
              </a:xfrm>
              <a:custGeom>
                <a:rect b="b" l="l" r="r" t="t"/>
                <a:pathLst>
                  <a:path extrusionOk="0" h="504" w="751">
                    <a:moveTo>
                      <a:pt x="300" y="0"/>
                    </a:moveTo>
                    <a:cubicBezTo>
                      <a:pt x="178" y="0"/>
                      <a:pt x="73" y="51"/>
                      <a:pt x="48" y="145"/>
                    </a:cubicBezTo>
                    <a:cubicBezTo>
                      <a:pt x="0" y="264"/>
                      <a:pt x="119" y="419"/>
                      <a:pt x="298" y="478"/>
                    </a:cubicBezTo>
                    <a:cubicBezTo>
                      <a:pt x="353" y="495"/>
                      <a:pt x="406" y="503"/>
                      <a:pt x="456" y="503"/>
                    </a:cubicBezTo>
                    <a:cubicBezTo>
                      <a:pt x="580" y="503"/>
                      <a:pt x="681" y="452"/>
                      <a:pt x="715" y="359"/>
                    </a:cubicBezTo>
                    <a:cubicBezTo>
                      <a:pt x="750" y="240"/>
                      <a:pt x="643" y="85"/>
                      <a:pt x="453" y="26"/>
                    </a:cubicBezTo>
                    <a:cubicBezTo>
                      <a:pt x="402" y="9"/>
                      <a:pt x="349" y="0"/>
                      <a:pt x="3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0" name="Google Shape;690;p43"/>
              <p:cNvSpPr/>
              <p:nvPr/>
            </p:nvSpPr>
            <p:spPr>
              <a:xfrm>
                <a:off x="1838300" y="6828688"/>
                <a:ext cx="22050" cy="16275"/>
              </a:xfrm>
              <a:custGeom>
                <a:rect b="b" l="l" r="r" t="t"/>
                <a:pathLst>
                  <a:path extrusionOk="0" h="651" w="882">
                    <a:moveTo>
                      <a:pt x="371" y="0"/>
                    </a:moveTo>
                    <a:cubicBezTo>
                      <a:pt x="221" y="0"/>
                      <a:pt x="92" y="72"/>
                      <a:pt x="48" y="195"/>
                    </a:cubicBezTo>
                    <a:cubicBezTo>
                      <a:pt x="1" y="361"/>
                      <a:pt x="120" y="552"/>
                      <a:pt x="334" y="623"/>
                    </a:cubicBezTo>
                    <a:cubicBezTo>
                      <a:pt x="390" y="642"/>
                      <a:pt x="446" y="651"/>
                      <a:pt x="499" y="651"/>
                    </a:cubicBezTo>
                    <a:cubicBezTo>
                      <a:pt x="650" y="651"/>
                      <a:pt x="778" y="580"/>
                      <a:pt x="822" y="457"/>
                    </a:cubicBezTo>
                    <a:cubicBezTo>
                      <a:pt x="882" y="290"/>
                      <a:pt x="751" y="99"/>
                      <a:pt x="537" y="28"/>
                    </a:cubicBezTo>
                    <a:cubicBezTo>
                      <a:pt x="481" y="9"/>
                      <a:pt x="424" y="0"/>
                      <a:pt x="37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1" name="Google Shape;691;p43"/>
              <p:cNvSpPr/>
              <p:nvPr/>
            </p:nvSpPr>
            <p:spPr>
              <a:xfrm>
                <a:off x="1847825" y="6523088"/>
                <a:ext cx="175950" cy="216725"/>
              </a:xfrm>
              <a:custGeom>
                <a:rect b="b" l="l" r="r" t="t"/>
                <a:pathLst>
                  <a:path extrusionOk="0" h="8669" w="7038">
                    <a:moveTo>
                      <a:pt x="3037" y="1"/>
                    </a:moveTo>
                    <a:lnTo>
                      <a:pt x="2977" y="108"/>
                    </a:lnTo>
                    <a:cubicBezTo>
                      <a:pt x="5156" y="1286"/>
                      <a:pt x="6275" y="3525"/>
                      <a:pt x="5644" y="5430"/>
                    </a:cubicBezTo>
                    <a:cubicBezTo>
                      <a:pt x="5076" y="7115"/>
                      <a:pt x="3321" y="8158"/>
                      <a:pt x="1248" y="8158"/>
                    </a:cubicBezTo>
                    <a:cubicBezTo>
                      <a:pt x="846" y="8158"/>
                      <a:pt x="432" y="8118"/>
                      <a:pt x="13" y="8037"/>
                    </a:cubicBezTo>
                    <a:lnTo>
                      <a:pt x="1" y="8144"/>
                    </a:lnTo>
                    <a:cubicBezTo>
                      <a:pt x="429" y="8240"/>
                      <a:pt x="858" y="8275"/>
                      <a:pt x="1263" y="8275"/>
                    </a:cubicBezTo>
                    <a:cubicBezTo>
                      <a:pt x="1406" y="8275"/>
                      <a:pt x="1537" y="8275"/>
                      <a:pt x="1668" y="8263"/>
                    </a:cubicBezTo>
                    <a:lnTo>
                      <a:pt x="2311" y="8668"/>
                    </a:lnTo>
                    <a:lnTo>
                      <a:pt x="2370" y="8573"/>
                    </a:lnTo>
                    <a:lnTo>
                      <a:pt x="1858" y="8252"/>
                    </a:lnTo>
                    <a:cubicBezTo>
                      <a:pt x="2370" y="8192"/>
                      <a:pt x="2858" y="8085"/>
                      <a:pt x="3311" y="7906"/>
                    </a:cubicBezTo>
                    <a:lnTo>
                      <a:pt x="3846" y="8442"/>
                    </a:lnTo>
                    <a:lnTo>
                      <a:pt x="3930" y="8359"/>
                    </a:lnTo>
                    <a:lnTo>
                      <a:pt x="3430" y="7859"/>
                    </a:lnTo>
                    <a:cubicBezTo>
                      <a:pt x="3811" y="7704"/>
                      <a:pt x="4156" y="7501"/>
                      <a:pt x="4466" y="7251"/>
                    </a:cubicBezTo>
                    <a:lnTo>
                      <a:pt x="5228" y="7918"/>
                    </a:lnTo>
                    <a:lnTo>
                      <a:pt x="5311" y="7835"/>
                    </a:lnTo>
                    <a:lnTo>
                      <a:pt x="4561" y="7180"/>
                    </a:lnTo>
                    <a:cubicBezTo>
                      <a:pt x="4847" y="6942"/>
                      <a:pt x="5097" y="6668"/>
                      <a:pt x="5311" y="6370"/>
                    </a:cubicBezTo>
                    <a:lnTo>
                      <a:pt x="6311" y="6978"/>
                    </a:lnTo>
                    <a:lnTo>
                      <a:pt x="6371" y="6882"/>
                    </a:lnTo>
                    <a:lnTo>
                      <a:pt x="5370" y="6263"/>
                    </a:lnTo>
                    <a:cubicBezTo>
                      <a:pt x="5525" y="6013"/>
                      <a:pt x="5656" y="5751"/>
                      <a:pt x="5751" y="5465"/>
                    </a:cubicBezTo>
                    <a:cubicBezTo>
                      <a:pt x="5799" y="5323"/>
                      <a:pt x="5835" y="5180"/>
                      <a:pt x="5871" y="5037"/>
                    </a:cubicBezTo>
                    <a:lnTo>
                      <a:pt x="6978" y="5585"/>
                    </a:lnTo>
                    <a:lnTo>
                      <a:pt x="7037" y="5477"/>
                    </a:lnTo>
                    <a:lnTo>
                      <a:pt x="5882" y="4918"/>
                    </a:lnTo>
                    <a:cubicBezTo>
                      <a:pt x="5978" y="4370"/>
                      <a:pt x="5942" y="3822"/>
                      <a:pt x="5787" y="3275"/>
                    </a:cubicBezTo>
                    <a:lnTo>
                      <a:pt x="5787" y="3275"/>
                    </a:lnTo>
                    <a:lnTo>
                      <a:pt x="6835" y="3572"/>
                    </a:lnTo>
                    <a:lnTo>
                      <a:pt x="6859" y="3465"/>
                    </a:lnTo>
                    <a:lnTo>
                      <a:pt x="5751" y="3144"/>
                    </a:lnTo>
                    <a:cubicBezTo>
                      <a:pt x="5609" y="2668"/>
                      <a:pt x="5370" y="2203"/>
                      <a:pt x="5073" y="1775"/>
                    </a:cubicBezTo>
                    <a:lnTo>
                      <a:pt x="5073" y="1775"/>
                    </a:lnTo>
                    <a:lnTo>
                      <a:pt x="6002" y="2072"/>
                    </a:lnTo>
                    <a:lnTo>
                      <a:pt x="6037" y="1965"/>
                    </a:lnTo>
                    <a:lnTo>
                      <a:pt x="4954" y="1620"/>
                    </a:lnTo>
                    <a:cubicBezTo>
                      <a:pt x="4466" y="989"/>
                      <a:pt x="3823" y="429"/>
                      <a:pt x="303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92" name="Google Shape;692;p43"/>
          <p:cNvGrpSpPr/>
          <p:nvPr/>
        </p:nvGrpSpPr>
        <p:grpSpPr>
          <a:xfrm flipH="1">
            <a:off x="7902528" y="4053595"/>
            <a:ext cx="1146231" cy="964793"/>
            <a:chOff x="263931" y="3897620"/>
            <a:chExt cx="1146231" cy="964793"/>
          </a:xfrm>
        </p:grpSpPr>
        <p:grpSp>
          <p:nvGrpSpPr>
            <p:cNvPr id="693" name="Google Shape;693;p43"/>
            <p:cNvGrpSpPr/>
            <p:nvPr/>
          </p:nvGrpSpPr>
          <p:grpSpPr>
            <a:xfrm flipH="1">
              <a:off x="263932" y="3897620"/>
              <a:ext cx="1146231" cy="964793"/>
              <a:chOff x="4569300" y="7247450"/>
              <a:chExt cx="724225" cy="609625"/>
            </a:xfrm>
          </p:grpSpPr>
          <p:grpSp>
            <p:nvGrpSpPr>
              <p:cNvPr id="694" name="Google Shape;694;p43"/>
              <p:cNvGrpSpPr/>
              <p:nvPr/>
            </p:nvGrpSpPr>
            <p:grpSpPr>
              <a:xfrm>
                <a:off x="4569300" y="7247450"/>
                <a:ext cx="653675" cy="609625"/>
                <a:chOff x="4569300" y="7247450"/>
                <a:chExt cx="653675" cy="609625"/>
              </a:xfrm>
            </p:grpSpPr>
            <p:sp>
              <p:nvSpPr>
                <p:cNvPr id="695" name="Google Shape;695;p43"/>
                <p:cNvSpPr/>
                <p:nvPr/>
              </p:nvSpPr>
              <p:spPr>
                <a:xfrm>
                  <a:off x="4569300" y="7247450"/>
                  <a:ext cx="653675" cy="609625"/>
                </a:xfrm>
                <a:custGeom>
                  <a:rect b="b" l="l" r="r" t="t"/>
                  <a:pathLst>
                    <a:path extrusionOk="0" h="24385" w="26147">
                      <a:moveTo>
                        <a:pt x="22016" y="1"/>
                      </a:moveTo>
                      <a:lnTo>
                        <a:pt x="1" y="6085"/>
                      </a:lnTo>
                      <a:lnTo>
                        <a:pt x="5466" y="24385"/>
                      </a:lnTo>
                      <a:lnTo>
                        <a:pt x="26147" y="17896"/>
                      </a:lnTo>
                      <a:lnTo>
                        <a:pt x="22016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6" name="Google Shape;696;p43"/>
                <p:cNvSpPr/>
                <p:nvPr/>
              </p:nvSpPr>
              <p:spPr>
                <a:xfrm>
                  <a:off x="4643425" y="7312050"/>
                  <a:ext cx="554250" cy="514675"/>
                </a:xfrm>
                <a:custGeom>
                  <a:rect b="b" l="l" r="r" t="t"/>
                  <a:pathLst>
                    <a:path extrusionOk="0" h="20587" w="22170">
                      <a:moveTo>
                        <a:pt x="12371" y="0"/>
                      </a:moveTo>
                      <a:lnTo>
                        <a:pt x="8240" y="1060"/>
                      </a:lnTo>
                      <a:lnTo>
                        <a:pt x="6037" y="3882"/>
                      </a:lnTo>
                      <a:lnTo>
                        <a:pt x="2108" y="3477"/>
                      </a:lnTo>
                      <a:lnTo>
                        <a:pt x="1" y="6894"/>
                      </a:lnTo>
                      <a:lnTo>
                        <a:pt x="524" y="13014"/>
                      </a:lnTo>
                      <a:lnTo>
                        <a:pt x="2394" y="19539"/>
                      </a:lnTo>
                      <a:lnTo>
                        <a:pt x="3084" y="20586"/>
                      </a:lnTo>
                      <a:lnTo>
                        <a:pt x="6942" y="18717"/>
                      </a:lnTo>
                      <a:lnTo>
                        <a:pt x="13431" y="17526"/>
                      </a:lnTo>
                      <a:lnTo>
                        <a:pt x="22170" y="14550"/>
                      </a:lnTo>
                      <a:lnTo>
                        <a:pt x="21039" y="9383"/>
                      </a:lnTo>
                      <a:lnTo>
                        <a:pt x="17562" y="5323"/>
                      </a:lnTo>
                      <a:lnTo>
                        <a:pt x="17598" y="691"/>
                      </a:lnTo>
                      <a:lnTo>
                        <a:pt x="12371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7" name="Google Shape;697;p43"/>
                <p:cNvSpPr/>
                <p:nvPr/>
              </p:nvSpPr>
              <p:spPr>
                <a:xfrm>
                  <a:off x="4591325" y="7337650"/>
                  <a:ext cx="290250" cy="329600"/>
                </a:xfrm>
                <a:custGeom>
                  <a:rect b="b" l="l" r="r" t="t"/>
                  <a:pathLst>
                    <a:path extrusionOk="0" h="13184" w="11610">
                      <a:moveTo>
                        <a:pt x="10371" y="0"/>
                      </a:moveTo>
                      <a:lnTo>
                        <a:pt x="1" y="2667"/>
                      </a:lnTo>
                      <a:lnTo>
                        <a:pt x="2668" y="11954"/>
                      </a:lnTo>
                      <a:cubicBezTo>
                        <a:pt x="2727" y="11633"/>
                        <a:pt x="2823" y="11335"/>
                        <a:pt x="2942" y="11037"/>
                      </a:cubicBezTo>
                      <a:cubicBezTo>
                        <a:pt x="3166" y="10572"/>
                        <a:pt x="3638" y="10107"/>
                        <a:pt x="4158" y="10107"/>
                      </a:cubicBezTo>
                      <a:cubicBezTo>
                        <a:pt x="4329" y="10107"/>
                        <a:pt x="4506" y="10157"/>
                        <a:pt x="4680" y="10275"/>
                      </a:cubicBezTo>
                      <a:cubicBezTo>
                        <a:pt x="5013" y="10514"/>
                        <a:pt x="5192" y="10990"/>
                        <a:pt x="5383" y="11335"/>
                      </a:cubicBezTo>
                      <a:cubicBezTo>
                        <a:pt x="5656" y="11823"/>
                        <a:pt x="5930" y="12335"/>
                        <a:pt x="6264" y="12776"/>
                      </a:cubicBezTo>
                      <a:cubicBezTo>
                        <a:pt x="6477" y="13047"/>
                        <a:pt x="6745" y="13183"/>
                        <a:pt x="6999" y="13183"/>
                      </a:cubicBezTo>
                      <a:cubicBezTo>
                        <a:pt x="7313" y="13183"/>
                        <a:pt x="7607" y="12976"/>
                        <a:pt x="7752" y="12561"/>
                      </a:cubicBezTo>
                      <a:cubicBezTo>
                        <a:pt x="8514" y="10359"/>
                        <a:pt x="5525" y="8799"/>
                        <a:pt x="4394" y="7478"/>
                      </a:cubicBezTo>
                      <a:cubicBezTo>
                        <a:pt x="3668" y="6632"/>
                        <a:pt x="3335" y="5406"/>
                        <a:pt x="4156" y="4489"/>
                      </a:cubicBezTo>
                      <a:cubicBezTo>
                        <a:pt x="4465" y="4144"/>
                        <a:pt x="4903" y="3962"/>
                        <a:pt x="5337" y="3962"/>
                      </a:cubicBezTo>
                      <a:cubicBezTo>
                        <a:pt x="5757" y="3962"/>
                        <a:pt x="6173" y="4132"/>
                        <a:pt x="6466" y="4489"/>
                      </a:cubicBezTo>
                      <a:cubicBezTo>
                        <a:pt x="7157" y="5394"/>
                        <a:pt x="7454" y="6620"/>
                        <a:pt x="8038" y="7573"/>
                      </a:cubicBezTo>
                      <a:cubicBezTo>
                        <a:pt x="8372" y="8122"/>
                        <a:pt x="8793" y="8360"/>
                        <a:pt x="9237" y="8360"/>
                      </a:cubicBezTo>
                      <a:cubicBezTo>
                        <a:pt x="9678" y="8360"/>
                        <a:pt x="10140" y="8125"/>
                        <a:pt x="10562" y="7728"/>
                      </a:cubicBezTo>
                      <a:cubicBezTo>
                        <a:pt x="11610" y="6727"/>
                        <a:pt x="11550" y="5370"/>
                        <a:pt x="11217" y="4060"/>
                      </a:cubicBezTo>
                      <a:cubicBezTo>
                        <a:pt x="10859" y="2644"/>
                        <a:pt x="10467" y="1370"/>
                        <a:pt x="1037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8" name="Google Shape;698;p43"/>
                <p:cNvSpPr/>
                <p:nvPr/>
              </p:nvSpPr>
              <p:spPr>
                <a:xfrm>
                  <a:off x="4701175" y="7653675"/>
                  <a:ext cx="275950" cy="182275"/>
                </a:xfrm>
                <a:custGeom>
                  <a:rect b="b" l="l" r="r" t="t"/>
                  <a:pathLst>
                    <a:path extrusionOk="0" h="7291" w="11038">
                      <a:moveTo>
                        <a:pt x="5312" y="1"/>
                      </a:moveTo>
                      <a:cubicBezTo>
                        <a:pt x="5187" y="1"/>
                        <a:pt x="5045" y="35"/>
                        <a:pt x="4882" y="111"/>
                      </a:cubicBezTo>
                      <a:cubicBezTo>
                        <a:pt x="3906" y="551"/>
                        <a:pt x="3203" y="1897"/>
                        <a:pt x="2822" y="2837"/>
                      </a:cubicBezTo>
                      <a:cubicBezTo>
                        <a:pt x="2448" y="3675"/>
                        <a:pt x="1780" y="6027"/>
                        <a:pt x="719" y="6027"/>
                      </a:cubicBezTo>
                      <a:cubicBezTo>
                        <a:pt x="497" y="6027"/>
                        <a:pt x="258" y="5924"/>
                        <a:pt x="0" y="5683"/>
                      </a:cubicBezTo>
                      <a:lnTo>
                        <a:pt x="0" y="5683"/>
                      </a:lnTo>
                      <a:lnTo>
                        <a:pt x="453" y="7290"/>
                      </a:lnTo>
                      <a:lnTo>
                        <a:pt x="11037" y="3671"/>
                      </a:lnTo>
                      <a:cubicBezTo>
                        <a:pt x="10880" y="3288"/>
                        <a:pt x="10579" y="3157"/>
                        <a:pt x="10239" y="3157"/>
                      </a:cubicBezTo>
                      <a:cubicBezTo>
                        <a:pt x="9809" y="3157"/>
                        <a:pt x="9317" y="3367"/>
                        <a:pt x="8978" y="3540"/>
                      </a:cubicBezTo>
                      <a:cubicBezTo>
                        <a:pt x="8547" y="3751"/>
                        <a:pt x="7813" y="4258"/>
                        <a:pt x="7205" y="4258"/>
                      </a:cubicBezTo>
                      <a:cubicBezTo>
                        <a:pt x="7023" y="4258"/>
                        <a:pt x="6852" y="4212"/>
                        <a:pt x="6704" y="4100"/>
                      </a:cubicBezTo>
                      <a:cubicBezTo>
                        <a:pt x="6061" y="3599"/>
                        <a:pt x="6275" y="2171"/>
                        <a:pt x="6192" y="1456"/>
                      </a:cubicBezTo>
                      <a:cubicBezTo>
                        <a:pt x="6112" y="823"/>
                        <a:pt x="5926" y="1"/>
                        <a:pt x="5312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9" name="Google Shape;699;p43"/>
                <p:cNvSpPr/>
                <p:nvPr/>
              </p:nvSpPr>
              <p:spPr>
                <a:xfrm>
                  <a:off x="4937500" y="7267100"/>
                  <a:ext cx="229525" cy="283925"/>
                </a:xfrm>
                <a:custGeom>
                  <a:rect b="b" l="l" r="r" t="t"/>
                  <a:pathLst>
                    <a:path extrusionOk="0" h="11357" w="9181">
                      <a:moveTo>
                        <a:pt x="6764" y="1"/>
                      </a:moveTo>
                      <a:lnTo>
                        <a:pt x="513" y="1608"/>
                      </a:lnTo>
                      <a:cubicBezTo>
                        <a:pt x="275" y="2037"/>
                        <a:pt x="1" y="2894"/>
                        <a:pt x="191" y="3299"/>
                      </a:cubicBezTo>
                      <a:cubicBezTo>
                        <a:pt x="305" y="3509"/>
                        <a:pt x="487" y="3587"/>
                        <a:pt x="710" y="3587"/>
                      </a:cubicBezTo>
                      <a:cubicBezTo>
                        <a:pt x="1363" y="3587"/>
                        <a:pt x="2363" y="2918"/>
                        <a:pt x="3012" y="2918"/>
                      </a:cubicBezTo>
                      <a:cubicBezTo>
                        <a:pt x="3211" y="2918"/>
                        <a:pt x="3377" y="2980"/>
                        <a:pt x="3489" y="3144"/>
                      </a:cubicBezTo>
                      <a:cubicBezTo>
                        <a:pt x="3823" y="3632"/>
                        <a:pt x="3216" y="4608"/>
                        <a:pt x="3001" y="5001"/>
                      </a:cubicBezTo>
                      <a:cubicBezTo>
                        <a:pt x="2382" y="6132"/>
                        <a:pt x="1834" y="7121"/>
                        <a:pt x="1846" y="8454"/>
                      </a:cubicBezTo>
                      <a:cubicBezTo>
                        <a:pt x="1894" y="10085"/>
                        <a:pt x="3347" y="10966"/>
                        <a:pt x="4811" y="11240"/>
                      </a:cubicBezTo>
                      <a:cubicBezTo>
                        <a:pt x="5268" y="11322"/>
                        <a:pt x="5726" y="11356"/>
                        <a:pt x="6182" y="11356"/>
                      </a:cubicBezTo>
                      <a:cubicBezTo>
                        <a:pt x="7188" y="11356"/>
                        <a:pt x="8190" y="11190"/>
                        <a:pt x="9181" y="11002"/>
                      </a:cubicBezTo>
                      <a:lnTo>
                        <a:pt x="676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0" name="Google Shape;700;p43"/>
                <p:cNvSpPr/>
                <p:nvPr/>
              </p:nvSpPr>
              <p:spPr>
                <a:xfrm>
                  <a:off x="4599975" y="7276625"/>
                  <a:ext cx="588775" cy="532825"/>
                </a:xfrm>
                <a:custGeom>
                  <a:rect b="b" l="l" r="r" t="t"/>
                  <a:pathLst>
                    <a:path extrusionOk="0" h="21313" w="23551">
                      <a:moveTo>
                        <a:pt x="18229" y="2858"/>
                      </a:moveTo>
                      <a:lnTo>
                        <a:pt x="19229" y="6751"/>
                      </a:lnTo>
                      <a:lnTo>
                        <a:pt x="15919" y="7704"/>
                      </a:lnTo>
                      <a:lnTo>
                        <a:pt x="14740" y="3787"/>
                      </a:lnTo>
                      <a:lnTo>
                        <a:pt x="18229" y="2858"/>
                      </a:lnTo>
                      <a:close/>
                      <a:moveTo>
                        <a:pt x="14621" y="3823"/>
                      </a:moveTo>
                      <a:lnTo>
                        <a:pt x="15812" y="7740"/>
                      </a:lnTo>
                      <a:lnTo>
                        <a:pt x="12478" y="8692"/>
                      </a:lnTo>
                      <a:lnTo>
                        <a:pt x="11287" y="4715"/>
                      </a:lnTo>
                      <a:lnTo>
                        <a:pt x="14621" y="3823"/>
                      </a:lnTo>
                      <a:close/>
                      <a:moveTo>
                        <a:pt x="11168" y="4751"/>
                      </a:moveTo>
                      <a:lnTo>
                        <a:pt x="12371" y="8728"/>
                      </a:lnTo>
                      <a:lnTo>
                        <a:pt x="9013" y="9692"/>
                      </a:lnTo>
                      <a:lnTo>
                        <a:pt x="7775" y="5668"/>
                      </a:lnTo>
                      <a:lnTo>
                        <a:pt x="11168" y="4751"/>
                      </a:lnTo>
                      <a:close/>
                      <a:moveTo>
                        <a:pt x="7656" y="5692"/>
                      </a:moveTo>
                      <a:lnTo>
                        <a:pt x="8894" y="9728"/>
                      </a:lnTo>
                      <a:lnTo>
                        <a:pt x="5037" y="10835"/>
                      </a:lnTo>
                      <a:lnTo>
                        <a:pt x="3608" y="6787"/>
                      </a:lnTo>
                      <a:lnTo>
                        <a:pt x="7656" y="5692"/>
                      </a:lnTo>
                      <a:close/>
                      <a:moveTo>
                        <a:pt x="19253" y="6871"/>
                      </a:moveTo>
                      <a:lnTo>
                        <a:pt x="20360" y="11216"/>
                      </a:lnTo>
                      <a:lnTo>
                        <a:pt x="17252" y="12109"/>
                      </a:lnTo>
                      <a:lnTo>
                        <a:pt x="15955" y="7811"/>
                      </a:lnTo>
                      <a:lnTo>
                        <a:pt x="19253" y="6871"/>
                      </a:lnTo>
                      <a:close/>
                      <a:moveTo>
                        <a:pt x="15847" y="7847"/>
                      </a:moveTo>
                      <a:lnTo>
                        <a:pt x="17145" y="12133"/>
                      </a:lnTo>
                      <a:lnTo>
                        <a:pt x="13800" y="13086"/>
                      </a:lnTo>
                      <a:lnTo>
                        <a:pt x="12514" y="8811"/>
                      </a:lnTo>
                      <a:lnTo>
                        <a:pt x="15847" y="7847"/>
                      </a:lnTo>
                      <a:close/>
                      <a:moveTo>
                        <a:pt x="12407" y="8835"/>
                      </a:moveTo>
                      <a:lnTo>
                        <a:pt x="13692" y="13121"/>
                      </a:lnTo>
                      <a:lnTo>
                        <a:pt x="10359" y="14074"/>
                      </a:lnTo>
                      <a:lnTo>
                        <a:pt x="9049" y="9799"/>
                      </a:lnTo>
                      <a:lnTo>
                        <a:pt x="12407" y="8835"/>
                      </a:lnTo>
                      <a:close/>
                      <a:moveTo>
                        <a:pt x="8930" y="9835"/>
                      </a:moveTo>
                      <a:lnTo>
                        <a:pt x="10251" y="14109"/>
                      </a:lnTo>
                      <a:lnTo>
                        <a:pt x="6561" y="15169"/>
                      </a:lnTo>
                      <a:lnTo>
                        <a:pt x="5072" y="10942"/>
                      </a:lnTo>
                      <a:lnTo>
                        <a:pt x="8930" y="9835"/>
                      </a:lnTo>
                      <a:close/>
                      <a:moveTo>
                        <a:pt x="20384" y="11323"/>
                      </a:moveTo>
                      <a:lnTo>
                        <a:pt x="21122" y="14252"/>
                      </a:lnTo>
                      <a:lnTo>
                        <a:pt x="18181" y="15169"/>
                      </a:lnTo>
                      <a:lnTo>
                        <a:pt x="17288" y="12216"/>
                      </a:lnTo>
                      <a:lnTo>
                        <a:pt x="20384" y="11323"/>
                      </a:lnTo>
                      <a:close/>
                      <a:moveTo>
                        <a:pt x="17169" y="12252"/>
                      </a:moveTo>
                      <a:lnTo>
                        <a:pt x="18062" y="15205"/>
                      </a:lnTo>
                      <a:lnTo>
                        <a:pt x="14740" y="16229"/>
                      </a:lnTo>
                      <a:lnTo>
                        <a:pt x="13835" y="13205"/>
                      </a:lnTo>
                      <a:lnTo>
                        <a:pt x="17169" y="12252"/>
                      </a:lnTo>
                      <a:close/>
                      <a:moveTo>
                        <a:pt x="13716" y="13240"/>
                      </a:moveTo>
                      <a:lnTo>
                        <a:pt x="14633" y="16265"/>
                      </a:lnTo>
                      <a:lnTo>
                        <a:pt x="11347" y="17277"/>
                      </a:lnTo>
                      <a:lnTo>
                        <a:pt x="10394" y="14193"/>
                      </a:lnTo>
                      <a:lnTo>
                        <a:pt x="13716" y="13240"/>
                      </a:lnTo>
                      <a:close/>
                      <a:moveTo>
                        <a:pt x="10275" y="14217"/>
                      </a:moveTo>
                      <a:lnTo>
                        <a:pt x="11228" y="17312"/>
                      </a:lnTo>
                      <a:lnTo>
                        <a:pt x="7692" y="18408"/>
                      </a:lnTo>
                      <a:lnTo>
                        <a:pt x="6596" y="15276"/>
                      </a:lnTo>
                      <a:lnTo>
                        <a:pt x="10275" y="14217"/>
                      </a:lnTo>
                      <a:close/>
                      <a:moveTo>
                        <a:pt x="17633" y="1"/>
                      </a:moveTo>
                      <a:lnTo>
                        <a:pt x="17514" y="36"/>
                      </a:lnTo>
                      <a:lnTo>
                        <a:pt x="18205" y="2739"/>
                      </a:lnTo>
                      <a:lnTo>
                        <a:pt x="14704" y="3680"/>
                      </a:lnTo>
                      <a:lnTo>
                        <a:pt x="13823" y="763"/>
                      </a:lnTo>
                      <a:lnTo>
                        <a:pt x="13716" y="798"/>
                      </a:lnTo>
                      <a:lnTo>
                        <a:pt x="14585" y="3715"/>
                      </a:lnTo>
                      <a:lnTo>
                        <a:pt x="11252" y="4608"/>
                      </a:lnTo>
                      <a:lnTo>
                        <a:pt x="10394" y="1787"/>
                      </a:lnTo>
                      <a:lnTo>
                        <a:pt x="10287" y="1822"/>
                      </a:lnTo>
                      <a:lnTo>
                        <a:pt x="11133" y="4632"/>
                      </a:lnTo>
                      <a:lnTo>
                        <a:pt x="7727" y="5549"/>
                      </a:lnTo>
                      <a:lnTo>
                        <a:pt x="6894" y="2810"/>
                      </a:lnTo>
                      <a:lnTo>
                        <a:pt x="6775" y="2846"/>
                      </a:lnTo>
                      <a:lnTo>
                        <a:pt x="7620" y="5585"/>
                      </a:lnTo>
                      <a:lnTo>
                        <a:pt x="3572" y="6668"/>
                      </a:lnTo>
                      <a:lnTo>
                        <a:pt x="2620" y="3953"/>
                      </a:lnTo>
                      <a:lnTo>
                        <a:pt x="2501" y="3989"/>
                      </a:lnTo>
                      <a:lnTo>
                        <a:pt x="3453" y="6704"/>
                      </a:lnTo>
                      <a:lnTo>
                        <a:pt x="0" y="7633"/>
                      </a:lnTo>
                      <a:lnTo>
                        <a:pt x="24" y="7740"/>
                      </a:lnTo>
                      <a:lnTo>
                        <a:pt x="3501" y="6811"/>
                      </a:lnTo>
                      <a:lnTo>
                        <a:pt x="4917" y="10871"/>
                      </a:lnTo>
                      <a:lnTo>
                        <a:pt x="1203" y="11943"/>
                      </a:lnTo>
                      <a:lnTo>
                        <a:pt x="1227" y="12050"/>
                      </a:lnTo>
                      <a:lnTo>
                        <a:pt x="4965" y="10978"/>
                      </a:lnTo>
                      <a:lnTo>
                        <a:pt x="6441" y="15193"/>
                      </a:lnTo>
                      <a:lnTo>
                        <a:pt x="2548" y="16312"/>
                      </a:lnTo>
                      <a:lnTo>
                        <a:pt x="2572" y="16431"/>
                      </a:lnTo>
                      <a:lnTo>
                        <a:pt x="6477" y="15312"/>
                      </a:lnTo>
                      <a:lnTo>
                        <a:pt x="7584" y="18443"/>
                      </a:lnTo>
                      <a:lnTo>
                        <a:pt x="3536" y="19694"/>
                      </a:lnTo>
                      <a:lnTo>
                        <a:pt x="3572" y="19801"/>
                      </a:lnTo>
                      <a:lnTo>
                        <a:pt x="7620" y="18551"/>
                      </a:lnTo>
                      <a:lnTo>
                        <a:pt x="8597" y="21313"/>
                      </a:lnTo>
                      <a:lnTo>
                        <a:pt x="8704" y="21277"/>
                      </a:lnTo>
                      <a:lnTo>
                        <a:pt x="7727" y="18515"/>
                      </a:lnTo>
                      <a:lnTo>
                        <a:pt x="11264" y="17419"/>
                      </a:lnTo>
                      <a:lnTo>
                        <a:pt x="12097" y="20146"/>
                      </a:lnTo>
                      <a:lnTo>
                        <a:pt x="12216" y="20110"/>
                      </a:lnTo>
                      <a:lnTo>
                        <a:pt x="11371" y="17384"/>
                      </a:lnTo>
                      <a:lnTo>
                        <a:pt x="14657" y="16372"/>
                      </a:lnTo>
                      <a:lnTo>
                        <a:pt x="15490" y="19146"/>
                      </a:lnTo>
                      <a:lnTo>
                        <a:pt x="15609" y="19110"/>
                      </a:lnTo>
                      <a:lnTo>
                        <a:pt x="14776" y="16336"/>
                      </a:lnTo>
                      <a:lnTo>
                        <a:pt x="18098" y="15312"/>
                      </a:lnTo>
                      <a:lnTo>
                        <a:pt x="18895" y="17943"/>
                      </a:lnTo>
                      <a:lnTo>
                        <a:pt x="19003" y="17908"/>
                      </a:lnTo>
                      <a:lnTo>
                        <a:pt x="18205" y="15276"/>
                      </a:lnTo>
                      <a:lnTo>
                        <a:pt x="21158" y="14360"/>
                      </a:lnTo>
                      <a:lnTo>
                        <a:pt x="21812" y="16979"/>
                      </a:lnTo>
                      <a:lnTo>
                        <a:pt x="21932" y="16943"/>
                      </a:lnTo>
                      <a:lnTo>
                        <a:pt x="21265" y="14324"/>
                      </a:lnTo>
                      <a:lnTo>
                        <a:pt x="23551" y="13621"/>
                      </a:lnTo>
                      <a:lnTo>
                        <a:pt x="23515" y="13514"/>
                      </a:lnTo>
                      <a:lnTo>
                        <a:pt x="21241" y="14217"/>
                      </a:lnTo>
                      <a:lnTo>
                        <a:pt x="20503" y="11300"/>
                      </a:lnTo>
                      <a:lnTo>
                        <a:pt x="22932" y="10597"/>
                      </a:lnTo>
                      <a:lnTo>
                        <a:pt x="22896" y="10490"/>
                      </a:lnTo>
                      <a:lnTo>
                        <a:pt x="20467" y="11181"/>
                      </a:lnTo>
                      <a:lnTo>
                        <a:pt x="19360" y="6835"/>
                      </a:lnTo>
                      <a:lnTo>
                        <a:pt x="22039" y="6061"/>
                      </a:lnTo>
                      <a:lnTo>
                        <a:pt x="22003" y="5942"/>
                      </a:lnTo>
                      <a:lnTo>
                        <a:pt x="19336" y="6716"/>
                      </a:lnTo>
                      <a:lnTo>
                        <a:pt x="18348" y="2822"/>
                      </a:lnTo>
                      <a:lnTo>
                        <a:pt x="21158" y="2060"/>
                      </a:lnTo>
                      <a:lnTo>
                        <a:pt x="21122" y="1953"/>
                      </a:lnTo>
                      <a:lnTo>
                        <a:pt x="18312" y="2703"/>
                      </a:lnTo>
                      <a:lnTo>
                        <a:pt x="17633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701" name="Google Shape;701;p43"/>
              <p:cNvGrpSpPr/>
              <p:nvPr/>
            </p:nvGrpSpPr>
            <p:grpSpPr>
              <a:xfrm>
                <a:off x="4900900" y="7388550"/>
                <a:ext cx="392625" cy="407500"/>
                <a:chOff x="4900900" y="7388550"/>
                <a:chExt cx="392625" cy="407500"/>
              </a:xfrm>
            </p:grpSpPr>
            <p:sp>
              <p:nvSpPr>
                <p:cNvPr id="702" name="Google Shape;702;p43"/>
                <p:cNvSpPr/>
                <p:nvPr/>
              </p:nvSpPr>
              <p:spPr>
                <a:xfrm>
                  <a:off x="4900900" y="7394400"/>
                  <a:ext cx="371200" cy="291650"/>
                </a:xfrm>
                <a:custGeom>
                  <a:rect b="b" l="l" r="r" t="t"/>
                  <a:pathLst>
                    <a:path extrusionOk="0" h="11666" w="14848">
                      <a:moveTo>
                        <a:pt x="8353" y="0"/>
                      </a:moveTo>
                      <a:cubicBezTo>
                        <a:pt x="7265" y="0"/>
                        <a:pt x="6122" y="247"/>
                        <a:pt x="5025" y="766"/>
                      </a:cubicBezTo>
                      <a:cubicBezTo>
                        <a:pt x="1655" y="2362"/>
                        <a:pt x="0" y="5922"/>
                        <a:pt x="1334" y="8720"/>
                      </a:cubicBezTo>
                      <a:cubicBezTo>
                        <a:pt x="2225" y="10607"/>
                        <a:pt x="4243" y="11665"/>
                        <a:pt x="6495" y="11665"/>
                      </a:cubicBezTo>
                      <a:cubicBezTo>
                        <a:pt x="7583" y="11665"/>
                        <a:pt x="8726" y="11418"/>
                        <a:pt x="9823" y="10899"/>
                      </a:cubicBezTo>
                      <a:cubicBezTo>
                        <a:pt x="13193" y="9303"/>
                        <a:pt x="14848" y="5743"/>
                        <a:pt x="13526" y="2945"/>
                      </a:cubicBezTo>
                      <a:cubicBezTo>
                        <a:pt x="12627" y="1059"/>
                        <a:pt x="10607" y="0"/>
                        <a:pt x="8353" y="0"/>
                      </a:cubicBezTo>
                      <a:close/>
                    </a:path>
                  </a:pathLst>
                </a:custGeom>
                <a:solidFill>
                  <a:srgbClr val="6BC0CE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3" name="Google Shape;703;p43"/>
                <p:cNvSpPr/>
                <p:nvPr/>
              </p:nvSpPr>
              <p:spPr>
                <a:xfrm>
                  <a:off x="4942875" y="7426825"/>
                  <a:ext cx="148250" cy="157900"/>
                </a:xfrm>
                <a:custGeom>
                  <a:rect b="b" l="l" r="r" t="t"/>
                  <a:pathLst>
                    <a:path extrusionOk="0" h="6316" w="5930">
                      <a:moveTo>
                        <a:pt x="4463" y="0"/>
                      </a:moveTo>
                      <a:cubicBezTo>
                        <a:pt x="3746" y="0"/>
                        <a:pt x="3179" y="2660"/>
                        <a:pt x="3179" y="2660"/>
                      </a:cubicBezTo>
                      <a:cubicBezTo>
                        <a:pt x="3179" y="2660"/>
                        <a:pt x="2706" y="1153"/>
                        <a:pt x="2447" y="1153"/>
                      </a:cubicBezTo>
                      <a:cubicBezTo>
                        <a:pt x="2437" y="1153"/>
                        <a:pt x="2427" y="1155"/>
                        <a:pt x="2417" y="1160"/>
                      </a:cubicBezTo>
                      <a:cubicBezTo>
                        <a:pt x="2167" y="1303"/>
                        <a:pt x="2905" y="2863"/>
                        <a:pt x="2905" y="2863"/>
                      </a:cubicBezTo>
                      <a:cubicBezTo>
                        <a:pt x="2905" y="2863"/>
                        <a:pt x="0" y="3565"/>
                        <a:pt x="60" y="3958"/>
                      </a:cubicBezTo>
                      <a:cubicBezTo>
                        <a:pt x="69" y="4015"/>
                        <a:pt x="136" y="4039"/>
                        <a:pt x="245" y="4039"/>
                      </a:cubicBezTo>
                      <a:cubicBezTo>
                        <a:pt x="864" y="4039"/>
                        <a:pt x="2810" y="3256"/>
                        <a:pt x="2810" y="3256"/>
                      </a:cubicBezTo>
                      <a:lnTo>
                        <a:pt x="2810" y="3256"/>
                      </a:lnTo>
                      <a:cubicBezTo>
                        <a:pt x="2810" y="3256"/>
                        <a:pt x="1596" y="5589"/>
                        <a:pt x="2000" y="5744"/>
                      </a:cubicBezTo>
                      <a:cubicBezTo>
                        <a:pt x="2014" y="5749"/>
                        <a:pt x="2027" y="5751"/>
                        <a:pt x="2042" y="5751"/>
                      </a:cubicBezTo>
                      <a:cubicBezTo>
                        <a:pt x="2473" y="5751"/>
                        <a:pt x="3310" y="3541"/>
                        <a:pt x="3310" y="3541"/>
                      </a:cubicBezTo>
                      <a:lnTo>
                        <a:pt x="5751" y="6316"/>
                      </a:lnTo>
                      <a:lnTo>
                        <a:pt x="5930" y="6066"/>
                      </a:lnTo>
                      <a:lnTo>
                        <a:pt x="3858" y="3160"/>
                      </a:lnTo>
                      <a:cubicBezTo>
                        <a:pt x="3858" y="3160"/>
                        <a:pt x="5930" y="2625"/>
                        <a:pt x="5751" y="2065"/>
                      </a:cubicBezTo>
                      <a:cubicBezTo>
                        <a:pt x="5717" y="1964"/>
                        <a:pt x="5627" y="1923"/>
                        <a:pt x="5504" y="1923"/>
                      </a:cubicBezTo>
                      <a:cubicBezTo>
                        <a:pt x="4944" y="1923"/>
                        <a:pt x="3679" y="2779"/>
                        <a:pt x="3679" y="2779"/>
                      </a:cubicBezTo>
                      <a:cubicBezTo>
                        <a:pt x="3679" y="2779"/>
                        <a:pt x="5322" y="267"/>
                        <a:pt x="4560" y="17"/>
                      </a:cubicBezTo>
                      <a:cubicBezTo>
                        <a:pt x="4527" y="6"/>
                        <a:pt x="4495" y="0"/>
                        <a:pt x="4463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4" name="Google Shape;704;p43"/>
                <p:cNvSpPr/>
                <p:nvPr/>
              </p:nvSpPr>
              <p:spPr>
                <a:xfrm>
                  <a:off x="5081350" y="7445625"/>
                  <a:ext cx="105125" cy="131075"/>
                </a:xfrm>
                <a:custGeom>
                  <a:rect b="b" l="l" r="r" t="t"/>
                  <a:pathLst>
                    <a:path extrusionOk="0" h="5243" w="4205">
                      <a:moveTo>
                        <a:pt x="587" y="0"/>
                      </a:moveTo>
                      <a:cubicBezTo>
                        <a:pt x="565" y="0"/>
                        <a:pt x="543" y="5"/>
                        <a:pt x="521" y="15"/>
                      </a:cubicBezTo>
                      <a:cubicBezTo>
                        <a:pt x="69" y="230"/>
                        <a:pt x="1355" y="2337"/>
                        <a:pt x="1355" y="2337"/>
                      </a:cubicBezTo>
                      <a:cubicBezTo>
                        <a:pt x="1355" y="2337"/>
                        <a:pt x="1275" y="2334"/>
                        <a:pt x="1154" y="2334"/>
                      </a:cubicBezTo>
                      <a:cubicBezTo>
                        <a:pt x="777" y="2334"/>
                        <a:pt x="0" y="2362"/>
                        <a:pt x="10" y="2587"/>
                      </a:cubicBezTo>
                      <a:cubicBezTo>
                        <a:pt x="16" y="2755"/>
                        <a:pt x="410" y="2793"/>
                        <a:pt x="770" y="2793"/>
                      </a:cubicBezTo>
                      <a:cubicBezTo>
                        <a:pt x="1075" y="2793"/>
                        <a:pt x="1355" y="2766"/>
                        <a:pt x="1355" y="2766"/>
                      </a:cubicBezTo>
                      <a:lnTo>
                        <a:pt x="1355" y="2766"/>
                      </a:lnTo>
                      <a:lnTo>
                        <a:pt x="914" y="5242"/>
                      </a:lnTo>
                      <a:lnTo>
                        <a:pt x="1141" y="5242"/>
                      </a:lnTo>
                      <a:lnTo>
                        <a:pt x="1760" y="2682"/>
                      </a:lnTo>
                      <a:cubicBezTo>
                        <a:pt x="1760" y="2682"/>
                        <a:pt x="2736" y="3727"/>
                        <a:pt x="3109" y="3727"/>
                      </a:cubicBezTo>
                      <a:cubicBezTo>
                        <a:pt x="3146" y="3727"/>
                        <a:pt x="3177" y="3717"/>
                        <a:pt x="3200" y="3694"/>
                      </a:cubicBezTo>
                      <a:cubicBezTo>
                        <a:pt x="3474" y="3432"/>
                        <a:pt x="2081" y="2623"/>
                        <a:pt x="2081" y="2623"/>
                      </a:cubicBezTo>
                      <a:lnTo>
                        <a:pt x="2081" y="2623"/>
                      </a:lnTo>
                      <a:cubicBezTo>
                        <a:pt x="2081" y="2623"/>
                        <a:pt x="2203" y="2626"/>
                        <a:pt x="2387" y="2626"/>
                      </a:cubicBezTo>
                      <a:cubicBezTo>
                        <a:pt x="2976" y="2626"/>
                        <a:pt x="4204" y="2592"/>
                        <a:pt x="4141" y="2301"/>
                      </a:cubicBezTo>
                      <a:cubicBezTo>
                        <a:pt x="4095" y="2117"/>
                        <a:pt x="3646" y="2069"/>
                        <a:pt x="3195" y="2069"/>
                      </a:cubicBezTo>
                      <a:cubicBezTo>
                        <a:pt x="2716" y="2069"/>
                        <a:pt x="2236" y="2123"/>
                        <a:pt x="2236" y="2123"/>
                      </a:cubicBezTo>
                      <a:cubicBezTo>
                        <a:pt x="2236" y="2123"/>
                        <a:pt x="4201" y="694"/>
                        <a:pt x="3689" y="408"/>
                      </a:cubicBezTo>
                      <a:cubicBezTo>
                        <a:pt x="3653" y="388"/>
                        <a:pt x="3612" y="378"/>
                        <a:pt x="3568" y="378"/>
                      </a:cubicBezTo>
                      <a:cubicBezTo>
                        <a:pt x="2987" y="378"/>
                        <a:pt x="1724" y="1980"/>
                        <a:pt x="1724" y="1980"/>
                      </a:cubicBezTo>
                      <a:cubicBezTo>
                        <a:pt x="1724" y="1980"/>
                        <a:pt x="1043" y="0"/>
                        <a:pt x="587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5" name="Google Shape;705;p43"/>
                <p:cNvSpPr/>
                <p:nvPr/>
              </p:nvSpPr>
              <p:spPr>
                <a:xfrm>
                  <a:off x="5013125" y="7560875"/>
                  <a:ext cx="201825" cy="79575"/>
                </a:xfrm>
                <a:custGeom>
                  <a:rect b="b" l="l" r="r" t="t"/>
                  <a:pathLst>
                    <a:path extrusionOk="0" h="3183" w="8073">
                      <a:moveTo>
                        <a:pt x="5150" y="0"/>
                      </a:moveTo>
                      <a:cubicBezTo>
                        <a:pt x="3344" y="0"/>
                        <a:pt x="1157" y="598"/>
                        <a:pt x="0" y="3132"/>
                      </a:cubicBezTo>
                      <a:cubicBezTo>
                        <a:pt x="0" y="3132"/>
                        <a:pt x="398" y="3183"/>
                        <a:pt x="1038" y="3183"/>
                      </a:cubicBezTo>
                      <a:cubicBezTo>
                        <a:pt x="2678" y="3183"/>
                        <a:pt x="5905" y="2850"/>
                        <a:pt x="8073" y="477"/>
                      </a:cubicBezTo>
                      <a:cubicBezTo>
                        <a:pt x="8073" y="477"/>
                        <a:pt x="6763" y="0"/>
                        <a:pt x="515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6" name="Google Shape;706;p43"/>
                <p:cNvSpPr/>
                <p:nvPr/>
              </p:nvSpPr>
              <p:spPr>
                <a:xfrm>
                  <a:off x="4911900" y="7388550"/>
                  <a:ext cx="381625" cy="407500"/>
                </a:xfrm>
                <a:custGeom>
                  <a:rect b="b" l="l" r="r" t="t"/>
                  <a:pathLst>
                    <a:path extrusionOk="0" h="16300" w="15265">
                      <a:moveTo>
                        <a:pt x="7919" y="465"/>
                      </a:moveTo>
                      <a:cubicBezTo>
                        <a:pt x="10145" y="465"/>
                        <a:pt x="12050" y="1548"/>
                        <a:pt x="12872" y="3275"/>
                      </a:cubicBezTo>
                      <a:cubicBezTo>
                        <a:pt x="14134" y="5953"/>
                        <a:pt x="12526" y="9382"/>
                        <a:pt x="9288" y="10918"/>
                      </a:cubicBezTo>
                      <a:cubicBezTo>
                        <a:pt x="8252" y="11407"/>
                        <a:pt x="7145" y="11657"/>
                        <a:pt x="6049" y="11657"/>
                      </a:cubicBezTo>
                      <a:cubicBezTo>
                        <a:pt x="3823" y="11657"/>
                        <a:pt x="1918" y="10585"/>
                        <a:pt x="1096" y="8847"/>
                      </a:cubicBezTo>
                      <a:cubicBezTo>
                        <a:pt x="489" y="7561"/>
                        <a:pt x="525" y="6061"/>
                        <a:pt x="1192" y="4620"/>
                      </a:cubicBezTo>
                      <a:cubicBezTo>
                        <a:pt x="1870" y="3167"/>
                        <a:pt x="3108" y="1965"/>
                        <a:pt x="4680" y="1215"/>
                      </a:cubicBezTo>
                      <a:cubicBezTo>
                        <a:pt x="5716" y="727"/>
                        <a:pt x="6835" y="465"/>
                        <a:pt x="7919" y="465"/>
                      </a:cubicBezTo>
                      <a:close/>
                      <a:moveTo>
                        <a:pt x="7919" y="0"/>
                      </a:moveTo>
                      <a:cubicBezTo>
                        <a:pt x="6764" y="0"/>
                        <a:pt x="5573" y="274"/>
                        <a:pt x="4490" y="786"/>
                      </a:cubicBezTo>
                      <a:cubicBezTo>
                        <a:pt x="2811" y="1584"/>
                        <a:pt x="1489" y="2870"/>
                        <a:pt x="763" y="4429"/>
                      </a:cubicBezTo>
                      <a:cubicBezTo>
                        <a:pt x="37" y="5989"/>
                        <a:pt x="1" y="7632"/>
                        <a:pt x="680" y="9049"/>
                      </a:cubicBezTo>
                      <a:cubicBezTo>
                        <a:pt x="1573" y="10954"/>
                        <a:pt x="3632" y="12133"/>
                        <a:pt x="6049" y="12133"/>
                      </a:cubicBezTo>
                      <a:cubicBezTo>
                        <a:pt x="7204" y="12133"/>
                        <a:pt x="8395" y="11859"/>
                        <a:pt x="9478" y="11335"/>
                      </a:cubicBezTo>
                      <a:cubicBezTo>
                        <a:pt x="9776" y="11204"/>
                        <a:pt x="10062" y="11049"/>
                        <a:pt x="10324" y="10883"/>
                      </a:cubicBezTo>
                      <a:lnTo>
                        <a:pt x="13538" y="16300"/>
                      </a:lnTo>
                      <a:lnTo>
                        <a:pt x="15265" y="14859"/>
                      </a:lnTo>
                      <a:lnTo>
                        <a:pt x="11300" y="10168"/>
                      </a:lnTo>
                      <a:cubicBezTo>
                        <a:pt x="13503" y="8275"/>
                        <a:pt x="14396" y="5418"/>
                        <a:pt x="13288" y="3072"/>
                      </a:cubicBezTo>
                      <a:cubicBezTo>
                        <a:pt x="12395" y="1179"/>
                        <a:pt x="10336" y="0"/>
                        <a:pt x="791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7" name="Google Shape;707;p43"/>
                <p:cNvSpPr/>
                <p:nvPr/>
              </p:nvSpPr>
              <p:spPr>
                <a:xfrm>
                  <a:off x="4996750" y="7559400"/>
                  <a:ext cx="230400" cy="106000"/>
                </a:xfrm>
                <a:custGeom>
                  <a:rect b="b" l="l" r="r" t="t"/>
                  <a:pathLst>
                    <a:path extrusionOk="0" h="4240" w="9216">
                      <a:moveTo>
                        <a:pt x="8477" y="1"/>
                      </a:moveTo>
                      <a:lnTo>
                        <a:pt x="8477" y="120"/>
                      </a:lnTo>
                      <a:cubicBezTo>
                        <a:pt x="8597" y="120"/>
                        <a:pt x="8930" y="167"/>
                        <a:pt x="9001" y="370"/>
                      </a:cubicBezTo>
                      <a:cubicBezTo>
                        <a:pt x="9061" y="548"/>
                        <a:pt x="8954" y="905"/>
                        <a:pt x="8096" y="1608"/>
                      </a:cubicBezTo>
                      <a:lnTo>
                        <a:pt x="8168" y="1703"/>
                      </a:lnTo>
                      <a:cubicBezTo>
                        <a:pt x="8906" y="1084"/>
                        <a:pt x="9216" y="643"/>
                        <a:pt x="9109" y="334"/>
                      </a:cubicBezTo>
                      <a:cubicBezTo>
                        <a:pt x="9001" y="12"/>
                        <a:pt x="8501" y="1"/>
                        <a:pt x="8477" y="1"/>
                      </a:cubicBezTo>
                      <a:close/>
                      <a:moveTo>
                        <a:pt x="203" y="2929"/>
                      </a:moveTo>
                      <a:cubicBezTo>
                        <a:pt x="203" y="2941"/>
                        <a:pt x="0" y="3239"/>
                        <a:pt x="167" y="3501"/>
                      </a:cubicBezTo>
                      <a:cubicBezTo>
                        <a:pt x="298" y="3703"/>
                        <a:pt x="631" y="3799"/>
                        <a:pt x="1143" y="3799"/>
                      </a:cubicBezTo>
                      <a:cubicBezTo>
                        <a:pt x="1560" y="3799"/>
                        <a:pt x="2108" y="3739"/>
                        <a:pt x="2762" y="3608"/>
                      </a:cubicBezTo>
                      <a:lnTo>
                        <a:pt x="2751" y="3489"/>
                      </a:lnTo>
                      <a:cubicBezTo>
                        <a:pt x="2033" y="3634"/>
                        <a:pt x="1518" y="3688"/>
                        <a:pt x="1149" y="3688"/>
                      </a:cubicBezTo>
                      <a:cubicBezTo>
                        <a:pt x="551" y="3688"/>
                        <a:pt x="336" y="3547"/>
                        <a:pt x="262" y="3430"/>
                      </a:cubicBezTo>
                      <a:cubicBezTo>
                        <a:pt x="131" y="3239"/>
                        <a:pt x="298" y="3001"/>
                        <a:pt x="298" y="2989"/>
                      </a:cubicBezTo>
                      <a:lnTo>
                        <a:pt x="203" y="2929"/>
                      </a:lnTo>
                      <a:close/>
                      <a:moveTo>
                        <a:pt x="6120" y="2703"/>
                      </a:moveTo>
                      <a:cubicBezTo>
                        <a:pt x="3883" y="3980"/>
                        <a:pt x="2106" y="4119"/>
                        <a:pt x="1434" y="4119"/>
                      </a:cubicBezTo>
                      <a:cubicBezTo>
                        <a:pt x="1247" y="4119"/>
                        <a:pt x="1146" y="4108"/>
                        <a:pt x="1143" y="4108"/>
                      </a:cubicBezTo>
                      <a:lnTo>
                        <a:pt x="1131" y="4215"/>
                      </a:lnTo>
                      <a:cubicBezTo>
                        <a:pt x="1131" y="4227"/>
                        <a:pt x="1238" y="4239"/>
                        <a:pt x="1429" y="4239"/>
                      </a:cubicBezTo>
                      <a:cubicBezTo>
                        <a:pt x="2120" y="4239"/>
                        <a:pt x="3917" y="4084"/>
                        <a:pt x="6180" y="2810"/>
                      </a:cubicBezTo>
                      <a:lnTo>
                        <a:pt x="6120" y="2703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8" name="Google Shape;708;p43"/>
                <p:cNvSpPr/>
                <p:nvPr/>
              </p:nvSpPr>
              <p:spPr>
                <a:xfrm>
                  <a:off x="5150025" y="7415975"/>
                  <a:ext cx="76825" cy="59475"/>
                </a:xfrm>
                <a:custGeom>
                  <a:rect b="b" l="l" r="r" t="t"/>
                  <a:pathLst>
                    <a:path extrusionOk="0" h="2379" w="3073">
                      <a:moveTo>
                        <a:pt x="322" y="0"/>
                      </a:moveTo>
                      <a:cubicBezTo>
                        <a:pt x="251" y="0"/>
                        <a:pt x="198" y="19"/>
                        <a:pt x="168" y="58"/>
                      </a:cubicBezTo>
                      <a:cubicBezTo>
                        <a:pt x="1" y="261"/>
                        <a:pt x="477" y="927"/>
                        <a:pt x="1239" y="1558"/>
                      </a:cubicBezTo>
                      <a:cubicBezTo>
                        <a:pt x="1844" y="2057"/>
                        <a:pt x="2448" y="2378"/>
                        <a:pt x="2747" y="2378"/>
                      </a:cubicBezTo>
                      <a:cubicBezTo>
                        <a:pt x="2819" y="2378"/>
                        <a:pt x="2874" y="2360"/>
                        <a:pt x="2906" y="2320"/>
                      </a:cubicBezTo>
                      <a:cubicBezTo>
                        <a:pt x="3073" y="2118"/>
                        <a:pt x="2597" y="1451"/>
                        <a:pt x="1835" y="820"/>
                      </a:cubicBezTo>
                      <a:cubicBezTo>
                        <a:pt x="1230" y="321"/>
                        <a:pt x="618" y="0"/>
                        <a:pt x="322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9" name="Google Shape;709;p43"/>
                <p:cNvSpPr/>
                <p:nvPr/>
              </p:nvSpPr>
              <p:spPr>
                <a:xfrm>
                  <a:off x="5171175" y="7645725"/>
                  <a:ext cx="39600" cy="35450"/>
                </a:xfrm>
                <a:custGeom>
                  <a:rect b="b" l="l" r="r" t="t"/>
                  <a:pathLst>
                    <a:path extrusionOk="0" h="1418" w="1584">
                      <a:moveTo>
                        <a:pt x="1179" y="0"/>
                      </a:moveTo>
                      <a:lnTo>
                        <a:pt x="0" y="834"/>
                      </a:lnTo>
                      <a:lnTo>
                        <a:pt x="131" y="1024"/>
                      </a:lnTo>
                      <a:lnTo>
                        <a:pt x="1322" y="191"/>
                      </a:lnTo>
                      <a:lnTo>
                        <a:pt x="1179" y="0"/>
                      </a:lnTo>
                      <a:close/>
                      <a:moveTo>
                        <a:pt x="1453" y="369"/>
                      </a:moveTo>
                      <a:lnTo>
                        <a:pt x="215" y="1215"/>
                      </a:lnTo>
                      <a:lnTo>
                        <a:pt x="346" y="1417"/>
                      </a:lnTo>
                      <a:lnTo>
                        <a:pt x="1584" y="560"/>
                      </a:lnTo>
                      <a:lnTo>
                        <a:pt x="1453" y="369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710" name="Google Shape;710;p43"/>
            <p:cNvSpPr/>
            <p:nvPr/>
          </p:nvSpPr>
          <p:spPr>
            <a:xfrm flipH="1">
              <a:off x="263931" y="4691175"/>
              <a:ext cx="282600" cy="103500"/>
            </a:xfrm>
            <a:prstGeom prst="ellipse">
              <a:avLst/>
            </a:prstGeom>
            <a:solidFill>
              <a:srgbClr val="033342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3"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2" name="Google Shape;712;p44"/>
          <p:cNvGrpSpPr/>
          <p:nvPr/>
        </p:nvGrpSpPr>
        <p:grpSpPr>
          <a:xfrm>
            <a:off x="0" y="0"/>
            <a:ext cx="9144003" cy="5143501"/>
            <a:chOff x="0" y="0"/>
            <a:chExt cx="9144003" cy="5143501"/>
          </a:xfrm>
        </p:grpSpPr>
        <p:pic>
          <p:nvPicPr>
            <p:cNvPr id="713" name="Google Shape;713;p44"/>
            <p:cNvPicPr preferRelativeResize="0"/>
            <p:nvPr/>
          </p:nvPicPr>
          <p:blipFill rotWithShape="1">
            <a:blip r:embed="rId2">
              <a:alphaModFix/>
            </a:blip>
            <a:srcRect b="8068" l="0" r="0" t="8060"/>
            <a:stretch/>
          </p:blipFill>
          <p:spPr>
            <a:xfrm>
              <a:off x="0" y="0"/>
              <a:ext cx="9144003" cy="5143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14" name="Google Shape;714;p44"/>
            <p:cNvSpPr/>
            <p:nvPr/>
          </p:nvSpPr>
          <p:spPr>
            <a:xfrm>
              <a:off x="209980" y="194500"/>
              <a:ext cx="8763466" cy="4752275"/>
            </a:xfrm>
            <a:custGeom>
              <a:rect b="b" l="l" r="r" t="t"/>
              <a:pathLst>
                <a:path extrusionOk="0" h="147209" w="271904">
                  <a:moveTo>
                    <a:pt x="596" y="0"/>
                  </a:moveTo>
                  <a:lnTo>
                    <a:pt x="596" y="0"/>
                  </a:lnTo>
                  <a:cubicBezTo>
                    <a:pt x="2025" y="5965"/>
                    <a:pt x="3072" y="13895"/>
                    <a:pt x="3644" y="22312"/>
                  </a:cubicBezTo>
                  <a:cubicBezTo>
                    <a:pt x="7942" y="23515"/>
                    <a:pt x="13609" y="23932"/>
                    <a:pt x="5085" y="25063"/>
                  </a:cubicBezTo>
                  <a:cubicBezTo>
                    <a:pt x="5096" y="25110"/>
                    <a:pt x="5108" y="25146"/>
                    <a:pt x="5120" y="25194"/>
                  </a:cubicBezTo>
                  <a:cubicBezTo>
                    <a:pt x="5263" y="25301"/>
                    <a:pt x="5394" y="25396"/>
                    <a:pt x="5525" y="25503"/>
                  </a:cubicBezTo>
                  <a:cubicBezTo>
                    <a:pt x="5692" y="25539"/>
                    <a:pt x="5954" y="25479"/>
                    <a:pt x="6037" y="25658"/>
                  </a:cubicBezTo>
                  <a:cubicBezTo>
                    <a:pt x="8561" y="26230"/>
                    <a:pt x="4561" y="26670"/>
                    <a:pt x="3894" y="26789"/>
                  </a:cubicBezTo>
                  <a:cubicBezTo>
                    <a:pt x="4203" y="33719"/>
                    <a:pt x="4192" y="40803"/>
                    <a:pt x="3787" y="47256"/>
                  </a:cubicBezTo>
                  <a:cubicBezTo>
                    <a:pt x="2560" y="47137"/>
                    <a:pt x="1298" y="47006"/>
                    <a:pt x="1" y="46875"/>
                  </a:cubicBezTo>
                  <a:lnTo>
                    <a:pt x="1" y="46875"/>
                  </a:lnTo>
                  <a:cubicBezTo>
                    <a:pt x="1429" y="52840"/>
                    <a:pt x="2477" y="60770"/>
                    <a:pt x="3049" y="69199"/>
                  </a:cubicBezTo>
                  <a:cubicBezTo>
                    <a:pt x="7347" y="70402"/>
                    <a:pt x="13014" y="70818"/>
                    <a:pt x="4489" y="71949"/>
                  </a:cubicBezTo>
                  <a:cubicBezTo>
                    <a:pt x="4501" y="71985"/>
                    <a:pt x="4513" y="72033"/>
                    <a:pt x="4525" y="72069"/>
                  </a:cubicBezTo>
                  <a:cubicBezTo>
                    <a:pt x="4668" y="72176"/>
                    <a:pt x="4787" y="72283"/>
                    <a:pt x="4930" y="72390"/>
                  </a:cubicBezTo>
                  <a:cubicBezTo>
                    <a:pt x="5096" y="72414"/>
                    <a:pt x="5358" y="72366"/>
                    <a:pt x="5442" y="72545"/>
                  </a:cubicBezTo>
                  <a:cubicBezTo>
                    <a:pt x="7966" y="73104"/>
                    <a:pt x="3965" y="73557"/>
                    <a:pt x="3299" y="73664"/>
                  </a:cubicBezTo>
                  <a:cubicBezTo>
                    <a:pt x="3513" y="78510"/>
                    <a:pt x="3572" y="83427"/>
                    <a:pt x="3453" y="88154"/>
                  </a:cubicBezTo>
                  <a:cubicBezTo>
                    <a:pt x="2322" y="88047"/>
                    <a:pt x="1179" y="87928"/>
                    <a:pt x="1" y="87809"/>
                  </a:cubicBezTo>
                  <a:lnTo>
                    <a:pt x="1" y="87809"/>
                  </a:lnTo>
                  <a:cubicBezTo>
                    <a:pt x="989" y="91940"/>
                    <a:pt x="1798" y="97036"/>
                    <a:pt x="2394" y="102584"/>
                  </a:cubicBezTo>
                  <a:cubicBezTo>
                    <a:pt x="2239" y="103727"/>
                    <a:pt x="2072" y="104834"/>
                    <a:pt x="1882" y="105894"/>
                  </a:cubicBezTo>
                  <a:cubicBezTo>
                    <a:pt x="2156" y="105870"/>
                    <a:pt x="2429" y="105846"/>
                    <a:pt x="2715" y="105811"/>
                  </a:cubicBezTo>
                  <a:cubicBezTo>
                    <a:pt x="2834" y="107228"/>
                    <a:pt x="2953" y="108668"/>
                    <a:pt x="3049" y="110121"/>
                  </a:cubicBezTo>
                  <a:cubicBezTo>
                    <a:pt x="7347" y="111323"/>
                    <a:pt x="13014" y="111740"/>
                    <a:pt x="4489" y="112871"/>
                  </a:cubicBezTo>
                  <a:cubicBezTo>
                    <a:pt x="4501" y="112919"/>
                    <a:pt x="4513" y="112954"/>
                    <a:pt x="4525" y="113002"/>
                  </a:cubicBezTo>
                  <a:cubicBezTo>
                    <a:pt x="4668" y="113109"/>
                    <a:pt x="4799" y="113205"/>
                    <a:pt x="4930" y="113312"/>
                  </a:cubicBezTo>
                  <a:cubicBezTo>
                    <a:pt x="5096" y="113347"/>
                    <a:pt x="5358" y="113288"/>
                    <a:pt x="5442" y="113466"/>
                  </a:cubicBezTo>
                  <a:cubicBezTo>
                    <a:pt x="7966" y="114038"/>
                    <a:pt x="3965" y="114478"/>
                    <a:pt x="3299" y="114598"/>
                  </a:cubicBezTo>
                  <a:cubicBezTo>
                    <a:pt x="3822" y="126123"/>
                    <a:pt x="4668" y="127147"/>
                    <a:pt x="3120" y="135886"/>
                  </a:cubicBezTo>
                  <a:cubicBezTo>
                    <a:pt x="4608" y="136338"/>
                    <a:pt x="14133" y="147209"/>
                    <a:pt x="14133" y="147209"/>
                  </a:cubicBezTo>
                  <a:cubicBezTo>
                    <a:pt x="14133" y="147209"/>
                    <a:pt x="16765" y="146220"/>
                    <a:pt x="20479" y="146137"/>
                  </a:cubicBezTo>
                  <a:cubicBezTo>
                    <a:pt x="20503" y="146054"/>
                    <a:pt x="20539" y="145959"/>
                    <a:pt x="20563" y="145875"/>
                  </a:cubicBezTo>
                  <a:lnTo>
                    <a:pt x="20563" y="145875"/>
                  </a:lnTo>
                  <a:cubicBezTo>
                    <a:pt x="20491" y="146340"/>
                    <a:pt x="23242" y="146363"/>
                    <a:pt x="23158" y="146816"/>
                  </a:cubicBezTo>
                  <a:cubicBezTo>
                    <a:pt x="29516" y="146220"/>
                    <a:pt x="36481" y="145875"/>
                    <a:pt x="44589" y="145697"/>
                  </a:cubicBezTo>
                  <a:cubicBezTo>
                    <a:pt x="44613" y="145625"/>
                    <a:pt x="44637" y="145554"/>
                    <a:pt x="44661" y="145494"/>
                  </a:cubicBezTo>
                  <a:cubicBezTo>
                    <a:pt x="45090" y="145494"/>
                    <a:pt x="45530" y="145494"/>
                    <a:pt x="45959" y="145482"/>
                  </a:cubicBezTo>
                  <a:cubicBezTo>
                    <a:pt x="45959" y="145542"/>
                    <a:pt x="45959" y="145601"/>
                    <a:pt x="45959" y="145661"/>
                  </a:cubicBezTo>
                  <a:cubicBezTo>
                    <a:pt x="46173" y="145661"/>
                    <a:pt x="46387" y="145661"/>
                    <a:pt x="46602" y="145649"/>
                  </a:cubicBezTo>
                  <a:cubicBezTo>
                    <a:pt x="46637" y="145601"/>
                    <a:pt x="46661" y="145542"/>
                    <a:pt x="46685" y="145482"/>
                  </a:cubicBezTo>
                  <a:cubicBezTo>
                    <a:pt x="47197" y="145482"/>
                    <a:pt x="47709" y="145482"/>
                    <a:pt x="48221" y="145494"/>
                  </a:cubicBezTo>
                  <a:cubicBezTo>
                    <a:pt x="48221" y="145530"/>
                    <a:pt x="48221" y="145578"/>
                    <a:pt x="48221" y="145625"/>
                  </a:cubicBezTo>
                  <a:cubicBezTo>
                    <a:pt x="50912" y="145578"/>
                    <a:pt x="53900" y="145542"/>
                    <a:pt x="57031" y="145518"/>
                  </a:cubicBezTo>
                  <a:cubicBezTo>
                    <a:pt x="59651" y="145542"/>
                    <a:pt x="62151" y="145566"/>
                    <a:pt x="64461" y="145601"/>
                  </a:cubicBezTo>
                  <a:cubicBezTo>
                    <a:pt x="64461" y="145566"/>
                    <a:pt x="64461" y="145530"/>
                    <a:pt x="64461" y="145494"/>
                  </a:cubicBezTo>
                  <a:cubicBezTo>
                    <a:pt x="65592" y="145488"/>
                    <a:pt x="66726" y="145485"/>
                    <a:pt x="67860" y="145485"/>
                  </a:cubicBezTo>
                  <a:cubicBezTo>
                    <a:pt x="68994" y="145485"/>
                    <a:pt x="70128" y="145488"/>
                    <a:pt x="71259" y="145494"/>
                  </a:cubicBezTo>
                  <a:cubicBezTo>
                    <a:pt x="71402" y="145578"/>
                    <a:pt x="71545" y="145661"/>
                    <a:pt x="71700" y="145744"/>
                  </a:cubicBezTo>
                  <a:cubicBezTo>
                    <a:pt x="78891" y="145947"/>
                    <a:pt x="85190" y="146268"/>
                    <a:pt x="90976" y="146816"/>
                  </a:cubicBezTo>
                  <a:cubicBezTo>
                    <a:pt x="90845" y="146054"/>
                    <a:pt x="90714" y="145256"/>
                    <a:pt x="90595" y="144435"/>
                  </a:cubicBezTo>
                  <a:lnTo>
                    <a:pt x="90595" y="144435"/>
                  </a:lnTo>
                  <a:cubicBezTo>
                    <a:pt x="91429" y="144792"/>
                    <a:pt x="92191" y="145304"/>
                    <a:pt x="92976" y="145744"/>
                  </a:cubicBezTo>
                  <a:cubicBezTo>
                    <a:pt x="96596" y="145851"/>
                    <a:pt x="99989" y="145982"/>
                    <a:pt x="103204" y="146161"/>
                  </a:cubicBezTo>
                  <a:cubicBezTo>
                    <a:pt x="103156" y="146375"/>
                    <a:pt x="103121" y="146601"/>
                    <a:pt x="103085" y="146828"/>
                  </a:cubicBezTo>
                  <a:cubicBezTo>
                    <a:pt x="104573" y="146685"/>
                    <a:pt x="106109" y="146554"/>
                    <a:pt x="107669" y="146447"/>
                  </a:cubicBezTo>
                  <a:cubicBezTo>
                    <a:pt x="109240" y="146554"/>
                    <a:pt x="110764" y="146685"/>
                    <a:pt x="112265" y="146828"/>
                  </a:cubicBezTo>
                  <a:cubicBezTo>
                    <a:pt x="112217" y="146601"/>
                    <a:pt x="112181" y="146375"/>
                    <a:pt x="112146" y="146161"/>
                  </a:cubicBezTo>
                  <a:cubicBezTo>
                    <a:pt x="115979" y="145947"/>
                    <a:pt x="120075" y="145792"/>
                    <a:pt x="124504" y="145697"/>
                  </a:cubicBezTo>
                  <a:cubicBezTo>
                    <a:pt x="125022" y="144156"/>
                    <a:pt x="125413" y="143165"/>
                    <a:pt x="125645" y="143165"/>
                  </a:cubicBezTo>
                  <a:cubicBezTo>
                    <a:pt x="125846" y="143165"/>
                    <a:pt x="125929" y="143902"/>
                    <a:pt x="125873" y="145661"/>
                  </a:cubicBezTo>
                  <a:cubicBezTo>
                    <a:pt x="126100" y="145661"/>
                    <a:pt x="126302" y="145661"/>
                    <a:pt x="126528" y="145649"/>
                  </a:cubicBezTo>
                  <a:cubicBezTo>
                    <a:pt x="127181" y="144357"/>
                    <a:pt x="127670" y="143321"/>
                    <a:pt x="127939" y="143321"/>
                  </a:cubicBezTo>
                  <a:cubicBezTo>
                    <a:pt x="128150" y="143321"/>
                    <a:pt x="128225" y="143963"/>
                    <a:pt x="128136" y="145625"/>
                  </a:cubicBezTo>
                  <a:cubicBezTo>
                    <a:pt x="130541" y="145589"/>
                    <a:pt x="133184" y="145554"/>
                    <a:pt x="135946" y="145530"/>
                  </a:cubicBezTo>
                  <a:cubicBezTo>
                    <a:pt x="138720" y="145554"/>
                    <a:pt x="141352" y="145589"/>
                    <a:pt x="143757" y="145625"/>
                  </a:cubicBezTo>
                  <a:cubicBezTo>
                    <a:pt x="143667" y="143963"/>
                    <a:pt x="143745" y="143321"/>
                    <a:pt x="143959" y="143321"/>
                  </a:cubicBezTo>
                  <a:cubicBezTo>
                    <a:pt x="144230" y="143321"/>
                    <a:pt x="144723" y="144357"/>
                    <a:pt x="145376" y="145649"/>
                  </a:cubicBezTo>
                  <a:cubicBezTo>
                    <a:pt x="145590" y="145661"/>
                    <a:pt x="145804" y="145661"/>
                    <a:pt x="146019" y="145661"/>
                  </a:cubicBezTo>
                  <a:cubicBezTo>
                    <a:pt x="145964" y="143902"/>
                    <a:pt x="146046" y="143165"/>
                    <a:pt x="146247" y="143165"/>
                  </a:cubicBezTo>
                  <a:cubicBezTo>
                    <a:pt x="146479" y="143165"/>
                    <a:pt x="146870" y="144156"/>
                    <a:pt x="147388" y="145697"/>
                  </a:cubicBezTo>
                  <a:cubicBezTo>
                    <a:pt x="151817" y="145792"/>
                    <a:pt x="155913" y="145947"/>
                    <a:pt x="159759" y="146161"/>
                  </a:cubicBezTo>
                  <a:cubicBezTo>
                    <a:pt x="159711" y="146375"/>
                    <a:pt x="159675" y="146601"/>
                    <a:pt x="159640" y="146828"/>
                  </a:cubicBezTo>
                  <a:cubicBezTo>
                    <a:pt x="161128" y="146685"/>
                    <a:pt x="162664" y="146554"/>
                    <a:pt x="164223" y="146447"/>
                  </a:cubicBezTo>
                  <a:cubicBezTo>
                    <a:pt x="165795" y="146554"/>
                    <a:pt x="167319" y="146685"/>
                    <a:pt x="168819" y="146828"/>
                  </a:cubicBezTo>
                  <a:cubicBezTo>
                    <a:pt x="168772" y="146601"/>
                    <a:pt x="168736" y="146375"/>
                    <a:pt x="168700" y="146161"/>
                  </a:cubicBezTo>
                  <a:cubicBezTo>
                    <a:pt x="171915" y="145982"/>
                    <a:pt x="175296" y="145851"/>
                    <a:pt x="178916" y="145744"/>
                  </a:cubicBezTo>
                  <a:cubicBezTo>
                    <a:pt x="179702" y="145304"/>
                    <a:pt x="180464" y="144792"/>
                    <a:pt x="181309" y="144435"/>
                  </a:cubicBezTo>
                  <a:lnTo>
                    <a:pt x="181309" y="144435"/>
                  </a:lnTo>
                  <a:cubicBezTo>
                    <a:pt x="181190" y="145256"/>
                    <a:pt x="181059" y="146054"/>
                    <a:pt x="180916" y="146816"/>
                  </a:cubicBezTo>
                  <a:cubicBezTo>
                    <a:pt x="186714" y="146268"/>
                    <a:pt x="193001" y="145947"/>
                    <a:pt x="200204" y="145744"/>
                  </a:cubicBezTo>
                  <a:cubicBezTo>
                    <a:pt x="200347" y="145661"/>
                    <a:pt x="200490" y="145578"/>
                    <a:pt x="200645" y="145494"/>
                  </a:cubicBezTo>
                  <a:cubicBezTo>
                    <a:pt x="201770" y="145488"/>
                    <a:pt x="202904" y="145485"/>
                    <a:pt x="204039" y="145485"/>
                  </a:cubicBezTo>
                  <a:cubicBezTo>
                    <a:pt x="205175" y="145485"/>
                    <a:pt x="206312" y="145488"/>
                    <a:pt x="207443" y="145494"/>
                  </a:cubicBezTo>
                  <a:cubicBezTo>
                    <a:pt x="207443" y="145530"/>
                    <a:pt x="207443" y="145566"/>
                    <a:pt x="207431" y="145601"/>
                  </a:cubicBezTo>
                  <a:cubicBezTo>
                    <a:pt x="209741" y="145566"/>
                    <a:pt x="212253" y="145542"/>
                    <a:pt x="214873" y="145518"/>
                  </a:cubicBezTo>
                  <a:cubicBezTo>
                    <a:pt x="218004" y="145542"/>
                    <a:pt x="220981" y="145578"/>
                    <a:pt x="223683" y="145625"/>
                  </a:cubicBezTo>
                  <a:cubicBezTo>
                    <a:pt x="223671" y="145578"/>
                    <a:pt x="223671" y="145530"/>
                    <a:pt x="223671" y="145494"/>
                  </a:cubicBezTo>
                  <a:cubicBezTo>
                    <a:pt x="224183" y="145494"/>
                    <a:pt x="224695" y="145482"/>
                    <a:pt x="225207" y="145482"/>
                  </a:cubicBezTo>
                  <a:cubicBezTo>
                    <a:pt x="225243" y="145542"/>
                    <a:pt x="225267" y="145601"/>
                    <a:pt x="225291" y="145649"/>
                  </a:cubicBezTo>
                  <a:cubicBezTo>
                    <a:pt x="225517" y="145661"/>
                    <a:pt x="225731" y="145661"/>
                    <a:pt x="225945" y="145661"/>
                  </a:cubicBezTo>
                  <a:cubicBezTo>
                    <a:pt x="225945" y="145601"/>
                    <a:pt x="225934" y="145542"/>
                    <a:pt x="225934" y="145482"/>
                  </a:cubicBezTo>
                  <a:cubicBezTo>
                    <a:pt x="226374" y="145482"/>
                    <a:pt x="226803" y="145482"/>
                    <a:pt x="227243" y="145494"/>
                  </a:cubicBezTo>
                  <a:cubicBezTo>
                    <a:pt x="227267" y="145554"/>
                    <a:pt x="227291" y="145625"/>
                    <a:pt x="227315" y="145697"/>
                  </a:cubicBezTo>
                  <a:cubicBezTo>
                    <a:pt x="235411" y="145875"/>
                    <a:pt x="242376" y="146220"/>
                    <a:pt x="248734" y="146816"/>
                  </a:cubicBezTo>
                  <a:cubicBezTo>
                    <a:pt x="248651" y="146363"/>
                    <a:pt x="248579" y="145899"/>
                    <a:pt x="248508" y="145423"/>
                  </a:cubicBezTo>
                  <a:lnTo>
                    <a:pt x="248508" y="145423"/>
                  </a:lnTo>
                  <a:cubicBezTo>
                    <a:pt x="248532" y="145506"/>
                    <a:pt x="248567" y="145601"/>
                    <a:pt x="248591" y="145697"/>
                  </a:cubicBezTo>
                  <a:cubicBezTo>
                    <a:pt x="256699" y="145875"/>
                    <a:pt x="263664" y="146220"/>
                    <a:pt x="270022" y="146816"/>
                  </a:cubicBezTo>
                  <a:cubicBezTo>
                    <a:pt x="268463" y="138065"/>
                    <a:pt x="268082" y="126123"/>
                    <a:pt x="268606" y="114598"/>
                  </a:cubicBezTo>
                  <a:cubicBezTo>
                    <a:pt x="267939" y="114478"/>
                    <a:pt x="263926" y="114038"/>
                    <a:pt x="266462" y="113466"/>
                  </a:cubicBezTo>
                  <a:cubicBezTo>
                    <a:pt x="266546" y="113288"/>
                    <a:pt x="266808" y="113347"/>
                    <a:pt x="266974" y="113312"/>
                  </a:cubicBezTo>
                  <a:cubicBezTo>
                    <a:pt x="267105" y="113205"/>
                    <a:pt x="267236" y="113109"/>
                    <a:pt x="267367" y="113002"/>
                  </a:cubicBezTo>
                  <a:cubicBezTo>
                    <a:pt x="267391" y="112954"/>
                    <a:pt x="267403" y="112919"/>
                    <a:pt x="267415" y="112871"/>
                  </a:cubicBezTo>
                  <a:cubicBezTo>
                    <a:pt x="258878" y="111740"/>
                    <a:pt x="264557" y="111323"/>
                    <a:pt x="268856" y="110121"/>
                  </a:cubicBezTo>
                  <a:cubicBezTo>
                    <a:pt x="268951" y="108668"/>
                    <a:pt x="269070" y="107228"/>
                    <a:pt x="269189" y="105811"/>
                  </a:cubicBezTo>
                  <a:cubicBezTo>
                    <a:pt x="269463" y="105846"/>
                    <a:pt x="269749" y="105870"/>
                    <a:pt x="270022" y="105894"/>
                  </a:cubicBezTo>
                  <a:cubicBezTo>
                    <a:pt x="269832" y="104834"/>
                    <a:pt x="269653" y="103727"/>
                    <a:pt x="269510" y="102584"/>
                  </a:cubicBezTo>
                  <a:cubicBezTo>
                    <a:pt x="270094" y="97036"/>
                    <a:pt x="270903" y="91940"/>
                    <a:pt x="271904" y="87809"/>
                  </a:cubicBezTo>
                  <a:lnTo>
                    <a:pt x="271904" y="87809"/>
                  </a:lnTo>
                  <a:cubicBezTo>
                    <a:pt x="270725" y="87928"/>
                    <a:pt x="269570" y="88047"/>
                    <a:pt x="268451" y="88154"/>
                  </a:cubicBezTo>
                  <a:cubicBezTo>
                    <a:pt x="268320" y="83427"/>
                    <a:pt x="268379" y="78510"/>
                    <a:pt x="268606" y="73664"/>
                  </a:cubicBezTo>
                  <a:cubicBezTo>
                    <a:pt x="267939" y="73557"/>
                    <a:pt x="263926" y="73104"/>
                    <a:pt x="266462" y="72545"/>
                  </a:cubicBezTo>
                  <a:cubicBezTo>
                    <a:pt x="266546" y="72366"/>
                    <a:pt x="266808" y="72426"/>
                    <a:pt x="266974" y="72390"/>
                  </a:cubicBezTo>
                  <a:cubicBezTo>
                    <a:pt x="267105" y="72283"/>
                    <a:pt x="267236" y="72176"/>
                    <a:pt x="267367" y="72069"/>
                  </a:cubicBezTo>
                  <a:cubicBezTo>
                    <a:pt x="267391" y="72033"/>
                    <a:pt x="267403" y="71985"/>
                    <a:pt x="267415" y="71949"/>
                  </a:cubicBezTo>
                  <a:cubicBezTo>
                    <a:pt x="258878" y="70818"/>
                    <a:pt x="264557" y="70402"/>
                    <a:pt x="268856" y="69199"/>
                  </a:cubicBezTo>
                  <a:cubicBezTo>
                    <a:pt x="269415" y="60770"/>
                    <a:pt x="270463" y="52840"/>
                    <a:pt x="271904" y="46875"/>
                  </a:cubicBezTo>
                  <a:lnTo>
                    <a:pt x="271904" y="46875"/>
                  </a:lnTo>
                  <a:cubicBezTo>
                    <a:pt x="270606" y="47006"/>
                    <a:pt x="269344" y="47137"/>
                    <a:pt x="268105" y="47256"/>
                  </a:cubicBezTo>
                  <a:cubicBezTo>
                    <a:pt x="267713" y="40803"/>
                    <a:pt x="267689" y="33719"/>
                    <a:pt x="268010" y="26789"/>
                  </a:cubicBezTo>
                  <a:cubicBezTo>
                    <a:pt x="267343" y="26670"/>
                    <a:pt x="263331" y="26230"/>
                    <a:pt x="265867" y="25658"/>
                  </a:cubicBezTo>
                  <a:cubicBezTo>
                    <a:pt x="265950" y="25479"/>
                    <a:pt x="266212" y="25539"/>
                    <a:pt x="266379" y="25503"/>
                  </a:cubicBezTo>
                  <a:cubicBezTo>
                    <a:pt x="266510" y="25396"/>
                    <a:pt x="266641" y="25301"/>
                    <a:pt x="266772" y="25194"/>
                  </a:cubicBezTo>
                  <a:cubicBezTo>
                    <a:pt x="266796" y="25146"/>
                    <a:pt x="266808" y="25110"/>
                    <a:pt x="266820" y="25063"/>
                  </a:cubicBezTo>
                  <a:cubicBezTo>
                    <a:pt x="258283" y="23932"/>
                    <a:pt x="263962" y="23515"/>
                    <a:pt x="268260" y="22312"/>
                  </a:cubicBezTo>
                  <a:cubicBezTo>
                    <a:pt x="268415" y="19919"/>
                    <a:pt x="268856" y="15300"/>
                    <a:pt x="268856" y="15300"/>
                  </a:cubicBezTo>
                  <a:lnTo>
                    <a:pt x="254901" y="1453"/>
                  </a:lnTo>
                  <a:cubicBezTo>
                    <a:pt x="254901" y="1453"/>
                    <a:pt x="251413" y="1679"/>
                    <a:pt x="249615" y="1774"/>
                  </a:cubicBezTo>
                  <a:cubicBezTo>
                    <a:pt x="249746" y="1167"/>
                    <a:pt x="249889" y="572"/>
                    <a:pt x="250020" y="0"/>
                  </a:cubicBezTo>
                  <a:lnTo>
                    <a:pt x="250020" y="0"/>
                  </a:lnTo>
                  <a:cubicBezTo>
                    <a:pt x="240828" y="929"/>
                    <a:pt x="233577" y="1572"/>
                    <a:pt x="225017" y="1929"/>
                  </a:cubicBezTo>
                  <a:cubicBezTo>
                    <a:pt x="224814" y="2179"/>
                    <a:pt x="224600" y="2441"/>
                    <a:pt x="224386" y="2715"/>
                  </a:cubicBezTo>
                  <a:cubicBezTo>
                    <a:pt x="223731" y="2953"/>
                    <a:pt x="223112" y="3274"/>
                    <a:pt x="222647" y="3751"/>
                  </a:cubicBezTo>
                  <a:cubicBezTo>
                    <a:pt x="222755" y="3346"/>
                    <a:pt x="222945" y="2774"/>
                    <a:pt x="223219" y="2000"/>
                  </a:cubicBezTo>
                  <a:cubicBezTo>
                    <a:pt x="223094" y="1992"/>
                    <a:pt x="222968" y="1988"/>
                    <a:pt x="222843" y="1988"/>
                  </a:cubicBezTo>
                  <a:cubicBezTo>
                    <a:pt x="221740" y="1988"/>
                    <a:pt x="220632" y="2285"/>
                    <a:pt x="219537" y="2285"/>
                  </a:cubicBezTo>
                  <a:cubicBezTo>
                    <a:pt x="219371" y="2285"/>
                    <a:pt x="219205" y="2278"/>
                    <a:pt x="219040" y="2262"/>
                  </a:cubicBezTo>
                  <a:cubicBezTo>
                    <a:pt x="218567" y="2506"/>
                    <a:pt x="218202" y="2952"/>
                    <a:pt x="217926" y="2952"/>
                  </a:cubicBezTo>
                  <a:cubicBezTo>
                    <a:pt x="217744" y="2952"/>
                    <a:pt x="217601" y="2757"/>
                    <a:pt x="217492" y="2179"/>
                  </a:cubicBezTo>
                  <a:cubicBezTo>
                    <a:pt x="216420" y="2203"/>
                    <a:pt x="215337" y="2227"/>
                    <a:pt x="214218" y="2239"/>
                  </a:cubicBezTo>
                  <a:cubicBezTo>
                    <a:pt x="210515" y="2179"/>
                    <a:pt x="207169" y="2084"/>
                    <a:pt x="204002" y="1965"/>
                  </a:cubicBezTo>
                  <a:cubicBezTo>
                    <a:pt x="203967" y="2131"/>
                    <a:pt x="203943" y="2298"/>
                    <a:pt x="203919" y="2453"/>
                  </a:cubicBezTo>
                  <a:cubicBezTo>
                    <a:pt x="203550" y="2560"/>
                    <a:pt x="203181" y="2679"/>
                    <a:pt x="202824" y="2822"/>
                  </a:cubicBezTo>
                  <a:cubicBezTo>
                    <a:pt x="202776" y="2548"/>
                    <a:pt x="202728" y="2239"/>
                    <a:pt x="202681" y="1905"/>
                  </a:cubicBezTo>
                  <a:cubicBezTo>
                    <a:pt x="194453" y="1524"/>
                    <a:pt x="187357" y="905"/>
                    <a:pt x="178440" y="0"/>
                  </a:cubicBezTo>
                  <a:lnTo>
                    <a:pt x="178440" y="0"/>
                  </a:lnTo>
                  <a:cubicBezTo>
                    <a:pt x="178582" y="572"/>
                    <a:pt x="178713" y="1167"/>
                    <a:pt x="178844" y="1774"/>
                  </a:cubicBezTo>
                  <a:cubicBezTo>
                    <a:pt x="175773" y="1607"/>
                    <a:pt x="172832" y="1417"/>
                    <a:pt x="169831" y="1179"/>
                  </a:cubicBezTo>
                  <a:cubicBezTo>
                    <a:pt x="169927" y="774"/>
                    <a:pt x="170010" y="381"/>
                    <a:pt x="170105" y="0"/>
                  </a:cubicBezTo>
                  <a:lnTo>
                    <a:pt x="170105" y="0"/>
                  </a:lnTo>
                  <a:cubicBezTo>
                    <a:pt x="167843" y="226"/>
                    <a:pt x="165700" y="441"/>
                    <a:pt x="163628" y="631"/>
                  </a:cubicBezTo>
                  <a:cubicBezTo>
                    <a:pt x="161556" y="441"/>
                    <a:pt x="159413" y="226"/>
                    <a:pt x="157163" y="0"/>
                  </a:cubicBezTo>
                  <a:lnTo>
                    <a:pt x="157163" y="0"/>
                  </a:lnTo>
                  <a:cubicBezTo>
                    <a:pt x="157246" y="381"/>
                    <a:pt x="157342" y="774"/>
                    <a:pt x="157425" y="1179"/>
                  </a:cubicBezTo>
                  <a:cubicBezTo>
                    <a:pt x="153377" y="1500"/>
                    <a:pt x="149400" y="1750"/>
                    <a:pt x="145102" y="1929"/>
                  </a:cubicBezTo>
                  <a:cubicBezTo>
                    <a:pt x="144154" y="3043"/>
                    <a:pt x="143049" y="4616"/>
                    <a:pt x="142712" y="4616"/>
                  </a:cubicBezTo>
                  <a:cubicBezTo>
                    <a:pt x="142491" y="4616"/>
                    <a:pt x="142601" y="3936"/>
                    <a:pt x="143304" y="2000"/>
                  </a:cubicBezTo>
                  <a:cubicBezTo>
                    <a:pt x="143179" y="1992"/>
                    <a:pt x="143053" y="1988"/>
                    <a:pt x="142928" y="1988"/>
                  </a:cubicBezTo>
                  <a:cubicBezTo>
                    <a:pt x="141825" y="1988"/>
                    <a:pt x="140718" y="2285"/>
                    <a:pt x="139622" y="2285"/>
                  </a:cubicBezTo>
                  <a:cubicBezTo>
                    <a:pt x="139456" y="2285"/>
                    <a:pt x="139290" y="2278"/>
                    <a:pt x="139125" y="2262"/>
                  </a:cubicBezTo>
                  <a:cubicBezTo>
                    <a:pt x="138780" y="2441"/>
                    <a:pt x="138494" y="2715"/>
                    <a:pt x="138256" y="2858"/>
                  </a:cubicBezTo>
                  <a:lnTo>
                    <a:pt x="138256" y="2250"/>
                  </a:lnTo>
                  <a:cubicBezTo>
                    <a:pt x="138030" y="2250"/>
                    <a:pt x="137803" y="2239"/>
                    <a:pt x="137589" y="2239"/>
                  </a:cubicBezTo>
                  <a:cubicBezTo>
                    <a:pt x="137577" y="2215"/>
                    <a:pt x="137577" y="2203"/>
                    <a:pt x="137565" y="2179"/>
                  </a:cubicBezTo>
                  <a:cubicBezTo>
                    <a:pt x="137041" y="2191"/>
                    <a:pt x="136494" y="2203"/>
                    <a:pt x="135946" y="2215"/>
                  </a:cubicBezTo>
                  <a:cubicBezTo>
                    <a:pt x="135410" y="2203"/>
                    <a:pt x="134863" y="2191"/>
                    <a:pt x="134327" y="2179"/>
                  </a:cubicBezTo>
                  <a:cubicBezTo>
                    <a:pt x="134327" y="2203"/>
                    <a:pt x="134327" y="2215"/>
                    <a:pt x="134315" y="2239"/>
                  </a:cubicBezTo>
                  <a:cubicBezTo>
                    <a:pt x="134089" y="2239"/>
                    <a:pt x="133874" y="2250"/>
                    <a:pt x="133648" y="2250"/>
                  </a:cubicBezTo>
                  <a:lnTo>
                    <a:pt x="133648" y="2858"/>
                  </a:lnTo>
                  <a:cubicBezTo>
                    <a:pt x="133410" y="2715"/>
                    <a:pt x="133124" y="2441"/>
                    <a:pt x="132779" y="2262"/>
                  </a:cubicBezTo>
                  <a:cubicBezTo>
                    <a:pt x="132604" y="2280"/>
                    <a:pt x="132429" y="2288"/>
                    <a:pt x="132254" y="2288"/>
                  </a:cubicBezTo>
                  <a:cubicBezTo>
                    <a:pt x="131165" y="2288"/>
                    <a:pt x="130064" y="1988"/>
                    <a:pt x="128968" y="1988"/>
                  </a:cubicBezTo>
                  <a:cubicBezTo>
                    <a:pt x="128845" y="1988"/>
                    <a:pt x="128723" y="1992"/>
                    <a:pt x="128600" y="2000"/>
                  </a:cubicBezTo>
                  <a:cubicBezTo>
                    <a:pt x="129303" y="3936"/>
                    <a:pt x="129413" y="4616"/>
                    <a:pt x="129192" y="4616"/>
                  </a:cubicBezTo>
                  <a:cubicBezTo>
                    <a:pt x="128855" y="4616"/>
                    <a:pt x="127750" y="3043"/>
                    <a:pt x="126802" y="1929"/>
                  </a:cubicBezTo>
                  <a:cubicBezTo>
                    <a:pt x="122492" y="1750"/>
                    <a:pt x="118527" y="1500"/>
                    <a:pt x="114467" y="1179"/>
                  </a:cubicBezTo>
                  <a:cubicBezTo>
                    <a:pt x="114562" y="774"/>
                    <a:pt x="114646" y="381"/>
                    <a:pt x="114741" y="0"/>
                  </a:cubicBezTo>
                  <a:lnTo>
                    <a:pt x="114741" y="0"/>
                  </a:lnTo>
                  <a:cubicBezTo>
                    <a:pt x="112491" y="226"/>
                    <a:pt x="110348" y="441"/>
                    <a:pt x="108276" y="631"/>
                  </a:cubicBezTo>
                  <a:cubicBezTo>
                    <a:pt x="106192" y="441"/>
                    <a:pt x="104061" y="226"/>
                    <a:pt x="101799" y="0"/>
                  </a:cubicBezTo>
                  <a:lnTo>
                    <a:pt x="101799" y="0"/>
                  </a:lnTo>
                  <a:cubicBezTo>
                    <a:pt x="101894" y="381"/>
                    <a:pt x="101978" y="774"/>
                    <a:pt x="102073" y="1179"/>
                  </a:cubicBezTo>
                  <a:cubicBezTo>
                    <a:pt x="99072" y="1417"/>
                    <a:pt x="96132" y="1607"/>
                    <a:pt x="93060" y="1774"/>
                  </a:cubicBezTo>
                  <a:cubicBezTo>
                    <a:pt x="93191" y="1167"/>
                    <a:pt x="93322" y="572"/>
                    <a:pt x="93465" y="0"/>
                  </a:cubicBezTo>
                  <a:lnTo>
                    <a:pt x="93465" y="0"/>
                  </a:lnTo>
                  <a:cubicBezTo>
                    <a:pt x="84535" y="905"/>
                    <a:pt x="77439" y="1524"/>
                    <a:pt x="69212" y="1905"/>
                  </a:cubicBezTo>
                  <a:cubicBezTo>
                    <a:pt x="69164" y="2239"/>
                    <a:pt x="69116" y="2548"/>
                    <a:pt x="69081" y="2822"/>
                  </a:cubicBezTo>
                  <a:cubicBezTo>
                    <a:pt x="68723" y="2667"/>
                    <a:pt x="68342" y="2548"/>
                    <a:pt x="67973" y="2453"/>
                  </a:cubicBezTo>
                  <a:cubicBezTo>
                    <a:pt x="67950" y="2298"/>
                    <a:pt x="67926" y="2131"/>
                    <a:pt x="67902" y="1953"/>
                  </a:cubicBezTo>
                  <a:cubicBezTo>
                    <a:pt x="64735" y="2084"/>
                    <a:pt x="61377" y="2179"/>
                    <a:pt x="57686" y="2239"/>
                  </a:cubicBezTo>
                  <a:cubicBezTo>
                    <a:pt x="56567" y="2227"/>
                    <a:pt x="55472" y="2203"/>
                    <a:pt x="54412" y="2179"/>
                  </a:cubicBezTo>
                  <a:cubicBezTo>
                    <a:pt x="54303" y="2757"/>
                    <a:pt x="54160" y="2952"/>
                    <a:pt x="53977" y="2952"/>
                  </a:cubicBezTo>
                  <a:cubicBezTo>
                    <a:pt x="53701" y="2952"/>
                    <a:pt x="53333" y="2506"/>
                    <a:pt x="52852" y="2262"/>
                  </a:cubicBezTo>
                  <a:cubicBezTo>
                    <a:pt x="52687" y="2278"/>
                    <a:pt x="52522" y="2285"/>
                    <a:pt x="52356" y="2285"/>
                  </a:cubicBezTo>
                  <a:cubicBezTo>
                    <a:pt x="51262" y="2285"/>
                    <a:pt x="50161" y="1988"/>
                    <a:pt x="49052" y="1988"/>
                  </a:cubicBezTo>
                  <a:cubicBezTo>
                    <a:pt x="48926" y="1988"/>
                    <a:pt x="48800" y="1992"/>
                    <a:pt x="48673" y="2000"/>
                  </a:cubicBezTo>
                  <a:cubicBezTo>
                    <a:pt x="48959" y="2774"/>
                    <a:pt x="49138" y="3346"/>
                    <a:pt x="49257" y="3751"/>
                  </a:cubicBezTo>
                  <a:cubicBezTo>
                    <a:pt x="48792" y="3274"/>
                    <a:pt x="48173" y="2953"/>
                    <a:pt x="47518" y="2703"/>
                  </a:cubicBezTo>
                  <a:cubicBezTo>
                    <a:pt x="47304" y="2441"/>
                    <a:pt x="47090" y="2179"/>
                    <a:pt x="46875" y="1929"/>
                  </a:cubicBezTo>
                  <a:cubicBezTo>
                    <a:pt x="38315" y="1572"/>
                    <a:pt x="31064" y="929"/>
                    <a:pt x="21872" y="0"/>
                  </a:cubicBezTo>
                  <a:lnTo>
                    <a:pt x="21872" y="0"/>
                  </a:lnTo>
                  <a:cubicBezTo>
                    <a:pt x="22015" y="572"/>
                    <a:pt x="22146" y="1167"/>
                    <a:pt x="22277" y="1774"/>
                  </a:cubicBezTo>
                  <a:cubicBezTo>
                    <a:pt x="15098" y="1393"/>
                    <a:pt x="8573" y="810"/>
                    <a:pt x="5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44"/>
            <p:cNvSpPr/>
            <p:nvPr/>
          </p:nvSpPr>
          <p:spPr>
            <a:xfrm>
              <a:off x="283950" y="193150"/>
              <a:ext cx="8615526" cy="4752359"/>
            </a:xfrm>
            <a:custGeom>
              <a:rect b="b" l="l" r="r" t="t"/>
              <a:pathLst>
                <a:path extrusionOk="0" h="146757" w="269046">
                  <a:moveTo>
                    <a:pt x="21241" y="131"/>
                  </a:moveTo>
                  <a:cubicBezTo>
                    <a:pt x="20884" y="346"/>
                    <a:pt x="20527" y="572"/>
                    <a:pt x="20170" y="798"/>
                  </a:cubicBezTo>
                  <a:cubicBezTo>
                    <a:pt x="20217" y="953"/>
                    <a:pt x="20253" y="1120"/>
                    <a:pt x="20289" y="1286"/>
                  </a:cubicBezTo>
                  <a:cubicBezTo>
                    <a:pt x="20860" y="929"/>
                    <a:pt x="21432" y="560"/>
                    <a:pt x="22015" y="203"/>
                  </a:cubicBezTo>
                  <a:cubicBezTo>
                    <a:pt x="21753" y="179"/>
                    <a:pt x="21503" y="155"/>
                    <a:pt x="21241" y="131"/>
                  </a:cubicBezTo>
                  <a:close/>
                  <a:moveTo>
                    <a:pt x="18777" y="1691"/>
                  </a:moveTo>
                  <a:cubicBezTo>
                    <a:pt x="18515" y="1858"/>
                    <a:pt x="18265" y="2012"/>
                    <a:pt x="18015" y="2179"/>
                  </a:cubicBezTo>
                  <a:cubicBezTo>
                    <a:pt x="11788" y="6263"/>
                    <a:pt x="6156" y="10644"/>
                    <a:pt x="1155" y="15252"/>
                  </a:cubicBezTo>
                  <a:cubicBezTo>
                    <a:pt x="1179" y="15455"/>
                    <a:pt x="1203" y="15657"/>
                    <a:pt x="1215" y="15848"/>
                  </a:cubicBezTo>
                  <a:cubicBezTo>
                    <a:pt x="6263" y="11156"/>
                    <a:pt x="11966" y="6727"/>
                    <a:pt x="18277" y="2584"/>
                  </a:cubicBezTo>
                  <a:cubicBezTo>
                    <a:pt x="18705" y="2298"/>
                    <a:pt x="19146" y="2012"/>
                    <a:pt x="19574" y="1739"/>
                  </a:cubicBezTo>
                  <a:cubicBezTo>
                    <a:pt x="19312" y="1727"/>
                    <a:pt x="19039" y="1703"/>
                    <a:pt x="18777" y="1691"/>
                  </a:cubicBezTo>
                  <a:close/>
                  <a:moveTo>
                    <a:pt x="257199" y="5608"/>
                  </a:moveTo>
                  <a:cubicBezTo>
                    <a:pt x="259819" y="11180"/>
                    <a:pt x="262128" y="16943"/>
                    <a:pt x="264105" y="22884"/>
                  </a:cubicBezTo>
                  <a:cubicBezTo>
                    <a:pt x="264307" y="22836"/>
                    <a:pt x="264522" y="22789"/>
                    <a:pt x="264736" y="22741"/>
                  </a:cubicBezTo>
                  <a:cubicBezTo>
                    <a:pt x="262950" y="17360"/>
                    <a:pt x="260890" y="12085"/>
                    <a:pt x="258557" y="6942"/>
                  </a:cubicBezTo>
                  <a:lnTo>
                    <a:pt x="257199" y="5608"/>
                  </a:lnTo>
                  <a:close/>
                  <a:moveTo>
                    <a:pt x="234685" y="1239"/>
                  </a:moveTo>
                  <a:cubicBezTo>
                    <a:pt x="234423" y="1262"/>
                    <a:pt x="234149" y="1286"/>
                    <a:pt x="233887" y="1298"/>
                  </a:cubicBezTo>
                  <a:cubicBezTo>
                    <a:pt x="234554" y="1727"/>
                    <a:pt x="235220" y="2143"/>
                    <a:pt x="235875" y="2584"/>
                  </a:cubicBezTo>
                  <a:cubicBezTo>
                    <a:pt x="245662" y="9001"/>
                    <a:pt x="253961" y="16145"/>
                    <a:pt x="260676" y="23813"/>
                  </a:cubicBezTo>
                  <a:cubicBezTo>
                    <a:pt x="260783" y="23741"/>
                    <a:pt x="260938" y="23682"/>
                    <a:pt x="261140" y="23610"/>
                  </a:cubicBezTo>
                  <a:cubicBezTo>
                    <a:pt x="254377" y="15871"/>
                    <a:pt x="246007" y="8656"/>
                    <a:pt x="236137" y="2179"/>
                  </a:cubicBezTo>
                  <a:cubicBezTo>
                    <a:pt x="235649" y="1870"/>
                    <a:pt x="235173" y="1548"/>
                    <a:pt x="234685" y="1239"/>
                  </a:cubicBezTo>
                  <a:close/>
                  <a:moveTo>
                    <a:pt x="264807" y="25051"/>
                  </a:moveTo>
                  <a:lnTo>
                    <a:pt x="264867" y="25218"/>
                  </a:lnTo>
                  <a:cubicBezTo>
                    <a:pt x="264879" y="25218"/>
                    <a:pt x="264879" y="25206"/>
                    <a:pt x="264891" y="25194"/>
                  </a:cubicBezTo>
                  <a:cubicBezTo>
                    <a:pt x="264914" y="25158"/>
                    <a:pt x="264926" y="25111"/>
                    <a:pt x="264938" y="25075"/>
                  </a:cubicBezTo>
                  <a:cubicBezTo>
                    <a:pt x="264891" y="25063"/>
                    <a:pt x="264855" y="25063"/>
                    <a:pt x="264807" y="25051"/>
                  </a:cubicBezTo>
                  <a:close/>
                  <a:moveTo>
                    <a:pt x="265319" y="26670"/>
                  </a:moveTo>
                  <a:lnTo>
                    <a:pt x="265319" y="26670"/>
                  </a:lnTo>
                  <a:cubicBezTo>
                    <a:pt x="265557" y="27480"/>
                    <a:pt x="265807" y="28290"/>
                    <a:pt x="266034" y="29099"/>
                  </a:cubicBezTo>
                  <a:cubicBezTo>
                    <a:pt x="266057" y="28444"/>
                    <a:pt x="266081" y="27789"/>
                    <a:pt x="266117" y="27135"/>
                  </a:cubicBezTo>
                  <a:cubicBezTo>
                    <a:pt x="266081" y="27016"/>
                    <a:pt x="266046" y="26896"/>
                    <a:pt x="266010" y="26777"/>
                  </a:cubicBezTo>
                  <a:cubicBezTo>
                    <a:pt x="265843" y="26754"/>
                    <a:pt x="265593" y="26718"/>
                    <a:pt x="265319" y="26670"/>
                  </a:cubicBezTo>
                  <a:close/>
                  <a:moveTo>
                    <a:pt x="261188" y="24408"/>
                  </a:moveTo>
                  <a:lnTo>
                    <a:pt x="261188" y="24408"/>
                  </a:lnTo>
                  <a:cubicBezTo>
                    <a:pt x="262902" y="26396"/>
                    <a:pt x="264498" y="28409"/>
                    <a:pt x="265998" y="30456"/>
                  </a:cubicBezTo>
                  <a:cubicBezTo>
                    <a:pt x="265998" y="30195"/>
                    <a:pt x="266010" y="29944"/>
                    <a:pt x="266022" y="29683"/>
                  </a:cubicBezTo>
                  <a:cubicBezTo>
                    <a:pt x="265153" y="28516"/>
                    <a:pt x="264260" y="27361"/>
                    <a:pt x="263331" y="26218"/>
                  </a:cubicBezTo>
                  <a:cubicBezTo>
                    <a:pt x="263200" y="26158"/>
                    <a:pt x="263140" y="26087"/>
                    <a:pt x="263164" y="26015"/>
                  </a:cubicBezTo>
                  <a:cubicBezTo>
                    <a:pt x="262771" y="25539"/>
                    <a:pt x="262378" y="25075"/>
                    <a:pt x="261986" y="24599"/>
                  </a:cubicBezTo>
                  <a:cubicBezTo>
                    <a:pt x="261664" y="24539"/>
                    <a:pt x="261402" y="24468"/>
                    <a:pt x="261188" y="24408"/>
                  </a:cubicBezTo>
                  <a:close/>
                  <a:moveTo>
                    <a:pt x="127076" y="17431"/>
                  </a:moveTo>
                  <a:cubicBezTo>
                    <a:pt x="133339" y="17431"/>
                    <a:pt x="139506" y="17574"/>
                    <a:pt x="145578" y="17848"/>
                  </a:cubicBezTo>
                  <a:cubicBezTo>
                    <a:pt x="146150" y="29278"/>
                    <a:pt x="146554" y="41363"/>
                    <a:pt x="146769" y="53924"/>
                  </a:cubicBezTo>
                  <a:cubicBezTo>
                    <a:pt x="140292" y="53816"/>
                    <a:pt x="133720" y="53769"/>
                    <a:pt x="127076" y="53769"/>
                  </a:cubicBezTo>
                  <a:cubicBezTo>
                    <a:pt x="120432" y="53769"/>
                    <a:pt x="113860" y="53816"/>
                    <a:pt x="107371" y="53924"/>
                  </a:cubicBezTo>
                  <a:cubicBezTo>
                    <a:pt x="107585" y="41363"/>
                    <a:pt x="107990" y="29278"/>
                    <a:pt x="108562" y="17848"/>
                  </a:cubicBezTo>
                  <a:cubicBezTo>
                    <a:pt x="114634" y="17574"/>
                    <a:pt x="120813" y="17431"/>
                    <a:pt x="127076" y="17431"/>
                  </a:cubicBezTo>
                  <a:close/>
                  <a:moveTo>
                    <a:pt x="108359" y="17848"/>
                  </a:moveTo>
                  <a:cubicBezTo>
                    <a:pt x="107776" y="29385"/>
                    <a:pt x="107371" y="41482"/>
                    <a:pt x="107169" y="53924"/>
                  </a:cubicBezTo>
                  <a:cubicBezTo>
                    <a:pt x="94727" y="54138"/>
                    <a:pt x="82630" y="54531"/>
                    <a:pt x="71093" y="55114"/>
                  </a:cubicBezTo>
                  <a:cubicBezTo>
                    <a:pt x="71617" y="43244"/>
                    <a:pt x="72640" y="31766"/>
                    <a:pt x="74117" y="20872"/>
                  </a:cubicBezTo>
                  <a:cubicBezTo>
                    <a:pt x="85011" y="19407"/>
                    <a:pt x="96477" y="18384"/>
                    <a:pt x="108359" y="17848"/>
                  </a:cubicBezTo>
                  <a:close/>
                  <a:moveTo>
                    <a:pt x="145792" y="17860"/>
                  </a:moveTo>
                  <a:lnTo>
                    <a:pt x="145792" y="17860"/>
                  </a:lnTo>
                  <a:cubicBezTo>
                    <a:pt x="157675" y="18384"/>
                    <a:pt x="169141" y="19407"/>
                    <a:pt x="180035" y="20884"/>
                  </a:cubicBezTo>
                  <a:cubicBezTo>
                    <a:pt x="181499" y="31766"/>
                    <a:pt x="182523" y="43244"/>
                    <a:pt x="183059" y="55114"/>
                  </a:cubicBezTo>
                  <a:cubicBezTo>
                    <a:pt x="171522" y="54531"/>
                    <a:pt x="159425" y="54138"/>
                    <a:pt x="146983" y="53924"/>
                  </a:cubicBezTo>
                  <a:cubicBezTo>
                    <a:pt x="146781" y="41482"/>
                    <a:pt x="146376" y="29385"/>
                    <a:pt x="145792" y="17860"/>
                  </a:cubicBezTo>
                  <a:close/>
                  <a:moveTo>
                    <a:pt x="73724" y="20931"/>
                  </a:moveTo>
                  <a:lnTo>
                    <a:pt x="73724" y="20931"/>
                  </a:lnTo>
                  <a:cubicBezTo>
                    <a:pt x="72259" y="31909"/>
                    <a:pt x="71247" y="43375"/>
                    <a:pt x="70724" y="55138"/>
                  </a:cubicBezTo>
                  <a:cubicBezTo>
                    <a:pt x="54805" y="55948"/>
                    <a:pt x="39958" y="57103"/>
                    <a:pt x="26742" y="58579"/>
                  </a:cubicBezTo>
                  <a:cubicBezTo>
                    <a:pt x="27373" y="48816"/>
                    <a:pt x="28599" y="39255"/>
                    <a:pt x="30397" y="29992"/>
                  </a:cubicBezTo>
                  <a:cubicBezTo>
                    <a:pt x="43292" y="26158"/>
                    <a:pt x="57901" y="23086"/>
                    <a:pt x="73724" y="20931"/>
                  </a:cubicBezTo>
                  <a:close/>
                  <a:moveTo>
                    <a:pt x="180416" y="20931"/>
                  </a:moveTo>
                  <a:lnTo>
                    <a:pt x="180416" y="20931"/>
                  </a:lnTo>
                  <a:cubicBezTo>
                    <a:pt x="196251" y="23086"/>
                    <a:pt x="210860" y="26170"/>
                    <a:pt x="223755" y="29992"/>
                  </a:cubicBezTo>
                  <a:cubicBezTo>
                    <a:pt x="225552" y="39255"/>
                    <a:pt x="226779" y="48816"/>
                    <a:pt x="227410" y="58579"/>
                  </a:cubicBezTo>
                  <a:cubicBezTo>
                    <a:pt x="214194" y="57103"/>
                    <a:pt x="199335" y="55948"/>
                    <a:pt x="183416" y="55138"/>
                  </a:cubicBezTo>
                  <a:cubicBezTo>
                    <a:pt x="182904" y="43375"/>
                    <a:pt x="181892" y="31909"/>
                    <a:pt x="180416" y="20931"/>
                  </a:cubicBezTo>
                  <a:close/>
                  <a:moveTo>
                    <a:pt x="70724" y="55352"/>
                  </a:moveTo>
                  <a:cubicBezTo>
                    <a:pt x="70450" y="61436"/>
                    <a:pt x="70319" y="67616"/>
                    <a:pt x="70319" y="73843"/>
                  </a:cubicBezTo>
                  <a:cubicBezTo>
                    <a:pt x="70319" y="80070"/>
                    <a:pt x="70450" y="86237"/>
                    <a:pt x="70724" y="92321"/>
                  </a:cubicBezTo>
                  <a:cubicBezTo>
                    <a:pt x="54543" y="91500"/>
                    <a:pt x="39696" y="90333"/>
                    <a:pt x="26730" y="88892"/>
                  </a:cubicBezTo>
                  <a:cubicBezTo>
                    <a:pt x="26420" y="83915"/>
                    <a:pt x="26254" y="78891"/>
                    <a:pt x="26254" y="73843"/>
                  </a:cubicBezTo>
                  <a:cubicBezTo>
                    <a:pt x="26254" y="68783"/>
                    <a:pt x="26420" y="63758"/>
                    <a:pt x="26730" y="58781"/>
                  </a:cubicBezTo>
                  <a:cubicBezTo>
                    <a:pt x="39696" y="57341"/>
                    <a:pt x="54543" y="56174"/>
                    <a:pt x="70724" y="55352"/>
                  </a:cubicBezTo>
                  <a:close/>
                  <a:moveTo>
                    <a:pt x="183428" y="55352"/>
                  </a:moveTo>
                  <a:cubicBezTo>
                    <a:pt x="199609" y="56174"/>
                    <a:pt x="214444" y="57341"/>
                    <a:pt x="227410" y="58781"/>
                  </a:cubicBezTo>
                  <a:cubicBezTo>
                    <a:pt x="227731" y="63758"/>
                    <a:pt x="227886" y="68783"/>
                    <a:pt x="227886" y="73843"/>
                  </a:cubicBezTo>
                  <a:cubicBezTo>
                    <a:pt x="227886" y="78903"/>
                    <a:pt x="227731" y="83915"/>
                    <a:pt x="227410" y="88892"/>
                  </a:cubicBezTo>
                  <a:cubicBezTo>
                    <a:pt x="214444" y="90333"/>
                    <a:pt x="199609" y="91500"/>
                    <a:pt x="183428" y="92321"/>
                  </a:cubicBezTo>
                  <a:cubicBezTo>
                    <a:pt x="183690" y="86237"/>
                    <a:pt x="183833" y="80070"/>
                    <a:pt x="183833" y="73843"/>
                  </a:cubicBezTo>
                  <a:cubicBezTo>
                    <a:pt x="183833" y="67616"/>
                    <a:pt x="183690" y="61436"/>
                    <a:pt x="183428" y="55352"/>
                  </a:cubicBezTo>
                  <a:close/>
                  <a:moveTo>
                    <a:pt x="107157" y="54138"/>
                  </a:moveTo>
                  <a:cubicBezTo>
                    <a:pt x="107050" y="60627"/>
                    <a:pt x="107002" y="67199"/>
                    <a:pt x="107002" y="73843"/>
                  </a:cubicBezTo>
                  <a:cubicBezTo>
                    <a:pt x="107002" y="80475"/>
                    <a:pt x="107050" y="87047"/>
                    <a:pt x="107157" y="93536"/>
                  </a:cubicBezTo>
                  <a:cubicBezTo>
                    <a:pt x="94596" y="93321"/>
                    <a:pt x="82511" y="92917"/>
                    <a:pt x="71081" y="92345"/>
                  </a:cubicBezTo>
                  <a:cubicBezTo>
                    <a:pt x="70807" y="86273"/>
                    <a:pt x="70676" y="80105"/>
                    <a:pt x="70676" y="73843"/>
                  </a:cubicBezTo>
                  <a:cubicBezTo>
                    <a:pt x="70676" y="67580"/>
                    <a:pt x="70807" y="61401"/>
                    <a:pt x="71081" y="55329"/>
                  </a:cubicBezTo>
                  <a:cubicBezTo>
                    <a:pt x="82511" y="54757"/>
                    <a:pt x="94596" y="54352"/>
                    <a:pt x="107157" y="54138"/>
                  </a:cubicBezTo>
                  <a:close/>
                  <a:moveTo>
                    <a:pt x="146983" y="54138"/>
                  </a:moveTo>
                  <a:cubicBezTo>
                    <a:pt x="159544" y="54352"/>
                    <a:pt x="171641" y="54757"/>
                    <a:pt x="183071" y="55329"/>
                  </a:cubicBezTo>
                  <a:cubicBezTo>
                    <a:pt x="183333" y="61401"/>
                    <a:pt x="183476" y="67568"/>
                    <a:pt x="183476" y="73831"/>
                  </a:cubicBezTo>
                  <a:cubicBezTo>
                    <a:pt x="183476" y="80094"/>
                    <a:pt x="183333" y="86273"/>
                    <a:pt x="183071" y="92345"/>
                  </a:cubicBezTo>
                  <a:cubicBezTo>
                    <a:pt x="171641" y="92917"/>
                    <a:pt x="159544" y="93321"/>
                    <a:pt x="146983" y="93536"/>
                  </a:cubicBezTo>
                  <a:cubicBezTo>
                    <a:pt x="147090" y="87047"/>
                    <a:pt x="147150" y="80475"/>
                    <a:pt x="147150" y="73843"/>
                  </a:cubicBezTo>
                  <a:cubicBezTo>
                    <a:pt x="147150" y="67199"/>
                    <a:pt x="147090" y="60627"/>
                    <a:pt x="146983" y="54138"/>
                  </a:cubicBezTo>
                  <a:close/>
                  <a:moveTo>
                    <a:pt x="127076" y="53971"/>
                  </a:moveTo>
                  <a:cubicBezTo>
                    <a:pt x="133743" y="53971"/>
                    <a:pt x="140327" y="54031"/>
                    <a:pt x="146781" y="54138"/>
                  </a:cubicBezTo>
                  <a:cubicBezTo>
                    <a:pt x="146876" y="60591"/>
                    <a:pt x="146935" y="67163"/>
                    <a:pt x="146935" y="73843"/>
                  </a:cubicBezTo>
                  <a:cubicBezTo>
                    <a:pt x="146935" y="80510"/>
                    <a:pt x="146888" y="87082"/>
                    <a:pt x="146781" y="93536"/>
                  </a:cubicBezTo>
                  <a:cubicBezTo>
                    <a:pt x="140327" y="93643"/>
                    <a:pt x="133743" y="93702"/>
                    <a:pt x="127076" y="93702"/>
                  </a:cubicBezTo>
                  <a:cubicBezTo>
                    <a:pt x="120396" y="93702"/>
                    <a:pt x="113824" y="93643"/>
                    <a:pt x="107371" y="93536"/>
                  </a:cubicBezTo>
                  <a:cubicBezTo>
                    <a:pt x="107264" y="87082"/>
                    <a:pt x="107204" y="80510"/>
                    <a:pt x="107204" y="73843"/>
                  </a:cubicBezTo>
                  <a:cubicBezTo>
                    <a:pt x="107204" y="67163"/>
                    <a:pt x="107264" y="60591"/>
                    <a:pt x="107371" y="54138"/>
                  </a:cubicBezTo>
                  <a:cubicBezTo>
                    <a:pt x="113824" y="54031"/>
                    <a:pt x="120396" y="53971"/>
                    <a:pt x="127076" y="53971"/>
                  </a:cubicBezTo>
                  <a:close/>
                  <a:moveTo>
                    <a:pt x="48" y="105632"/>
                  </a:moveTo>
                  <a:cubicBezTo>
                    <a:pt x="36" y="105716"/>
                    <a:pt x="12" y="105811"/>
                    <a:pt x="0" y="105894"/>
                  </a:cubicBezTo>
                  <a:cubicBezTo>
                    <a:pt x="155" y="105882"/>
                    <a:pt x="310" y="105870"/>
                    <a:pt x="477" y="105859"/>
                  </a:cubicBezTo>
                  <a:cubicBezTo>
                    <a:pt x="334" y="105775"/>
                    <a:pt x="191" y="105704"/>
                    <a:pt x="48" y="105632"/>
                  </a:cubicBezTo>
                  <a:close/>
                  <a:moveTo>
                    <a:pt x="26742" y="89095"/>
                  </a:moveTo>
                  <a:cubicBezTo>
                    <a:pt x="39958" y="90571"/>
                    <a:pt x="54805" y="91726"/>
                    <a:pt x="70724" y="92536"/>
                  </a:cubicBezTo>
                  <a:cubicBezTo>
                    <a:pt x="71247" y="104299"/>
                    <a:pt x="72259" y="115765"/>
                    <a:pt x="73724" y="126742"/>
                  </a:cubicBezTo>
                  <a:cubicBezTo>
                    <a:pt x="57901" y="124587"/>
                    <a:pt x="43292" y="121515"/>
                    <a:pt x="30397" y="117681"/>
                  </a:cubicBezTo>
                  <a:cubicBezTo>
                    <a:pt x="28599" y="108418"/>
                    <a:pt x="27373" y="98858"/>
                    <a:pt x="26742" y="89095"/>
                  </a:cubicBezTo>
                  <a:close/>
                  <a:moveTo>
                    <a:pt x="227410" y="89095"/>
                  </a:moveTo>
                  <a:cubicBezTo>
                    <a:pt x="226779" y="98858"/>
                    <a:pt x="225552" y="108418"/>
                    <a:pt x="223755" y="117681"/>
                  </a:cubicBezTo>
                  <a:cubicBezTo>
                    <a:pt x="210860" y="121515"/>
                    <a:pt x="196251" y="124587"/>
                    <a:pt x="180416" y="126742"/>
                  </a:cubicBezTo>
                  <a:cubicBezTo>
                    <a:pt x="181892" y="115765"/>
                    <a:pt x="182904" y="104299"/>
                    <a:pt x="183416" y="92536"/>
                  </a:cubicBezTo>
                  <a:cubicBezTo>
                    <a:pt x="199347" y="91726"/>
                    <a:pt x="214194" y="90571"/>
                    <a:pt x="227410" y="89095"/>
                  </a:cubicBezTo>
                  <a:close/>
                  <a:moveTo>
                    <a:pt x="71093" y="92559"/>
                  </a:moveTo>
                  <a:lnTo>
                    <a:pt x="71093" y="92559"/>
                  </a:lnTo>
                  <a:cubicBezTo>
                    <a:pt x="82630" y="93143"/>
                    <a:pt x="94715" y="93536"/>
                    <a:pt x="107169" y="93750"/>
                  </a:cubicBezTo>
                  <a:cubicBezTo>
                    <a:pt x="107371" y="106192"/>
                    <a:pt x="107776" y="118289"/>
                    <a:pt x="108347" y="129826"/>
                  </a:cubicBezTo>
                  <a:cubicBezTo>
                    <a:pt x="96477" y="129290"/>
                    <a:pt x="85011" y="128266"/>
                    <a:pt x="74117" y="126790"/>
                  </a:cubicBezTo>
                  <a:cubicBezTo>
                    <a:pt x="72640" y="115907"/>
                    <a:pt x="71617" y="104442"/>
                    <a:pt x="71093" y="92559"/>
                  </a:cubicBezTo>
                  <a:close/>
                  <a:moveTo>
                    <a:pt x="183059" y="92559"/>
                  </a:moveTo>
                  <a:lnTo>
                    <a:pt x="183059" y="92559"/>
                  </a:lnTo>
                  <a:cubicBezTo>
                    <a:pt x="182523" y="104442"/>
                    <a:pt x="181499" y="115907"/>
                    <a:pt x="180035" y="126802"/>
                  </a:cubicBezTo>
                  <a:cubicBezTo>
                    <a:pt x="169141" y="128266"/>
                    <a:pt x="157675" y="129290"/>
                    <a:pt x="145792" y="129826"/>
                  </a:cubicBezTo>
                  <a:cubicBezTo>
                    <a:pt x="146376" y="118289"/>
                    <a:pt x="146769" y="106192"/>
                    <a:pt x="146983" y="93750"/>
                  </a:cubicBezTo>
                  <a:cubicBezTo>
                    <a:pt x="159425" y="93536"/>
                    <a:pt x="171522" y="93143"/>
                    <a:pt x="183059" y="92559"/>
                  </a:cubicBezTo>
                  <a:close/>
                  <a:moveTo>
                    <a:pt x="107371" y="93750"/>
                  </a:moveTo>
                  <a:cubicBezTo>
                    <a:pt x="113860" y="93857"/>
                    <a:pt x="120432" y="93917"/>
                    <a:pt x="127076" y="93917"/>
                  </a:cubicBezTo>
                  <a:cubicBezTo>
                    <a:pt x="133708" y="93917"/>
                    <a:pt x="140292" y="93857"/>
                    <a:pt x="146769" y="93750"/>
                  </a:cubicBezTo>
                  <a:lnTo>
                    <a:pt x="146769" y="93750"/>
                  </a:lnTo>
                  <a:cubicBezTo>
                    <a:pt x="146566" y="106311"/>
                    <a:pt x="146150" y="118396"/>
                    <a:pt x="145578" y="129826"/>
                  </a:cubicBezTo>
                  <a:cubicBezTo>
                    <a:pt x="139506" y="130100"/>
                    <a:pt x="133339" y="130243"/>
                    <a:pt x="127076" y="130243"/>
                  </a:cubicBezTo>
                  <a:cubicBezTo>
                    <a:pt x="120813" y="130243"/>
                    <a:pt x="114634" y="130100"/>
                    <a:pt x="108574" y="129826"/>
                  </a:cubicBezTo>
                  <a:cubicBezTo>
                    <a:pt x="107990" y="118396"/>
                    <a:pt x="107585" y="106311"/>
                    <a:pt x="107371" y="93750"/>
                  </a:cubicBezTo>
                  <a:close/>
                  <a:moveTo>
                    <a:pt x="266653" y="116300"/>
                  </a:moveTo>
                  <a:lnTo>
                    <a:pt x="266653" y="116300"/>
                  </a:lnTo>
                  <a:cubicBezTo>
                    <a:pt x="259152" y="126861"/>
                    <a:pt x="248817" y="136600"/>
                    <a:pt x="235875" y="145101"/>
                  </a:cubicBezTo>
                  <a:cubicBezTo>
                    <a:pt x="235411" y="145399"/>
                    <a:pt x="234946" y="145697"/>
                    <a:pt x="234482" y="145994"/>
                  </a:cubicBezTo>
                  <a:cubicBezTo>
                    <a:pt x="234756" y="146006"/>
                    <a:pt x="235030" y="146018"/>
                    <a:pt x="235304" y="146030"/>
                  </a:cubicBezTo>
                  <a:cubicBezTo>
                    <a:pt x="235577" y="145852"/>
                    <a:pt x="235851" y="145673"/>
                    <a:pt x="236137" y="145494"/>
                  </a:cubicBezTo>
                  <a:cubicBezTo>
                    <a:pt x="248710" y="137243"/>
                    <a:pt x="258854" y="127814"/>
                    <a:pt x="266319" y="117586"/>
                  </a:cubicBezTo>
                  <a:lnTo>
                    <a:pt x="266319" y="117586"/>
                  </a:lnTo>
                  <a:cubicBezTo>
                    <a:pt x="263533" y="127504"/>
                    <a:pt x="259831" y="137005"/>
                    <a:pt x="255306" y="145971"/>
                  </a:cubicBezTo>
                  <a:cubicBezTo>
                    <a:pt x="255544" y="145983"/>
                    <a:pt x="255794" y="145994"/>
                    <a:pt x="256032" y="146006"/>
                  </a:cubicBezTo>
                  <a:cubicBezTo>
                    <a:pt x="260354" y="137374"/>
                    <a:pt x="263879" y="128338"/>
                    <a:pt x="266569" y="118991"/>
                  </a:cubicBezTo>
                  <a:cubicBezTo>
                    <a:pt x="266593" y="118098"/>
                    <a:pt x="266617" y="117193"/>
                    <a:pt x="266653" y="116300"/>
                  </a:cubicBezTo>
                  <a:close/>
                  <a:moveTo>
                    <a:pt x="1798" y="132362"/>
                  </a:moveTo>
                  <a:cubicBezTo>
                    <a:pt x="1774" y="132540"/>
                    <a:pt x="1739" y="132731"/>
                    <a:pt x="1715" y="132933"/>
                  </a:cubicBezTo>
                  <a:cubicBezTo>
                    <a:pt x="6573" y="137362"/>
                    <a:pt x="12014" y="141553"/>
                    <a:pt x="18015" y="145494"/>
                  </a:cubicBezTo>
                  <a:cubicBezTo>
                    <a:pt x="18229" y="145637"/>
                    <a:pt x="18455" y="145780"/>
                    <a:pt x="18669" y="145923"/>
                  </a:cubicBezTo>
                  <a:cubicBezTo>
                    <a:pt x="18681" y="145899"/>
                    <a:pt x="18681" y="145887"/>
                    <a:pt x="18693" y="145875"/>
                  </a:cubicBezTo>
                  <a:lnTo>
                    <a:pt x="18693" y="145875"/>
                  </a:lnTo>
                  <a:cubicBezTo>
                    <a:pt x="18681" y="145899"/>
                    <a:pt x="18693" y="145911"/>
                    <a:pt x="18693" y="145935"/>
                  </a:cubicBezTo>
                  <a:cubicBezTo>
                    <a:pt x="18800" y="146006"/>
                    <a:pt x="18908" y="146066"/>
                    <a:pt x="19015" y="146137"/>
                  </a:cubicBezTo>
                  <a:cubicBezTo>
                    <a:pt x="19348" y="146256"/>
                    <a:pt x="19872" y="146328"/>
                    <a:pt x="20336" y="146423"/>
                  </a:cubicBezTo>
                  <a:cubicBezTo>
                    <a:pt x="19646" y="145983"/>
                    <a:pt x="18955" y="145542"/>
                    <a:pt x="18277" y="145090"/>
                  </a:cubicBezTo>
                  <a:cubicBezTo>
                    <a:pt x="12204" y="141113"/>
                    <a:pt x="6692" y="136850"/>
                    <a:pt x="1798" y="132362"/>
                  </a:cubicBezTo>
                  <a:close/>
                  <a:moveTo>
                    <a:pt x="176558" y="0"/>
                  </a:moveTo>
                  <a:cubicBezTo>
                    <a:pt x="176701" y="572"/>
                    <a:pt x="176832" y="1167"/>
                    <a:pt x="176963" y="1774"/>
                  </a:cubicBezTo>
                  <a:lnTo>
                    <a:pt x="176903" y="1774"/>
                  </a:lnTo>
                  <a:cubicBezTo>
                    <a:pt x="178070" y="7787"/>
                    <a:pt x="179106" y="14038"/>
                    <a:pt x="179975" y="20491"/>
                  </a:cubicBezTo>
                  <a:cubicBezTo>
                    <a:pt x="168998" y="19015"/>
                    <a:pt x="157544" y="18003"/>
                    <a:pt x="145781" y="17491"/>
                  </a:cubicBezTo>
                  <a:cubicBezTo>
                    <a:pt x="145507" y="12157"/>
                    <a:pt x="145197" y="6942"/>
                    <a:pt x="144852" y="1858"/>
                  </a:cubicBezTo>
                  <a:cubicBezTo>
                    <a:pt x="144780" y="1870"/>
                    <a:pt x="144697" y="1870"/>
                    <a:pt x="144626" y="1870"/>
                  </a:cubicBezTo>
                  <a:cubicBezTo>
                    <a:pt x="144971" y="6918"/>
                    <a:pt x="145292" y="12121"/>
                    <a:pt x="145554" y="17479"/>
                  </a:cubicBezTo>
                  <a:cubicBezTo>
                    <a:pt x="139470" y="17217"/>
                    <a:pt x="133303" y="17074"/>
                    <a:pt x="127076" y="17074"/>
                  </a:cubicBezTo>
                  <a:cubicBezTo>
                    <a:pt x="120849" y="17074"/>
                    <a:pt x="114681" y="17217"/>
                    <a:pt x="108585" y="17479"/>
                  </a:cubicBezTo>
                  <a:cubicBezTo>
                    <a:pt x="108895" y="11573"/>
                    <a:pt x="109240" y="5846"/>
                    <a:pt x="109621" y="322"/>
                  </a:cubicBezTo>
                  <a:lnTo>
                    <a:pt x="109621" y="322"/>
                  </a:lnTo>
                  <a:cubicBezTo>
                    <a:pt x="109550" y="334"/>
                    <a:pt x="109478" y="334"/>
                    <a:pt x="109407" y="346"/>
                  </a:cubicBezTo>
                  <a:cubicBezTo>
                    <a:pt x="109014" y="5894"/>
                    <a:pt x="108669" y="11621"/>
                    <a:pt x="108371" y="17491"/>
                  </a:cubicBezTo>
                  <a:cubicBezTo>
                    <a:pt x="96608" y="18003"/>
                    <a:pt x="85142" y="19015"/>
                    <a:pt x="74164" y="20491"/>
                  </a:cubicBezTo>
                  <a:cubicBezTo>
                    <a:pt x="75069" y="13871"/>
                    <a:pt x="76129" y="7454"/>
                    <a:pt x="77343" y="1298"/>
                  </a:cubicBezTo>
                  <a:lnTo>
                    <a:pt x="77343" y="1298"/>
                  </a:lnTo>
                  <a:cubicBezTo>
                    <a:pt x="77212" y="1310"/>
                    <a:pt x="77081" y="1322"/>
                    <a:pt x="76951" y="1334"/>
                  </a:cubicBezTo>
                  <a:cubicBezTo>
                    <a:pt x="75724" y="7537"/>
                    <a:pt x="74665" y="13954"/>
                    <a:pt x="73783" y="20539"/>
                  </a:cubicBezTo>
                  <a:cubicBezTo>
                    <a:pt x="58198" y="22646"/>
                    <a:pt x="43601" y="25682"/>
                    <a:pt x="30480" y="29575"/>
                  </a:cubicBezTo>
                  <a:cubicBezTo>
                    <a:pt x="32374" y="19872"/>
                    <a:pt x="34910" y="10502"/>
                    <a:pt x="38029" y="1560"/>
                  </a:cubicBezTo>
                  <a:cubicBezTo>
                    <a:pt x="37874" y="1548"/>
                    <a:pt x="37708" y="1548"/>
                    <a:pt x="37541" y="1536"/>
                  </a:cubicBezTo>
                  <a:cubicBezTo>
                    <a:pt x="34409" y="10525"/>
                    <a:pt x="31862" y="19955"/>
                    <a:pt x="29968" y="29718"/>
                  </a:cubicBezTo>
                  <a:cubicBezTo>
                    <a:pt x="25849" y="30957"/>
                    <a:pt x="21884" y="32266"/>
                    <a:pt x="18086" y="33659"/>
                  </a:cubicBezTo>
                  <a:cubicBezTo>
                    <a:pt x="12252" y="35802"/>
                    <a:pt x="6942" y="38088"/>
                    <a:pt x="2191" y="40493"/>
                  </a:cubicBezTo>
                  <a:lnTo>
                    <a:pt x="2179" y="40934"/>
                  </a:lnTo>
                  <a:cubicBezTo>
                    <a:pt x="10097" y="36910"/>
                    <a:pt x="19420" y="33278"/>
                    <a:pt x="29885" y="30147"/>
                  </a:cubicBezTo>
                  <a:lnTo>
                    <a:pt x="29885" y="30147"/>
                  </a:lnTo>
                  <a:cubicBezTo>
                    <a:pt x="28111" y="39386"/>
                    <a:pt x="26885" y="48911"/>
                    <a:pt x="26266" y="58627"/>
                  </a:cubicBezTo>
                  <a:cubicBezTo>
                    <a:pt x="23480" y="58948"/>
                    <a:pt x="20765" y="59270"/>
                    <a:pt x="18134" y="59615"/>
                  </a:cubicBezTo>
                  <a:cubicBezTo>
                    <a:pt x="11621" y="60460"/>
                    <a:pt x="5763" y="61365"/>
                    <a:pt x="584" y="62329"/>
                  </a:cubicBezTo>
                  <a:cubicBezTo>
                    <a:pt x="596" y="62389"/>
                    <a:pt x="596" y="62460"/>
                    <a:pt x="608" y="62520"/>
                  </a:cubicBezTo>
                  <a:cubicBezTo>
                    <a:pt x="7942" y="61163"/>
                    <a:pt x="16574" y="59924"/>
                    <a:pt x="26254" y="58841"/>
                  </a:cubicBezTo>
                  <a:lnTo>
                    <a:pt x="26254" y="58841"/>
                  </a:lnTo>
                  <a:cubicBezTo>
                    <a:pt x="25944" y="63794"/>
                    <a:pt x="25777" y="68794"/>
                    <a:pt x="25777" y="73843"/>
                  </a:cubicBezTo>
                  <a:cubicBezTo>
                    <a:pt x="25777" y="78879"/>
                    <a:pt x="25944" y="83880"/>
                    <a:pt x="26254" y="88833"/>
                  </a:cubicBezTo>
                  <a:cubicBezTo>
                    <a:pt x="17014" y="87797"/>
                    <a:pt x="8740" y="86618"/>
                    <a:pt x="1620" y="85332"/>
                  </a:cubicBezTo>
                  <a:cubicBezTo>
                    <a:pt x="1620" y="85404"/>
                    <a:pt x="1620" y="85475"/>
                    <a:pt x="1620" y="85535"/>
                  </a:cubicBezTo>
                  <a:cubicBezTo>
                    <a:pt x="6537" y="86428"/>
                    <a:pt x="12050" y="87273"/>
                    <a:pt x="18134" y="88059"/>
                  </a:cubicBezTo>
                  <a:cubicBezTo>
                    <a:pt x="20765" y="88404"/>
                    <a:pt x="23480" y="88726"/>
                    <a:pt x="26266" y="89047"/>
                  </a:cubicBezTo>
                  <a:cubicBezTo>
                    <a:pt x="26885" y="98762"/>
                    <a:pt x="28099" y="108287"/>
                    <a:pt x="29885" y="117527"/>
                  </a:cubicBezTo>
                  <a:cubicBezTo>
                    <a:pt x="18824" y="114217"/>
                    <a:pt x="9037" y="110359"/>
                    <a:pt x="846" y="106049"/>
                  </a:cubicBezTo>
                  <a:lnTo>
                    <a:pt x="846" y="106049"/>
                  </a:lnTo>
                  <a:cubicBezTo>
                    <a:pt x="858" y="106204"/>
                    <a:pt x="870" y="106359"/>
                    <a:pt x="881" y="106513"/>
                  </a:cubicBezTo>
                  <a:cubicBezTo>
                    <a:pt x="5977" y="109169"/>
                    <a:pt x="11716" y="111669"/>
                    <a:pt x="18086" y="114014"/>
                  </a:cubicBezTo>
                  <a:cubicBezTo>
                    <a:pt x="21884" y="115407"/>
                    <a:pt x="25849" y="116717"/>
                    <a:pt x="29968" y="117955"/>
                  </a:cubicBezTo>
                  <a:cubicBezTo>
                    <a:pt x="31850" y="127611"/>
                    <a:pt x="34350" y="136946"/>
                    <a:pt x="37446" y="145852"/>
                  </a:cubicBezTo>
                  <a:cubicBezTo>
                    <a:pt x="37600" y="145840"/>
                    <a:pt x="37767" y="145840"/>
                    <a:pt x="37934" y="145828"/>
                  </a:cubicBezTo>
                  <a:cubicBezTo>
                    <a:pt x="34862" y="136981"/>
                    <a:pt x="32362" y="127706"/>
                    <a:pt x="30480" y="118098"/>
                  </a:cubicBezTo>
                  <a:lnTo>
                    <a:pt x="30480" y="118098"/>
                  </a:lnTo>
                  <a:cubicBezTo>
                    <a:pt x="43589" y="121992"/>
                    <a:pt x="58198" y="125028"/>
                    <a:pt x="73783" y="127135"/>
                  </a:cubicBezTo>
                  <a:cubicBezTo>
                    <a:pt x="74653" y="133600"/>
                    <a:pt x="75688" y="139910"/>
                    <a:pt x="76879" y="146006"/>
                  </a:cubicBezTo>
                  <a:cubicBezTo>
                    <a:pt x="77010" y="146006"/>
                    <a:pt x="77141" y="146018"/>
                    <a:pt x="77272" y="146018"/>
                  </a:cubicBezTo>
                  <a:cubicBezTo>
                    <a:pt x="76093" y="139970"/>
                    <a:pt x="75046" y="133683"/>
                    <a:pt x="74164" y="127183"/>
                  </a:cubicBezTo>
                  <a:lnTo>
                    <a:pt x="74164" y="127183"/>
                  </a:lnTo>
                  <a:cubicBezTo>
                    <a:pt x="85154" y="128659"/>
                    <a:pt x="96608" y="129659"/>
                    <a:pt x="108371" y="130183"/>
                  </a:cubicBezTo>
                  <a:cubicBezTo>
                    <a:pt x="108657" y="135850"/>
                    <a:pt x="108990" y="141375"/>
                    <a:pt x="109371" y="146733"/>
                  </a:cubicBezTo>
                  <a:cubicBezTo>
                    <a:pt x="109443" y="146745"/>
                    <a:pt x="109514" y="146745"/>
                    <a:pt x="109586" y="146756"/>
                  </a:cubicBezTo>
                  <a:cubicBezTo>
                    <a:pt x="109205" y="141411"/>
                    <a:pt x="108883" y="135886"/>
                    <a:pt x="108585" y="130195"/>
                  </a:cubicBezTo>
                  <a:lnTo>
                    <a:pt x="108585" y="130195"/>
                  </a:lnTo>
                  <a:cubicBezTo>
                    <a:pt x="114681" y="130457"/>
                    <a:pt x="120849" y="130600"/>
                    <a:pt x="127076" y="130600"/>
                  </a:cubicBezTo>
                  <a:cubicBezTo>
                    <a:pt x="133303" y="130600"/>
                    <a:pt x="139470" y="130457"/>
                    <a:pt x="145554" y="130195"/>
                  </a:cubicBezTo>
                  <a:lnTo>
                    <a:pt x="145554" y="130195"/>
                  </a:lnTo>
                  <a:cubicBezTo>
                    <a:pt x="145328" y="134815"/>
                    <a:pt x="145066" y="139327"/>
                    <a:pt x="144769" y="143720"/>
                  </a:cubicBezTo>
                  <a:cubicBezTo>
                    <a:pt x="144828" y="143851"/>
                    <a:pt x="144888" y="143994"/>
                    <a:pt x="144959" y="144161"/>
                  </a:cubicBezTo>
                  <a:cubicBezTo>
                    <a:pt x="145257" y="139613"/>
                    <a:pt x="145531" y="134945"/>
                    <a:pt x="145781" y="130183"/>
                  </a:cubicBezTo>
                  <a:cubicBezTo>
                    <a:pt x="157544" y="129671"/>
                    <a:pt x="168998" y="128659"/>
                    <a:pt x="179975" y="127183"/>
                  </a:cubicBezTo>
                  <a:lnTo>
                    <a:pt x="179975" y="127183"/>
                  </a:lnTo>
                  <a:cubicBezTo>
                    <a:pt x="179106" y="133588"/>
                    <a:pt x="178094" y="139791"/>
                    <a:pt x="176927" y="145756"/>
                  </a:cubicBezTo>
                  <a:lnTo>
                    <a:pt x="177034" y="145756"/>
                  </a:lnTo>
                  <a:cubicBezTo>
                    <a:pt x="177142" y="145697"/>
                    <a:pt x="177249" y="145625"/>
                    <a:pt x="177356" y="145566"/>
                  </a:cubicBezTo>
                  <a:cubicBezTo>
                    <a:pt x="178511" y="139601"/>
                    <a:pt x="179511" y="133445"/>
                    <a:pt x="180368" y="127135"/>
                  </a:cubicBezTo>
                  <a:cubicBezTo>
                    <a:pt x="195953" y="125028"/>
                    <a:pt x="210551" y="121992"/>
                    <a:pt x="223671" y="118098"/>
                  </a:cubicBezTo>
                  <a:lnTo>
                    <a:pt x="223671" y="118098"/>
                  </a:lnTo>
                  <a:cubicBezTo>
                    <a:pt x="221814" y="127599"/>
                    <a:pt x="219337" y="136791"/>
                    <a:pt x="216301" y="145554"/>
                  </a:cubicBezTo>
                  <a:lnTo>
                    <a:pt x="216801" y="145554"/>
                  </a:lnTo>
                  <a:cubicBezTo>
                    <a:pt x="219849" y="136743"/>
                    <a:pt x="222326" y="127504"/>
                    <a:pt x="224183" y="117943"/>
                  </a:cubicBezTo>
                  <a:cubicBezTo>
                    <a:pt x="228291" y="116717"/>
                    <a:pt x="232268" y="115407"/>
                    <a:pt x="236066" y="114002"/>
                  </a:cubicBezTo>
                  <a:cubicBezTo>
                    <a:pt x="249877" y="108930"/>
                    <a:pt x="260747" y="103073"/>
                    <a:pt x="268367" y="96679"/>
                  </a:cubicBezTo>
                  <a:cubicBezTo>
                    <a:pt x="268391" y="96476"/>
                    <a:pt x="268427" y="96286"/>
                    <a:pt x="268451" y="96084"/>
                  </a:cubicBezTo>
                  <a:lnTo>
                    <a:pt x="268451" y="96084"/>
                  </a:lnTo>
                  <a:cubicBezTo>
                    <a:pt x="258592" y="104477"/>
                    <a:pt x="243317" y="111824"/>
                    <a:pt x="224267" y="117527"/>
                  </a:cubicBezTo>
                  <a:cubicBezTo>
                    <a:pt x="226041" y="108287"/>
                    <a:pt x="227267" y="98762"/>
                    <a:pt x="227886" y="89047"/>
                  </a:cubicBezTo>
                  <a:cubicBezTo>
                    <a:pt x="230672" y="88726"/>
                    <a:pt x="233387" y="88404"/>
                    <a:pt x="236018" y="88059"/>
                  </a:cubicBezTo>
                  <a:cubicBezTo>
                    <a:pt x="248770" y="86404"/>
                    <a:pt x="259009" y="84511"/>
                    <a:pt x="266510" y="82451"/>
                  </a:cubicBezTo>
                  <a:cubicBezTo>
                    <a:pt x="266510" y="82379"/>
                    <a:pt x="266510" y="82308"/>
                    <a:pt x="266510" y="82249"/>
                  </a:cubicBezTo>
                  <a:cubicBezTo>
                    <a:pt x="257306" y="84773"/>
                    <a:pt x="244079" y="87023"/>
                    <a:pt x="227898" y="88833"/>
                  </a:cubicBezTo>
                  <a:cubicBezTo>
                    <a:pt x="228208" y="83880"/>
                    <a:pt x="228362" y="78867"/>
                    <a:pt x="228362" y="73831"/>
                  </a:cubicBezTo>
                  <a:cubicBezTo>
                    <a:pt x="228362" y="68794"/>
                    <a:pt x="228208" y="63782"/>
                    <a:pt x="227898" y="58829"/>
                  </a:cubicBezTo>
                  <a:lnTo>
                    <a:pt x="227898" y="58829"/>
                  </a:lnTo>
                  <a:cubicBezTo>
                    <a:pt x="244519" y="60698"/>
                    <a:pt x="258009" y="63008"/>
                    <a:pt x="267248" y="65627"/>
                  </a:cubicBezTo>
                  <a:cubicBezTo>
                    <a:pt x="267248" y="65556"/>
                    <a:pt x="267260" y="65496"/>
                    <a:pt x="267260" y="65425"/>
                  </a:cubicBezTo>
                  <a:cubicBezTo>
                    <a:pt x="259711" y="63282"/>
                    <a:pt x="249210" y="61317"/>
                    <a:pt x="236018" y="59603"/>
                  </a:cubicBezTo>
                  <a:cubicBezTo>
                    <a:pt x="233387" y="59270"/>
                    <a:pt x="230672" y="58936"/>
                    <a:pt x="227886" y="58627"/>
                  </a:cubicBezTo>
                  <a:cubicBezTo>
                    <a:pt x="227267" y="48899"/>
                    <a:pt x="226041" y="39374"/>
                    <a:pt x="224267" y="30135"/>
                  </a:cubicBezTo>
                  <a:lnTo>
                    <a:pt x="224267" y="30135"/>
                  </a:lnTo>
                  <a:cubicBezTo>
                    <a:pt x="243650" y="35945"/>
                    <a:pt x="259116" y="43446"/>
                    <a:pt x="268963" y="52019"/>
                  </a:cubicBezTo>
                  <a:cubicBezTo>
                    <a:pt x="268986" y="51864"/>
                    <a:pt x="269010" y="51709"/>
                    <a:pt x="269046" y="51566"/>
                  </a:cubicBezTo>
                  <a:cubicBezTo>
                    <a:pt x="261390" y="44946"/>
                    <a:pt x="250294" y="38886"/>
                    <a:pt x="236066" y="33659"/>
                  </a:cubicBezTo>
                  <a:cubicBezTo>
                    <a:pt x="232268" y="32266"/>
                    <a:pt x="228291" y="30945"/>
                    <a:pt x="224183" y="29718"/>
                  </a:cubicBezTo>
                  <a:cubicBezTo>
                    <a:pt x="222338" y="20277"/>
                    <a:pt x="219909" y="11133"/>
                    <a:pt x="216908" y="2417"/>
                  </a:cubicBezTo>
                  <a:cubicBezTo>
                    <a:pt x="216766" y="2513"/>
                    <a:pt x="216635" y="2620"/>
                    <a:pt x="216504" y="2715"/>
                  </a:cubicBezTo>
                  <a:cubicBezTo>
                    <a:pt x="219456" y="11299"/>
                    <a:pt x="221850" y="20277"/>
                    <a:pt x="223671" y="29563"/>
                  </a:cubicBezTo>
                  <a:cubicBezTo>
                    <a:pt x="210551" y="25682"/>
                    <a:pt x="195953" y="22646"/>
                    <a:pt x="180368" y="20539"/>
                  </a:cubicBezTo>
                  <a:cubicBezTo>
                    <a:pt x="179416" y="13490"/>
                    <a:pt x="178273" y="6644"/>
                    <a:pt x="176951" y="36"/>
                  </a:cubicBezTo>
                  <a:cubicBezTo>
                    <a:pt x="176820" y="24"/>
                    <a:pt x="176689" y="12"/>
                    <a:pt x="176558" y="0"/>
                  </a:cubicBezTo>
                  <a:close/>
                </a:path>
              </a:pathLst>
            </a:custGeom>
            <a:solidFill>
              <a:srgbClr val="E3C98E">
                <a:alpha val="246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16" name="Google Shape;716;p4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17" name="Google Shape;717;p44"/>
          <p:cNvSpPr/>
          <p:nvPr/>
        </p:nvSpPr>
        <p:spPr>
          <a:xfrm>
            <a:off x="8345388" y="4656975"/>
            <a:ext cx="361800" cy="103500"/>
          </a:xfrm>
          <a:prstGeom prst="ellipse">
            <a:avLst/>
          </a:prstGeom>
          <a:solidFill>
            <a:srgbClr val="033342">
              <a:alpha val="145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18" name="Google Shape;718;p44"/>
          <p:cNvGrpSpPr/>
          <p:nvPr/>
        </p:nvGrpSpPr>
        <p:grpSpPr>
          <a:xfrm>
            <a:off x="8154361" y="4187774"/>
            <a:ext cx="466444" cy="572713"/>
            <a:chOff x="1232300" y="6366250"/>
            <a:chExt cx="326550" cy="400975"/>
          </a:xfrm>
        </p:grpSpPr>
        <p:sp>
          <p:nvSpPr>
            <p:cNvPr id="719" name="Google Shape;719;p44"/>
            <p:cNvSpPr/>
            <p:nvPr/>
          </p:nvSpPr>
          <p:spPr>
            <a:xfrm>
              <a:off x="1232300" y="6460925"/>
              <a:ext cx="326550" cy="306300"/>
            </a:xfrm>
            <a:custGeom>
              <a:rect b="b" l="l" r="r" t="t"/>
              <a:pathLst>
                <a:path extrusionOk="0" h="12252" w="13062">
                  <a:moveTo>
                    <a:pt x="6716" y="1381"/>
                  </a:moveTo>
                  <a:lnTo>
                    <a:pt x="6716" y="1381"/>
                  </a:lnTo>
                  <a:cubicBezTo>
                    <a:pt x="9037" y="1453"/>
                    <a:pt x="10990" y="2846"/>
                    <a:pt x="11704" y="4739"/>
                  </a:cubicBezTo>
                  <a:lnTo>
                    <a:pt x="7121" y="5632"/>
                  </a:lnTo>
                  <a:lnTo>
                    <a:pt x="6716" y="1381"/>
                  </a:lnTo>
                  <a:close/>
                  <a:moveTo>
                    <a:pt x="5751" y="1429"/>
                  </a:moveTo>
                  <a:lnTo>
                    <a:pt x="6370" y="5775"/>
                  </a:lnTo>
                  <a:lnTo>
                    <a:pt x="1108" y="6787"/>
                  </a:lnTo>
                  <a:cubicBezTo>
                    <a:pt x="1096" y="6632"/>
                    <a:pt x="1084" y="6477"/>
                    <a:pt x="1084" y="6322"/>
                  </a:cubicBezTo>
                  <a:cubicBezTo>
                    <a:pt x="1084" y="3834"/>
                    <a:pt x="3108" y="1774"/>
                    <a:pt x="5751" y="1429"/>
                  </a:cubicBezTo>
                  <a:close/>
                  <a:moveTo>
                    <a:pt x="11931" y="5632"/>
                  </a:moveTo>
                  <a:cubicBezTo>
                    <a:pt x="11966" y="5858"/>
                    <a:pt x="11990" y="6084"/>
                    <a:pt x="11990" y="6310"/>
                  </a:cubicBezTo>
                  <a:cubicBezTo>
                    <a:pt x="11990" y="7822"/>
                    <a:pt x="11228" y="9180"/>
                    <a:pt x="10050" y="10085"/>
                  </a:cubicBezTo>
                  <a:cubicBezTo>
                    <a:pt x="9490" y="9299"/>
                    <a:pt x="8573" y="8787"/>
                    <a:pt x="7525" y="8787"/>
                  </a:cubicBezTo>
                  <a:lnTo>
                    <a:pt x="7430" y="8787"/>
                  </a:lnTo>
                  <a:lnTo>
                    <a:pt x="7216" y="6549"/>
                  </a:lnTo>
                  <a:lnTo>
                    <a:pt x="11931" y="5632"/>
                  </a:lnTo>
                  <a:close/>
                  <a:moveTo>
                    <a:pt x="6501" y="6691"/>
                  </a:moveTo>
                  <a:lnTo>
                    <a:pt x="6811" y="8870"/>
                  </a:lnTo>
                  <a:cubicBezTo>
                    <a:pt x="5751" y="9120"/>
                    <a:pt x="4906" y="9906"/>
                    <a:pt x="4585" y="10930"/>
                  </a:cubicBezTo>
                  <a:cubicBezTo>
                    <a:pt x="3001" y="10382"/>
                    <a:pt x="1775" y="9180"/>
                    <a:pt x="1298" y="7703"/>
                  </a:cubicBezTo>
                  <a:lnTo>
                    <a:pt x="6501" y="6691"/>
                  </a:lnTo>
                  <a:close/>
                  <a:moveTo>
                    <a:pt x="6537" y="0"/>
                  </a:moveTo>
                  <a:cubicBezTo>
                    <a:pt x="2930" y="0"/>
                    <a:pt x="1" y="2739"/>
                    <a:pt x="1" y="6120"/>
                  </a:cubicBezTo>
                  <a:cubicBezTo>
                    <a:pt x="1" y="8823"/>
                    <a:pt x="1870" y="11121"/>
                    <a:pt x="4454" y="11930"/>
                  </a:cubicBezTo>
                  <a:cubicBezTo>
                    <a:pt x="5108" y="12133"/>
                    <a:pt x="5811" y="12252"/>
                    <a:pt x="6537" y="12252"/>
                  </a:cubicBezTo>
                  <a:cubicBezTo>
                    <a:pt x="8014" y="12252"/>
                    <a:pt x="9383" y="11787"/>
                    <a:pt x="10478" y="11001"/>
                  </a:cubicBezTo>
                  <a:cubicBezTo>
                    <a:pt x="12050" y="9882"/>
                    <a:pt x="13062" y="8108"/>
                    <a:pt x="13062" y="6120"/>
                  </a:cubicBezTo>
                  <a:cubicBezTo>
                    <a:pt x="13062" y="2739"/>
                    <a:pt x="10145" y="0"/>
                    <a:pt x="65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44"/>
            <p:cNvSpPr/>
            <p:nvPr/>
          </p:nvSpPr>
          <p:spPr>
            <a:xfrm>
              <a:off x="1273675" y="6495450"/>
              <a:ext cx="240525" cy="221475"/>
            </a:xfrm>
            <a:custGeom>
              <a:rect b="b" l="l" r="r" t="t"/>
              <a:pathLst>
                <a:path extrusionOk="0" h="8859" w="9621">
                  <a:moveTo>
                    <a:pt x="9418" y="0"/>
                  </a:moveTo>
                  <a:lnTo>
                    <a:pt x="8335" y="727"/>
                  </a:lnTo>
                  <a:lnTo>
                    <a:pt x="8764" y="1262"/>
                  </a:lnTo>
                  <a:lnTo>
                    <a:pt x="3489" y="4144"/>
                  </a:lnTo>
                  <a:lnTo>
                    <a:pt x="4561" y="5620"/>
                  </a:lnTo>
                  <a:lnTo>
                    <a:pt x="1548" y="8108"/>
                  </a:lnTo>
                  <a:lnTo>
                    <a:pt x="1179" y="7454"/>
                  </a:lnTo>
                  <a:lnTo>
                    <a:pt x="1" y="8275"/>
                  </a:lnTo>
                  <a:lnTo>
                    <a:pt x="644" y="8858"/>
                  </a:lnTo>
                  <a:lnTo>
                    <a:pt x="6347" y="5382"/>
                  </a:lnTo>
                  <a:lnTo>
                    <a:pt x="5597" y="3715"/>
                  </a:lnTo>
                  <a:lnTo>
                    <a:pt x="9621" y="786"/>
                  </a:lnTo>
                  <a:lnTo>
                    <a:pt x="94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44"/>
            <p:cNvSpPr/>
            <p:nvPr/>
          </p:nvSpPr>
          <p:spPr>
            <a:xfrm>
              <a:off x="1382025" y="6599625"/>
              <a:ext cx="33075" cy="25025"/>
            </a:xfrm>
            <a:custGeom>
              <a:rect b="b" l="l" r="r" t="t"/>
              <a:pathLst>
                <a:path extrusionOk="0" h="1001" w="1323">
                  <a:moveTo>
                    <a:pt x="632" y="358"/>
                  </a:moveTo>
                  <a:cubicBezTo>
                    <a:pt x="477" y="358"/>
                    <a:pt x="358" y="441"/>
                    <a:pt x="358" y="536"/>
                  </a:cubicBezTo>
                  <a:cubicBezTo>
                    <a:pt x="358" y="631"/>
                    <a:pt x="477" y="715"/>
                    <a:pt x="632" y="715"/>
                  </a:cubicBezTo>
                  <a:cubicBezTo>
                    <a:pt x="774" y="715"/>
                    <a:pt x="905" y="631"/>
                    <a:pt x="905" y="536"/>
                  </a:cubicBezTo>
                  <a:cubicBezTo>
                    <a:pt x="905" y="441"/>
                    <a:pt x="774" y="358"/>
                    <a:pt x="632" y="358"/>
                  </a:cubicBezTo>
                  <a:close/>
                  <a:moveTo>
                    <a:pt x="667" y="119"/>
                  </a:moveTo>
                  <a:cubicBezTo>
                    <a:pt x="965" y="119"/>
                    <a:pt x="1203" y="286"/>
                    <a:pt x="1203" y="500"/>
                  </a:cubicBezTo>
                  <a:cubicBezTo>
                    <a:pt x="1203" y="715"/>
                    <a:pt x="965" y="881"/>
                    <a:pt x="667" y="881"/>
                  </a:cubicBezTo>
                  <a:cubicBezTo>
                    <a:pt x="370" y="881"/>
                    <a:pt x="120" y="715"/>
                    <a:pt x="120" y="500"/>
                  </a:cubicBezTo>
                  <a:cubicBezTo>
                    <a:pt x="120" y="286"/>
                    <a:pt x="358" y="119"/>
                    <a:pt x="667" y="119"/>
                  </a:cubicBezTo>
                  <a:close/>
                  <a:moveTo>
                    <a:pt x="667" y="0"/>
                  </a:moveTo>
                  <a:cubicBezTo>
                    <a:pt x="298" y="0"/>
                    <a:pt x="0" y="227"/>
                    <a:pt x="0" y="500"/>
                  </a:cubicBezTo>
                  <a:cubicBezTo>
                    <a:pt x="0" y="774"/>
                    <a:pt x="298" y="1001"/>
                    <a:pt x="667" y="1001"/>
                  </a:cubicBezTo>
                  <a:cubicBezTo>
                    <a:pt x="1024" y="1001"/>
                    <a:pt x="1322" y="774"/>
                    <a:pt x="1322" y="500"/>
                  </a:cubicBezTo>
                  <a:cubicBezTo>
                    <a:pt x="1322" y="227"/>
                    <a:pt x="1024" y="0"/>
                    <a:pt x="667" y="0"/>
                  </a:cubicBezTo>
                  <a:close/>
                </a:path>
              </a:pathLst>
            </a:custGeom>
            <a:solidFill>
              <a:srgbClr val="003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44"/>
            <p:cNvSpPr/>
            <p:nvPr/>
          </p:nvSpPr>
          <p:spPr>
            <a:xfrm>
              <a:off x="1356425" y="6688050"/>
              <a:ext cx="119375" cy="54175"/>
            </a:xfrm>
            <a:custGeom>
              <a:rect b="b" l="l" r="r" t="t"/>
              <a:pathLst>
                <a:path extrusionOk="0" h="2167" w="4775">
                  <a:moveTo>
                    <a:pt x="3120" y="654"/>
                  </a:moveTo>
                  <a:lnTo>
                    <a:pt x="3001" y="678"/>
                  </a:lnTo>
                  <a:lnTo>
                    <a:pt x="3025" y="893"/>
                  </a:lnTo>
                  <a:cubicBezTo>
                    <a:pt x="2941" y="904"/>
                    <a:pt x="2858" y="940"/>
                    <a:pt x="2787" y="1000"/>
                  </a:cubicBezTo>
                  <a:lnTo>
                    <a:pt x="2560" y="857"/>
                  </a:lnTo>
                  <a:lnTo>
                    <a:pt x="2489" y="964"/>
                  </a:lnTo>
                  <a:lnTo>
                    <a:pt x="2715" y="1095"/>
                  </a:lnTo>
                  <a:cubicBezTo>
                    <a:pt x="2679" y="1154"/>
                    <a:pt x="2656" y="1214"/>
                    <a:pt x="2656" y="1274"/>
                  </a:cubicBezTo>
                  <a:cubicBezTo>
                    <a:pt x="2656" y="1297"/>
                    <a:pt x="2668" y="1309"/>
                    <a:pt x="2668" y="1321"/>
                  </a:cubicBezTo>
                  <a:lnTo>
                    <a:pt x="2382" y="1381"/>
                  </a:lnTo>
                  <a:lnTo>
                    <a:pt x="2406" y="1500"/>
                  </a:lnTo>
                  <a:lnTo>
                    <a:pt x="2703" y="1440"/>
                  </a:lnTo>
                  <a:cubicBezTo>
                    <a:pt x="2739" y="1512"/>
                    <a:pt x="2787" y="1559"/>
                    <a:pt x="2858" y="1595"/>
                  </a:cubicBezTo>
                  <a:lnTo>
                    <a:pt x="2703" y="1845"/>
                  </a:lnTo>
                  <a:lnTo>
                    <a:pt x="2810" y="1905"/>
                  </a:lnTo>
                  <a:lnTo>
                    <a:pt x="2965" y="1655"/>
                  </a:lnTo>
                  <a:cubicBezTo>
                    <a:pt x="3013" y="1666"/>
                    <a:pt x="3072" y="1678"/>
                    <a:pt x="3120" y="1678"/>
                  </a:cubicBezTo>
                  <a:cubicBezTo>
                    <a:pt x="3132" y="1678"/>
                    <a:pt x="3132" y="1666"/>
                    <a:pt x="3144" y="1666"/>
                  </a:cubicBezTo>
                  <a:lnTo>
                    <a:pt x="3180" y="1952"/>
                  </a:lnTo>
                  <a:lnTo>
                    <a:pt x="3299" y="1928"/>
                  </a:lnTo>
                  <a:lnTo>
                    <a:pt x="3263" y="1655"/>
                  </a:lnTo>
                  <a:cubicBezTo>
                    <a:pt x="3322" y="1631"/>
                    <a:pt x="3394" y="1607"/>
                    <a:pt x="3441" y="1559"/>
                  </a:cubicBezTo>
                  <a:lnTo>
                    <a:pt x="3620" y="1702"/>
                  </a:lnTo>
                  <a:lnTo>
                    <a:pt x="3691" y="1607"/>
                  </a:lnTo>
                  <a:lnTo>
                    <a:pt x="3525" y="1476"/>
                  </a:lnTo>
                  <a:cubicBezTo>
                    <a:pt x="3561" y="1416"/>
                    <a:pt x="3584" y="1357"/>
                    <a:pt x="3584" y="1285"/>
                  </a:cubicBezTo>
                  <a:lnTo>
                    <a:pt x="3846" y="1238"/>
                  </a:lnTo>
                  <a:lnTo>
                    <a:pt x="3834" y="1119"/>
                  </a:lnTo>
                  <a:lnTo>
                    <a:pt x="3572" y="1166"/>
                  </a:lnTo>
                  <a:cubicBezTo>
                    <a:pt x="3549" y="1095"/>
                    <a:pt x="3513" y="1047"/>
                    <a:pt x="3453" y="1000"/>
                  </a:cubicBezTo>
                  <a:lnTo>
                    <a:pt x="3561" y="833"/>
                  </a:lnTo>
                  <a:lnTo>
                    <a:pt x="3465" y="762"/>
                  </a:lnTo>
                  <a:lnTo>
                    <a:pt x="3346" y="928"/>
                  </a:lnTo>
                  <a:cubicBezTo>
                    <a:pt x="3287" y="904"/>
                    <a:pt x="3227" y="881"/>
                    <a:pt x="3156" y="881"/>
                  </a:cubicBezTo>
                  <a:lnTo>
                    <a:pt x="3120" y="654"/>
                  </a:lnTo>
                  <a:close/>
                  <a:moveTo>
                    <a:pt x="2622" y="1"/>
                  </a:moveTo>
                  <a:cubicBezTo>
                    <a:pt x="2486" y="1"/>
                    <a:pt x="2342" y="11"/>
                    <a:pt x="2191" y="35"/>
                  </a:cubicBezTo>
                  <a:cubicBezTo>
                    <a:pt x="298" y="333"/>
                    <a:pt x="1" y="2083"/>
                    <a:pt x="1" y="2095"/>
                  </a:cubicBezTo>
                  <a:lnTo>
                    <a:pt x="108" y="2119"/>
                  </a:lnTo>
                  <a:cubicBezTo>
                    <a:pt x="120" y="2095"/>
                    <a:pt x="405" y="440"/>
                    <a:pt x="2215" y="154"/>
                  </a:cubicBezTo>
                  <a:cubicBezTo>
                    <a:pt x="2365" y="131"/>
                    <a:pt x="2506" y="120"/>
                    <a:pt x="2640" y="120"/>
                  </a:cubicBezTo>
                  <a:cubicBezTo>
                    <a:pt x="4114" y="120"/>
                    <a:pt x="4646" y="1446"/>
                    <a:pt x="4668" y="1512"/>
                  </a:cubicBezTo>
                  <a:lnTo>
                    <a:pt x="4775" y="1464"/>
                  </a:lnTo>
                  <a:cubicBezTo>
                    <a:pt x="4775" y="1453"/>
                    <a:pt x="4190" y="1"/>
                    <a:pt x="2622" y="1"/>
                  </a:cubicBezTo>
                  <a:close/>
                  <a:moveTo>
                    <a:pt x="1536" y="1202"/>
                  </a:moveTo>
                  <a:cubicBezTo>
                    <a:pt x="1227" y="1202"/>
                    <a:pt x="977" y="1416"/>
                    <a:pt x="977" y="1690"/>
                  </a:cubicBezTo>
                  <a:cubicBezTo>
                    <a:pt x="977" y="1952"/>
                    <a:pt x="1227" y="2166"/>
                    <a:pt x="1536" y="2166"/>
                  </a:cubicBezTo>
                  <a:cubicBezTo>
                    <a:pt x="1751" y="2166"/>
                    <a:pt x="1941" y="2071"/>
                    <a:pt x="2037" y="1916"/>
                  </a:cubicBezTo>
                  <a:lnTo>
                    <a:pt x="2037" y="1916"/>
                  </a:lnTo>
                  <a:cubicBezTo>
                    <a:pt x="1965" y="1952"/>
                    <a:pt x="1894" y="1976"/>
                    <a:pt x="1810" y="1976"/>
                  </a:cubicBezTo>
                  <a:cubicBezTo>
                    <a:pt x="1572" y="1976"/>
                    <a:pt x="1382" y="1809"/>
                    <a:pt x="1382" y="1607"/>
                  </a:cubicBezTo>
                  <a:cubicBezTo>
                    <a:pt x="1382" y="1416"/>
                    <a:pt x="1536" y="1274"/>
                    <a:pt x="1739" y="1238"/>
                  </a:cubicBezTo>
                  <a:cubicBezTo>
                    <a:pt x="1679" y="1214"/>
                    <a:pt x="1608" y="1202"/>
                    <a:pt x="1536" y="120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44"/>
            <p:cNvSpPr/>
            <p:nvPr/>
          </p:nvSpPr>
          <p:spPr>
            <a:xfrm>
              <a:off x="1241225" y="6473425"/>
              <a:ext cx="292025" cy="120875"/>
            </a:xfrm>
            <a:custGeom>
              <a:rect b="b" l="l" r="r" t="t"/>
              <a:pathLst>
                <a:path extrusionOk="0" h="4835" w="11681">
                  <a:moveTo>
                    <a:pt x="7633" y="0"/>
                  </a:moveTo>
                  <a:lnTo>
                    <a:pt x="7561" y="726"/>
                  </a:lnTo>
                  <a:lnTo>
                    <a:pt x="7668" y="738"/>
                  </a:lnTo>
                  <a:lnTo>
                    <a:pt x="7752" y="12"/>
                  </a:lnTo>
                  <a:lnTo>
                    <a:pt x="7633" y="0"/>
                  </a:lnTo>
                  <a:close/>
                  <a:moveTo>
                    <a:pt x="2965" y="643"/>
                  </a:moveTo>
                  <a:lnTo>
                    <a:pt x="2858" y="703"/>
                  </a:lnTo>
                  <a:lnTo>
                    <a:pt x="3204" y="1357"/>
                  </a:lnTo>
                  <a:lnTo>
                    <a:pt x="3311" y="1310"/>
                  </a:lnTo>
                  <a:lnTo>
                    <a:pt x="2965" y="643"/>
                  </a:lnTo>
                  <a:close/>
                  <a:moveTo>
                    <a:pt x="9562" y="750"/>
                  </a:moveTo>
                  <a:lnTo>
                    <a:pt x="9169" y="1381"/>
                  </a:lnTo>
                  <a:lnTo>
                    <a:pt x="9276" y="1441"/>
                  </a:lnTo>
                  <a:lnTo>
                    <a:pt x="9669" y="810"/>
                  </a:lnTo>
                  <a:lnTo>
                    <a:pt x="9562" y="750"/>
                  </a:lnTo>
                  <a:close/>
                  <a:moveTo>
                    <a:pt x="1168" y="2072"/>
                  </a:moveTo>
                  <a:lnTo>
                    <a:pt x="1096" y="2167"/>
                  </a:lnTo>
                  <a:lnTo>
                    <a:pt x="1668" y="2560"/>
                  </a:lnTo>
                  <a:lnTo>
                    <a:pt x="1727" y="2465"/>
                  </a:lnTo>
                  <a:lnTo>
                    <a:pt x="1168" y="2072"/>
                  </a:lnTo>
                  <a:close/>
                  <a:moveTo>
                    <a:pt x="11621" y="2798"/>
                  </a:moveTo>
                  <a:lnTo>
                    <a:pt x="10990" y="3179"/>
                  </a:lnTo>
                  <a:lnTo>
                    <a:pt x="11050" y="3274"/>
                  </a:lnTo>
                  <a:lnTo>
                    <a:pt x="11681" y="2893"/>
                  </a:lnTo>
                  <a:lnTo>
                    <a:pt x="11621" y="2798"/>
                  </a:lnTo>
                  <a:close/>
                  <a:moveTo>
                    <a:pt x="37" y="4548"/>
                  </a:moveTo>
                  <a:lnTo>
                    <a:pt x="1" y="4655"/>
                  </a:lnTo>
                  <a:lnTo>
                    <a:pt x="668" y="4834"/>
                  </a:lnTo>
                  <a:lnTo>
                    <a:pt x="691" y="4715"/>
                  </a:lnTo>
                  <a:lnTo>
                    <a:pt x="37" y="454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44"/>
            <p:cNvSpPr/>
            <p:nvPr/>
          </p:nvSpPr>
          <p:spPr>
            <a:xfrm>
              <a:off x="1318325" y="6366250"/>
              <a:ext cx="103025" cy="92600"/>
            </a:xfrm>
            <a:custGeom>
              <a:rect b="b" l="l" r="r" t="t"/>
              <a:pathLst>
                <a:path extrusionOk="0" h="3704" w="4121">
                  <a:moveTo>
                    <a:pt x="2060" y="334"/>
                  </a:moveTo>
                  <a:cubicBezTo>
                    <a:pt x="2965" y="334"/>
                    <a:pt x="3703" y="870"/>
                    <a:pt x="3703" y="1513"/>
                  </a:cubicBezTo>
                  <a:cubicBezTo>
                    <a:pt x="3703" y="1763"/>
                    <a:pt x="3596" y="1989"/>
                    <a:pt x="3418" y="2180"/>
                  </a:cubicBezTo>
                  <a:lnTo>
                    <a:pt x="3406" y="1584"/>
                  </a:lnTo>
                  <a:lnTo>
                    <a:pt x="1132" y="1799"/>
                  </a:lnTo>
                  <a:lnTo>
                    <a:pt x="1310" y="2561"/>
                  </a:lnTo>
                  <a:cubicBezTo>
                    <a:pt x="786" y="2370"/>
                    <a:pt x="417" y="1977"/>
                    <a:pt x="417" y="1513"/>
                  </a:cubicBezTo>
                  <a:cubicBezTo>
                    <a:pt x="417" y="870"/>
                    <a:pt x="1155" y="334"/>
                    <a:pt x="2060" y="334"/>
                  </a:cubicBezTo>
                  <a:close/>
                  <a:moveTo>
                    <a:pt x="2060" y="1"/>
                  </a:moveTo>
                  <a:cubicBezTo>
                    <a:pt x="929" y="1"/>
                    <a:pt x="1" y="680"/>
                    <a:pt x="1" y="1513"/>
                  </a:cubicBezTo>
                  <a:cubicBezTo>
                    <a:pt x="1" y="2180"/>
                    <a:pt x="596" y="2751"/>
                    <a:pt x="1405" y="2954"/>
                  </a:cubicBezTo>
                  <a:lnTo>
                    <a:pt x="1584" y="3704"/>
                  </a:lnTo>
                  <a:lnTo>
                    <a:pt x="3453" y="3525"/>
                  </a:lnTo>
                  <a:lnTo>
                    <a:pt x="3430" y="2644"/>
                  </a:lnTo>
                  <a:cubicBezTo>
                    <a:pt x="3858" y="2370"/>
                    <a:pt x="4120" y="1965"/>
                    <a:pt x="4120" y="1513"/>
                  </a:cubicBezTo>
                  <a:cubicBezTo>
                    <a:pt x="4120" y="680"/>
                    <a:pt x="3203" y="1"/>
                    <a:pt x="20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44"/>
            <p:cNvSpPr/>
            <p:nvPr/>
          </p:nvSpPr>
          <p:spPr>
            <a:xfrm>
              <a:off x="1355525" y="6409725"/>
              <a:ext cx="37825" cy="46150"/>
            </a:xfrm>
            <a:custGeom>
              <a:rect b="b" l="l" r="r" t="t"/>
              <a:pathLst>
                <a:path extrusionOk="0" h="1846" w="1513">
                  <a:moveTo>
                    <a:pt x="715" y="95"/>
                  </a:moveTo>
                  <a:lnTo>
                    <a:pt x="608" y="107"/>
                  </a:lnTo>
                  <a:lnTo>
                    <a:pt x="810" y="1750"/>
                  </a:lnTo>
                  <a:lnTo>
                    <a:pt x="930" y="1739"/>
                  </a:lnTo>
                  <a:lnTo>
                    <a:pt x="715" y="95"/>
                  </a:lnTo>
                  <a:close/>
                  <a:moveTo>
                    <a:pt x="1406" y="0"/>
                  </a:moveTo>
                  <a:lnTo>
                    <a:pt x="1287" y="12"/>
                  </a:lnTo>
                  <a:lnTo>
                    <a:pt x="1406" y="1750"/>
                  </a:lnTo>
                  <a:lnTo>
                    <a:pt x="1513" y="1739"/>
                  </a:lnTo>
                  <a:lnTo>
                    <a:pt x="1406" y="0"/>
                  </a:lnTo>
                  <a:close/>
                  <a:moveTo>
                    <a:pt x="120" y="84"/>
                  </a:moveTo>
                  <a:lnTo>
                    <a:pt x="1" y="107"/>
                  </a:lnTo>
                  <a:lnTo>
                    <a:pt x="370" y="1846"/>
                  </a:lnTo>
                  <a:lnTo>
                    <a:pt x="489" y="1822"/>
                  </a:lnTo>
                  <a:lnTo>
                    <a:pt x="120" y="84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26" name="Google Shape;726;p44"/>
          <p:cNvGrpSpPr/>
          <p:nvPr/>
        </p:nvGrpSpPr>
        <p:grpSpPr>
          <a:xfrm rot="-1278386">
            <a:off x="354342" y="290709"/>
            <a:ext cx="845692" cy="976124"/>
            <a:chOff x="6836250" y="6659075"/>
            <a:chExt cx="279225" cy="322300"/>
          </a:xfrm>
        </p:grpSpPr>
        <p:sp>
          <p:nvSpPr>
            <p:cNvPr id="727" name="Google Shape;727;p44"/>
            <p:cNvSpPr/>
            <p:nvPr/>
          </p:nvSpPr>
          <p:spPr>
            <a:xfrm>
              <a:off x="6911275" y="6937900"/>
              <a:ext cx="61025" cy="43475"/>
            </a:xfrm>
            <a:custGeom>
              <a:rect b="b" l="l" r="r" t="t"/>
              <a:pathLst>
                <a:path extrusionOk="0" h="1739" w="2441">
                  <a:moveTo>
                    <a:pt x="107" y="0"/>
                  </a:moveTo>
                  <a:lnTo>
                    <a:pt x="0" y="1441"/>
                  </a:lnTo>
                  <a:lnTo>
                    <a:pt x="2179" y="1739"/>
                  </a:lnTo>
                  <a:lnTo>
                    <a:pt x="2441" y="274"/>
                  </a:lnTo>
                  <a:lnTo>
                    <a:pt x="10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44"/>
            <p:cNvSpPr/>
            <p:nvPr/>
          </p:nvSpPr>
          <p:spPr>
            <a:xfrm>
              <a:off x="6836250" y="6659075"/>
              <a:ext cx="279225" cy="244325"/>
            </a:xfrm>
            <a:custGeom>
              <a:rect b="b" l="l" r="r" t="t"/>
              <a:pathLst>
                <a:path extrusionOk="0" h="9773" w="11169">
                  <a:moveTo>
                    <a:pt x="5126" y="1"/>
                  </a:moveTo>
                  <a:cubicBezTo>
                    <a:pt x="2777" y="1"/>
                    <a:pt x="616" y="834"/>
                    <a:pt x="346" y="3295"/>
                  </a:cubicBezTo>
                  <a:cubicBezTo>
                    <a:pt x="1" y="6438"/>
                    <a:pt x="2894" y="8772"/>
                    <a:pt x="2894" y="8772"/>
                  </a:cubicBezTo>
                  <a:lnTo>
                    <a:pt x="2894" y="9427"/>
                  </a:lnTo>
                  <a:lnTo>
                    <a:pt x="6025" y="9772"/>
                  </a:lnTo>
                  <a:lnTo>
                    <a:pt x="6180" y="9082"/>
                  </a:lnTo>
                  <a:cubicBezTo>
                    <a:pt x="6180" y="9082"/>
                    <a:pt x="9895" y="7284"/>
                    <a:pt x="10538" y="5403"/>
                  </a:cubicBezTo>
                  <a:cubicBezTo>
                    <a:pt x="11169" y="3521"/>
                    <a:pt x="10050" y="688"/>
                    <a:pt x="7085" y="176"/>
                  </a:cubicBezTo>
                  <a:cubicBezTo>
                    <a:pt x="6442" y="65"/>
                    <a:pt x="5777" y="1"/>
                    <a:pt x="51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44"/>
            <p:cNvSpPr/>
            <p:nvPr/>
          </p:nvSpPr>
          <p:spPr>
            <a:xfrm>
              <a:off x="6867800" y="6662575"/>
              <a:ext cx="204225" cy="240225"/>
            </a:xfrm>
            <a:custGeom>
              <a:rect b="b" l="l" r="r" t="t"/>
              <a:pathLst>
                <a:path extrusionOk="0" h="9609" w="8169">
                  <a:moveTo>
                    <a:pt x="3347" y="607"/>
                  </a:moveTo>
                  <a:cubicBezTo>
                    <a:pt x="3561" y="774"/>
                    <a:pt x="3823" y="964"/>
                    <a:pt x="4156" y="1107"/>
                  </a:cubicBezTo>
                  <a:cubicBezTo>
                    <a:pt x="739" y="3893"/>
                    <a:pt x="2549" y="8049"/>
                    <a:pt x="2858" y="8704"/>
                  </a:cubicBezTo>
                  <a:lnTo>
                    <a:pt x="2239" y="8644"/>
                  </a:lnTo>
                  <a:cubicBezTo>
                    <a:pt x="2061" y="8394"/>
                    <a:pt x="72" y="5525"/>
                    <a:pt x="751" y="3143"/>
                  </a:cubicBezTo>
                  <a:cubicBezTo>
                    <a:pt x="1084" y="2024"/>
                    <a:pt x="1954" y="1167"/>
                    <a:pt x="3347" y="607"/>
                  </a:cubicBezTo>
                  <a:close/>
                  <a:moveTo>
                    <a:pt x="4263" y="1155"/>
                  </a:moveTo>
                  <a:cubicBezTo>
                    <a:pt x="4561" y="1262"/>
                    <a:pt x="4894" y="1334"/>
                    <a:pt x="5275" y="1334"/>
                  </a:cubicBezTo>
                  <a:cubicBezTo>
                    <a:pt x="5418" y="1334"/>
                    <a:pt x="5573" y="1322"/>
                    <a:pt x="5740" y="1298"/>
                  </a:cubicBezTo>
                  <a:lnTo>
                    <a:pt x="5740" y="1298"/>
                  </a:lnTo>
                  <a:lnTo>
                    <a:pt x="5716" y="1310"/>
                  </a:lnTo>
                  <a:cubicBezTo>
                    <a:pt x="7204" y="4858"/>
                    <a:pt x="3918" y="8489"/>
                    <a:pt x="3656" y="8775"/>
                  </a:cubicBezTo>
                  <a:lnTo>
                    <a:pt x="2989" y="8715"/>
                  </a:lnTo>
                  <a:cubicBezTo>
                    <a:pt x="2799" y="8346"/>
                    <a:pt x="715" y="4001"/>
                    <a:pt x="4263" y="1155"/>
                  </a:cubicBezTo>
                  <a:close/>
                  <a:moveTo>
                    <a:pt x="6942" y="881"/>
                  </a:moveTo>
                  <a:cubicBezTo>
                    <a:pt x="7764" y="1988"/>
                    <a:pt x="8061" y="3131"/>
                    <a:pt x="7835" y="4298"/>
                  </a:cubicBezTo>
                  <a:cubicBezTo>
                    <a:pt x="7347" y="6846"/>
                    <a:pt x="4466" y="8692"/>
                    <a:pt x="4240" y="8834"/>
                  </a:cubicBezTo>
                  <a:lnTo>
                    <a:pt x="3787" y="8787"/>
                  </a:lnTo>
                  <a:cubicBezTo>
                    <a:pt x="4287" y="8227"/>
                    <a:pt x="7252" y="4727"/>
                    <a:pt x="5823" y="1286"/>
                  </a:cubicBezTo>
                  <a:cubicBezTo>
                    <a:pt x="6168" y="1215"/>
                    <a:pt x="6537" y="1095"/>
                    <a:pt x="6942" y="881"/>
                  </a:cubicBezTo>
                  <a:close/>
                  <a:moveTo>
                    <a:pt x="2918" y="0"/>
                  </a:moveTo>
                  <a:lnTo>
                    <a:pt x="2835" y="60"/>
                  </a:lnTo>
                  <a:cubicBezTo>
                    <a:pt x="2835" y="60"/>
                    <a:pt x="2977" y="274"/>
                    <a:pt x="3251" y="524"/>
                  </a:cubicBezTo>
                  <a:cubicBezTo>
                    <a:pt x="1858" y="1095"/>
                    <a:pt x="977" y="1977"/>
                    <a:pt x="656" y="3120"/>
                  </a:cubicBezTo>
                  <a:cubicBezTo>
                    <a:pt x="1" y="5394"/>
                    <a:pt x="1739" y="8096"/>
                    <a:pt x="2108" y="8620"/>
                  </a:cubicBezTo>
                  <a:lnTo>
                    <a:pt x="1501" y="8561"/>
                  </a:lnTo>
                  <a:lnTo>
                    <a:pt x="1489" y="8668"/>
                  </a:lnTo>
                  <a:lnTo>
                    <a:pt x="1918" y="8715"/>
                  </a:lnTo>
                  <a:lnTo>
                    <a:pt x="1894" y="9323"/>
                  </a:lnTo>
                  <a:lnTo>
                    <a:pt x="2001" y="9323"/>
                  </a:lnTo>
                  <a:lnTo>
                    <a:pt x="2025" y="8727"/>
                  </a:lnTo>
                  <a:lnTo>
                    <a:pt x="2549" y="8775"/>
                  </a:lnTo>
                  <a:lnTo>
                    <a:pt x="2489" y="9382"/>
                  </a:lnTo>
                  <a:lnTo>
                    <a:pt x="2596" y="9394"/>
                  </a:lnTo>
                  <a:lnTo>
                    <a:pt x="2656" y="8787"/>
                  </a:lnTo>
                  <a:lnTo>
                    <a:pt x="3287" y="8846"/>
                  </a:lnTo>
                  <a:lnTo>
                    <a:pt x="3228" y="9466"/>
                  </a:lnTo>
                  <a:lnTo>
                    <a:pt x="3335" y="9477"/>
                  </a:lnTo>
                  <a:lnTo>
                    <a:pt x="3394" y="8858"/>
                  </a:lnTo>
                  <a:lnTo>
                    <a:pt x="3942" y="8906"/>
                  </a:lnTo>
                  <a:lnTo>
                    <a:pt x="3870" y="9537"/>
                  </a:lnTo>
                  <a:lnTo>
                    <a:pt x="3978" y="9549"/>
                  </a:lnTo>
                  <a:lnTo>
                    <a:pt x="4049" y="8918"/>
                  </a:lnTo>
                  <a:lnTo>
                    <a:pt x="4513" y="8965"/>
                  </a:lnTo>
                  <a:lnTo>
                    <a:pt x="4382" y="9585"/>
                  </a:lnTo>
                  <a:lnTo>
                    <a:pt x="4478" y="9608"/>
                  </a:lnTo>
                  <a:lnTo>
                    <a:pt x="4621" y="8977"/>
                  </a:lnTo>
                  <a:lnTo>
                    <a:pt x="5061" y="9013"/>
                  </a:lnTo>
                  <a:lnTo>
                    <a:pt x="5073" y="8906"/>
                  </a:lnTo>
                  <a:lnTo>
                    <a:pt x="4406" y="8846"/>
                  </a:lnTo>
                  <a:cubicBezTo>
                    <a:pt x="5013" y="8453"/>
                    <a:pt x="7490" y="6691"/>
                    <a:pt x="7942" y="4322"/>
                  </a:cubicBezTo>
                  <a:cubicBezTo>
                    <a:pt x="8169" y="3131"/>
                    <a:pt x="7859" y="1953"/>
                    <a:pt x="7026" y="834"/>
                  </a:cubicBezTo>
                  <a:cubicBezTo>
                    <a:pt x="7109" y="786"/>
                    <a:pt x="7192" y="738"/>
                    <a:pt x="7276" y="679"/>
                  </a:cubicBezTo>
                  <a:lnTo>
                    <a:pt x="7216" y="595"/>
                  </a:lnTo>
                  <a:cubicBezTo>
                    <a:pt x="6467" y="1067"/>
                    <a:pt x="5808" y="1239"/>
                    <a:pt x="5245" y="1239"/>
                  </a:cubicBezTo>
                  <a:cubicBezTo>
                    <a:pt x="3776" y="1239"/>
                    <a:pt x="2961" y="69"/>
                    <a:pt x="291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44"/>
            <p:cNvSpPr/>
            <p:nvPr/>
          </p:nvSpPr>
          <p:spPr>
            <a:xfrm>
              <a:off x="6910675" y="6891450"/>
              <a:ext cx="74725" cy="60750"/>
            </a:xfrm>
            <a:custGeom>
              <a:rect b="b" l="l" r="r" t="t"/>
              <a:pathLst>
                <a:path extrusionOk="0" h="2430" w="2989">
                  <a:moveTo>
                    <a:pt x="48" y="1"/>
                  </a:moveTo>
                  <a:lnTo>
                    <a:pt x="0" y="13"/>
                  </a:lnTo>
                  <a:lnTo>
                    <a:pt x="453" y="1846"/>
                  </a:lnTo>
                  <a:lnTo>
                    <a:pt x="24" y="1787"/>
                  </a:lnTo>
                  <a:lnTo>
                    <a:pt x="24" y="2108"/>
                  </a:lnTo>
                  <a:lnTo>
                    <a:pt x="2465" y="2430"/>
                  </a:lnTo>
                  <a:lnTo>
                    <a:pt x="2536" y="2120"/>
                  </a:lnTo>
                  <a:lnTo>
                    <a:pt x="2144" y="2061"/>
                  </a:lnTo>
                  <a:lnTo>
                    <a:pt x="2989" y="322"/>
                  </a:lnTo>
                  <a:lnTo>
                    <a:pt x="2941" y="311"/>
                  </a:lnTo>
                  <a:lnTo>
                    <a:pt x="2096" y="2061"/>
                  </a:lnTo>
                  <a:lnTo>
                    <a:pt x="1953" y="2037"/>
                  </a:lnTo>
                  <a:lnTo>
                    <a:pt x="2465" y="239"/>
                  </a:lnTo>
                  <a:lnTo>
                    <a:pt x="2417" y="227"/>
                  </a:lnTo>
                  <a:lnTo>
                    <a:pt x="1905" y="2037"/>
                  </a:lnTo>
                  <a:lnTo>
                    <a:pt x="679" y="1870"/>
                  </a:lnTo>
                  <a:lnTo>
                    <a:pt x="631" y="13"/>
                  </a:lnTo>
                  <a:lnTo>
                    <a:pt x="572" y="13"/>
                  </a:lnTo>
                  <a:lnTo>
                    <a:pt x="620" y="1858"/>
                  </a:lnTo>
                  <a:lnTo>
                    <a:pt x="512" y="1846"/>
                  </a:lnTo>
                  <a:lnTo>
                    <a:pt x="48" y="1"/>
                  </a:lnTo>
                  <a:close/>
                </a:path>
              </a:pathLst>
            </a:custGeom>
            <a:solidFill>
              <a:srgbClr val="003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4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2" name="Google Shape;732;p45"/>
          <p:cNvGrpSpPr/>
          <p:nvPr/>
        </p:nvGrpSpPr>
        <p:grpSpPr>
          <a:xfrm>
            <a:off x="0" y="0"/>
            <a:ext cx="9144003" cy="5143501"/>
            <a:chOff x="0" y="0"/>
            <a:chExt cx="9144003" cy="5143501"/>
          </a:xfrm>
        </p:grpSpPr>
        <p:pic>
          <p:nvPicPr>
            <p:cNvPr id="733" name="Google Shape;733;p45"/>
            <p:cNvPicPr preferRelativeResize="0"/>
            <p:nvPr/>
          </p:nvPicPr>
          <p:blipFill rotWithShape="1">
            <a:blip r:embed="rId2">
              <a:alphaModFix/>
            </a:blip>
            <a:srcRect b="8068" l="0" r="0" t="8060"/>
            <a:stretch/>
          </p:blipFill>
          <p:spPr>
            <a:xfrm>
              <a:off x="0" y="0"/>
              <a:ext cx="9144003" cy="5143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34" name="Google Shape;734;p45"/>
            <p:cNvSpPr/>
            <p:nvPr/>
          </p:nvSpPr>
          <p:spPr>
            <a:xfrm>
              <a:off x="209980" y="194500"/>
              <a:ext cx="8763466" cy="4752275"/>
            </a:xfrm>
            <a:custGeom>
              <a:rect b="b" l="l" r="r" t="t"/>
              <a:pathLst>
                <a:path extrusionOk="0" h="147209" w="271904">
                  <a:moveTo>
                    <a:pt x="596" y="0"/>
                  </a:moveTo>
                  <a:lnTo>
                    <a:pt x="596" y="0"/>
                  </a:lnTo>
                  <a:cubicBezTo>
                    <a:pt x="2025" y="5965"/>
                    <a:pt x="3072" y="13895"/>
                    <a:pt x="3644" y="22312"/>
                  </a:cubicBezTo>
                  <a:cubicBezTo>
                    <a:pt x="7942" y="23515"/>
                    <a:pt x="13609" y="23932"/>
                    <a:pt x="5085" y="25063"/>
                  </a:cubicBezTo>
                  <a:cubicBezTo>
                    <a:pt x="5096" y="25110"/>
                    <a:pt x="5108" y="25146"/>
                    <a:pt x="5120" y="25194"/>
                  </a:cubicBezTo>
                  <a:cubicBezTo>
                    <a:pt x="5263" y="25301"/>
                    <a:pt x="5394" y="25396"/>
                    <a:pt x="5525" y="25503"/>
                  </a:cubicBezTo>
                  <a:cubicBezTo>
                    <a:pt x="5692" y="25539"/>
                    <a:pt x="5954" y="25479"/>
                    <a:pt x="6037" y="25658"/>
                  </a:cubicBezTo>
                  <a:cubicBezTo>
                    <a:pt x="8561" y="26230"/>
                    <a:pt x="4561" y="26670"/>
                    <a:pt x="3894" y="26789"/>
                  </a:cubicBezTo>
                  <a:cubicBezTo>
                    <a:pt x="4203" y="33719"/>
                    <a:pt x="4192" y="40803"/>
                    <a:pt x="3787" y="47256"/>
                  </a:cubicBezTo>
                  <a:cubicBezTo>
                    <a:pt x="2560" y="47137"/>
                    <a:pt x="1298" y="47006"/>
                    <a:pt x="1" y="46875"/>
                  </a:cubicBezTo>
                  <a:lnTo>
                    <a:pt x="1" y="46875"/>
                  </a:lnTo>
                  <a:cubicBezTo>
                    <a:pt x="1429" y="52840"/>
                    <a:pt x="2477" y="60770"/>
                    <a:pt x="3049" y="69199"/>
                  </a:cubicBezTo>
                  <a:cubicBezTo>
                    <a:pt x="7347" y="70402"/>
                    <a:pt x="13014" y="70818"/>
                    <a:pt x="4489" y="71949"/>
                  </a:cubicBezTo>
                  <a:cubicBezTo>
                    <a:pt x="4501" y="71985"/>
                    <a:pt x="4513" y="72033"/>
                    <a:pt x="4525" y="72069"/>
                  </a:cubicBezTo>
                  <a:cubicBezTo>
                    <a:pt x="4668" y="72176"/>
                    <a:pt x="4787" y="72283"/>
                    <a:pt x="4930" y="72390"/>
                  </a:cubicBezTo>
                  <a:cubicBezTo>
                    <a:pt x="5096" y="72414"/>
                    <a:pt x="5358" y="72366"/>
                    <a:pt x="5442" y="72545"/>
                  </a:cubicBezTo>
                  <a:cubicBezTo>
                    <a:pt x="7966" y="73104"/>
                    <a:pt x="3965" y="73557"/>
                    <a:pt x="3299" y="73664"/>
                  </a:cubicBezTo>
                  <a:cubicBezTo>
                    <a:pt x="3513" y="78510"/>
                    <a:pt x="3572" y="83427"/>
                    <a:pt x="3453" y="88154"/>
                  </a:cubicBezTo>
                  <a:cubicBezTo>
                    <a:pt x="2322" y="88047"/>
                    <a:pt x="1179" y="87928"/>
                    <a:pt x="1" y="87809"/>
                  </a:cubicBezTo>
                  <a:lnTo>
                    <a:pt x="1" y="87809"/>
                  </a:lnTo>
                  <a:cubicBezTo>
                    <a:pt x="989" y="91940"/>
                    <a:pt x="1798" y="97036"/>
                    <a:pt x="2394" y="102584"/>
                  </a:cubicBezTo>
                  <a:cubicBezTo>
                    <a:pt x="2239" y="103727"/>
                    <a:pt x="2072" y="104834"/>
                    <a:pt x="1882" y="105894"/>
                  </a:cubicBezTo>
                  <a:cubicBezTo>
                    <a:pt x="2156" y="105870"/>
                    <a:pt x="2429" y="105846"/>
                    <a:pt x="2715" y="105811"/>
                  </a:cubicBezTo>
                  <a:cubicBezTo>
                    <a:pt x="2834" y="107228"/>
                    <a:pt x="2953" y="108668"/>
                    <a:pt x="3049" y="110121"/>
                  </a:cubicBezTo>
                  <a:cubicBezTo>
                    <a:pt x="7347" y="111323"/>
                    <a:pt x="13014" y="111740"/>
                    <a:pt x="4489" y="112871"/>
                  </a:cubicBezTo>
                  <a:cubicBezTo>
                    <a:pt x="4501" y="112919"/>
                    <a:pt x="4513" y="112954"/>
                    <a:pt x="4525" y="113002"/>
                  </a:cubicBezTo>
                  <a:cubicBezTo>
                    <a:pt x="4668" y="113109"/>
                    <a:pt x="4799" y="113205"/>
                    <a:pt x="4930" y="113312"/>
                  </a:cubicBezTo>
                  <a:cubicBezTo>
                    <a:pt x="5096" y="113347"/>
                    <a:pt x="5358" y="113288"/>
                    <a:pt x="5442" y="113466"/>
                  </a:cubicBezTo>
                  <a:cubicBezTo>
                    <a:pt x="7966" y="114038"/>
                    <a:pt x="3965" y="114478"/>
                    <a:pt x="3299" y="114598"/>
                  </a:cubicBezTo>
                  <a:cubicBezTo>
                    <a:pt x="3822" y="126123"/>
                    <a:pt x="4668" y="127147"/>
                    <a:pt x="3120" y="135886"/>
                  </a:cubicBezTo>
                  <a:cubicBezTo>
                    <a:pt x="4608" y="136338"/>
                    <a:pt x="14133" y="147209"/>
                    <a:pt x="14133" y="147209"/>
                  </a:cubicBezTo>
                  <a:cubicBezTo>
                    <a:pt x="14133" y="147209"/>
                    <a:pt x="16765" y="146220"/>
                    <a:pt x="20479" y="146137"/>
                  </a:cubicBezTo>
                  <a:cubicBezTo>
                    <a:pt x="20503" y="146054"/>
                    <a:pt x="20539" y="145959"/>
                    <a:pt x="20563" y="145875"/>
                  </a:cubicBezTo>
                  <a:lnTo>
                    <a:pt x="20563" y="145875"/>
                  </a:lnTo>
                  <a:cubicBezTo>
                    <a:pt x="20491" y="146340"/>
                    <a:pt x="23242" y="146363"/>
                    <a:pt x="23158" y="146816"/>
                  </a:cubicBezTo>
                  <a:cubicBezTo>
                    <a:pt x="29516" y="146220"/>
                    <a:pt x="36481" y="145875"/>
                    <a:pt x="44589" y="145697"/>
                  </a:cubicBezTo>
                  <a:cubicBezTo>
                    <a:pt x="44613" y="145625"/>
                    <a:pt x="44637" y="145554"/>
                    <a:pt x="44661" y="145494"/>
                  </a:cubicBezTo>
                  <a:cubicBezTo>
                    <a:pt x="45090" y="145494"/>
                    <a:pt x="45530" y="145494"/>
                    <a:pt x="45959" y="145482"/>
                  </a:cubicBezTo>
                  <a:cubicBezTo>
                    <a:pt x="45959" y="145542"/>
                    <a:pt x="45959" y="145601"/>
                    <a:pt x="45959" y="145661"/>
                  </a:cubicBezTo>
                  <a:cubicBezTo>
                    <a:pt x="46173" y="145661"/>
                    <a:pt x="46387" y="145661"/>
                    <a:pt x="46602" y="145649"/>
                  </a:cubicBezTo>
                  <a:cubicBezTo>
                    <a:pt x="46637" y="145601"/>
                    <a:pt x="46661" y="145542"/>
                    <a:pt x="46685" y="145482"/>
                  </a:cubicBezTo>
                  <a:cubicBezTo>
                    <a:pt x="47197" y="145482"/>
                    <a:pt x="47709" y="145482"/>
                    <a:pt x="48221" y="145494"/>
                  </a:cubicBezTo>
                  <a:cubicBezTo>
                    <a:pt x="48221" y="145530"/>
                    <a:pt x="48221" y="145578"/>
                    <a:pt x="48221" y="145625"/>
                  </a:cubicBezTo>
                  <a:cubicBezTo>
                    <a:pt x="50912" y="145578"/>
                    <a:pt x="53900" y="145542"/>
                    <a:pt x="57031" y="145518"/>
                  </a:cubicBezTo>
                  <a:cubicBezTo>
                    <a:pt x="59651" y="145542"/>
                    <a:pt x="62151" y="145566"/>
                    <a:pt x="64461" y="145601"/>
                  </a:cubicBezTo>
                  <a:cubicBezTo>
                    <a:pt x="64461" y="145566"/>
                    <a:pt x="64461" y="145530"/>
                    <a:pt x="64461" y="145494"/>
                  </a:cubicBezTo>
                  <a:cubicBezTo>
                    <a:pt x="65592" y="145488"/>
                    <a:pt x="66726" y="145485"/>
                    <a:pt x="67860" y="145485"/>
                  </a:cubicBezTo>
                  <a:cubicBezTo>
                    <a:pt x="68994" y="145485"/>
                    <a:pt x="70128" y="145488"/>
                    <a:pt x="71259" y="145494"/>
                  </a:cubicBezTo>
                  <a:cubicBezTo>
                    <a:pt x="71402" y="145578"/>
                    <a:pt x="71545" y="145661"/>
                    <a:pt x="71700" y="145744"/>
                  </a:cubicBezTo>
                  <a:cubicBezTo>
                    <a:pt x="78891" y="145947"/>
                    <a:pt x="85190" y="146268"/>
                    <a:pt x="90976" y="146816"/>
                  </a:cubicBezTo>
                  <a:cubicBezTo>
                    <a:pt x="90845" y="146054"/>
                    <a:pt x="90714" y="145256"/>
                    <a:pt x="90595" y="144435"/>
                  </a:cubicBezTo>
                  <a:lnTo>
                    <a:pt x="90595" y="144435"/>
                  </a:lnTo>
                  <a:cubicBezTo>
                    <a:pt x="91429" y="144792"/>
                    <a:pt x="92191" y="145304"/>
                    <a:pt x="92976" y="145744"/>
                  </a:cubicBezTo>
                  <a:cubicBezTo>
                    <a:pt x="96596" y="145851"/>
                    <a:pt x="99989" y="145982"/>
                    <a:pt x="103204" y="146161"/>
                  </a:cubicBezTo>
                  <a:cubicBezTo>
                    <a:pt x="103156" y="146375"/>
                    <a:pt x="103121" y="146601"/>
                    <a:pt x="103085" y="146828"/>
                  </a:cubicBezTo>
                  <a:cubicBezTo>
                    <a:pt x="104573" y="146685"/>
                    <a:pt x="106109" y="146554"/>
                    <a:pt x="107669" y="146447"/>
                  </a:cubicBezTo>
                  <a:cubicBezTo>
                    <a:pt x="109240" y="146554"/>
                    <a:pt x="110764" y="146685"/>
                    <a:pt x="112265" y="146828"/>
                  </a:cubicBezTo>
                  <a:cubicBezTo>
                    <a:pt x="112217" y="146601"/>
                    <a:pt x="112181" y="146375"/>
                    <a:pt x="112146" y="146161"/>
                  </a:cubicBezTo>
                  <a:cubicBezTo>
                    <a:pt x="115979" y="145947"/>
                    <a:pt x="120075" y="145792"/>
                    <a:pt x="124504" y="145697"/>
                  </a:cubicBezTo>
                  <a:cubicBezTo>
                    <a:pt x="125022" y="144156"/>
                    <a:pt x="125413" y="143165"/>
                    <a:pt x="125645" y="143165"/>
                  </a:cubicBezTo>
                  <a:cubicBezTo>
                    <a:pt x="125846" y="143165"/>
                    <a:pt x="125929" y="143902"/>
                    <a:pt x="125873" y="145661"/>
                  </a:cubicBezTo>
                  <a:cubicBezTo>
                    <a:pt x="126100" y="145661"/>
                    <a:pt x="126302" y="145661"/>
                    <a:pt x="126528" y="145649"/>
                  </a:cubicBezTo>
                  <a:cubicBezTo>
                    <a:pt x="127181" y="144357"/>
                    <a:pt x="127670" y="143321"/>
                    <a:pt x="127939" y="143321"/>
                  </a:cubicBezTo>
                  <a:cubicBezTo>
                    <a:pt x="128150" y="143321"/>
                    <a:pt x="128225" y="143963"/>
                    <a:pt x="128136" y="145625"/>
                  </a:cubicBezTo>
                  <a:cubicBezTo>
                    <a:pt x="130541" y="145589"/>
                    <a:pt x="133184" y="145554"/>
                    <a:pt x="135946" y="145530"/>
                  </a:cubicBezTo>
                  <a:cubicBezTo>
                    <a:pt x="138720" y="145554"/>
                    <a:pt x="141352" y="145589"/>
                    <a:pt x="143757" y="145625"/>
                  </a:cubicBezTo>
                  <a:cubicBezTo>
                    <a:pt x="143667" y="143963"/>
                    <a:pt x="143745" y="143321"/>
                    <a:pt x="143959" y="143321"/>
                  </a:cubicBezTo>
                  <a:cubicBezTo>
                    <a:pt x="144230" y="143321"/>
                    <a:pt x="144723" y="144357"/>
                    <a:pt x="145376" y="145649"/>
                  </a:cubicBezTo>
                  <a:cubicBezTo>
                    <a:pt x="145590" y="145661"/>
                    <a:pt x="145804" y="145661"/>
                    <a:pt x="146019" y="145661"/>
                  </a:cubicBezTo>
                  <a:cubicBezTo>
                    <a:pt x="145964" y="143902"/>
                    <a:pt x="146046" y="143165"/>
                    <a:pt x="146247" y="143165"/>
                  </a:cubicBezTo>
                  <a:cubicBezTo>
                    <a:pt x="146479" y="143165"/>
                    <a:pt x="146870" y="144156"/>
                    <a:pt x="147388" y="145697"/>
                  </a:cubicBezTo>
                  <a:cubicBezTo>
                    <a:pt x="151817" y="145792"/>
                    <a:pt x="155913" y="145947"/>
                    <a:pt x="159759" y="146161"/>
                  </a:cubicBezTo>
                  <a:cubicBezTo>
                    <a:pt x="159711" y="146375"/>
                    <a:pt x="159675" y="146601"/>
                    <a:pt x="159640" y="146828"/>
                  </a:cubicBezTo>
                  <a:cubicBezTo>
                    <a:pt x="161128" y="146685"/>
                    <a:pt x="162664" y="146554"/>
                    <a:pt x="164223" y="146447"/>
                  </a:cubicBezTo>
                  <a:cubicBezTo>
                    <a:pt x="165795" y="146554"/>
                    <a:pt x="167319" y="146685"/>
                    <a:pt x="168819" y="146828"/>
                  </a:cubicBezTo>
                  <a:cubicBezTo>
                    <a:pt x="168772" y="146601"/>
                    <a:pt x="168736" y="146375"/>
                    <a:pt x="168700" y="146161"/>
                  </a:cubicBezTo>
                  <a:cubicBezTo>
                    <a:pt x="171915" y="145982"/>
                    <a:pt x="175296" y="145851"/>
                    <a:pt x="178916" y="145744"/>
                  </a:cubicBezTo>
                  <a:cubicBezTo>
                    <a:pt x="179702" y="145304"/>
                    <a:pt x="180464" y="144792"/>
                    <a:pt x="181309" y="144435"/>
                  </a:cubicBezTo>
                  <a:lnTo>
                    <a:pt x="181309" y="144435"/>
                  </a:lnTo>
                  <a:cubicBezTo>
                    <a:pt x="181190" y="145256"/>
                    <a:pt x="181059" y="146054"/>
                    <a:pt x="180916" y="146816"/>
                  </a:cubicBezTo>
                  <a:cubicBezTo>
                    <a:pt x="186714" y="146268"/>
                    <a:pt x="193001" y="145947"/>
                    <a:pt x="200204" y="145744"/>
                  </a:cubicBezTo>
                  <a:cubicBezTo>
                    <a:pt x="200347" y="145661"/>
                    <a:pt x="200490" y="145578"/>
                    <a:pt x="200645" y="145494"/>
                  </a:cubicBezTo>
                  <a:cubicBezTo>
                    <a:pt x="201770" y="145488"/>
                    <a:pt x="202904" y="145485"/>
                    <a:pt x="204039" y="145485"/>
                  </a:cubicBezTo>
                  <a:cubicBezTo>
                    <a:pt x="205175" y="145485"/>
                    <a:pt x="206312" y="145488"/>
                    <a:pt x="207443" y="145494"/>
                  </a:cubicBezTo>
                  <a:cubicBezTo>
                    <a:pt x="207443" y="145530"/>
                    <a:pt x="207443" y="145566"/>
                    <a:pt x="207431" y="145601"/>
                  </a:cubicBezTo>
                  <a:cubicBezTo>
                    <a:pt x="209741" y="145566"/>
                    <a:pt x="212253" y="145542"/>
                    <a:pt x="214873" y="145518"/>
                  </a:cubicBezTo>
                  <a:cubicBezTo>
                    <a:pt x="218004" y="145542"/>
                    <a:pt x="220981" y="145578"/>
                    <a:pt x="223683" y="145625"/>
                  </a:cubicBezTo>
                  <a:cubicBezTo>
                    <a:pt x="223671" y="145578"/>
                    <a:pt x="223671" y="145530"/>
                    <a:pt x="223671" y="145494"/>
                  </a:cubicBezTo>
                  <a:cubicBezTo>
                    <a:pt x="224183" y="145494"/>
                    <a:pt x="224695" y="145482"/>
                    <a:pt x="225207" y="145482"/>
                  </a:cubicBezTo>
                  <a:cubicBezTo>
                    <a:pt x="225243" y="145542"/>
                    <a:pt x="225267" y="145601"/>
                    <a:pt x="225291" y="145649"/>
                  </a:cubicBezTo>
                  <a:cubicBezTo>
                    <a:pt x="225517" y="145661"/>
                    <a:pt x="225731" y="145661"/>
                    <a:pt x="225945" y="145661"/>
                  </a:cubicBezTo>
                  <a:cubicBezTo>
                    <a:pt x="225945" y="145601"/>
                    <a:pt x="225934" y="145542"/>
                    <a:pt x="225934" y="145482"/>
                  </a:cubicBezTo>
                  <a:cubicBezTo>
                    <a:pt x="226374" y="145482"/>
                    <a:pt x="226803" y="145482"/>
                    <a:pt x="227243" y="145494"/>
                  </a:cubicBezTo>
                  <a:cubicBezTo>
                    <a:pt x="227267" y="145554"/>
                    <a:pt x="227291" y="145625"/>
                    <a:pt x="227315" y="145697"/>
                  </a:cubicBezTo>
                  <a:cubicBezTo>
                    <a:pt x="235411" y="145875"/>
                    <a:pt x="242376" y="146220"/>
                    <a:pt x="248734" y="146816"/>
                  </a:cubicBezTo>
                  <a:cubicBezTo>
                    <a:pt x="248651" y="146363"/>
                    <a:pt x="248579" y="145899"/>
                    <a:pt x="248508" y="145423"/>
                  </a:cubicBezTo>
                  <a:lnTo>
                    <a:pt x="248508" y="145423"/>
                  </a:lnTo>
                  <a:cubicBezTo>
                    <a:pt x="248532" y="145506"/>
                    <a:pt x="248567" y="145601"/>
                    <a:pt x="248591" y="145697"/>
                  </a:cubicBezTo>
                  <a:cubicBezTo>
                    <a:pt x="256699" y="145875"/>
                    <a:pt x="263664" y="146220"/>
                    <a:pt x="270022" y="146816"/>
                  </a:cubicBezTo>
                  <a:cubicBezTo>
                    <a:pt x="268463" y="138065"/>
                    <a:pt x="268082" y="126123"/>
                    <a:pt x="268606" y="114598"/>
                  </a:cubicBezTo>
                  <a:cubicBezTo>
                    <a:pt x="267939" y="114478"/>
                    <a:pt x="263926" y="114038"/>
                    <a:pt x="266462" y="113466"/>
                  </a:cubicBezTo>
                  <a:cubicBezTo>
                    <a:pt x="266546" y="113288"/>
                    <a:pt x="266808" y="113347"/>
                    <a:pt x="266974" y="113312"/>
                  </a:cubicBezTo>
                  <a:cubicBezTo>
                    <a:pt x="267105" y="113205"/>
                    <a:pt x="267236" y="113109"/>
                    <a:pt x="267367" y="113002"/>
                  </a:cubicBezTo>
                  <a:cubicBezTo>
                    <a:pt x="267391" y="112954"/>
                    <a:pt x="267403" y="112919"/>
                    <a:pt x="267415" y="112871"/>
                  </a:cubicBezTo>
                  <a:cubicBezTo>
                    <a:pt x="258878" y="111740"/>
                    <a:pt x="264557" y="111323"/>
                    <a:pt x="268856" y="110121"/>
                  </a:cubicBezTo>
                  <a:cubicBezTo>
                    <a:pt x="268951" y="108668"/>
                    <a:pt x="269070" y="107228"/>
                    <a:pt x="269189" y="105811"/>
                  </a:cubicBezTo>
                  <a:cubicBezTo>
                    <a:pt x="269463" y="105846"/>
                    <a:pt x="269749" y="105870"/>
                    <a:pt x="270022" y="105894"/>
                  </a:cubicBezTo>
                  <a:cubicBezTo>
                    <a:pt x="269832" y="104834"/>
                    <a:pt x="269653" y="103727"/>
                    <a:pt x="269510" y="102584"/>
                  </a:cubicBezTo>
                  <a:cubicBezTo>
                    <a:pt x="270094" y="97036"/>
                    <a:pt x="270903" y="91940"/>
                    <a:pt x="271904" y="87809"/>
                  </a:cubicBezTo>
                  <a:lnTo>
                    <a:pt x="271904" y="87809"/>
                  </a:lnTo>
                  <a:cubicBezTo>
                    <a:pt x="270725" y="87928"/>
                    <a:pt x="269570" y="88047"/>
                    <a:pt x="268451" y="88154"/>
                  </a:cubicBezTo>
                  <a:cubicBezTo>
                    <a:pt x="268320" y="83427"/>
                    <a:pt x="268379" y="78510"/>
                    <a:pt x="268606" y="73664"/>
                  </a:cubicBezTo>
                  <a:cubicBezTo>
                    <a:pt x="267939" y="73557"/>
                    <a:pt x="263926" y="73104"/>
                    <a:pt x="266462" y="72545"/>
                  </a:cubicBezTo>
                  <a:cubicBezTo>
                    <a:pt x="266546" y="72366"/>
                    <a:pt x="266808" y="72426"/>
                    <a:pt x="266974" y="72390"/>
                  </a:cubicBezTo>
                  <a:cubicBezTo>
                    <a:pt x="267105" y="72283"/>
                    <a:pt x="267236" y="72176"/>
                    <a:pt x="267367" y="72069"/>
                  </a:cubicBezTo>
                  <a:cubicBezTo>
                    <a:pt x="267391" y="72033"/>
                    <a:pt x="267403" y="71985"/>
                    <a:pt x="267415" y="71949"/>
                  </a:cubicBezTo>
                  <a:cubicBezTo>
                    <a:pt x="258878" y="70818"/>
                    <a:pt x="264557" y="70402"/>
                    <a:pt x="268856" y="69199"/>
                  </a:cubicBezTo>
                  <a:cubicBezTo>
                    <a:pt x="269415" y="60770"/>
                    <a:pt x="270463" y="52840"/>
                    <a:pt x="271904" y="46875"/>
                  </a:cubicBezTo>
                  <a:lnTo>
                    <a:pt x="271904" y="46875"/>
                  </a:lnTo>
                  <a:cubicBezTo>
                    <a:pt x="270606" y="47006"/>
                    <a:pt x="269344" y="47137"/>
                    <a:pt x="268105" y="47256"/>
                  </a:cubicBezTo>
                  <a:cubicBezTo>
                    <a:pt x="267713" y="40803"/>
                    <a:pt x="267689" y="33719"/>
                    <a:pt x="268010" y="26789"/>
                  </a:cubicBezTo>
                  <a:cubicBezTo>
                    <a:pt x="267343" y="26670"/>
                    <a:pt x="263331" y="26230"/>
                    <a:pt x="265867" y="25658"/>
                  </a:cubicBezTo>
                  <a:cubicBezTo>
                    <a:pt x="265950" y="25479"/>
                    <a:pt x="266212" y="25539"/>
                    <a:pt x="266379" y="25503"/>
                  </a:cubicBezTo>
                  <a:cubicBezTo>
                    <a:pt x="266510" y="25396"/>
                    <a:pt x="266641" y="25301"/>
                    <a:pt x="266772" y="25194"/>
                  </a:cubicBezTo>
                  <a:cubicBezTo>
                    <a:pt x="266796" y="25146"/>
                    <a:pt x="266808" y="25110"/>
                    <a:pt x="266820" y="25063"/>
                  </a:cubicBezTo>
                  <a:cubicBezTo>
                    <a:pt x="258283" y="23932"/>
                    <a:pt x="263962" y="23515"/>
                    <a:pt x="268260" y="22312"/>
                  </a:cubicBezTo>
                  <a:cubicBezTo>
                    <a:pt x="268415" y="19919"/>
                    <a:pt x="268856" y="15300"/>
                    <a:pt x="268856" y="15300"/>
                  </a:cubicBezTo>
                  <a:lnTo>
                    <a:pt x="254901" y="1453"/>
                  </a:lnTo>
                  <a:cubicBezTo>
                    <a:pt x="254901" y="1453"/>
                    <a:pt x="251413" y="1679"/>
                    <a:pt x="249615" y="1774"/>
                  </a:cubicBezTo>
                  <a:cubicBezTo>
                    <a:pt x="249746" y="1167"/>
                    <a:pt x="249889" y="572"/>
                    <a:pt x="250020" y="0"/>
                  </a:cubicBezTo>
                  <a:lnTo>
                    <a:pt x="250020" y="0"/>
                  </a:lnTo>
                  <a:cubicBezTo>
                    <a:pt x="240828" y="929"/>
                    <a:pt x="233577" y="1572"/>
                    <a:pt x="225017" y="1929"/>
                  </a:cubicBezTo>
                  <a:cubicBezTo>
                    <a:pt x="224814" y="2179"/>
                    <a:pt x="224600" y="2441"/>
                    <a:pt x="224386" y="2715"/>
                  </a:cubicBezTo>
                  <a:cubicBezTo>
                    <a:pt x="223731" y="2953"/>
                    <a:pt x="223112" y="3274"/>
                    <a:pt x="222647" y="3751"/>
                  </a:cubicBezTo>
                  <a:cubicBezTo>
                    <a:pt x="222755" y="3346"/>
                    <a:pt x="222945" y="2774"/>
                    <a:pt x="223219" y="2000"/>
                  </a:cubicBezTo>
                  <a:cubicBezTo>
                    <a:pt x="223094" y="1992"/>
                    <a:pt x="222968" y="1988"/>
                    <a:pt x="222843" y="1988"/>
                  </a:cubicBezTo>
                  <a:cubicBezTo>
                    <a:pt x="221740" y="1988"/>
                    <a:pt x="220632" y="2285"/>
                    <a:pt x="219537" y="2285"/>
                  </a:cubicBezTo>
                  <a:cubicBezTo>
                    <a:pt x="219371" y="2285"/>
                    <a:pt x="219205" y="2278"/>
                    <a:pt x="219040" y="2262"/>
                  </a:cubicBezTo>
                  <a:cubicBezTo>
                    <a:pt x="218567" y="2506"/>
                    <a:pt x="218202" y="2952"/>
                    <a:pt x="217926" y="2952"/>
                  </a:cubicBezTo>
                  <a:cubicBezTo>
                    <a:pt x="217744" y="2952"/>
                    <a:pt x="217601" y="2757"/>
                    <a:pt x="217492" y="2179"/>
                  </a:cubicBezTo>
                  <a:cubicBezTo>
                    <a:pt x="216420" y="2203"/>
                    <a:pt x="215337" y="2227"/>
                    <a:pt x="214218" y="2239"/>
                  </a:cubicBezTo>
                  <a:cubicBezTo>
                    <a:pt x="210515" y="2179"/>
                    <a:pt x="207169" y="2084"/>
                    <a:pt x="204002" y="1965"/>
                  </a:cubicBezTo>
                  <a:cubicBezTo>
                    <a:pt x="203967" y="2131"/>
                    <a:pt x="203943" y="2298"/>
                    <a:pt x="203919" y="2453"/>
                  </a:cubicBezTo>
                  <a:cubicBezTo>
                    <a:pt x="203550" y="2560"/>
                    <a:pt x="203181" y="2679"/>
                    <a:pt x="202824" y="2822"/>
                  </a:cubicBezTo>
                  <a:cubicBezTo>
                    <a:pt x="202776" y="2548"/>
                    <a:pt x="202728" y="2239"/>
                    <a:pt x="202681" y="1905"/>
                  </a:cubicBezTo>
                  <a:cubicBezTo>
                    <a:pt x="194453" y="1524"/>
                    <a:pt x="187357" y="905"/>
                    <a:pt x="178440" y="0"/>
                  </a:cubicBezTo>
                  <a:lnTo>
                    <a:pt x="178440" y="0"/>
                  </a:lnTo>
                  <a:cubicBezTo>
                    <a:pt x="178582" y="572"/>
                    <a:pt x="178713" y="1167"/>
                    <a:pt x="178844" y="1774"/>
                  </a:cubicBezTo>
                  <a:cubicBezTo>
                    <a:pt x="175773" y="1607"/>
                    <a:pt x="172832" y="1417"/>
                    <a:pt x="169831" y="1179"/>
                  </a:cubicBezTo>
                  <a:cubicBezTo>
                    <a:pt x="169927" y="774"/>
                    <a:pt x="170010" y="381"/>
                    <a:pt x="170105" y="0"/>
                  </a:cubicBezTo>
                  <a:lnTo>
                    <a:pt x="170105" y="0"/>
                  </a:lnTo>
                  <a:cubicBezTo>
                    <a:pt x="167843" y="226"/>
                    <a:pt x="165700" y="441"/>
                    <a:pt x="163628" y="631"/>
                  </a:cubicBezTo>
                  <a:cubicBezTo>
                    <a:pt x="161556" y="441"/>
                    <a:pt x="159413" y="226"/>
                    <a:pt x="157163" y="0"/>
                  </a:cubicBezTo>
                  <a:lnTo>
                    <a:pt x="157163" y="0"/>
                  </a:lnTo>
                  <a:cubicBezTo>
                    <a:pt x="157246" y="381"/>
                    <a:pt x="157342" y="774"/>
                    <a:pt x="157425" y="1179"/>
                  </a:cubicBezTo>
                  <a:cubicBezTo>
                    <a:pt x="153377" y="1500"/>
                    <a:pt x="149400" y="1750"/>
                    <a:pt x="145102" y="1929"/>
                  </a:cubicBezTo>
                  <a:cubicBezTo>
                    <a:pt x="144154" y="3043"/>
                    <a:pt x="143049" y="4616"/>
                    <a:pt x="142712" y="4616"/>
                  </a:cubicBezTo>
                  <a:cubicBezTo>
                    <a:pt x="142491" y="4616"/>
                    <a:pt x="142601" y="3936"/>
                    <a:pt x="143304" y="2000"/>
                  </a:cubicBezTo>
                  <a:cubicBezTo>
                    <a:pt x="143179" y="1992"/>
                    <a:pt x="143053" y="1988"/>
                    <a:pt x="142928" y="1988"/>
                  </a:cubicBezTo>
                  <a:cubicBezTo>
                    <a:pt x="141825" y="1988"/>
                    <a:pt x="140718" y="2285"/>
                    <a:pt x="139622" y="2285"/>
                  </a:cubicBezTo>
                  <a:cubicBezTo>
                    <a:pt x="139456" y="2285"/>
                    <a:pt x="139290" y="2278"/>
                    <a:pt x="139125" y="2262"/>
                  </a:cubicBezTo>
                  <a:cubicBezTo>
                    <a:pt x="138780" y="2441"/>
                    <a:pt x="138494" y="2715"/>
                    <a:pt x="138256" y="2858"/>
                  </a:cubicBezTo>
                  <a:lnTo>
                    <a:pt x="138256" y="2250"/>
                  </a:lnTo>
                  <a:cubicBezTo>
                    <a:pt x="138030" y="2250"/>
                    <a:pt x="137803" y="2239"/>
                    <a:pt x="137589" y="2239"/>
                  </a:cubicBezTo>
                  <a:cubicBezTo>
                    <a:pt x="137577" y="2215"/>
                    <a:pt x="137577" y="2203"/>
                    <a:pt x="137565" y="2179"/>
                  </a:cubicBezTo>
                  <a:cubicBezTo>
                    <a:pt x="137041" y="2191"/>
                    <a:pt x="136494" y="2203"/>
                    <a:pt x="135946" y="2215"/>
                  </a:cubicBezTo>
                  <a:cubicBezTo>
                    <a:pt x="135410" y="2203"/>
                    <a:pt x="134863" y="2191"/>
                    <a:pt x="134327" y="2179"/>
                  </a:cubicBezTo>
                  <a:cubicBezTo>
                    <a:pt x="134327" y="2203"/>
                    <a:pt x="134327" y="2215"/>
                    <a:pt x="134315" y="2239"/>
                  </a:cubicBezTo>
                  <a:cubicBezTo>
                    <a:pt x="134089" y="2239"/>
                    <a:pt x="133874" y="2250"/>
                    <a:pt x="133648" y="2250"/>
                  </a:cubicBezTo>
                  <a:lnTo>
                    <a:pt x="133648" y="2858"/>
                  </a:lnTo>
                  <a:cubicBezTo>
                    <a:pt x="133410" y="2715"/>
                    <a:pt x="133124" y="2441"/>
                    <a:pt x="132779" y="2262"/>
                  </a:cubicBezTo>
                  <a:cubicBezTo>
                    <a:pt x="132604" y="2280"/>
                    <a:pt x="132429" y="2288"/>
                    <a:pt x="132254" y="2288"/>
                  </a:cubicBezTo>
                  <a:cubicBezTo>
                    <a:pt x="131165" y="2288"/>
                    <a:pt x="130064" y="1988"/>
                    <a:pt x="128968" y="1988"/>
                  </a:cubicBezTo>
                  <a:cubicBezTo>
                    <a:pt x="128845" y="1988"/>
                    <a:pt x="128723" y="1992"/>
                    <a:pt x="128600" y="2000"/>
                  </a:cubicBezTo>
                  <a:cubicBezTo>
                    <a:pt x="129303" y="3936"/>
                    <a:pt x="129413" y="4616"/>
                    <a:pt x="129192" y="4616"/>
                  </a:cubicBezTo>
                  <a:cubicBezTo>
                    <a:pt x="128855" y="4616"/>
                    <a:pt x="127750" y="3043"/>
                    <a:pt x="126802" y="1929"/>
                  </a:cubicBezTo>
                  <a:cubicBezTo>
                    <a:pt x="122492" y="1750"/>
                    <a:pt x="118527" y="1500"/>
                    <a:pt x="114467" y="1179"/>
                  </a:cubicBezTo>
                  <a:cubicBezTo>
                    <a:pt x="114562" y="774"/>
                    <a:pt x="114646" y="381"/>
                    <a:pt x="114741" y="0"/>
                  </a:cubicBezTo>
                  <a:lnTo>
                    <a:pt x="114741" y="0"/>
                  </a:lnTo>
                  <a:cubicBezTo>
                    <a:pt x="112491" y="226"/>
                    <a:pt x="110348" y="441"/>
                    <a:pt x="108276" y="631"/>
                  </a:cubicBezTo>
                  <a:cubicBezTo>
                    <a:pt x="106192" y="441"/>
                    <a:pt x="104061" y="226"/>
                    <a:pt x="101799" y="0"/>
                  </a:cubicBezTo>
                  <a:lnTo>
                    <a:pt x="101799" y="0"/>
                  </a:lnTo>
                  <a:cubicBezTo>
                    <a:pt x="101894" y="381"/>
                    <a:pt x="101978" y="774"/>
                    <a:pt x="102073" y="1179"/>
                  </a:cubicBezTo>
                  <a:cubicBezTo>
                    <a:pt x="99072" y="1417"/>
                    <a:pt x="96132" y="1607"/>
                    <a:pt x="93060" y="1774"/>
                  </a:cubicBezTo>
                  <a:cubicBezTo>
                    <a:pt x="93191" y="1167"/>
                    <a:pt x="93322" y="572"/>
                    <a:pt x="93465" y="0"/>
                  </a:cubicBezTo>
                  <a:lnTo>
                    <a:pt x="93465" y="0"/>
                  </a:lnTo>
                  <a:cubicBezTo>
                    <a:pt x="84535" y="905"/>
                    <a:pt x="77439" y="1524"/>
                    <a:pt x="69212" y="1905"/>
                  </a:cubicBezTo>
                  <a:cubicBezTo>
                    <a:pt x="69164" y="2239"/>
                    <a:pt x="69116" y="2548"/>
                    <a:pt x="69081" y="2822"/>
                  </a:cubicBezTo>
                  <a:cubicBezTo>
                    <a:pt x="68723" y="2667"/>
                    <a:pt x="68342" y="2548"/>
                    <a:pt x="67973" y="2453"/>
                  </a:cubicBezTo>
                  <a:cubicBezTo>
                    <a:pt x="67950" y="2298"/>
                    <a:pt x="67926" y="2131"/>
                    <a:pt x="67902" y="1953"/>
                  </a:cubicBezTo>
                  <a:cubicBezTo>
                    <a:pt x="64735" y="2084"/>
                    <a:pt x="61377" y="2179"/>
                    <a:pt x="57686" y="2239"/>
                  </a:cubicBezTo>
                  <a:cubicBezTo>
                    <a:pt x="56567" y="2227"/>
                    <a:pt x="55472" y="2203"/>
                    <a:pt x="54412" y="2179"/>
                  </a:cubicBezTo>
                  <a:cubicBezTo>
                    <a:pt x="54303" y="2757"/>
                    <a:pt x="54160" y="2952"/>
                    <a:pt x="53977" y="2952"/>
                  </a:cubicBezTo>
                  <a:cubicBezTo>
                    <a:pt x="53701" y="2952"/>
                    <a:pt x="53333" y="2506"/>
                    <a:pt x="52852" y="2262"/>
                  </a:cubicBezTo>
                  <a:cubicBezTo>
                    <a:pt x="52687" y="2278"/>
                    <a:pt x="52522" y="2285"/>
                    <a:pt x="52356" y="2285"/>
                  </a:cubicBezTo>
                  <a:cubicBezTo>
                    <a:pt x="51262" y="2285"/>
                    <a:pt x="50161" y="1988"/>
                    <a:pt x="49052" y="1988"/>
                  </a:cubicBezTo>
                  <a:cubicBezTo>
                    <a:pt x="48926" y="1988"/>
                    <a:pt x="48800" y="1992"/>
                    <a:pt x="48673" y="2000"/>
                  </a:cubicBezTo>
                  <a:cubicBezTo>
                    <a:pt x="48959" y="2774"/>
                    <a:pt x="49138" y="3346"/>
                    <a:pt x="49257" y="3751"/>
                  </a:cubicBezTo>
                  <a:cubicBezTo>
                    <a:pt x="48792" y="3274"/>
                    <a:pt x="48173" y="2953"/>
                    <a:pt x="47518" y="2703"/>
                  </a:cubicBezTo>
                  <a:cubicBezTo>
                    <a:pt x="47304" y="2441"/>
                    <a:pt x="47090" y="2179"/>
                    <a:pt x="46875" y="1929"/>
                  </a:cubicBezTo>
                  <a:cubicBezTo>
                    <a:pt x="38315" y="1572"/>
                    <a:pt x="31064" y="929"/>
                    <a:pt x="21872" y="0"/>
                  </a:cubicBezTo>
                  <a:lnTo>
                    <a:pt x="21872" y="0"/>
                  </a:lnTo>
                  <a:cubicBezTo>
                    <a:pt x="22015" y="572"/>
                    <a:pt x="22146" y="1167"/>
                    <a:pt x="22277" y="1774"/>
                  </a:cubicBezTo>
                  <a:cubicBezTo>
                    <a:pt x="15098" y="1393"/>
                    <a:pt x="8573" y="810"/>
                    <a:pt x="5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45"/>
            <p:cNvSpPr/>
            <p:nvPr/>
          </p:nvSpPr>
          <p:spPr>
            <a:xfrm>
              <a:off x="283950" y="193150"/>
              <a:ext cx="8615526" cy="4752359"/>
            </a:xfrm>
            <a:custGeom>
              <a:rect b="b" l="l" r="r" t="t"/>
              <a:pathLst>
                <a:path extrusionOk="0" h="146757" w="269046">
                  <a:moveTo>
                    <a:pt x="21241" y="131"/>
                  </a:moveTo>
                  <a:cubicBezTo>
                    <a:pt x="20884" y="346"/>
                    <a:pt x="20527" y="572"/>
                    <a:pt x="20170" y="798"/>
                  </a:cubicBezTo>
                  <a:cubicBezTo>
                    <a:pt x="20217" y="953"/>
                    <a:pt x="20253" y="1120"/>
                    <a:pt x="20289" y="1286"/>
                  </a:cubicBezTo>
                  <a:cubicBezTo>
                    <a:pt x="20860" y="929"/>
                    <a:pt x="21432" y="560"/>
                    <a:pt x="22015" y="203"/>
                  </a:cubicBezTo>
                  <a:cubicBezTo>
                    <a:pt x="21753" y="179"/>
                    <a:pt x="21503" y="155"/>
                    <a:pt x="21241" y="131"/>
                  </a:cubicBezTo>
                  <a:close/>
                  <a:moveTo>
                    <a:pt x="18777" y="1691"/>
                  </a:moveTo>
                  <a:cubicBezTo>
                    <a:pt x="18515" y="1858"/>
                    <a:pt x="18265" y="2012"/>
                    <a:pt x="18015" y="2179"/>
                  </a:cubicBezTo>
                  <a:cubicBezTo>
                    <a:pt x="11788" y="6263"/>
                    <a:pt x="6156" y="10644"/>
                    <a:pt x="1155" y="15252"/>
                  </a:cubicBezTo>
                  <a:cubicBezTo>
                    <a:pt x="1179" y="15455"/>
                    <a:pt x="1203" y="15657"/>
                    <a:pt x="1215" y="15848"/>
                  </a:cubicBezTo>
                  <a:cubicBezTo>
                    <a:pt x="6263" y="11156"/>
                    <a:pt x="11966" y="6727"/>
                    <a:pt x="18277" y="2584"/>
                  </a:cubicBezTo>
                  <a:cubicBezTo>
                    <a:pt x="18705" y="2298"/>
                    <a:pt x="19146" y="2012"/>
                    <a:pt x="19574" y="1739"/>
                  </a:cubicBezTo>
                  <a:cubicBezTo>
                    <a:pt x="19312" y="1727"/>
                    <a:pt x="19039" y="1703"/>
                    <a:pt x="18777" y="1691"/>
                  </a:cubicBezTo>
                  <a:close/>
                  <a:moveTo>
                    <a:pt x="257199" y="5608"/>
                  </a:moveTo>
                  <a:cubicBezTo>
                    <a:pt x="259819" y="11180"/>
                    <a:pt x="262128" y="16943"/>
                    <a:pt x="264105" y="22884"/>
                  </a:cubicBezTo>
                  <a:cubicBezTo>
                    <a:pt x="264307" y="22836"/>
                    <a:pt x="264522" y="22789"/>
                    <a:pt x="264736" y="22741"/>
                  </a:cubicBezTo>
                  <a:cubicBezTo>
                    <a:pt x="262950" y="17360"/>
                    <a:pt x="260890" y="12085"/>
                    <a:pt x="258557" y="6942"/>
                  </a:cubicBezTo>
                  <a:lnTo>
                    <a:pt x="257199" y="5608"/>
                  </a:lnTo>
                  <a:close/>
                  <a:moveTo>
                    <a:pt x="234685" y="1239"/>
                  </a:moveTo>
                  <a:cubicBezTo>
                    <a:pt x="234423" y="1262"/>
                    <a:pt x="234149" y="1286"/>
                    <a:pt x="233887" y="1298"/>
                  </a:cubicBezTo>
                  <a:cubicBezTo>
                    <a:pt x="234554" y="1727"/>
                    <a:pt x="235220" y="2143"/>
                    <a:pt x="235875" y="2584"/>
                  </a:cubicBezTo>
                  <a:cubicBezTo>
                    <a:pt x="245662" y="9001"/>
                    <a:pt x="253961" y="16145"/>
                    <a:pt x="260676" y="23813"/>
                  </a:cubicBezTo>
                  <a:cubicBezTo>
                    <a:pt x="260783" y="23741"/>
                    <a:pt x="260938" y="23682"/>
                    <a:pt x="261140" y="23610"/>
                  </a:cubicBezTo>
                  <a:cubicBezTo>
                    <a:pt x="254377" y="15871"/>
                    <a:pt x="246007" y="8656"/>
                    <a:pt x="236137" y="2179"/>
                  </a:cubicBezTo>
                  <a:cubicBezTo>
                    <a:pt x="235649" y="1870"/>
                    <a:pt x="235173" y="1548"/>
                    <a:pt x="234685" y="1239"/>
                  </a:cubicBezTo>
                  <a:close/>
                  <a:moveTo>
                    <a:pt x="264807" y="25051"/>
                  </a:moveTo>
                  <a:lnTo>
                    <a:pt x="264867" y="25218"/>
                  </a:lnTo>
                  <a:cubicBezTo>
                    <a:pt x="264879" y="25218"/>
                    <a:pt x="264879" y="25206"/>
                    <a:pt x="264891" y="25194"/>
                  </a:cubicBezTo>
                  <a:cubicBezTo>
                    <a:pt x="264914" y="25158"/>
                    <a:pt x="264926" y="25111"/>
                    <a:pt x="264938" y="25075"/>
                  </a:cubicBezTo>
                  <a:cubicBezTo>
                    <a:pt x="264891" y="25063"/>
                    <a:pt x="264855" y="25063"/>
                    <a:pt x="264807" y="25051"/>
                  </a:cubicBezTo>
                  <a:close/>
                  <a:moveTo>
                    <a:pt x="265319" y="26670"/>
                  </a:moveTo>
                  <a:lnTo>
                    <a:pt x="265319" y="26670"/>
                  </a:lnTo>
                  <a:cubicBezTo>
                    <a:pt x="265557" y="27480"/>
                    <a:pt x="265807" y="28290"/>
                    <a:pt x="266034" y="29099"/>
                  </a:cubicBezTo>
                  <a:cubicBezTo>
                    <a:pt x="266057" y="28444"/>
                    <a:pt x="266081" y="27789"/>
                    <a:pt x="266117" y="27135"/>
                  </a:cubicBezTo>
                  <a:cubicBezTo>
                    <a:pt x="266081" y="27016"/>
                    <a:pt x="266046" y="26896"/>
                    <a:pt x="266010" y="26777"/>
                  </a:cubicBezTo>
                  <a:cubicBezTo>
                    <a:pt x="265843" y="26754"/>
                    <a:pt x="265593" y="26718"/>
                    <a:pt x="265319" y="26670"/>
                  </a:cubicBezTo>
                  <a:close/>
                  <a:moveTo>
                    <a:pt x="261188" y="24408"/>
                  </a:moveTo>
                  <a:lnTo>
                    <a:pt x="261188" y="24408"/>
                  </a:lnTo>
                  <a:cubicBezTo>
                    <a:pt x="262902" y="26396"/>
                    <a:pt x="264498" y="28409"/>
                    <a:pt x="265998" y="30456"/>
                  </a:cubicBezTo>
                  <a:cubicBezTo>
                    <a:pt x="265998" y="30195"/>
                    <a:pt x="266010" y="29944"/>
                    <a:pt x="266022" y="29683"/>
                  </a:cubicBezTo>
                  <a:cubicBezTo>
                    <a:pt x="265153" y="28516"/>
                    <a:pt x="264260" y="27361"/>
                    <a:pt x="263331" y="26218"/>
                  </a:cubicBezTo>
                  <a:cubicBezTo>
                    <a:pt x="263200" y="26158"/>
                    <a:pt x="263140" y="26087"/>
                    <a:pt x="263164" y="26015"/>
                  </a:cubicBezTo>
                  <a:cubicBezTo>
                    <a:pt x="262771" y="25539"/>
                    <a:pt x="262378" y="25075"/>
                    <a:pt x="261986" y="24599"/>
                  </a:cubicBezTo>
                  <a:cubicBezTo>
                    <a:pt x="261664" y="24539"/>
                    <a:pt x="261402" y="24468"/>
                    <a:pt x="261188" y="24408"/>
                  </a:cubicBezTo>
                  <a:close/>
                  <a:moveTo>
                    <a:pt x="127076" y="17431"/>
                  </a:moveTo>
                  <a:cubicBezTo>
                    <a:pt x="133339" y="17431"/>
                    <a:pt x="139506" y="17574"/>
                    <a:pt x="145578" y="17848"/>
                  </a:cubicBezTo>
                  <a:cubicBezTo>
                    <a:pt x="146150" y="29278"/>
                    <a:pt x="146554" y="41363"/>
                    <a:pt x="146769" y="53924"/>
                  </a:cubicBezTo>
                  <a:cubicBezTo>
                    <a:pt x="140292" y="53816"/>
                    <a:pt x="133720" y="53769"/>
                    <a:pt x="127076" y="53769"/>
                  </a:cubicBezTo>
                  <a:cubicBezTo>
                    <a:pt x="120432" y="53769"/>
                    <a:pt x="113860" y="53816"/>
                    <a:pt x="107371" y="53924"/>
                  </a:cubicBezTo>
                  <a:cubicBezTo>
                    <a:pt x="107585" y="41363"/>
                    <a:pt x="107990" y="29278"/>
                    <a:pt x="108562" y="17848"/>
                  </a:cubicBezTo>
                  <a:cubicBezTo>
                    <a:pt x="114634" y="17574"/>
                    <a:pt x="120813" y="17431"/>
                    <a:pt x="127076" y="17431"/>
                  </a:cubicBezTo>
                  <a:close/>
                  <a:moveTo>
                    <a:pt x="108359" y="17848"/>
                  </a:moveTo>
                  <a:cubicBezTo>
                    <a:pt x="107776" y="29385"/>
                    <a:pt x="107371" y="41482"/>
                    <a:pt x="107169" y="53924"/>
                  </a:cubicBezTo>
                  <a:cubicBezTo>
                    <a:pt x="94727" y="54138"/>
                    <a:pt x="82630" y="54531"/>
                    <a:pt x="71093" y="55114"/>
                  </a:cubicBezTo>
                  <a:cubicBezTo>
                    <a:pt x="71617" y="43244"/>
                    <a:pt x="72640" y="31766"/>
                    <a:pt x="74117" y="20872"/>
                  </a:cubicBezTo>
                  <a:cubicBezTo>
                    <a:pt x="85011" y="19407"/>
                    <a:pt x="96477" y="18384"/>
                    <a:pt x="108359" y="17848"/>
                  </a:cubicBezTo>
                  <a:close/>
                  <a:moveTo>
                    <a:pt x="145792" y="17860"/>
                  </a:moveTo>
                  <a:lnTo>
                    <a:pt x="145792" y="17860"/>
                  </a:lnTo>
                  <a:cubicBezTo>
                    <a:pt x="157675" y="18384"/>
                    <a:pt x="169141" y="19407"/>
                    <a:pt x="180035" y="20884"/>
                  </a:cubicBezTo>
                  <a:cubicBezTo>
                    <a:pt x="181499" y="31766"/>
                    <a:pt x="182523" y="43244"/>
                    <a:pt x="183059" y="55114"/>
                  </a:cubicBezTo>
                  <a:cubicBezTo>
                    <a:pt x="171522" y="54531"/>
                    <a:pt x="159425" y="54138"/>
                    <a:pt x="146983" y="53924"/>
                  </a:cubicBezTo>
                  <a:cubicBezTo>
                    <a:pt x="146781" y="41482"/>
                    <a:pt x="146376" y="29385"/>
                    <a:pt x="145792" y="17860"/>
                  </a:cubicBezTo>
                  <a:close/>
                  <a:moveTo>
                    <a:pt x="73724" y="20931"/>
                  </a:moveTo>
                  <a:lnTo>
                    <a:pt x="73724" y="20931"/>
                  </a:lnTo>
                  <a:cubicBezTo>
                    <a:pt x="72259" y="31909"/>
                    <a:pt x="71247" y="43375"/>
                    <a:pt x="70724" y="55138"/>
                  </a:cubicBezTo>
                  <a:cubicBezTo>
                    <a:pt x="54805" y="55948"/>
                    <a:pt x="39958" y="57103"/>
                    <a:pt x="26742" y="58579"/>
                  </a:cubicBezTo>
                  <a:cubicBezTo>
                    <a:pt x="27373" y="48816"/>
                    <a:pt x="28599" y="39255"/>
                    <a:pt x="30397" y="29992"/>
                  </a:cubicBezTo>
                  <a:cubicBezTo>
                    <a:pt x="43292" y="26158"/>
                    <a:pt x="57901" y="23086"/>
                    <a:pt x="73724" y="20931"/>
                  </a:cubicBezTo>
                  <a:close/>
                  <a:moveTo>
                    <a:pt x="180416" y="20931"/>
                  </a:moveTo>
                  <a:lnTo>
                    <a:pt x="180416" y="20931"/>
                  </a:lnTo>
                  <a:cubicBezTo>
                    <a:pt x="196251" y="23086"/>
                    <a:pt x="210860" y="26170"/>
                    <a:pt x="223755" y="29992"/>
                  </a:cubicBezTo>
                  <a:cubicBezTo>
                    <a:pt x="225552" y="39255"/>
                    <a:pt x="226779" y="48816"/>
                    <a:pt x="227410" y="58579"/>
                  </a:cubicBezTo>
                  <a:cubicBezTo>
                    <a:pt x="214194" y="57103"/>
                    <a:pt x="199335" y="55948"/>
                    <a:pt x="183416" y="55138"/>
                  </a:cubicBezTo>
                  <a:cubicBezTo>
                    <a:pt x="182904" y="43375"/>
                    <a:pt x="181892" y="31909"/>
                    <a:pt x="180416" y="20931"/>
                  </a:cubicBezTo>
                  <a:close/>
                  <a:moveTo>
                    <a:pt x="70724" y="55352"/>
                  </a:moveTo>
                  <a:cubicBezTo>
                    <a:pt x="70450" y="61436"/>
                    <a:pt x="70319" y="67616"/>
                    <a:pt x="70319" y="73843"/>
                  </a:cubicBezTo>
                  <a:cubicBezTo>
                    <a:pt x="70319" y="80070"/>
                    <a:pt x="70450" y="86237"/>
                    <a:pt x="70724" y="92321"/>
                  </a:cubicBezTo>
                  <a:cubicBezTo>
                    <a:pt x="54543" y="91500"/>
                    <a:pt x="39696" y="90333"/>
                    <a:pt x="26730" y="88892"/>
                  </a:cubicBezTo>
                  <a:cubicBezTo>
                    <a:pt x="26420" y="83915"/>
                    <a:pt x="26254" y="78891"/>
                    <a:pt x="26254" y="73843"/>
                  </a:cubicBezTo>
                  <a:cubicBezTo>
                    <a:pt x="26254" y="68783"/>
                    <a:pt x="26420" y="63758"/>
                    <a:pt x="26730" y="58781"/>
                  </a:cubicBezTo>
                  <a:cubicBezTo>
                    <a:pt x="39696" y="57341"/>
                    <a:pt x="54543" y="56174"/>
                    <a:pt x="70724" y="55352"/>
                  </a:cubicBezTo>
                  <a:close/>
                  <a:moveTo>
                    <a:pt x="183428" y="55352"/>
                  </a:moveTo>
                  <a:cubicBezTo>
                    <a:pt x="199609" y="56174"/>
                    <a:pt x="214444" y="57341"/>
                    <a:pt x="227410" y="58781"/>
                  </a:cubicBezTo>
                  <a:cubicBezTo>
                    <a:pt x="227731" y="63758"/>
                    <a:pt x="227886" y="68783"/>
                    <a:pt x="227886" y="73843"/>
                  </a:cubicBezTo>
                  <a:cubicBezTo>
                    <a:pt x="227886" y="78903"/>
                    <a:pt x="227731" y="83915"/>
                    <a:pt x="227410" y="88892"/>
                  </a:cubicBezTo>
                  <a:cubicBezTo>
                    <a:pt x="214444" y="90333"/>
                    <a:pt x="199609" y="91500"/>
                    <a:pt x="183428" y="92321"/>
                  </a:cubicBezTo>
                  <a:cubicBezTo>
                    <a:pt x="183690" y="86237"/>
                    <a:pt x="183833" y="80070"/>
                    <a:pt x="183833" y="73843"/>
                  </a:cubicBezTo>
                  <a:cubicBezTo>
                    <a:pt x="183833" y="67616"/>
                    <a:pt x="183690" y="61436"/>
                    <a:pt x="183428" y="55352"/>
                  </a:cubicBezTo>
                  <a:close/>
                  <a:moveTo>
                    <a:pt x="107157" y="54138"/>
                  </a:moveTo>
                  <a:cubicBezTo>
                    <a:pt x="107050" y="60627"/>
                    <a:pt x="107002" y="67199"/>
                    <a:pt x="107002" y="73843"/>
                  </a:cubicBezTo>
                  <a:cubicBezTo>
                    <a:pt x="107002" y="80475"/>
                    <a:pt x="107050" y="87047"/>
                    <a:pt x="107157" y="93536"/>
                  </a:cubicBezTo>
                  <a:cubicBezTo>
                    <a:pt x="94596" y="93321"/>
                    <a:pt x="82511" y="92917"/>
                    <a:pt x="71081" y="92345"/>
                  </a:cubicBezTo>
                  <a:cubicBezTo>
                    <a:pt x="70807" y="86273"/>
                    <a:pt x="70676" y="80105"/>
                    <a:pt x="70676" y="73843"/>
                  </a:cubicBezTo>
                  <a:cubicBezTo>
                    <a:pt x="70676" y="67580"/>
                    <a:pt x="70807" y="61401"/>
                    <a:pt x="71081" y="55329"/>
                  </a:cubicBezTo>
                  <a:cubicBezTo>
                    <a:pt x="82511" y="54757"/>
                    <a:pt x="94596" y="54352"/>
                    <a:pt x="107157" y="54138"/>
                  </a:cubicBezTo>
                  <a:close/>
                  <a:moveTo>
                    <a:pt x="146983" y="54138"/>
                  </a:moveTo>
                  <a:cubicBezTo>
                    <a:pt x="159544" y="54352"/>
                    <a:pt x="171641" y="54757"/>
                    <a:pt x="183071" y="55329"/>
                  </a:cubicBezTo>
                  <a:cubicBezTo>
                    <a:pt x="183333" y="61401"/>
                    <a:pt x="183476" y="67568"/>
                    <a:pt x="183476" y="73831"/>
                  </a:cubicBezTo>
                  <a:cubicBezTo>
                    <a:pt x="183476" y="80094"/>
                    <a:pt x="183333" y="86273"/>
                    <a:pt x="183071" y="92345"/>
                  </a:cubicBezTo>
                  <a:cubicBezTo>
                    <a:pt x="171641" y="92917"/>
                    <a:pt x="159544" y="93321"/>
                    <a:pt x="146983" y="93536"/>
                  </a:cubicBezTo>
                  <a:cubicBezTo>
                    <a:pt x="147090" y="87047"/>
                    <a:pt x="147150" y="80475"/>
                    <a:pt x="147150" y="73843"/>
                  </a:cubicBezTo>
                  <a:cubicBezTo>
                    <a:pt x="147150" y="67199"/>
                    <a:pt x="147090" y="60627"/>
                    <a:pt x="146983" y="54138"/>
                  </a:cubicBezTo>
                  <a:close/>
                  <a:moveTo>
                    <a:pt x="127076" y="53971"/>
                  </a:moveTo>
                  <a:cubicBezTo>
                    <a:pt x="133743" y="53971"/>
                    <a:pt x="140327" y="54031"/>
                    <a:pt x="146781" y="54138"/>
                  </a:cubicBezTo>
                  <a:cubicBezTo>
                    <a:pt x="146876" y="60591"/>
                    <a:pt x="146935" y="67163"/>
                    <a:pt x="146935" y="73843"/>
                  </a:cubicBezTo>
                  <a:cubicBezTo>
                    <a:pt x="146935" y="80510"/>
                    <a:pt x="146888" y="87082"/>
                    <a:pt x="146781" y="93536"/>
                  </a:cubicBezTo>
                  <a:cubicBezTo>
                    <a:pt x="140327" y="93643"/>
                    <a:pt x="133743" y="93702"/>
                    <a:pt x="127076" y="93702"/>
                  </a:cubicBezTo>
                  <a:cubicBezTo>
                    <a:pt x="120396" y="93702"/>
                    <a:pt x="113824" y="93643"/>
                    <a:pt x="107371" y="93536"/>
                  </a:cubicBezTo>
                  <a:cubicBezTo>
                    <a:pt x="107264" y="87082"/>
                    <a:pt x="107204" y="80510"/>
                    <a:pt x="107204" y="73843"/>
                  </a:cubicBezTo>
                  <a:cubicBezTo>
                    <a:pt x="107204" y="67163"/>
                    <a:pt x="107264" y="60591"/>
                    <a:pt x="107371" y="54138"/>
                  </a:cubicBezTo>
                  <a:cubicBezTo>
                    <a:pt x="113824" y="54031"/>
                    <a:pt x="120396" y="53971"/>
                    <a:pt x="127076" y="53971"/>
                  </a:cubicBezTo>
                  <a:close/>
                  <a:moveTo>
                    <a:pt x="48" y="105632"/>
                  </a:moveTo>
                  <a:cubicBezTo>
                    <a:pt x="36" y="105716"/>
                    <a:pt x="12" y="105811"/>
                    <a:pt x="0" y="105894"/>
                  </a:cubicBezTo>
                  <a:cubicBezTo>
                    <a:pt x="155" y="105882"/>
                    <a:pt x="310" y="105870"/>
                    <a:pt x="477" y="105859"/>
                  </a:cubicBezTo>
                  <a:cubicBezTo>
                    <a:pt x="334" y="105775"/>
                    <a:pt x="191" y="105704"/>
                    <a:pt x="48" y="105632"/>
                  </a:cubicBezTo>
                  <a:close/>
                  <a:moveTo>
                    <a:pt x="26742" y="89095"/>
                  </a:moveTo>
                  <a:cubicBezTo>
                    <a:pt x="39958" y="90571"/>
                    <a:pt x="54805" y="91726"/>
                    <a:pt x="70724" y="92536"/>
                  </a:cubicBezTo>
                  <a:cubicBezTo>
                    <a:pt x="71247" y="104299"/>
                    <a:pt x="72259" y="115765"/>
                    <a:pt x="73724" y="126742"/>
                  </a:cubicBezTo>
                  <a:cubicBezTo>
                    <a:pt x="57901" y="124587"/>
                    <a:pt x="43292" y="121515"/>
                    <a:pt x="30397" y="117681"/>
                  </a:cubicBezTo>
                  <a:cubicBezTo>
                    <a:pt x="28599" y="108418"/>
                    <a:pt x="27373" y="98858"/>
                    <a:pt x="26742" y="89095"/>
                  </a:cubicBezTo>
                  <a:close/>
                  <a:moveTo>
                    <a:pt x="227410" y="89095"/>
                  </a:moveTo>
                  <a:cubicBezTo>
                    <a:pt x="226779" y="98858"/>
                    <a:pt x="225552" y="108418"/>
                    <a:pt x="223755" y="117681"/>
                  </a:cubicBezTo>
                  <a:cubicBezTo>
                    <a:pt x="210860" y="121515"/>
                    <a:pt x="196251" y="124587"/>
                    <a:pt x="180416" y="126742"/>
                  </a:cubicBezTo>
                  <a:cubicBezTo>
                    <a:pt x="181892" y="115765"/>
                    <a:pt x="182904" y="104299"/>
                    <a:pt x="183416" y="92536"/>
                  </a:cubicBezTo>
                  <a:cubicBezTo>
                    <a:pt x="199347" y="91726"/>
                    <a:pt x="214194" y="90571"/>
                    <a:pt x="227410" y="89095"/>
                  </a:cubicBezTo>
                  <a:close/>
                  <a:moveTo>
                    <a:pt x="71093" y="92559"/>
                  </a:moveTo>
                  <a:lnTo>
                    <a:pt x="71093" y="92559"/>
                  </a:lnTo>
                  <a:cubicBezTo>
                    <a:pt x="82630" y="93143"/>
                    <a:pt x="94715" y="93536"/>
                    <a:pt x="107169" y="93750"/>
                  </a:cubicBezTo>
                  <a:cubicBezTo>
                    <a:pt x="107371" y="106192"/>
                    <a:pt x="107776" y="118289"/>
                    <a:pt x="108347" y="129826"/>
                  </a:cubicBezTo>
                  <a:cubicBezTo>
                    <a:pt x="96477" y="129290"/>
                    <a:pt x="85011" y="128266"/>
                    <a:pt x="74117" y="126790"/>
                  </a:cubicBezTo>
                  <a:cubicBezTo>
                    <a:pt x="72640" y="115907"/>
                    <a:pt x="71617" y="104442"/>
                    <a:pt x="71093" y="92559"/>
                  </a:cubicBezTo>
                  <a:close/>
                  <a:moveTo>
                    <a:pt x="183059" y="92559"/>
                  </a:moveTo>
                  <a:lnTo>
                    <a:pt x="183059" y="92559"/>
                  </a:lnTo>
                  <a:cubicBezTo>
                    <a:pt x="182523" y="104442"/>
                    <a:pt x="181499" y="115907"/>
                    <a:pt x="180035" y="126802"/>
                  </a:cubicBezTo>
                  <a:cubicBezTo>
                    <a:pt x="169141" y="128266"/>
                    <a:pt x="157675" y="129290"/>
                    <a:pt x="145792" y="129826"/>
                  </a:cubicBezTo>
                  <a:cubicBezTo>
                    <a:pt x="146376" y="118289"/>
                    <a:pt x="146769" y="106192"/>
                    <a:pt x="146983" y="93750"/>
                  </a:cubicBezTo>
                  <a:cubicBezTo>
                    <a:pt x="159425" y="93536"/>
                    <a:pt x="171522" y="93143"/>
                    <a:pt x="183059" y="92559"/>
                  </a:cubicBezTo>
                  <a:close/>
                  <a:moveTo>
                    <a:pt x="107371" y="93750"/>
                  </a:moveTo>
                  <a:cubicBezTo>
                    <a:pt x="113860" y="93857"/>
                    <a:pt x="120432" y="93917"/>
                    <a:pt x="127076" y="93917"/>
                  </a:cubicBezTo>
                  <a:cubicBezTo>
                    <a:pt x="133708" y="93917"/>
                    <a:pt x="140292" y="93857"/>
                    <a:pt x="146769" y="93750"/>
                  </a:cubicBezTo>
                  <a:lnTo>
                    <a:pt x="146769" y="93750"/>
                  </a:lnTo>
                  <a:cubicBezTo>
                    <a:pt x="146566" y="106311"/>
                    <a:pt x="146150" y="118396"/>
                    <a:pt x="145578" y="129826"/>
                  </a:cubicBezTo>
                  <a:cubicBezTo>
                    <a:pt x="139506" y="130100"/>
                    <a:pt x="133339" y="130243"/>
                    <a:pt x="127076" y="130243"/>
                  </a:cubicBezTo>
                  <a:cubicBezTo>
                    <a:pt x="120813" y="130243"/>
                    <a:pt x="114634" y="130100"/>
                    <a:pt x="108574" y="129826"/>
                  </a:cubicBezTo>
                  <a:cubicBezTo>
                    <a:pt x="107990" y="118396"/>
                    <a:pt x="107585" y="106311"/>
                    <a:pt x="107371" y="93750"/>
                  </a:cubicBezTo>
                  <a:close/>
                  <a:moveTo>
                    <a:pt x="266653" y="116300"/>
                  </a:moveTo>
                  <a:lnTo>
                    <a:pt x="266653" y="116300"/>
                  </a:lnTo>
                  <a:cubicBezTo>
                    <a:pt x="259152" y="126861"/>
                    <a:pt x="248817" y="136600"/>
                    <a:pt x="235875" y="145101"/>
                  </a:cubicBezTo>
                  <a:cubicBezTo>
                    <a:pt x="235411" y="145399"/>
                    <a:pt x="234946" y="145697"/>
                    <a:pt x="234482" y="145994"/>
                  </a:cubicBezTo>
                  <a:cubicBezTo>
                    <a:pt x="234756" y="146006"/>
                    <a:pt x="235030" y="146018"/>
                    <a:pt x="235304" y="146030"/>
                  </a:cubicBezTo>
                  <a:cubicBezTo>
                    <a:pt x="235577" y="145852"/>
                    <a:pt x="235851" y="145673"/>
                    <a:pt x="236137" y="145494"/>
                  </a:cubicBezTo>
                  <a:cubicBezTo>
                    <a:pt x="248710" y="137243"/>
                    <a:pt x="258854" y="127814"/>
                    <a:pt x="266319" y="117586"/>
                  </a:cubicBezTo>
                  <a:lnTo>
                    <a:pt x="266319" y="117586"/>
                  </a:lnTo>
                  <a:cubicBezTo>
                    <a:pt x="263533" y="127504"/>
                    <a:pt x="259831" y="137005"/>
                    <a:pt x="255306" y="145971"/>
                  </a:cubicBezTo>
                  <a:cubicBezTo>
                    <a:pt x="255544" y="145983"/>
                    <a:pt x="255794" y="145994"/>
                    <a:pt x="256032" y="146006"/>
                  </a:cubicBezTo>
                  <a:cubicBezTo>
                    <a:pt x="260354" y="137374"/>
                    <a:pt x="263879" y="128338"/>
                    <a:pt x="266569" y="118991"/>
                  </a:cubicBezTo>
                  <a:cubicBezTo>
                    <a:pt x="266593" y="118098"/>
                    <a:pt x="266617" y="117193"/>
                    <a:pt x="266653" y="116300"/>
                  </a:cubicBezTo>
                  <a:close/>
                  <a:moveTo>
                    <a:pt x="1798" y="132362"/>
                  </a:moveTo>
                  <a:cubicBezTo>
                    <a:pt x="1774" y="132540"/>
                    <a:pt x="1739" y="132731"/>
                    <a:pt x="1715" y="132933"/>
                  </a:cubicBezTo>
                  <a:cubicBezTo>
                    <a:pt x="6573" y="137362"/>
                    <a:pt x="12014" y="141553"/>
                    <a:pt x="18015" y="145494"/>
                  </a:cubicBezTo>
                  <a:cubicBezTo>
                    <a:pt x="18229" y="145637"/>
                    <a:pt x="18455" y="145780"/>
                    <a:pt x="18669" y="145923"/>
                  </a:cubicBezTo>
                  <a:cubicBezTo>
                    <a:pt x="18681" y="145899"/>
                    <a:pt x="18681" y="145887"/>
                    <a:pt x="18693" y="145875"/>
                  </a:cubicBezTo>
                  <a:lnTo>
                    <a:pt x="18693" y="145875"/>
                  </a:lnTo>
                  <a:cubicBezTo>
                    <a:pt x="18681" y="145899"/>
                    <a:pt x="18693" y="145911"/>
                    <a:pt x="18693" y="145935"/>
                  </a:cubicBezTo>
                  <a:cubicBezTo>
                    <a:pt x="18800" y="146006"/>
                    <a:pt x="18908" y="146066"/>
                    <a:pt x="19015" y="146137"/>
                  </a:cubicBezTo>
                  <a:cubicBezTo>
                    <a:pt x="19348" y="146256"/>
                    <a:pt x="19872" y="146328"/>
                    <a:pt x="20336" y="146423"/>
                  </a:cubicBezTo>
                  <a:cubicBezTo>
                    <a:pt x="19646" y="145983"/>
                    <a:pt x="18955" y="145542"/>
                    <a:pt x="18277" y="145090"/>
                  </a:cubicBezTo>
                  <a:cubicBezTo>
                    <a:pt x="12204" y="141113"/>
                    <a:pt x="6692" y="136850"/>
                    <a:pt x="1798" y="132362"/>
                  </a:cubicBezTo>
                  <a:close/>
                  <a:moveTo>
                    <a:pt x="176558" y="0"/>
                  </a:moveTo>
                  <a:cubicBezTo>
                    <a:pt x="176701" y="572"/>
                    <a:pt x="176832" y="1167"/>
                    <a:pt x="176963" y="1774"/>
                  </a:cubicBezTo>
                  <a:lnTo>
                    <a:pt x="176903" y="1774"/>
                  </a:lnTo>
                  <a:cubicBezTo>
                    <a:pt x="178070" y="7787"/>
                    <a:pt x="179106" y="14038"/>
                    <a:pt x="179975" y="20491"/>
                  </a:cubicBezTo>
                  <a:cubicBezTo>
                    <a:pt x="168998" y="19015"/>
                    <a:pt x="157544" y="18003"/>
                    <a:pt x="145781" y="17491"/>
                  </a:cubicBezTo>
                  <a:cubicBezTo>
                    <a:pt x="145507" y="12157"/>
                    <a:pt x="145197" y="6942"/>
                    <a:pt x="144852" y="1858"/>
                  </a:cubicBezTo>
                  <a:cubicBezTo>
                    <a:pt x="144780" y="1870"/>
                    <a:pt x="144697" y="1870"/>
                    <a:pt x="144626" y="1870"/>
                  </a:cubicBezTo>
                  <a:cubicBezTo>
                    <a:pt x="144971" y="6918"/>
                    <a:pt x="145292" y="12121"/>
                    <a:pt x="145554" y="17479"/>
                  </a:cubicBezTo>
                  <a:cubicBezTo>
                    <a:pt x="139470" y="17217"/>
                    <a:pt x="133303" y="17074"/>
                    <a:pt x="127076" y="17074"/>
                  </a:cubicBezTo>
                  <a:cubicBezTo>
                    <a:pt x="120849" y="17074"/>
                    <a:pt x="114681" y="17217"/>
                    <a:pt x="108585" y="17479"/>
                  </a:cubicBezTo>
                  <a:cubicBezTo>
                    <a:pt x="108895" y="11573"/>
                    <a:pt x="109240" y="5846"/>
                    <a:pt x="109621" y="322"/>
                  </a:cubicBezTo>
                  <a:lnTo>
                    <a:pt x="109621" y="322"/>
                  </a:lnTo>
                  <a:cubicBezTo>
                    <a:pt x="109550" y="334"/>
                    <a:pt x="109478" y="334"/>
                    <a:pt x="109407" y="346"/>
                  </a:cubicBezTo>
                  <a:cubicBezTo>
                    <a:pt x="109014" y="5894"/>
                    <a:pt x="108669" y="11621"/>
                    <a:pt x="108371" y="17491"/>
                  </a:cubicBezTo>
                  <a:cubicBezTo>
                    <a:pt x="96608" y="18003"/>
                    <a:pt x="85142" y="19015"/>
                    <a:pt x="74164" y="20491"/>
                  </a:cubicBezTo>
                  <a:cubicBezTo>
                    <a:pt x="75069" y="13871"/>
                    <a:pt x="76129" y="7454"/>
                    <a:pt x="77343" y="1298"/>
                  </a:cubicBezTo>
                  <a:lnTo>
                    <a:pt x="77343" y="1298"/>
                  </a:lnTo>
                  <a:cubicBezTo>
                    <a:pt x="77212" y="1310"/>
                    <a:pt x="77081" y="1322"/>
                    <a:pt x="76951" y="1334"/>
                  </a:cubicBezTo>
                  <a:cubicBezTo>
                    <a:pt x="75724" y="7537"/>
                    <a:pt x="74665" y="13954"/>
                    <a:pt x="73783" y="20539"/>
                  </a:cubicBezTo>
                  <a:cubicBezTo>
                    <a:pt x="58198" y="22646"/>
                    <a:pt x="43601" y="25682"/>
                    <a:pt x="30480" y="29575"/>
                  </a:cubicBezTo>
                  <a:cubicBezTo>
                    <a:pt x="32374" y="19872"/>
                    <a:pt x="34910" y="10502"/>
                    <a:pt x="38029" y="1560"/>
                  </a:cubicBezTo>
                  <a:cubicBezTo>
                    <a:pt x="37874" y="1548"/>
                    <a:pt x="37708" y="1548"/>
                    <a:pt x="37541" y="1536"/>
                  </a:cubicBezTo>
                  <a:cubicBezTo>
                    <a:pt x="34409" y="10525"/>
                    <a:pt x="31862" y="19955"/>
                    <a:pt x="29968" y="29718"/>
                  </a:cubicBezTo>
                  <a:cubicBezTo>
                    <a:pt x="25849" y="30957"/>
                    <a:pt x="21884" y="32266"/>
                    <a:pt x="18086" y="33659"/>
                  </a:cubicBezTo>
                  <a:cubicBezTo>
                    <a:pt x="12252" y="35802"/>
                    <a:pt x="6942" y="38088"/>
                    <a:pt x="2191" y="40493"/>
                  </a:cubicBezTo>
                  <a:lnTo>
                    <a:pt x="2179" y="40934"/>
                  </a:lnTo>
                  <a:cubicBezTo>
                    <a:pt x="10097" y="36910"/>
                    <a:pt x="19420" y="33278"/>
                    <a:pt x="29885" y="30147"/>
                  </a:cubicBezTo>
                  <a:lnTo>
                    <a:pt x="29885" y="30147"/>
                  </a:lnTo>
                  <a:cubicBezTo>
                    <a:pt x="28111" y="39386"/>
                    <a:pt x="26885" y="48911"/>
                    <a:pt x="26266" y="58627"/>
                  </a:cubicBezTo>
                  <a:cubicBezTo>
                    <a:pt x="23480" y="58948"/>
                    <a:pt x="20765" y="59270"/>
                    <a:pt x="18134" y="59615"/>
                  </a:cubicBezTo>
                  <a:cubicBezTo>
                    <a:pt x="11621" y="60460"/>
                    <a:pt x="5763" y="61365"/>
                    <a:pt x="584" y="62329"/>
                  </a:cubicBezTo>
                  <a:cubicBezTo>
                    <a:pt x="596" y="62389"/>
                    <a:pt x="596" y="62460"/>
                    <a:pt x="608" y="62520"/>
                  </a:cubicBezTo>
                  <a:cubicBezTo>
                    <a:pt x="7942" y="61163"/>
                    <a:pt x="16574" y="59924"/>
                    <a:pt x="26254" y="58841"/>
                  </a:cubicBezTo>
                  <a:lnTo>
                    <a:pt x="26254" y="58841"/>
                  </a:lnTo>
                  <a:cubicBezTo>
                    <a:pt x="25944" y="63794"/>
                    <a:pt x="25777" y="68794"/>
                    <a:pt x="25777" y="73843"/>
                  </a:cubicBezTo>
                  <a:cubicBezTo>
                    <a:pt x="25777" y="78879"/>
                    <a:pt x="25944" y="83880"/>
                    <a:pt x="26254" y="88833"/>
                  </a:cubicBezTo>
                  <a:cubicBezTo>
                    <a:pt x="17014" y="87797"/>
                    <a:pt x="8740" y="86618"/>
                    <a:pt x="1620" y="85332"/>
                  </a:cubicBezTo>
                  <a:cubicBezTo>
                    <a:pt x="1620" y="85404"/>
                    <a:pt x="1620" y="85475"/>
                    <a:pt x="1620" y="85535"/>
                  </a:cubicBezTo>
                  <a:cubicBezTo>
                    <a:pt x="6537" y="86428"/>
                    <a:pt x="12050" y="87273"/>
                    <a:pt x="18134" y="88059"/>
                  </a:cubicBezTo>
                  <a:cubicBezTo>
                    <a:pt x="20765" y="88404"/>
                    <a:pt x="23480" y="88726"/>
                    <a:pt x="26266" y="89047"/>
                  </a:cubicBezTo>
                  <a:cubicBezTo>
                    <a:pt x="26885" y="98762"/>
                    <a:pt x="28099" y="108287"/>
                    <a:pt x="29885" y="117527"/>
                  </a:cubicBezTo>
                  <a:cubicBezTo>
                    <a:pt x="18824" y="114217"/>
                    <a:pt x="9037" y="110359"/>
                    <a:pt x="846" y="106049"/>
                  </a:cubicBezTo>
                  <a:lnTo>
                    <a:pt x="846" y="106049"/>
                  </a:lnTo>
                  <a:cubicBezTo>
                    <a:pt x="858" y="106204"/>
                    <a:pt x="870" y="106359"/>
                    <a:pt x="881" y="106513"/>
                  </a:cubicBezTo>
                  <a:cubicBezTo>
                    <a:pt x="5977" y="109169"/>
                    <a:pt x="11716" y="111669"/>
                    <a:pt x="18086" y="114014"/>
                  </a:cubicBezTo>
                  <a:cubicBezTo>
                    <a:pt x="21884" y="115407"/>
                    <a:pt x="25849" y="116717"/>
                    <a:pt x="29968" y="117955"/>
                  </a:cubicBezTo>
                  <a:cubicBezTo>
                    <a:pt x="31850" y="127611"/>
                    <a:pt x="34350" y="136946"/>
                    <a:pt x="37446" y="145852"/>
                  </a:cubicBezTo>
                  <a:cubicBezTo>
                    <a:pt x="37600" y="145840"/>
                    <a:pt x="37767" y="145840"/>
                    <a:pt x="37934" y="145828"/>
                  </a:cubicBezTo>
                  <a:cubicBezTo>
                    <a:pt x="34862" y="136981"/>
                    <a:pt x="32362" y="127706"/>
                    <a:pt x="30480" y="118098"/>
                  </a:cubicBezTo>
                  <a:lnTo>
                    <a:pt x="30480" y="118098"/>
                  </a:lnTo>
                  <a:cubicBezTo>
                    <a:pt x="43589" y="121992"/>
                    <a:pt x="58198" y="125028"/>
                    <a:pt x="73783" y="127135"/>
                  </a:cubicBezTo>
                  <a:cubicBezTo>
                    <a:pt x="74653" y="133600"/>
                    <a:pt x="75688" y="139910"/>
                    <a:pt x="76879" y="146006"/>
                  </a:cubicBezTo>
                  <a:cubicBezTo>
                    <a:pt x="77010" y="146006"/>
                    <a:pt x="77141" y="146018"/>
                    <a:pt x="77272" y="146018"/>
                  </a:cubicBezTo>
                  <a:cubicBezTo>
                    <a:pt x="76093" y="139970"/>
                    <a:pt x="75046" y="133683"/>
                    <a:pt x="74164" y="127183"/>
                  </a:cubicBezTo>
                  <a:lnTo>
                    <a:pt x="74164" y="127183"/>
                  </a:lnTo>
                  <a:cubicBezTo>
                    <a:pt x="85154" y="128659"/>
                    <a:pt x="96608" y="129659"/>
                    <a:pt x="108371" y="130183"/>
                  </a:cubicBezTo>
                  <a:cubicBezTo>
                    <a:pt x="108657" y="135850"/>
                    <a:pt x="108990" y="141375"/>
                    <a:pt x="109371" y="146733"/>
                  </a:cubicBezTo>
                  <a:cubicBezTo>
                    <a:pt x="109443" y="146745"/>
                    <a:pt x="109514" y="146745"/>
                    <a:pt x="109586" y="146756"/>
                  </a:cubicBezTo>
                  <a:cubicBezTo>
                    <a:pt x="109205" y="141411"/>
                    <a:pt x="108883" y="135886"/>
                    <a:pt x="108585" y="130195"/>
                  </a:cubicBezTo>
                  <a:lnTo>
                    <a:pt x="108585" y="130195"/>
                  </a:lnTo>
                  <a:cubicBezTo>
                    <a:pt x="114681" y="130457"/>
                    <a:pt x="120849" y="130600"/>
                    <a:pt x="127076" y="130600"/>
                  </a:cubicBezTo>
                  <a:cubicBezTo>
                    <a:pt x="133303" y="130600"/>
                    <a:pt x="139470" y="130457"/>
                    <a:pt x="145554" y="130195"/>
                  </a:cubicBezTo>
                  <a:lnTo>
                    <a:pt x="145554" y="130195"/>
                  </a:lnTo>
                  <a:cubicBezTo>
                    <a:pt x="145328" y="134815"/>
                    <a:pt x="145066" y="139327"/>
                    <a:pt x="144769" y="143720"/>
                  </a:cubicBezTo>
                  <a:cubicBezTo>
                    <a:pt x="144828" y="143851"/>
                    <a:pt x="144888" y="143994"/>
                    <a:pt x="144959" y="144161"/>
                  </a:cubicBezTo>
                  <a:cubicBezTo>
                    <a:pt x="145257" y="139613"/>
                    <a:pt x="145531" y="134945"/>
                    <a:pt x="145781" y="130183"/>
                  </a:cubicBezTo>
                  <a:cubicBezTo>
                    <a:pt x="157544" y="129671"/>
                    <a:pt x="168998" y="128659"/>
                    <a:pt x="179975" y="127183"/>
                  </a:cubicBezTo>
                  <a:lnTo>
                    <a:pt x="179975" y="127183"/>
                  </a:lnTo>
                  <a:cubicBezTo>
                    <a:pt x="179106" y="133588"/>
                    <a:pt x="178094" y="139791"/>
                    <a:pt x="176927" y="145756"/>
                  </a:cubicBezTo>
                  <a:lnTo>
                    <a:pt x="177034" y="145756"/>
                  </a:lnTo>
                  <a:cubicBezTo>
                    <a:pt x="177142" y="145697"/>
                    <a:pt x="177249" y="145625"/>
                    <a:pt x="177356" y="145566"/>
                  </a:cubicBezTo>
                  <a:cubicBezTo>
                    <a:pt x="178511" y="139601"/>
                    <a:pt x="179511" y="133445"/>
                    <a:pt x="180368" y="127135"/>
                  </a:cubicBezTo>
                  <a:cubicBezTo>
                    <a:pt x="195953" y="125028"/>
                    <a:pt x="210551" y="121992"/>
                    <a:pt x="223671" y="118098"/>
                  </a:cubicBezTo>
                  <a:lnTo>
                    <a:pt x="223671" y="118098"/>
                  </a:lnTo>
                  <a:cubicBezTo>
                    <a:pt x="221814" y="127599"/>
                    <a:pt x="219337" y="136791"/>
                    <a:pt x="216301" y="145554"/>
                  </a:cubicBezTo>
                  <a:lnTo>
                    <a:pt x="216801" y="145554"/>
                  </a:lnTo>
                  <a:cubicBezTo>
                    <a:pt x="219849" y="136743"/>
                    <a:pt x="222326" y="127504"/>
                    <a:pt x="224183" y="117943"/>
                  </a:cubicBezTo>
                  <a:cubicBezTo>
                    <a:pt x="228291" y="116717"/>
                    <a:pt x="232268" y="115407"/>
                    <a:pt x="236066" y="114002"/>
                  </a:cubicBezTo>
                  <a:cubicBezTo>
                    <a:pt x="249877" y="108930"/>
                    <a:pt x="260747" y="103073"/>
                    <a:pt x="268367" y="96679"/>
                  </a:cubicBezTo>
                  <a:cubicBezTo>
                    <a:pt x="268391" y="96476"/>
                    <a:pt x="268427" y="96286"/>
                    <a:pt x="268451" y="96084"/>
                  </a:cubicBezTo>
                  <a:lnTo>
                    <a:pt x="268451" y="96084"/>
                  </a:lnTo>
                  <a:cubicBezTo>
                    <a:pt x="258592" y="104477"/>
                    <a:pt x="243317" y="111824"/>
                    <a:pt x="224267" y="117527"/>
                  </a:cubicBezTo>
                  <a:cubicBezTo>
                    <a:pt x="226041" y="108287"/>
                    <a:pt x="227267" y="98762"/>
                    <a:pt x="227886" y="89047"/>
                  </a:cubicBezTo>
                  <a:cubicBezTo>
                    <a:pt x="230672" y="88726"/>
                    <a:pt x="233387" y="88404"/>
                    <a:pt x="236018" y="88059"/>
                  </a:cubicBezTo>
                  <a:cubicBezTo>
                    <a:pt x="248770" y="86404"/>
                    <a:pt x="259009" y="84511"/>
                    <a:pt x="266510" y="82451"/>
                  </a:cubicBezTo>
                  <a:cubicBezTo>
                    <a:pt x="266510" y="82379"/>
                    <a:pt x="266510" y="82308"/>
                    <a:pt x="266510" y="82249"/>
                  </a:cubicBezTo>
                  <a:cubicBezTo>
                    <a:pt x="257306" y="84773"/>
                    <a:pt x="244079" y="87023"/>
                    <a:pt x="227898" y="88833"/>
                  </a:cubicBezTo>
                  <a:cubicBezTo>
                    <a:pt x="228208" y="83880"/>
                    <a:pt x="228362" y="78867"/>
                    <a:pt x="228362" y="73831"/>
                  </a:cubicBezTo>
                  <a:cubicBezTo>
                    <a:pt x="228362" y="68794"/>
                    <a:pt x="228208" y="63782"/>
                    <a:pt x="227898" y="58829"/>
                  </a:cubicBezTo>
                  <a:lnTo>
                    <a:pt x="227898" y="58829"/>
                  </a:lnTo>
                  <a:cubicBezTo>
                    <a:pt x="244519" y="60698"/>
                    <a:pt x="258009" y="63008"/>
                    <a:pt x="267248" y="65627"/>
                  </a:cubicBezTo>
                  <a:cubicBezTo>
                    <a:pt x="267248" y="65556"/>
                    <a:pt x="267260" y="65496"/>
                    <a:pt x="267260" y="65425"/>
                  </a:cubicBezTo>
                  <a:cubicBezTo>
                    <a:pt x="259711" y="63282"/>
                    <a:pt x="249210" y="61317"/>
                    <a:pt x="236018" y="59603"/>
                  </a:cubicBezTo>
                  <a:cubicBezTo>
                    <a:pt x="233387" y="59270"/>
                    <a:pt x="230672" y="58936"/>
                    <a:pt x="227886" y="58627"/>
                  </a:cubicBezTo>
                  <a:cubicBezTo>
                    <a:pt x="227267" y="48899"/>
                    <a:pt x="226041" y="39374"/>
                    <a:pt x="224267" y="30135"/>
                  </a:cubicBezTo>
                  <a:lnTo>
                    <a:pt x="224267" y="30135"/>
                  </a:lnTo>
                  <a:cubicBezTo>
                    <a:pt x="243650" y="35945"/>
                    <a:pt x="259116" y="43446"/>
                    <a:pt x="268963" y="52019"/>
                  </a:cubicBezTo>
                  <a:cubicBezTo>
                    <a:pt x="268986" y="51864"/>
                    <a:pt x="269010" y="51709"/>
                    <a:pt x="269046" y="51566"/>
                  </a:cubicBezTo>
                  <a:cubicBezTo>
                    <a:pt x="261390" y="44946"/>
                    <a:pt x="250294" y="38886"/>
                    <a:pt x="236066" y="33659"/>
                  </a:cubicBezTo>
                  <a:cubicBezTo>
                    <a:pt x="232268" y="32266"/>
                    <a:pt x="228291" y="30945"/>
                    <a:pt x="224183" y="29718"/>
                  </a:cubicBezTo>
                  <a:cubicBezTo>
                    <a:pt x="222338" y="20277"/>
                    <a:pt x="219909" y="11133"/>
                    <a:pt x="216908" y="2417"/>
                  </a:cubicBezTo>
                  <a:cubicBezTo>
                    <a:pt x="216766" y="2513"/>
                    <a:pt x="216635" y="2620"/>
                    <a:pt x="216504" y="2715"/>
                  </a:cubicBezTo>
                  <a:cubicBezTo>
                    <a:pt x="219456" y="11299"/>
                    <a:pt x="221850" y="20277"/>
                    <a:pt x="223671" y="29563"/>
                  </a:cubicBezTo>
                  <a:cubicBezTo>
                    <a:pt x="210551" y="25682"/>
                    <a:pt x="195953" y="22646"/>
                    <a:pt x="180368" y="20539"/>
                  </a:cubicBezTo>
                  <a:cubicBezTo>
                    <a:pt x="179416" y="13490"/>
                    <a:pt x="178273" y="6644"/>
                    <a:pt x="176951" y="36"/>
                  </a:cubicBezTo>
                  <a:cubicBezTo>
                    <a:pt x="176820" y="24"/>
                    <a:pt x="176689" y="12"/>
                    <a:pt x="176558" y="0"/>
                  </a:cubicBezTo>
                  <a:close/>
                </a:path>
              </a:pathLst>
            </a:custGeom>
            <a:solidFill>
              <a:srgbClr val="E3C98E">
                <a:alpha val="246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36" name="Google Shape;736;p45"/>
          <p:cNvSpPr txBox="1"/>
          <p:nvPr>
            <p:ph type="title"/>
          </p:nvPr>
        </p:nvSpPr>
        <p:spPr>
          <a:xfrm>
            <a:off x="720000" y="449133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737" name="Google Shape;737;p45"/>
          <p:cNvGrpSpPr/>
          <p:nvPr/>
        </p:nvGrpSpPr>
        <p:grpSpPr>
          <a:xfrm>
            <a:off x="7901276" y="641229"/>
            <a:ext cx="1059010" cy="599942"/>
            <a:chOff x="96100" y="539500"/>
            <a:chExt cx="880162" cy="498622"/>
          </a:xfrm>
        </p:grpSpPr>
        <p:sp>
          <p:nvSpPr>
            <p:cNvPr id="738" name="Google Shape;738;p45"/>
            <p:cNvSpPr/>
            <p:nvPr/>
          </p:nvSpPr>
          <p:spPr>
            <a:xfrm>
              <a:off x="552205" y="912034"/>
              <a:ext cx="165739" cy="126088"/>
            </a:xfrm>
            <a:custGeom>
              <a:rect b="b" l="l" r="r" t="t"/>
              <a:pathLst>
                <a:path extrusionOk="0" h="2156" w="2834">
                  <a:moveTo>
                    <a:pt x="2834" y="1"/>
                  </a:moveTo>
                  <a:lnTo>
                    <a:pt x="0" y="441"/>
                  </a:lnTo>
                  <a:lnTo>
                    <a:pt x="905" y="2156"/>
                  </a:lnTo>
                  <a:lnTo>
                    <a:pt x="2691" y="1775"/>
                  </a:lnTo>
                  <a:lnTo>
                    <a:pt x="283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45"/>
            <p:cNvSpPr/>
            <p:nvPr/>
          </p:nvSpPr>
          <p:spPr>
            <a:xfrm>
              <a:off x="587704" y="958001"/>
              <a:ext cx="114216" cy="45324"/>
            </a:xfrm>
            <a:custGeom>
              <a:rect b="b" l="l" r="r" t="t"/>
              <a:pathLst>
                <a:path extrusionOk="0" h="775" w="1953">
                  <a:moveTo>
                    <a:pt x="1917" y="0"/>
                  </a:moveTo>
                  <a:lnTo>
                    <a:pt x="1393" y="119"/>
                  </a:lnTo>
                  <a:lnTo>
                    <a:pt x="1489" y="477"/>
                  </a:lnTo>
                  <a:lnTo>
                    <a:pt x="1953" y="381"/>
                  </a:lnTo>
                  <a:lnTo>
                    <a:pt x="1917" y="0"/>
                  </a:lnTo>
                  <a:close/>
                  <a:moveTo>
                    <a:pt x="1227" y="155"/>
                  </a:moveTo>
                  <a:lnTo>
                    <a:pt x="703" y="262"/>
                  </a:lnTo>
                  <a:lnTo>
                    <a:pt x="798" y="631"/>
                  </a:lnTo>
                  <a:lnTo>
                    <a:pt x="1262" y="524"/>
                  </a:lnTo>
                  <a:lnTo>
                    <a:pt x="1227" y="155"/>
                  </a:lnTo>
                  <a:close/>
                  <a:moveTo>
                    <a:pt x="524" y="298"/>
                  </a:moveTo>
                  <a:lnTo>
                    <a:pt x="0" y="405"/>
                  </a:lnTo>
                  <a:lnTo>
                    <a:pt x="131" y="774"/>
                  </a:lnTo>
                  <a:lnTo>
                    <a:pt x="560" y="667"/>
                  </a:lnTo>
                  <a:lnTo>
                    <a:pt x="524" y="29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45"/>
            <p:cNvSpPr/>
            <p:nvPr/>
          </p:nvSpPr>
          <p:spPr>
            <a:xfrm>
              <a:off x="96100" y="539909"/>
              <a:ext cx="880162" cy="435578"/>
            </a:xfrm>
            <a:custGeom>
              <a:rect b="b" l="l" r="r" t="t"/>
              <a:pathLst>
                <a:path extrusionOk="0" h="7448" w="15050">
                  <a:moveTo>
                    <a:pt x="703" y="4685"/>
                  </a:moveTo>
                  <a:lnTo>
                    <a:pt x="1596" y="5506"/>
                  </a:lnTo>
                  <a:lnTo>
                    <a:pt x="512" y="5625"/>
                  </a:lnTo>
                  <a:lnTo>
                    <a:pt x="262" y="4792"/>
                  </a:lnTo>
                  <a:lnTo>
                    <a:pt x="703" y="4685"/>
                  </a:lnTo>
                  <a:close/>
                  <a:moveTo>
                    <a:pt x="1691" y="5780"/>
                  </a:moveTo>
                  <a:lnTo>
                    <a:pt x="1370" y="6947"/>
                  </a:lnTo>
                  <a:lnTo>
                    <a:pt x="715" y="6995"/>
                  </a:lnTo>
                  <a:lnTo>
                    <a:pt x="631" y="6042"/>
                  </a:lnTo>
                  <a:lnTo>
                    <a:pt x="1691" y="5780"/>
                  </a:lnTo>
                  <a:close/>
                  <a:moveTo>
                    <a:pt x="9744" y="0"/>
                  </a:moveTo>
                  <a:cubicBezTo>
                    <a:pt x="7476" y="0"/>
                    <a:pt x="4637" y="1108"/>
                    <a:pt x="1536" y="4875"/>
                  </a:cubicBezTo>
                  <a:lnTo>
                    <a:pt x="727" y="4304"/>
                  </a:lnTo>
                  <a:lnTo>
                    <a:pt x="0" y="4482"/>
                  </a:lnTo>
                  <a:lnTo>
                    <a:pt x="560" y="7447"/>
                  </a:lnTo>
                  <a:lnTo>
                    <a:pt x="1584" y="7268"/>
                  </a:lnTo>
                  <a:lnTo>
                    <a:pt x="1882" y="6387"/>
                  </a:lnTo>
                  <a:cubicBezTo>
                    <a:pt x="3691" y="6768"/>
                    <a:pt x="5257" y="6928"/>
                    <a:pt x="6610" y="6928"/>
                  </a:cubicBezTo>
                  <a:cubicBezTo>
                    <a:pt x="6948" y="6928"/>
                    <a:pt x="7273" y="6918"/>
                    <a:pt x="7585" y="6899"/>
                  </a:cubicBezTo>
                  <a:lnTo>
                    <a:pt x="7740" y="7304"/>
                  </a:lnTo>
                  <a:lnTo>
                    <a:pt x="10823" y="6518"/>
                  </a:lnTo>
                  <a:lnTo>
                    <a:pt x="10752" y="6292"/>
                  </a:lnTo>
                  <a:cubicBezTo>
                    <a:pt x="14359" y="5006"/>
                    <a:pt x="15050" y="2256"/>
                    <a:pt x="15050" y="2256"/>
                  </a:cubicBezTo>
                  <a:cubicBezTo>
                    <a:pt x="15050" y="2256"/>
                    <a:pt x="12979" y="0"/>
                    <a:pt x="97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45"/>
            <p:cNvSpPr/>
            <p:nvPr/>
          </p:nvSpPr>
          <p:spPr>
            <a:xfrm>
              <a:off x="197041" y="539500"/>
              <a:ext cx="767407" cy="410898"/>
            </a:xfrm>
            <a:custGeom>
              <a:rect b="b" l="l" r="r" t="t"/>
              <a:pathLst>
                <a:path extrusionOk="0" h="7026" w="13122">
                  <a:moveTo>
                    <a:pt x="8778" y="1214"/>
                  </a:moveTo>
                  <a:cubicBezTo>
                    <a:pt x="8825" y="1214"/>
                    <a:pt x="8872" y="1215"/>
                    <a:pt x="8919" y="1215"/>
                  </a:cubicBezTo>
                  <a:lnTo>
                    <a:pt x="9276" y="3204"/>
                  </a:lnTo>
                  <a:lnTo>
                    <a:pt x="3096" y="4751"/>
                  </a:lnTo>
                  <a:lnTo>
                    <a:pt x="2489" y="3168"/>
                  </a:lnTo>
                  <a:cubicBezTo>
                    <a:pt x="4953" y="1618"/>
                    <a:pt x="7169" y="1214"/>
                    <a:pt x="8778" y="1214"/>
                  </a:cubicBezTo>
                  <a:close/>
                  <a:moveTo>
                    <a:pt x="9288" y="3323"/>
                  </a:moveTo>
                  <a:lnTo>
                    <a:pt x="9609" y="5097"/>
                  </a:lnTo>
                  <a:cubicBezTo>
                    <a:pt x="8276" y="5680"/>
                    <a:pt x="6311" y="6216"/>
                    <a:pt x="3656" y="6240"/>
                  </a:cubicBezTo>
                  <a:lnTo>
                    <a:pt x="3132" y="4870"/>
                  </a:lnTo>
                  <a:lnTo>
                    <a:pt x="9288" y="3323"/>
                  </a:lnTo>
                  <a:close/>
                  <a:moveTo>
                    <a:pt x="8704" y="1"/>
                  </a:moveTo>
                  <a:lnTo>
                    <a:pt x="8895" y="1096"/>
                  </a:lnTo>
                  <a:cubicBezTo>
                    <a:pt x="8871" y="1096"/>
                    <a:pt x="8846" y="1096"/>
                    <a:pt x="8822" y="1096"/>
                  </a:cubicBezTo>
                  <a:cubicBezTo>
                    <a:pt x="7207" y="1096"/>
                    <a:pt x="4952" y="1489"/>
                    <a:pt x="2454" y="3061"/>
                  </a:cubicBezTo>
                  <a:lnTo>
                    <a:pt x="2180" y="2358"/>
                  </a:lnTo>
                  <a:lnTo>
                    <a:pt x="2025" y="2501"/>
                  </a:lnTo>
                  <a:lnTo>
                    <a:pt x="2275" y="3168"/>
                  </a:lnTo>
                  <a:cubicBezTo>
                    <a:pt x="1525" y="3644"/>
                    <a:pt x="763" y="4239"/>
                    <a:pt x="1" y="4942"/>
                  </a:cubicBezTo>
                  <a:lnTo>
                    <a:pt x="72" y="5037"/>
                  </a:lnTo>
                  <a:cubicBezTo>
                    <a:pt x="834" y="4335"/>
                    <a:pt x="1584" y="3763"/>
                    <a:pt x="2311" y="3287"/>
                  </a:cubicBezTo>
                  <a:lnTo>
                    <a:pt x="2870" y="4811"/>
                  </a:lnTo>
                  <a:lnTo>
                    <a:pt x="60" y="5513"/>
                  </a:lnTo>
                  <a:lnTo>
                    <a:pt x="84" y="5632"/>
                  </a:lnTo>
                  <a:lnTo>
                    <a:pt x="2906" y="4918"/>
                  </a:lnTo>
                  <a:lnTo>
                    <a:pt x="3382" y="6240"/>
                  </a:lnTo>
                  <a:cubicBezTo>
                    <a:pt x="2418" y="6228"/>
                    <a:pt x="1370" y="6156"/>
                    <a:pt x="227" y="5978"/>
                  </a:cubicBezTo>
                  <a:lnTo>
                    <a:pt x="203" y="6097"/>
                  </a:lnTo>
                  <a:cubicBezTo>
                    <a:pt x="1382" y="6275"/>
                    <a:pt x="2454" y="6347"/>
                    <a:pt x="3430" y="6359"/>
                  </a:cubicBezTo>
                  <a:lnTo>
                    <a:pt x="3668" y="7025"/>
                  </a:lnTo>
                  <a:lnTo>
                    <a:pt x="3930" y="6978"/>
                  </a:lnTo>
                  <a:lnTo>
                    <a:pt x="3692" y="6359"/>
                  </a:lnTo>
                  <a:cubicBezTo>
                    <a:pt x="6335" y="6335"/>
                    <a:pt x="8288" y="5799"/>
                    <a:pt x="9621" y="5216"/>
                  </a:cubicBezTo>
                  <a:lnTo>
                    <a:pt x="9776" y="6085"/>
                  </a:lnTo>
                  <a:lnTo>
                    <a:pt x="10097" y="5918"/>
                  </a:lnTo>
                  <a:lnTo>
                    <a:pt x="9931" y="5073"/>
                  </a:lnTo>
                  <a:cubicBezTo>
                    <a:pt x="9954" y="5061"/>
                    <a:pt x="9990" y="5049"/>
                    <a:pt x="10014" y="5037"/>
                  </a:cubicBezTo>
                  <a:cubicBezTo>
                    <a:pt x="11990" y="4085"/>
                    <a:pt x="12848" y="2953"/>
                    <a:pt x="12848" y="2942"/>
                  </a:cubicBezTo>
                  <a:lnTo>
                    <a:pt x="12752" y="2870"/>
                  </a:lnTo>
                  <a:cubicBezTo>
                    <a:pt x="12752" y="2870"/>
                    <a:pt x="11919" y="3989"/>
                    <a:pt x="9954" y="4930"/>
                  </a:cubicBezTo>
                  <a:cubicBezTo>
                    <a:pt x="9943" y="4942"/>
                    <a:pt x="9931" y="4954"/>
                    <a:pt x="9907" y="4954"/>
                  </a:cubicBezTo>
                  <a:lnTo>
                    <a:pt x="9562" y="3251"/>
                  </a:lnTo>
                  <a:lnTo>
                    <a:pt x="13122" y="2358"/>
                  </a:lnTo>
                  <a:lnTo>
                    <a:pt x="13098" y="2239"/>
                  </a:lnTo>
                  <a:lnTo>
                    <a:pt x="9538" y="3132"/>
                  </a:lnTo>
                  <a:lnTo>
                    <a:pt x="9145" y="1227"/>
                  </a:lnTo>
                  <a:lnTo>
                    <a:pt x="9145" y="1227"/>
                  </a:lnTo>
                  <a:cubicBezTo>
                    <a:pt x="11312" y="1299"/>
                    <a:pt x="12705" y="2037"/>
                    <a:pt x="12717" y="2049"/>
                  </a:cubicBezTo>
                  <a:lnTo>
                    <a:pt x="12776" y="1941"/>
                  </a:lnTo>
                  <a:cubicBezTo>
                    <a:pt x="12764" y="1941"/>
                    <a:pt x="11324" y="1168"/>
                    <a:pt x="9121" y="1108"/>
                  </a:cubicBezTo>
                  <a:lnTo>
                    <a:pt x="88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42" name="Google Shape;742;p45"/>
          <p:cNvGrpSpPr/>
          <p:nvPr/>
        </p:nvGrpSpPr>
        <p:grpSpPr>
          <a:xfrm flipH="1">
            <a:off x="104456" y="3863737"/>
            <a:ext cx="1058943" cy="1093171"/>
            <a:chOff x="7577543" y="3676183"/>
            <a:chExt cx="1272156" cy="1313118"/>
          </a:xfrm>
        </p:grpSpPr>
        <p:sp>
          <p:nvSpPr>
            <p:cNvPr id="743" name="Google Shape;743;p45"/>
            <p:cNvSpPr/>
            <p:nvPr/>
          </p:nvSpPr>
          <p:spPr>
            <a:xfrm>
              <a:off x="7753640" y="4923601"/>
              <a:ext cx="849900" cy="65700"/>
            </a:xfrm>
            <a:prstGeom prst="ellipse">
              <a:avLst/>
            </a:prstGeom>
            <a:solidFill>
              <a:srgbClr val="033342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44" name="Google Shape;744;p45"/>
            <p:cNvGrpSpPr/>
            <p:nvPr/>
          </p:nvGrpSpPr>
          <p:grpSpPr>
            <a:xfrm flipH="1">
              <a:off x="7577543" y="3676183"/>
              <a:ext cx="1272156" cy="1298731"/>
              <a:chOff x="5518825" y="5502600"/>
              <a:chExt cx="603375" cy="580750"/>
            </a:xfrm>
          </p:grpSpPr>
          <p:sp>
            <p:nvSpPr>
              <p:cNvPr id="745" name="Google Shape;745;p45"/>
              <p:cNvSpPr/>
              <p:nvPr/>
            </p:nvSpPr>
            <p:spPr>
              <a:xfrm>
                <a:off x="5518825" y="5502600"/>
                <a:ext cx="400075" cy="580750"/>
              </a:xfrm>
              <a:custGeom>
                <a:rect b="b" l="l" r="r" t="t"/>
                <a:pathLst>
                  <a:path extrusionOk="0" h="23230" w="16003">
                    <a:moveTo>
                      <a:pt x="10859" y="1"/>
                    </a:moveTo>
                    <a:cubicBezTo>
                      <a:pt x="7502" y="763"/>
                      <a:pt x="4597" y="2548"/>
                      <a:pt x="2668" y="5037"/>
                    </a:cubicBezTo>
                    <a:cubicBezTo>
                      <a:pt x="727" y="7549"/>
                      <a:pt x="1" y="10454"/>
                      <a:pt x="632" y="13228"/>
                    </a:cubicBezTo>
                    <a:cubicBezTo>
                      <a:pt x="1275" y="16014"/>
                      <a:pt x="3180" y="18312"/>
                      <a:pt x="6025" y="19729"/>
                    </a:cubicBezTo>
                    <a:cubicBezTo>
                      <a:pt x="7871" y="20646"/>
                      <a:pt x="9954" y="21110"/>
                      <a:pt x="12109" y="21110"/>
                    </a:cubicBezTo>
                    <a:cubicBezTo>
                      <a:pt x="12443" y="21110"/>
                      <a:pt x="12776" y="21098"/>
                      <a:pt x="13110" y="21075"/>
                    </a:cubicBezTo>
                    <a:lnTo>
                      <a:pt x="13110" y="21075"/>
                    </a:lnTo>
                    <a:lnTo>
                      <a:pt x="12824" y="22706"/>
                    </a:lnTo>
                    <a:lnTo>
                      <a:pt x="10788" y="22360"/>
                    </a:lnTo>
                    <a:lnTo>
                      <a:pt x="11216" y="23230"/>
                    </a:lnTo>
                    <a:lnTo>
                      <a:pt x="15574" y="23230"/>
                    </a:lnTo>
                    <a:lnTo>
                      <a:pt x="16003" y="22313"/>
                    </a:lnTo>
                    <a:lnTo>
                      <a:pt x="13907" y="22670"/>
                    </a:lnTo>
                    <a:lnTo>
                      <a:pt x="13538" y="21039"/>
                    </a:lnTo>
                    <a:cubicBezTo>
                      <a:pt x="14217" y="20979"/>
                      <a:pt x="14907" y="20860"/>
                      <a:pt x="15598" y="20705"/>
                    </a:cubicBezTo>
                    <a:lnTo>
                      <a:pt x="15455" y="20098"/>
                    </a:lnTo>
                    <a:cubicBezTo>
                      <a:pt x="14335" y="20355"/>
                      <a:pt x="13210" y="20483"/>
                      <a:pt x="12106" y="20483"/>
                    </a:cubicBezTo>
                    <a:cubicBezTo>
                      <a:pt x="10043" y="20483"/>
                      <a:pt x="8052" y="20038"/>
                      <a:pt x="6299" y="19170"/>
                    </a:cubicBezTo>
                    <a:cubicBezTo>
                      <a:pt x="3632" y="17848"/>
                      <a:pt x="1834" y="15681"/>
                      <a:pt x="1239" y="13097"/>
                    </a:cubicBezTo>
                    <a:cubicBezTo>
                      <a:pt x="644" y="10502"/>
                      <a:pt x="1334" y="7775"/>
                      <a:pt x="3156" y="5418"/>
                    </a:cubicBezTo>
                    <a:cubicBezTo>
                      <a:pt x="5001" y="3049"/>
                      <a:pt x="7787" y="1334"/>
                      <a:pt x="10990" y="608"/>
                    </a:cubicBezTo>
                    <a:lnTo>
                      <a:pt x="1085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6" name="Google Shape;746;p45"/>
              <p:cNvSpPr/>
              <p:nvPr/>
            </p:nvSpPr>
            <p:spPr>
              <a:xfrm>
                <a:off x="5575100" y="5527025"/>
                <a:ext cx="547100" cy="458400"/>
              </a:xfrm>
              <a:custGeom>
                <a:rect b="b" l="l" r="r" t="t"/>
                <a:pathLst>
                  <a:path extrusionOk="0" h="18336" w="21884">
                    <a:moveTo>
                      <a:pt x="11390" y="0"/>
                    </a:moveTo>
                    <a:cubicBezTo>
                      <a:pt x="10437" y="0"/>
                      <a:pt x="9459" y="108"/>
                      <a:pt x="8477" y="333"/>
                    </a:cubicBezTo>
                    <a:cubicBezTo>
                      <a:pt x="7251" y="607"/>
                      <a:pt x="6120" y="1048"/>
                      <a:pt x="5096" y="1619"/>
                    </a:cubicBezTo>
                    <a:lnTo>
                      <a:pt x="560" y="7227"/>
                    </a:lnTo>
                    <a:lnTo>
                      <a:pt x="0" y="10227"/>
                    </a:lnTo>
                    <a:lnTo>
                      <a:pt x="1286" y="13109"/>
                    </a:lnTo>
                    <a:lnTo>
                      <a:pt x="1667" y="15502"/>
                    </a:lnTo>
                    <a:cubicBezTo>
                      <a:pt x="2810" y="16752"/>
                      <a:pt x="4334" y="17704"/>
                      <a:pt x="6084" y="18252"/>
                    </a:cubicBezTo>
                    <a:lnTo>
                      <a:pt x="7822" y="18335"/>
                    </a:lnTo>
                    <a:lnTo>
                      <a:pt x="11132" y="17419"/>
                    </a:lnTo>
                    <a:lnTo>
                      <a:pt x="13978" y="16823"/>
                    </a:lnTo>
                    <a:lnTo>
                      <a:pt x="17478" y="16240"/>
                    </a:lnTo>
                    <a:cubicBezTo>
                      <a:pt x="20288" y="14097"/>
                      <a:pt x="21884" y="10906"/>
                      <a:pt x="21479" y="7691"/>
                    </a:cubicBezTo>
                    <a:lnTo>
                      <a:pt x="18729" y="3095"/>
                    </a:lnTo>
                    <a:lnTo>
                      <a:pt x="15133" y="583"/>
                    </a:lnTo>
                    <a:cubicBezTo>
                      <a:pt x="13967" y="204"/>
                      <a:pt x="12702" y="0"/>
                      <a:pt x="1139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7" name="Google Shape;747;p45"/>
              <p:cNvSpPr/>
              <p:nvPr/>
            </p:nvSpPr>
            <p:spPr>
              <a:xfrm>
                <a:off x="5727200" y="5908950"/>
                <a:ext cx="284875" cy="88100"/>
              </a:xfrm>
              <a:custGeom>
                <a:rect b="b" l="l" r="r" t="t"/>
                <a:pathLst>
                  <a:path extrusionOk="0" h="3524" w="11395">
                    <a:moveTo>
                      <a:pt x="8679" y="0"/>
                    </a:moveTo>
                    <a:cubicBezTo>
                      <a:pt x="6842" y="0"/>
                      <a:pt x="4693" y="745"/>
                      <a:pt x="3358" y="1439"/>
                    </a:cubicBezTo>
                    <a:cubicBezTo>
                      <a:pt x="2500" y="1880"/>
                      <a:pt x="1667" y="2332"/>
                      <a:pt x="798" y="2713"/>
                    </a:cubicBezTo>
                    <a:cubicBezTo>
                      <a:pt x="548" y="2808"/>
                      <a:pt x="274" y="2916"/>
                      <a:pt x="0" y="2975"/>
                    </a:cubicBezTo>
                    <a:cubicBezTo>
                      <a:pt x="1132" y="3334"/>
                      <a:pt x="2352" y="3524"/>
                      <a:pt x="3615" y="3524"/>
                    </a:cubicBezTo>
                    <a:cubicBezTo>
                      <a:pt x="4571" y="3524"/>
                      <a:pt x="5552" y="3415"/>
                      <a:pt x="6537" y="3189"/>
                    </a:cubicBezTo>
                    <a:cubicBezTo>
                      <a:pt x="8382" y="2773"/>
                      <a:pt x="10025" y="1987"/>
                      <a:pt x="11394" y="963"/>
                    </a:cubicBezTo>
                    <a:cubicBezTo>
                      <a:pt x="10759" y="265"/>
                      <a:pt x="9774" y="0"/>
                      <a:pt x="86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8" name="Google Shape;748;p45"/>
              <p:cNvSpPr/>
              <p:nvPr/>
            </p:nvSpPr>
            <p:spPr>
              <a:xfrm>
                <a:off x="5546525" y="5567500"/>
                <a:ext cx="180700" cy="347075"/>
              </a:xfrm>
              <a:custGeom>
                <a:rect b="b" l="l" r="r" t="t"/>
                <a:pathLst>
                  <a:path extrusionOk="0" h="13883" w="7228">
                    <a:moveTo>
                      <a:pt x="6239" y="0"/>
                    </a:moveTo>
                    <a:cubicBezTo>
                      <a:pt x="2274" y="2191"/>
                      <a:pt x="0" y="6275"/>
                      <a:pt x="905" y="10251"/>
                    </a:cubicBezTo>
                    <a:cubicBezTo>
                      <a:pt x="1215" y="11632"/>
                      <a:pt x="1893" y="12859"/>
                      <a:pt x="2810" y="13883"/>
                    </a:cubicBezTo>
                    <a:cubicBezTo>
                      <a:pt x="2893" y="13609"/>
                      <a:pt x="3036" y="13359"/>
                      <a:pt x="3179" y="13156"/>
                    </a:cubicBezTo>
                    <a:cubicBezTo>
                      <a:pt x="3798" y="12216"/>
                      <a:pt x="5001" y="11704"/>
                      <a:pt x="4977" y="10418"/>
                    </a:cubicBezTo>
                    <a:cubicBezTo>
                      <a:pt x="4917" y="8573"/>
                      <a:pt x="1703" y="9894"/>
                      <a:pt x="1619" y="8049"/>
                    </a:cubicBezTo>
                    <a:cubicBezTo>
                      <a:pt x="1589" y="7321"/>
                      <a:pt x="1909" y="7123"/>
                      <a:pt x="2336" y="7123"/>
                    </a:cubicBezTo>
                    <a:cubicBezTo>
                      <a:pt x="2847" y="7123"/>
                      <a:pt x="3511" y="7408"/>
                      <a:pt x="3909" y="7408"/>
                    </a:cubicBezTo>
                    <a:cubicBezTo>
                      <a:pt x="4098" y="7408"/>
                      <a:pt x="4226" y="7344"/>
                      <a:pt x="4251" y="7156"/>
                    </a:cubicBezTo>
                    <a:cubicBezTo>
                      <a:pt x="4298" y="6810"/>
                      <a:pt x="3465" y="6310"/>
                      <a:pt x="3298" y="6001"/>
                    </a:cubicBezTo>
                    <a:cubicBezTo>
                      <a:pt x="2965" y="5334"/>
                      <a:pt x="3465" y="4917"/>
                      <a:pt x="4072" y="4715"/>
                    </a:cubicBezTo>
                    <a:cubicBezTo>
                      <a:pt x="5251" y="4322"/>
                      <a:pt x="6679" y="4524"/>
                      <a:pt x="7013" y="2989"/>
                    </a:cubicBezTo>
                    <a:cubicBezTo>
                      <a:pt x="7227" y="1977"/>
                      <a:pt x="6799" y="953"/>
                      <a:pt x="623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9" name="Google Shape;749;p45"/>
              <p:cNvSpPr/>
              <p:nvPr/>
            </p:nvSpPr>
            <p:spPr>
              <a:xfrm>
                <a:off x="5913225" y="5541600"/>
                <a:ext cx="198850" cy="317400"/>
              </a:xfrm>
              <a:custGeom>
                <a:rect b="b" l="l" r="r" t="t"/>
                <a:pathLst>
                  <a:path extrusionOk="0" h="12696" w="7954">
                    <a:moveTo>
                      <a:pt x="1608" y="0"/>
                    </a:moveTo>
                    <a:cubicBezTo>
                      <a:pt x="1667" y="524"/>
                      <a:pt x="1834" y="1060"/>
                      <a:pt x="2048" y="1512"/>
                    </a:cubicBezTo>
                    <a:cubicBezTo>
                      <a:pt x="2418" y="2286"/>
                      <a:pt x="2977" y="2096"/>
                      <a:pt x="3727" y="2286"/>
                    </a:cubicBezTo>
                    <a:cubicBezTo>
                      <a:pt x="4311" y="2429"/>
                      <a:pt x="5073" y="2727"/>
                      <a:pt x="4846" y="3429"/>
                    </a:cubicBezTo>
                    <a:cubicBezTo>
                      <a:pt x="4584" y="4322"/>
                      <a:pt x="3703" y="4894"/>
                      <a:pt x="3191" y="5620"/>
                    </a:cubicBezTo>
                    <a:cubicBezTo>
                      <a:pt x="2072" y="7215"/>
                      <a:pt x="1" y="10228"/>
                      <a:pt x="2275" y="11764"/>
                    </a:cubicBezTo>
                    <a:cubicBezTo>
                      <a:pt x="2992" y="12225"/>
                      <a:pt x="4002" y="12695"/>
                      <a:pt x="4914" y="12695"/>
                    </a:cubicBezTo>
                    <a:cubicBezTo>
                      <a:pt x="5061" y="12695"/>
                      <a:pt x="5206" y="12683"/>
                      <a:pt x="5346" y="12657"/>
                    </a:cubicBezTo>
                    <a:cubicBezTo>
                      <a:pt x="6406" y="12466"/>
                      <a:pt x="5882" y="11597"/>
                      <a:pt x="5466" y="11061"/>
                    </a:cubicBezTo>
                    <a:cubicBezTo>
                      <a:pt x="4930" y="10287"/>
                      <a:pt x="4168" y="9073"/>
                      <a:pt x="4965" y="8239"/>
                    </a:cubicBezTo>
                    <a:cubicBezTo>
                      <a:pt x="5668" y="7489"/>
                      <a:pt x="6847" y="7120"/>
                      <a:pt x="7954" y="7108"/>
                    </a:cubicBezTo>
                    <a:cubicBezTo>
                      <a:pt x="7918" y="6858"/>
                      <a:pt x="7871" y="6608"/>
                      <a:pt x="7811" y="6346"/>
                    </a:cubicBezTo>
                    <a:cubicBezTo>
                      <a:pt x="7121" y="3310"/>
                      <a:pt x="4715" y="1024"/>
                      <a:pt x="160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1" name="Google Shape;751;p46"/>
          <p:cNvGrpSpPr/>
          <p:nvPr/>
        </p:nvGrpSpPr>
        <p:grpSpPr>
          <a:xfrm>
            <a:off x="0" y="0"/>
            <a:ext cx="9144003" cy="5143501"/>
            <a:chOff x="0" y="0"/>
            <a:chExt cx="9144003" cy="5143501"/>
          </a:xfrm>
        </p:grpSpPr>
        <p:pic>
          <p:nvPicPr>
            <p:cNvPr id="752" name="Google Shape;752;p46"/>
            <p:cNvPicPr preferRelativeResize="0"/>
            <p:nvPr/>
          </p:nvPicPr>
          <p:blipFill rotWithShape="1">
            <a:blip r:embed="rId2">
              <a:alphaModFix/>
            </a:blip>
            <a:srcRect b="8068" l="0" r="0" t="8060"/>
            <a:stretch/>
          </p:blipFill>
          <p:spPr>
            <a:xfrm>
              <a:off x="0" y="0"/>
              <a:ext cx="9144003" cy="5143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53" name="Google Shape;753;p46"/>
            <p:cNvSpPr/>
            <p:nvPr/>
          </p:nvSpPr>
          <p:spPr>
            <a:xfrm>
              <a:off x="209980" y="194500"/>
              <a:ext cx="8763466" cy="4752275"/>
            </a:xfrm>
            <a:custGeom>
              <a:rect b="b" l="l" r="r" t="t"/>
              <a:pathLst>
                <a:path extrusionOk="0" h="147209" w="271904">
                  <a:moveTo>
                    <a:pt x="596" y="0"/>
                  </a:moveTo>
                  <a:lnTo>
                    <a:pt x="596" y="0"/>
                  </a:lnTo>
                  <a:cubicBezTo>
                    <a:pt x="2025" y="5965"/>
                    <a:pt x="3072" y="13895"/>
                    <a:pt x="3644" y="22312"/>
                  </a:cubicBezTo>
                  <a:cubicBezTo>
                    <a:pt x="7942" y="23515"/>
                    <a:pt x="13609" y="23932"/>
                    <a:pt x="5085" y="25063"/>
                  </a:cubicBezTo>
                  <a:cubicBezTo>
                    <a:pt x="5096" y="25110"/>
                    <a:pt x="5108" y="25146"/>
                    <a:pt x="5120" y="25194"/>
                  </a:cubicBezTo>
                  <a:cubicBezTo>
                    <a:pt x="5263" y="25301"/>
                    <a:pt x="5394" y="25396"/>
                    <a:pt x="5525" y="25503"/>
                  </a:cubicBezTo>
                  <a:cubicBezTo>
                    <a:pt x="5692" y="25539"/>
                    <a:pt x="5954" y="25479"/>
                    <a:pt x="6037" y="25658"/>
                  </a:cubicBezTo>
                  <a:cubicBezTo>
                    <a:pt x="8561" y="26230"/>
                    <a:pt x="4561" y="26670"/>
                    <a:pt x="3894" y="26789"/>
                  </a:cubicBezTo>
                  <a:cubicBezTo>
                    <a:pt x="4203" y="33719"/>
                    <a:pt x="4192" y="40803"/>
                    <a:pt x="3787" y="47256"/>
                  </a:cubicBezTo>
                  <a:cubicBezTo>
                    <a:pt x="2560" y="47137"/>
                    <a:pt x="1298" y="47006"/>
                    <a:pt x="1" y="46875"/>
                  </a:cubicBezTo>
                  <a:lnTo>
                    <a:pt x="1" y="46875"/>
                  </a:lnTo>
                  <a:cubicBezTo>
                    <a:pt x="1429" y="52840"/>
                    <a:pt x="2477" y="60770"/>
                    <a:pt x="3049" y="69199"/>
                  </a:cubicBezTo>
                  <a:cubicBezTo>
                    <a:pt x="7347" y="70402"/>
                    <a:pt x="13014" y="70818"/>
                    <a:pt x="4489" y="71949"/>
                  </a:cubicBezTo>
                  <a:cubicBezTo>
                    <a:pt x="4501" y="71985"/>
                    <a:pt x="4513" y="72033"/>
                    <a:pt x="4525" y="72069"/>
                  </a:cubicBezTo>
                  <a:cubicBezTo>
                    <a:pt x="4668" y="72176"/>
                    <a:pt x="4787" y="72283"/>
                    <a:pt x="4930" y="72390"/>
                  </a:cubicBezTo>
                  <a:cubicBezTo>
                    <a:pt x="5096" y="72414"/>
                    <a:pt x="5358" y="72366"/>
                    <a:pt x="5442" y="72545"/>
                  </a:cubicBezTo>
                  <a:cubicBezTo>
                    <a:pt x="7966" y="73104"/>
                    <a:pt x="3965" y="73557"/>
                    <a:pt x="3299" y="73664"/>
                  </a:cubicBezTo>
                  <a:cubicBezTo>
                    <a:pt x="3513" y="78510"/>
                    <a:pt x="3572" y="83427"/>
                    <a:pt x="3453" y="88154"/>
                  </a:cubicBezTo>
                  <a:cubicBezTo>
                    <a:pt x="2322" y="88047"/>
                    <a:pt x="1179" y="87928"/>
                    <a:pt x="1" y="87809"/>
                  </a:cubicBezTo>
                  <a:lnTo>
                    <a:pt x="1" y="87809"/>
                  </a:lnTo>
                  <a:cubicBezTo>
                    <a:pt x="989" y="91940"/>
                    <a:pt x="1798" y="97036"/>
                    <a:pt x="2394" y="102584"/>
                  </a:cubicBezTo>
                  <a:cubicBezTo>
                    <a:pt x="2239" y="103727"/>
                    <a:pt x="2072" y="104834"/>
                    <a:pt x="1882" y="105894"/>
                  </a:cubicBezTo>
                  <a:cubicBezTo>
                    <a:pt x="2156" y="105870"/>
                    <a:pt x="2429" y="105846"/>
                    <a:pt x="2715" y="105811"/>
                  </a:cubicBezTo>
                  <a:cubicBezTo>
                    <a:pt x="2834" y="107228"/>
                    <a:pt x="2953" y="108668"/>
                    <a:pt x="3049" y="110121"/>
                  </a:cubicBezTo>
                  <a:cubicBezTo>
                    <a:pt x="7347" y="111323"/>
                    <a:pt x="13014" y="111740"/>
                    <a:pt x="4489" y="112871"/>
                  </a:cubicBezTo>
                  <a:cubicBezTo>
                    <a:pt x="4501" y="112919"/>
                    <a:pt x="4513" y="112954"/>
                    <a:pt x="4525" y="113002"/>
                  </a:cubicBezTo>
                  <a:cubicBezTo>
                    <a:pt x="4668" y="113109"/>
                    <a:pt x="4799" y="113205"/>
                    <a:pt x="4930" y="113312"/>
                  </a:cubicBezTo>
                  <a:cubicBezTo>
                    <a:pt x="5096" y="113347"/>
                    <a:pt x="5358" y="113288"/>
                    <a:pt x="5442" y="113466"/>
                  </a:cubicBezTo>
                  <a:cubicBezTo>
                    <a:pt x="7966" y="114038"/>
                    <a:pt x="3965" y="114478"/>
                    <a:pt x="3299" y="114598"/>
                  </a:cubicBezTo>
                  <a:cubicBezTo>
                    <a:pt x="3822" y="126123"/>
                    <a:pt x="4668" y="127147"/>
                    <a:pt x="3120" y="135886"/>
                  </a:cubicBezTo>
                  <a:cubicBezTo>
                    <a:pt x="4608" y="136338"/>
                    <a:pt x="14133" y="147209"/>
                    <a:pt x="14133" y="147209"/>
                  </a:cubicBezTo>
                  <a:cubicBezTo>
                    <a:pt x="14133" y="147209"/>
                    <a:pt x="16765" y="146220"/>
                    <a:pt x="20479" y="146137"/>
                  </a:cubicBezTo>
                  <a:cubicBezTo>
                    <a:pt x="20503" y="146054"/>
                    <a:pt x="20539" y="145959"/>
                    <a:pt x="20563" y="145875"/>
                  </a:cubicBezTo>
                  <a:lnTo>
                    <a:pt x="20563" y="145875"/>
                  </a:lnTo>
                  <a:cubicBezTo>
                    <a:pt x="20491" y="146340"/>
                    <a:pt x="23242" y="146363"/>
                    <a:pt x="23158" y="146816"/>
                  </a:cubicBezTo>
                  <a:cubicBezTo>
                    <a:pt x="29516" y="146220"/>
                    <a:pt x="36481" y="145875"/>
                    <a:pt x="44589" y="145697"/>
                  </a:cubicBezTo>
                  <a:cubicBezTo>
                    <a:pt x="44613" y="145625"/>
                    <a:pt x="44637" y="145554"/>
                    <a:pt x="44661" y="145494"/>
                  </a:cubicBezTo>
                  <a:cubicBezTo>
                    <a:pt x="45090" y="145494"/>
                    <a:pt x="45530" y="145494"/>
                    <a:pt x="45959" y="145482"/>
                  </a:cubicBezTo>
                  <a:cubicBezTo>
                    <a:pt x="45959" y="145542"/>
                    <a:pt x="45959" y="145601"/>
                    <a:pt x="45959" y="145661"/>
                  </a:cubicBezTo>
                  <a:cubicBezTo>
                    <a:pt x="46173" y="145661"/>
                    <a:pt x="46387" y="145661"/>
                    <a:pt x="46602" y="145649"/>
                  </a:cubicBezTo>
                  <a:cubicBezTo>
                    <a:pt x="46637" y="145601"/>
                    <a:pt x="46661" y="145542"/>
                    <a:pt x="46685" y="145482"/>
                  </a:cubicBezTo>
                  <a:cubicBezTo>
                    <a:pt x="47197" y="145482"/>
                    <a:pt x="47709" y="145482"/>
                    <a:pt x="48221" y="145494"/>
                  </a:cubicBezTo>
                  <a:cubicBezTo>
                    <a:pt x="48221" y="145530"/>
                    <a:pt x="48221" y="145578"/>
                    <a:pt x="48221" y="145625"/>
                  </a:cubicBezTo>
                  <a:cubicBezTo>
                    <a:pt x="50912" y="145578"/>
                    <a:pt x="53900" y="145542"/>
                    <a:pt x="57031" y="145518"/>
                  </a:cubicBezTo>
                  <a:cubicBezTo>
                    <a:pt x="59651" y="145542"/>
                    <a:pt x="62151" y="145566"/>
                    <a:pt x="64461" y="145601"/>
                  </a:cubicBezTo>
                  <a:cubicBezTo>
                    <a:pt x="64461" y="145566"/>
                    <a:pt x="64461" y="145530"/>
                    <a:pt x="64461" y="145494"/>
                  </a:cubicBezTo>
                  <a:cubicBezTo>
                    <a:pt x="65592" y="145488"/>
                    <a:pt x="66726" y="145485"/>
                    <a:pt x="67860" y="145485"/>
                  </a:cubicBezTo>
                  <a:cubicBezTo>
                    <a:pt x="68994" y="145485"/>
                    <a:pt x="70128" y="145488"/>
                    <a:pt x="71259" y="145494"/>
                  </a:cubicBezTo>
                  <a:cubicBezTo>
                    <a:pt x="71402" y="145578"/>
                    <a:pt x="71545" y="145661"/>
                    <a:pt x="71700" y="145744"/>
                  </a:cubicBezTo>
                  <a:cubicBezTo>
                    <a:pt x="78891" y="145947"/>
                    <a:pt x="85190" y="146268"/>
                    <a:pt x="90976" y="146816"/>
                  </a:cubicBezTo>
                  <a:cubicBezTo>
                    <a:pt x="90845" y="146054"/>
                    <a:pt x="90714" y="145256"/>
                    <a:pt x="90595" y="144435"/>
                  </a:cubicBezTo>
                  <a:lnTo>
                    <a:pt x="90595" y="144435"/>
                  </a:lnTo>
                  <a:cubicBezTo>
                    <a:pt x="91429" y="144792"/>
                    <a:pt x="92191" y="145304"/>
                    <a:pt x="92976" y="145744"/>
                  </a:cubicBezTo>
                  <a:cubicBezTo>
                    <a:pt x="96596" y="145851"/>
                    <a:pt x="99989" y="145982"/>
                    <a:pt x="103204" y="146161"/>
                  </a:cubicBezTo>
                  <a:cubicBezTo>
                    <a:pt x="103156" y="146375"/>
                    <a:pt x="103121" y="146601"/>
                    <a:pt x="103085" y="146828"/>
                  </a:cubicBezTo>
                  <a:cubicBezTo>
                    <a:pt x="104573" y="146685"/>
                    <a:pt x="106109" y="146554"/>
                    <a:pt x="107669" y="146447"/>
                  </a:cubicBezTo>
                  <a:cubicBezTo>
                    <a:pt x="109240" y="146554"/>
                    <a:pt x="110764" y="146685"/>
                    <a:pt x="112265" y="146828"/>
                  </a:cubicBezTo>
                  <a:cubicBezTo>
                    <a:pt x="112217" y="146601"/>
                    <a:pt x="112181" y="146375"/>
                    <a:pt x="112146" y="146161"/>
                  </a:cubicBezTo>
                  <a:cubicBezTo>
                    <a:pt x="115979" y="145947"/>
                    <a:pt x="120075" y="145792"/>
                    <a:pt x="124504" y="145697"/>
                  </a:cubicBezTo>
                  <a:cubicBezTo>
                    <a:pt x="125022" y="144156"/>
                    <a:pt x="125413" y="143165"/>
                    <a:pt x="125645" y="143165"/>
                  </a:cubicBezTo>
                  <a:cubicBezTo>
                    <a:pt x="125846" y="143165"/>
                    <a:pt x="125929" y="143902"/>
                    <a:pt x="125873" y="145661"/>
                  </a:cubicBezTo>
                  <a:cubicBezTo>
                    <a:pt x="126100" y="145661"/>
                    <a:pt x="126302" y="145661"/>
                    <a:pt x="126528" y="145649"/>
                  </a:cubicBezTo>
                  <a:cubicBezTo>
                    <a:pt x="127181" y="144357"/>
                    <a:pt x="127670" y="143321"/>
                    <a:pt x="127939" y="143321"/>
                  </a:cubicBezTo>
                  <a:cubicBezTo>
                    <a:pt x="128150" y="143321"/>
                    <a:pt x="128225" y="143963"/>
                    <a:pt x="128136" y="145625"/>
                  </a:cubicBezTo>
                  <a:cubicBezTo>
                    <a:pt x="130541" y="145589"/>
                    <a:pt x="133184" y="145554"/>
                    <a:pt x="135946" y="145530"/>
                  </a:cubicBezTo>
                  <a:cubicBezTo>
                    <a:pt x="138720" y="145554"/>
                    <a:pt x="141352" y="145589"/>
                    <a:pt x="143757" y="145625"/>
                  </a:cubicBezTo>
                  <a:cubicBezTo>
                    <a:pt x="143667" y="143963"/>
                    <a:pt x="143745" y="143321"/>
                    <a:pt x="143959" y="143321"/>
                  </a:cubicBezTo>
                  <a:cubicBezTo>
                    <a:pt x="144230" y="143321"/>
                    <a:pt x="144723" y="144357"/>
                    <a:pt x="145376" y="145649"/>
                  </a:cubicBezTo>
                  <a:cubicBezTo>
                    <a:pt x="145590" y="145661"/>
                    <a:pt x="145804" y="145661"/>
                    <a:pt x="146019" y="145661"/>
                  </a:cubicBezTo>
                  <a:cubicBezTo>
                    <a:pt x="145964" y="143902"/>
                    <a:pt x="146046" y="143165"/>
                    <a:pt x="146247" y="143165"/>
                  </a:cubicBezTo>
                  <a:cubicBezTo>
                    <a:pt x="146479" y="143165"/>
                    <a:pt x="146870" y="144156"/>
                    <a:pt x="147388" y="145697"/>
                  </a:cubicBezTo>
                  <a:cubicBezTo>
                    <a:pt x="151817" y="145792"/>
                    <a:pt x="155913" y="145947"/>
                    <a:pt x="159759" y="146161"/>
                  </a:cubicBezTo>
                  <a:cubicBezTo>
                    <a:pt x="159711" y="146375"/>
                    <a:pt x="159675" y="146601"/>
                    <a:pt x="159640" y="146828"/>
                  </a:cubicBezTo>
                  <a:cubicBezTo>
                    <a:pt x="161128" y="146685"/>
                    <a:pt x="162664" y="146554"/>
                    <a:pt x="164223" y="146447"/>
                  </a:cubicBezTo>
                  <a:cubicBezTo>
                    <a:pt x="165795" y="146554"/>
                    <a:pt x="167319" y="146685"/>
                    <a:pt x="168819" y="146828"/>
                  </a:cubicBezTo>
                  <a:cubicBezTo>
                    <a:pt x="168772" y="146601"/>
                    <a:pt x="168736" y="146375"/>
                    <a:pt x="168700" y="146161"/>
                  </a:cubicBezTo>
                  <a:cubicBezTo>
                    <a:pt x="171915" y="145982"/>
                    <a:pt x="175296" y="145851"/>
                    <a:pt x="178916" y="145744"/>
                  </a:cubicBezTo>
                  <a:cubicBezTo>
                    <a:pt x="179702" y="145304"/>
                    <a:pt x="180464" y="144792"/>
                    <a:pt x="181309" y="144435"/>
                  </a:cubicBezTo>
                  <a:lnTo>
                    <a:pt x="181309" y="144435"/>
                  </a:lnTo>
                  <a:cubicBezTo>
                    <a:pt x="181190" y="145256"/>
                    <a:pt x="181059" y="146054"/>
                    <a:pt x="180916" y="146816"/>
                  </a:cubicBezTo>
                  <a:cubicBezTo>
                    <a:pt x="186714" y="146268"/>
                    <a:pt x="193001" y="145947"/>
                    <a:pt x="200204" y="145744"/>
                  </a:cubicBezTo>
                  <a:cubicBezTo>
                    <a:pt x="200347" y="145661"/>
                    <a:pt x="200490" y="145578"/>
                    <a:pt x="200645" y="145494"/>
                  </a:cubicBezTo>
                  <a:cubicBezTo>
                    <a:pt x="201770" y="145488"/>
                    <a:pt x="202904" y="145485"/>
                    <a:pt x="204039" y="145485"/>
                  </a:cubicBezTo>
                  <a:cubicBezTo>
                    <a:pt x="205175" y="145485"/>
                    <a:pt x="206312" y="145488"/>
                    <a:pt x="207443" y="145494"/>
                  </a:cubicBezTo>
                  <a:cubicBezTo>
                    <a:pt x="207443" y="145530"/>
                    <a:pt x="207443" y="145566"/>
                    <a:pt x="207431" y="145601"/>
                  </a:cubicBezTo>
                  <a:cubicBezTo>
                    <a:pt x="209741" y="145566"/>
                    <a:pt x="212253" y="145542"/>
                    <a:pt x="214873" y="145518"/>
                  </a:cubicBezTo>
                  <a:cubicBezTo>
                    <a:pt x="218004" y="145542"/>
                    <a:pt x="220981" y="145578"/>
                    <a:pt x="223683" y="145625"/>
                  </a:cubicBezTo>
                  <a:cubicBezTo>
                    <a:pt x="223671" y="145578"/>
                    <a:pt x="223671" y="145530"/>
                    <a:pt x="223671" y="145494"/>
                  </a:cubicBezTo>
                  <a:cubicBezTo>
                    <a:pt x="224183" y="145494"/>
                    <a:pt x="224695" y="145482"/>
                    <a:pt x="225207" y="145482"/>
                  </a:cubicBezTo>
                  <a:cubicBezTo>
                    <a:pt x="225243" y="145542"/>
                    <a:pt x="225267" y="145601"/>
                    <a:pt x="225291" y="145649"/>
                  </a:cubicBezTo>
                  <a:cubicBezTo>
                    <a:pt x="225517" y="145661"/>
                    <a:pt x="225731" y="145661"/>
                    <a:pt x="225945" y="145661"/>
                  </a:cubicBezTo>
                  <a:cubicBezTo>
                    <a:pt x="225945" y="145601"/>
                    <a:pt x="225934" y="145542"/>
                    <a:pt x="225934" y="145482"/>
                  </a:cubicBezTo>
                  <a:cubicBezTo>
                    <a:pt x="226374" y="145482"/>
                    <a:pt x="226803" y="145482"/>
                    <a:pt x="227243" y="145494"/>
                  </a:cubicBezTo>
                  <a:cubicBezTo>
                    <a:pt x="227267" y="145554"/>
                    <a:pt x="227291" y="145625"/>
                    <a:pt x="227315" y="145697"/>
                  </a:cubicBezTo>
                  <a:cubicBezTo>
                    <a:pt x="235411" y="145875"/>
                    <a:pt x="242376" y="146220"/>
                    <a:pt x="248734" y="146816"/>
                  </a:cubicBezTo>
                  <a:cubicBezTo>
                    <a:pt x="248651" y="146363"/>
                    <a:pt x="248579" y="145899"/>
                    <a:pt x="248508" y="145423"/>
                  </a:cubicBezTo>
                  <a:lnTo>
                    <a:pt x="248508" y="145423"/>
                  </a:lnTo>
                  <a:cubicBezTo>
                    <a:pt x="248532" y="145506"/>
                    <a:pt x="248567" y="145601"/>
                    <a:pt x="248591" y="145697"/>
                  </a:cubicBezTo>
                  <a:cubicBezTo>
                    <a:pt x="256699" y="145875"/>
                    <a:pt x="263664" y="146220"/>
                    <a:pt x="270022" y="146816"/>
                  </a:cubicBezTo>
                  <a:cubicBezTo>
                    <a:pt x="268463" y="138065"/>
                    <a:pt x="268082" y="126123"/>
                    <a:pt x="268606" y="114598"/>
                  </a:cubicBezTo>
                  <a:cubicBezTo>
                    <a:pt x="267939" y="114478"/>
                    <a:pt x="263926" y="114038"/>
                    <a:pt x="266462" y="113466"/>
                  </a:cubicBezTo>
                  <a:cubicBezTo>
                    <a:pt x="266546" y="113288"/>
                    <a:pt x="266808" y="113347"/>
                    <a:pt x="266974" y="113312"/>
                  </a:cubicBezTo>
                  <a:cubicBezTo>
                    <a:pt x="267105" y="113205"/>
                    <a:pt x="267236" y="113109"/>
                    <a:pt x="267367" y="113002"/>
                  </a:cubicBezTo>
                  <a:cubicBezTo>
                    <a:pt x="267391" y="112954"/>
                    <a:pt x="267403" y="112919"/>
                    <a:pt x="267415" y="112871"/>
                  </a:cubicBezTo>
                  <a:cubicBezTo>
                    <a:pt x="258878" y="111740"/>
                    <a:pt x="264557" y="111323"/>
                    <a:pt x="268856" y="110121"/>
                  </a:cubicBezTo>
                  <a:cubicBezTo>
                    <a:pt x="268951" y="108668"/>
                    <a:pt x="269070" y="107228"/>
                    <a:pt x="269189" y="105811"/>
                  </a:cubicBezTo>
                  <a:cubicBezTo>
                    <a:pt x="269463" y="105846"/>
                    <a:pt x="269749" y="105870"/>
                    <a:pt x="270022" y="105894"/>
                  </a:cubicBezTo>
                  <a:cubicBezTo>
                    <a:pt x="269832" y="104834"/>
                    <a:pt x="269653" y="103727"/>
                    <a:pt x="269510" y="102584"/>
                  </a:cubicBezTo>
                  <a:cubicBezTo>
                    <a:pt x="270094" y="97036"/>
                    <a:pt x="270903" y="91940"/>
                    <a:pt x="271904" y="87809"/>
                  </a:cubicBezTo>
                  <a:lnTo>
                    <a:pt x="271904" y="87809"/>
                  </a:lnTo>
                  <a:cubicBezTo>
                    <a:pt x="270725" y="87928"/>
                    <a:pt x="269570" y="88047"/>
                    <a:pt x="268451" y="88154"/>
                  </a:cubicBezTo>
                  <a:cubicBezTo>
                    <a:pt x="268320" y="83427"/>
                    <a:pt x="268379" y="78510"/>
                    <a:pt x="268606" y="73664"/>
                  </a:cubicBezTo>
                  <a:cubicBezTo>
                    <a:pt x="267939" y="73557"/>
                    <a:pt x="263926" y="73104"/>
                    <a:pt x="266462" y="72545"/>
                  </a:cubicBezTo>
                  <a:cubicBezTo>
                    <a:pt x="266546" y="72366"/>
                    <a:pt x="266808" y="72426"/>
                    <a:pt x="266974" y="72390"/>
                  </a:cubicBezTo>
                  <a:cubicBezTo>
                    <a:pt x="267105" y="72283"/>
                    <a:pt x="267236" y="72176"/>
                    <a:pt x="267367" y="72069"/>
                  </a:cubicBezTo>
                  <a:cubicBezTo>
                    <a:pt x="267391" y="72033"/>
                    <a:pt x="267403" y="71985"/>
                    <a:pt x="267415" y="71949"/>
                  </a:cubicBezTo>
                  <a:cubicBezTo>
                    <a:pt x="258878" y="70818"/>
                    <a:pt x="264557" y="70402"/>
                    <a:pt x="268856" y="69199"/>
                  </a:cubicBezTo>
                  <a:cubicBezTo>
                    <a:pt x="269415" y="60770"/>
                    <a:pt x="270463" y="52840"/>
                    <a:pt x="271904" y="46875"/>
                  </a:cubicBezTo>
                  <a:lnTo>
                    <a:pt x="271904" y="46875"/>
                  </a:lnTo>
                  <a:cubicBezTo>
                    <a:pt x="270606" y="47006"/>
                    <a:pt x="269344" y="47137"/>
                    <a:pt x="268105" y="47256"/>
                  </a:cubicBezTo>
                  <a:cubicBezTo>
                    <a:pt x="267713" y="40803"/>
                    <a:pt x="267689" y="33719"/>
                    <a:pt x="268010" y="26789"/>
                  </a:cubicBezTo>
                  <a:cubicBezTo>
                    <a:pt x="267343" y="26670"/>
                    <a:pt x="263331" y="26230"/>
                    <a:pt x="265867" y="25658"/>
                  </a:cubicBezTo>
                  <a:cubicBezTo>
                    <a:pt x="265950" y="25479"/>
                    <a:pt x="266212" y="25539"/>
                    <a:pt x="266379" y="25503"/>
                  </a:cubicBezTo>
                  <a:cubicBezTo>
                    <a:pt x="266510" y="25396"/>
                    <a:pt x="266641" y="25301"/>
                    <a:pt x="266772" y="25194"/>
                  </a:cubicBezTo>
                  <a:cubicBezTo>
                    <a:pt x="266796" y="25146"/>
                    <a:pt x="266808" y="25110"/>
                    <a:pt x="266820" y="25063"/>
                  </a:cubicBezTo>
                  <a:cubicBezTo>
                    <a:pt x="258283" y="23932"/>
                    <a:pt x="263962" y="23515"/>
                    <a:pt x="268260" y="22312"/>
                  </a:cubicBezTo>
                  <a:cubicBezTo>
                    <a:pt x="268415" y="19919"/>
                    <a:pt x="268856" y="15300"/>
                    <a:pt x="268856" y="15300"/>
                  </a:cubicBezTo>
                  <a:lnTo>
                    <a:pt x="254901" y="1453"/>
                  </a:lnTo>
                  <a:cubicBezTo>
                    <a:pt x="254901" y="1453"/>
                    <a:pt x="251413" y="1679"/>
                    <a:pt x="249615" y="1774"/>
                  </a:cubicBezTo>
                  <a:cubicBezTo>
                    <a:pt x="249746" y="1167"/>
                    <a:pt x="249889" y="572"/>
                    <a:pt x="250020" y="0"/>
                  </a:cubicBezTo>
                  <a:lnTo>
                    <a:pt x="250020" y="0"/>
                  </a:lnTo>
                  <a:cubicBezTo>
                    <a:pt x="240828" y="929"/>
                    <a:pt x="233577" y="1572"/>
                    <a:pt x="225017" y="1929"/>
                  </a:cubicBezTo>
                  <a:cubicBezTo>
                    <a:pt x="224814" y="2179"/>
                    <a:pt x="224600" y="2441"/>
                    <a:pt x="224386" y="2715"/>
                  </a:cubicBezTo>
                  <a:cubicBezTo>
                    <a:pt x="223731" y="2953"/>
                    <a:pt x="223112" y="3274"/>
                    <a:pt x="222647" y="3751"/>
                  </a:cubicBezTo>
                  <a:cubicBezTo>
                    <a:pt x="222755" y="3346"/>
                    <a:pt x="222945" y="2774"/>
                    <a:pt x="223219" y="2000"/>
                  </a:cubicBezTo>
                  <a:cubicBezTo>
                    <a:pt x="223094" y="1992"/>
                    <a:pt x="222968" y="1988"/>
                    <a:pt x="222843" y="1988"/>
                  </a:cubicBezTo>
                  <a:cubicBezTo>
                    <a:pt x="221740" y="1988"/>
                    <a:pt x="220632" y="2285"/>
                    <a:pt x="219537" y="2285"/>
                  </a:cubicBezTo>
                  <a:cubicBezTo>
                    <a:pt x="219371" y="2285"/>
                    <a:pt x="219205" y="2278"/>
                    <a:pt x="219040" y="2262"/>
                  </a:cubicBezTo>
                  <a:cubicBezTo>
                    <a:pt x="218567" y="2506"/>
                    <a:pt x="218202" y="2952"/>
                    <a:pt x="217926" y="2952"/>
                  </a:cubicBezTo>
                  <a:cubicBezTo>
                    <a:pt x="217744" y="2952"/>
                    <a:pt x="217601" y="2757"/>
                    <a:pt x="217492" y="2179"/>
                  </a:cubicBezTo>
                  <a:cubicBezTo>
                    <a:pt x="216420" y="2203"/>
                    <a:pt x="215337" y="2227"/>
                    <a:pt x="214218" y="2239"/>
                  </a:cubicBezTo>
                  <a:cubicBezTo>
                    <a:pt x="210515" y="2179"/>
                    <a:pt x="207169" y="2084"/>
                    <a:pt x="204002" y="1965"/>
                  </a:cubicBezTo>
                  <a:cubicBezTo>
                    <a:pt x="203967" y="2131"/>
                    <a:pt x="203943" y="2298"/>
                    <a:pt x="203919" y="2453"/>
                  </a:cubicBezTo>
                  <a:cubicBezTo>
                    <a:pt x="203550" y="2560"/>
                    <a:pt x="203181" y="2679"/>
                    <a:pt x="202824" y="2822"/>
                  </a:cubicBezTo>
                  <a:cubicBezTo>
                    <a:pt x="202776" y="2548"/>
                    <a:pt x="202728" y="2239"/>
                    <a:pt x="202681" y="1905"/>
                  </a:cubicBezTo>
                  <a:cubicBezTo>
                    <a:pt x="194453" y="1524"/>
                    <a:pt x="187357" y="905"/>
                    <a:pt x="178440" y="0"/>
                  </a:cubicBezTo>
                  <a:lnTo>
                    <a:pt x="178440" y="0"/>
                  </a:lnTo>
                  <a:cubicBezTo>
                    <a:pt x="178582" y="572"/>
                    <a:pt x="178713" y="1167"/>
                    <a:pt x="178844" y="1774"/>
                  </a:cubicBezTo>
                  <a:cubicBezTo>
                    <a:pt x="175773" y="1607"/>
                    <a:pt x="172832" y="1417"/>
                    <a:pt x="169831" y="1179"/>
                  </a:cubicBezTo>
                  <a:cubicBezTo>
                    <a:pt x="169927" y="774"/>
                    <a:pt x="170010" y="381"/>
                    <a:pt x="170105" y="0"/>
                  </a:cubicBezTo>
                  <a:lnTo>
                    <a:pt x="170105" y="0"/>
                  </a:lnTo>
                  <a:cubicBezTo>
                    <a:pt x="167843" y="226"/>
                    <a:pt x="165700" y="441"/>
                    <a:pt x="163628" y="631"/>
                  </a:cubicBezTo>
                  <a:cubicBezTo>
                    <a:pt x="161556" y="441"/>
                    <a:pt x="159413" y="226"/>
                    <a:pt x="157163" y="0"/>
                  </a:cubicBezTo>
                  <a:lnTo>
                    <a:pt x="157163" y="0"/>
                  </a:lnTo>
                  <a:cubicBezTo>
                    <a:pt x="157246" y="381"/>
                    <a:pt x="157342" y="774"/>
                    <a:pt x="157425" y="1179"/>
                  </a:cubicBezTo>
                  <a:cubicBezTo>
                    <a:pt x="153377" y="1500"/>
                    <a:pt x="149400" y="1750"/>
                    <a:pt x="145102" y="1929"/>
                  </a:cubicBezTo>
                  <a:cubicBezTo>
                    <a:pt x="144154" y="3043"/>
                    <a:pt x="143049" y="4616"/>
                    <a:pt x="142712" y="4616"/>
                  </a:cubicBezTo>
                  <a:cubicBezTo>
                    <a:pt x="142491" y="4616"/>
                    <a:pt x="142601" y="3936"/>
                    <a:pt x="143304" y="2000"/>
                  </a:cubicBezTo>
                  <a:cubicBezTo>
                    <a:pt x="143179" y="1992"/>
                    <a:pt x="143053" y="1988"/>
                    <a:pt x="142928" y="1988"/>
                  </a:cubicBezTo>
                  <a:cubicBezTo>
                    <a:pt x="141825" y="1988"/>
                    <a:pt x="140718" y="2285"/>
                    <a:pt x="139622" y="2285"/>
                  </a:cubicBezTo>
                  <a:cubicBezTo>
                    <a:pt x="139456" y="2285"/>
                    <a:pt x="139290" y="2278"/>
                    <a:pt x="139125" y="2262"/>
                  </a:cubicBezTo>
                  <a:cubicBezTo>
                    <a:pt x="138780" y="2441"/>
                    <a:pt x="138494" y="2715"/>
                    <a:pt x="138256" y="2858"/>
                  </a:cubicBezTo>
                  <a:lnTo>
                    <a:pt x="138256" y="2250"/>
                  </a:lnTo>
                  <a:cubicBezTo>
                    <a:pt x="138030" y="2250"/>
                    <a:pt x="137803" y="2239"/>
                    <a:pt x="137589" y="2239"/>
                  </a:cubicBezTo>
                  <a:cubicBezTo>
                    <a:pt x="137577" y="2215"/>
                    <a:pt x="137577" y="2203"/>
                    <a:pt x="137565" y="2179"/>
                  </a:cubicBezTo>
                  <a:cubicBezTo>
                    <a:pt x="137041" y="2191"/>
                    <a:pt x="136494" y="2203"/>
                    <a:pt x="135946" y="2215"/>
                  </a:cubicBezTo>
                  <a:cubicBezTo>
                    <a:pt x="135410" y="2203"/>
                    <a:pt x="134863" y="2191"/>
                    <a:pt x="134327" y="2179"/>
                  </a:cubicBezTo>
                  <a:cubicBezTo>
                    <a:pt x="134327" y="2203"/>
                    <a:pt x="134327" y="2215"/>
                    <a:pt x="134315" y="2239"/>
                  </a:cubicBezTo>
                  <a:cubicBezTo>
                    <a:pt x="134089" y="2239"/>
                    <a:pt x="133874" y="2250"/>
                    <a:pt x="133648" y="2250"/>
                  </a:cubicBezTo>
                  <a:lnTo>
                    <a:pt x="133648" y="2858"/>
                  </a:lnTo>
                  <a:cubicBezTo>
                    <a:pt x="133410" y="2715"/>
                    <a:pt x="133124" y="2441"/>
                    <a:pt x="132779" y="2262"/>
                  </a:cubicBezTo>
                  <a:cubicBezTo>
                    <a:pt x="132604" y="2280"/>
                    <a:pt x="132429" y="2288"/>
                    <a:pt x="132254" y="2288"/>
                  </a:cubicBezTo>
                  <a:cubicBezTo>
                    <a:pt x="131165" y="2288"/>
                    <a:pt x="130064" y="1988"/>
                    <a:pt x="128968" y="1988"/>
                  </a:cubicBezTo>
                  <a:cubicBezTo>
                    <a:pt x="128845" y="1988"/>
                    <a:pt x="128723" y="1992"/>
                    <a:pt x="128600" y="2000"/>
                  </a:cubicBezTo>
                  <a:cubicBezTo>
                    <a:pt x="129303" y="3936"/>
                    <a:pt x="129413" y="4616"/>
                    <a:pt x="129192" y="4616"/>
                  </a:cubicBezTo>
                  <a:cubicBezTo>
                    <a:pt x="128855" y="4616"/>
                    <a:pt x="127750" y="3043"/>
                    <a:pt x="126802" y="1929"/>
                  </a:cubicBezTo>
                  <a:cubicBezTo>
                    <a:pt x="122492" y="1750"/>
                    <a:pt x="118527" y="1500"/>
                    <a:pt x="114467" y="1179"/>
                  </a:cubicBezTo>
                  <a:cubicBezTo>
                    <a:pt x="114562" y="774"/>
                    <a:pt x="114646" y="381"/>
                    <a:pt x="114741" y="0"/>
                  </a:cubicBezTo>
                  <a:lnTo>
                    <a:pt x="114741" y="0"/>
                  </a:lnTo>
                  <a:cubicBezTo>
                    <a:pt x="112491" y="226"/>
                    <a:pt x="110348" y="441"/>
                    <a:pt x="108276" y="631"/>
                  </a:cubicBezTo>
                  <a:cubicBezTo>
                    <a:pt x="106192" y="441"/>
                    <a:pt x="104061" y="226"/>
                    <a:pt x="101799" y="0"/>
                  </a:cubicBezTo>
                  <a:lnTo>
                    <a:pt x="101799" y="0"/>
                  </a:lnTo>
                  <a:cubicBezTo>
                    <a:pt x="101894" y="381"/>
                    <a:pt x="101978" y="774"/>
                    <a:pt x="102073" y="1179"/>
                  </a:cubicBezTo>
                  <a:cubicBezTo>
                    <a:pt x="99072" y="1417"/>
                    <a:pt x="96132" y="1607"/>
                    <a:pt x="93060" y="1774"/>
                  </a:cubicBezTo>
                  <a:cubicBezTo>
                    <a:pt x="93191" y="1167"/>
                    <a:pt x="93322" y="572"/>
                    <a:pt x="93465" y="0"/>
                  </a:cubicBezTo>
                  <a:lnTo>
                    <a:pt x="93465" y="0"/>
                  </a:lnTo>
                  <a:cubicBezTo>
                    <a:pt x="84535" y="905"/>
                    <a:pt x="77439" y="1524"/>
                    <a:pt x="69212" y="1905"/>
                  </a:cubicBezTo>
                  <a:cubicBezTo>
                    <a:pt x="69164" y="2239"/>
                    <a:pt x="69116" y="2548"/>
                    <a:pt x="69081" y="2822"/>
                  </a:cubicBezTo>
                  <a:cubicBezTo>
                    <a:pt x="68723" y="2667"/>
                    <a:pt x="68342" y="2548"/>
                    <a:pt x="67973" y="2453"/>
                  </a:cubicBezTo>
                  <a:cubicBezTo>
                    <a:pt x="67950" y="2298"/>
                    <a:pt x="67926" y="2131"/>
                    <a:pt x="67902" y="1953"/>
                  </a:cubicBezTo>
                  <a:cubicBezTo>
                    <a:pt x="64735" y="2084"/>
                    <a:pt x="61377" y="2179"/>
                    <a:pt x="57686" y="2239"/>
                  </a:cubicBezTo>
                  <a:cubicBezTo>
                    <a:pt x="56567" y="2227"/>
                    <a:pt x="55472" y="2203"/>
                    <a:pt x="54412" y="2179"/>
                  </a:cubicBezTo>
                  <a:cubicBezTo>
                    <a:pt x="54303" y="2757"/>
                    <a:pt x="54160" y="2952"/>
                    <a:pt x="53977" y="2952"/>
                  </a:cubicBezTo>
                  <a:cubicBezTo>
                    <a:pt x="53701" y="2952"/>
                    <a:pt x="53333" y="2506"/>
                    <a:pt x="52852" y="2262"/>
                  </a:cubicBezTo>
                  <a:cubicBezTo>
                    <a:pt x="52687" y="2278"/>
                    <a:pt x="52522" y="2285"/>
                    <a:pt x="52356" y="2285"/>
                  </a:cubicBezTo>
                  <a:cubicBezTo>
                    <a:pt x="51262" y="2285"/>
                    <a:pt x="50161" y="1988"/>
                    <a:pt x="49052" y="1988"/>
                  </a:cubicBezTo>
                  <a:cubicBezTo>
                    <a:pt x="48926" y="1988"/>
                    <a:pt x="48800" y="1992"/>
                    <a:pt x="48673" y="2000"/>
                  </a:cubicBezTo>
                  <a:cubicBezTo>
                    <a:pt x="48959" y="2774"/>
                    <a:pt x="49138" y="3346"/>
                    <a:pt x="49257" y="3751"/>
                  </a:cubicBezTo>
                  <a:cubicBezTo>
                    <a:pt x="48792" y="3274"/>
                    <a:pt x="48173" y="2953"/>
                    <a:pt x="47518" y="2703"/>
                  </a:cubicBezTo>
                  <a:cubicBezTo>
                    <a:pt x="47304" y="2441"/>
                    <a:pt x="47090" y="2179"/>
                    <a:pt x="46875" y="1929"/>
                  </a:cubicBezTo>
                  <a:cubicBezTo>
                    <a:pt x="38315" y="1572"/>
                    <a:pt x="31064" y="929"/>
                    <a:pt x="21872" y="0"/>
                  </a:cubicBezTo>
                  <a:lnTo>
                    <a:pt x="21872" y="0"/>
                  </a:lnTo>
                  <a:cubicBezTo>
                    <a:pt x="22015" y="572"/>
                    <a:pt x="22146" y="1167"/>
                    <a:pt x="22277" y="1774"/>
                  </a:cubicBezTo>
                  <a:cubicBezTo>
                    <a:pt x="15098" y="1393"/>
                    <a:pt x="8573" y="810"/>
                    <a:pt x="5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46"/>
            <p:cNvSpPr/>
            <p:nvPr/>
          </p:nvSpPr>
          <p:spPr>
            <a:xfrm>
              <a:off x="283950" y="193150"/>
              <a:ext cx="8615526" cy="4752359"/>
            </a:xfrm>
            <a:custGeom>
              <a:rect b="b" l="l" r="r" t="t"/>
              <a:pathLst>
                <a:path extrusionOk="0" h="146757" w="269046">
                  <a:moveTo>
                    <a:pt x="21241" y="131"/>
                  </a:moveTo>
                  <a:cubicBezTo>
                    <a:pt x="20884" y="346"/>
                    <a:pt x="20527" y="572"/>
                    <a:pt x="20170" y="798"/>
                  </a:cubicBezTo>
                  <a:cubicBezTo>
                    <a:pt x="20217" y="953"/>
                    <a:pt x="20253" y="1120"/>
                    <a:pt x="20289" y="1286"/>
                  </a:cubicBezTo>
                  <a:cubicBezTo>
                    <a:pt x="20860" y="929"/>
                    <a:pt x="21432" y="560"/>
                    <a:pt x="22015" y="203"/>
                  </a:cubicBezTo>
                  <a:cubicBezTo>
                    <a:pt x="21753" y="179"/>
                    <a:pt x="21503" y="155"/>
                    <a:pt x="21241" y="131"/>
                  </a:cubicBezTo>
                  <a:close/>
                  <a:moveTo>
                    <a:pt x="18777" y="1691"/>
                  </a:moveTo>
                  <a:cubicBezTo>
                    <a:pt x="18515" y="1858"/>
                    <a:pt x="18265" y="2012"/>
                    <a:pt x="18015" y="2179"/>
                  </a:cubicBezTo>
                  <a:cubicBezTo>
                    <a:pt x="11788" y="6263"/>
                    <a:pt x="6156" y="10644"/>
                    <a:pt x="1155" y="15252"/>
                  </a:cubicBezTo>
                  <a:cubicBezTo>
                    <a:pt x="1179" y="15455"/>
                    <a:pt x="1203" y="15657"/>
                    <a:pt x="1215" y="15848"/>
                  </a:cubicBezTo>
                  <a:cubicBezTo>
                    <a:pt x="6263" y="11156"/>
                    <a:pt x="11966" y="6727"/>
                    <a:pt x="18277" y="2584"/>
                  </a:cubicBezTo>
                  <a:cubicBezTo>
                    <a:pt x="18705" y="2298"/>
                    <a:pt x="19146" y="2012"/>
                    <a:pt x="19574" y="1739"/>
                  </a:cubicBezTo>
                  <a:cubicBezTo>
                    <a:pt x="19312" y="1727"/>
                    <a:pt x="19039" y="1703"/>
                    <a:pt x="18777" y="1691"/>
                  </a:cubicBezTo>
                  <a:close/>
                  <a:moveTo>
                    <a:pt x="257199" y="5608"/>
                  </a:moveTo>
                  <a:cubicBezTo>
                    <a:pt x="259819" y="11180"/>
                    <a:pt x="262128" y="16943"/>
                    <a:pt x="264105" y="22884"/>
                  </a:cubicBezTo>
                  <a:cubicBezTo>
                    <a:pt x="264307" y="22836"/>
                    <a:pt x="264522" y="22789"/>
                    <a:pt x="264736" y="22741"/>
                  </a:cubicBezTo>
                  <a:cubicBezTo>
                    <a:pt x="262950" y="17360"/>
                    <a:pt x="260890" y="12085"/>
                    <a:pt x="258557" y="6942"/>
                  </a:cubicBezTo>
                  <a:lnTo>
                    <a:pt x="257199" y="5608"/>
                  </a:lnTo>
                  <a:close/>
                  <a:moveTo>
                    <a:pt x="234685" y="1239"/>
                  </a:moveTo>
                  <a:cubicBezTo>
                    <a:pt x="234423" y="1262"/>
                    <a:pt x="234149" y="1286"/>
                    <a:pt x="233887" y="1298"/>
                  </a:cubicBezTo>
                  <a:cubicBezTo>
                    <a:pt x="234554" y="1727"/>
                    <a:pt x="235220" y="2143"/>
                    <a:pt x="235875" y="2584"/>
                  </a:cubicBezTo>
                  <a:cubicBezTo>
                    <a:pt x="245662" y="9001"/>
                    <a:pt x="253961" y="16145"/>
                    <a:pt x="260676" y="23813"/>
                  </a:cubicBezTo>
                  <a:cubicBezTo>
                    <a:pt x="260783" y="23741"/>
                    <a:pt x="260938" y="23682"/>
                    <a:pt x="261140" y="23610"/>
                  </a:cubicBezTo>
                  <a:cubicBezTo>
                    <a:pt x="254377" y="15871"/>
                    <a:pt x="246007" y="8656"/>
                    <a:pt x="236137" y="2179"/>
                  </a:cubicBezTo>
                  <a:cubicBezTo>
                    <a:pt x="235649" y="1870"/>
                    <a:pt x="235173" y="1548"/>
                    <a:pt x="234685" y="1239"/>
                  </a:cubicBezTo>
                  <a:close/>
                  <a:moveTo>
                    <a:pt x="264807" y="25051"/>
                  </a:moveTo>
                  <a:lnTo>
                    <a:pt x="264867" y="25218"/>
                  </a:lnTo>
                  <a:cubicBezTo>
                    <a:pt x="264879" y="25218"/>
                    <a:pt x="264879" y="25206"/>
                    <a:pt x="264891" y="25194"/>
                  </a:cubicBezTo>
                  <a:cubicBezTo>
                    <a:pt x="264914" y="25158"/>
                    <a:pt x="264926" y="25111"/>
                    <a:pt x="264938" y="25075"/>
                  </a:cubicBezTo>
                  <a:cubicBezTo>
                    <a:pt x="264891" y="25063"/>
                    <a:pt x="264855" y="25063"/>
                    <a:pt x="264807" y="25051"/>
                  </a:cubicBezTo>
                  <a:close/>
                  <a:moveTo>
                    <a:pt x="265319" y="26670"/>
                  </a:moveTo>
                  <a:lnTo>
                    <a:pt x="265319" y="26670"/>
                  </a:lnTo>
                  <a:cubicBezTo>
                    <a:pt x="265557" y="27480"/>
                    <a:pt x="265807" y="28290"/>
                    <a:pt x="266034" y="29099"/>
                  </a:cubicBezTo>
                  <a:cubicBezTo>
                    <a:pt x="266057" y="28444"/>
                    <a:pt x="266081" y="27789"/>
                    <a:pt x="266117" y="27135"/>
                  </a:cubicBezTo>
                  <a:cubicBezTo>
                    <a:pt x="266081" y="27016"/>
                    <a:pt x="266046" y="26896"/>
                    <a:pt x="266010" y="26777"/>
                  </a:cubicBezTo>
                  <a:cubicBezTo>
                    <a:pt x="265843" y="26754"/>
                    <a:pt x="265593" y="26718"/>
                    <a:pt x="265319" y="26670"/>
                  </a:cubicBezTo>
                  <a:close/>
                  <a:moveTo>
                    <a:pt x="261188" y="24408"/>
                  </a:moveTo>
                  <a:lnTo>
                    <a:pt x="261188" y="24408"/>
                  </a:lnTo>
                  <a:cubicBezTo>
                    <a:pt x="262902" y="26396"/>
                    <a:pt x="264498" y="28409"/>
                    <a:pt x="265998" y="30456"/>
                  </a:cubicBezTo>
                  <a:cubicBezTo>
                    <a:pt x="265998" y="30195"/>
                    <a:pt x="266010" y="29944"/>
                    <a:pt x="266022" y="29683"/>
                  </a:cubicBezTo>
                  <a:cubicBezTo>
                    <a:pt x="265153" y="28516"/>
                    <a:pt x="264260" y="27361"/>
                    <a:pt x="263331" y="26218"/>
                  </a:cubicBezTo>
                  <a:cubicBezTo>
                    <a:pt x="263200" y="26158"/>
                    <a:pt x="263140" y="26087"/>
                    <a:pt x="263164" y="26015"/>
                  </a:cubicBezTo>
                  <a:cubicBezTo>
                    <a:pt x="262771" y="25539"/>
                    <a:pt x="262378" y="25075"/>
                    <a:pt x="261986" y="24599"/>
                  </a:cubicBezTo>
                  <a:cubicBezTo>
                    <a:pt x="261664" y="24539"/>
                    <a:pt x="261402" y="24468"/>
                    <a:pt x="261188" y="24408"/>
                  </a:cubicBezTo>
                  <a:close/>
                  <a:moveTo>
                    <a:pt x="127076" y="17431"/>
                  </a:moveTo>
                  <a:cubicBezTo>
                    <a:pt x="133339" y="17431"/>
                    <a:pt x="139506" y="17574"/>
                    <a:pt x="145578" y="17848"/>
                  </a:cubicBezTo>
                  <a:cubicBezTo>
                    <a:pt x="146150" y="29278"/>
                    <a:pt x="146554" y="41363"/>
                    <a:pt x="146769" y="53924"/>
                  </a:cubicBezTo>
                  <a:cubicBezTo>
                    <a:pt x="140292" y="53816"/>
                    <a:pt x="133720" y="53769"/>
                    <a:pt x="127076" y="53769"/>
                  </a:cubicBezTo>
                  <a:cubicBezTo>
                    <a:pt x="120432" y="53769"/>
                    <a:pt x="113860" y="53816"/>
                    <a:pt x="107371" y="53924"/>
                  </a:cubicBezTo>
                  <a:cubicBezTo>
                    <a:pt x="107585" y="41363"/>
                    <a:pt x="107990" y="29278"/>
                    <a:pt x="108562" y="17848"/>
                  </a:cubicBezTo>
                  <a:cubicBezTo>
                    <a:pt x="114634" y="17574"/>
                    <a:pt x="120813" y="17431"/>
                    <a:pt x="127076" y="17431"/>
                  </a:cubicBezTo>
                  <a:close/>
                  <a:moveTo>
                    <a:pt x="108359" y="17848"/>
                  </a:moveTo>
                  <a:cubicBezTo>
                    <a:pt x="107776" y="29385"/>
                    <a:pt x="107371" y="41482"/>
                    <a:pt x="107169" y="53924"/>
                  </a:cubicBezTo>
                  <a:cubicBezTo>
                    <a:pt x="94727" y="54138"/>
                    <a:pt x="82630" y="54531"/>
                    <a:pt x="71093" y="55114"/>
                  </a:cubicBezTo>
                  <a:cubicBezTo>
                    <a:pt x="71617" y="43244"/>
                    <a:pt x="72640" y="31766"/>
                    <a:pt x="74117" y="20872"/>
                  </a:cubicBezTo>
                  <a:cubicBezTo>
                    <a:pt x="85011" y="19407"/>
                    <a:pt x="96477" y="18384"/>
                    <a:pt x="108359" y="17848"/>
                  </a:cubicBezTo>
                  <a:close/>
                  <a:moveTo>
                    <a:pt x="145792" y="17860"/>
                  </a:moveTo>
                  <a:lnTo>
                    <a:pt x="145792" y="17860"/>
                  </a:lnTo>
                  <a:cubicBezTo>
                    <a:pt x="157675" y="18384"/>
                    <a:pt x="169141" y="19407"/>
                    <a:pt x="180035" y="20884"/>
                  </a:cubicBezTo>
                  <a:cubicBezTo>
                    <a:pt x="181499" y="31766"/>
                    <a:pt x="182523" y="43244"/>
                    <a:pt x="183059" y="55114"/>
                  </a:cubicBezTo>
                  <a:cubicBezTo>
                    <a:pt x="171522" y="54531"/>
                    <a:pt x="159425" y="54138"/>
                    <a:pt x="146983" y="53924"/>
                  </a:cubicBezTo>
                  <a:cubicBezTo>
                    <a:pt x="146781" y="41482"/>
                    <a:pt x="146376" y="29385"/>
                    <a:pt x="145792" y="17860"/>
                  </a:cubicBezTo>
                  <a:close/>
                  <a:moveTo>
                    <a:pt x="73724" y="20931"/>
                  </a:moveTo>
                  <a:lnTo>
                    <a:pt x="73724" y="20931"/>
                  </a:lnTo>
                  <a:cubicBezTo>
                    <a:pt x="72259" y="31909"/>
                    <a:pt x="71247" y="43375"/>
                    <a:pt x="70724" y="55138"/>
                  </a:cubicBezTo>
                  <a:cubicBezTo>
                    <a:pt x="54805" y="55948"/>
                    <a:pt x="39958" y="57103"/>
                    <a:pt x="26742" y="58579"/>
                  </a:cubicBezTo>
                  <a:cubicBezTo>
                    <a:pt x="27373" y="48816"/>
                    <a:pt x="28599" y="39255"/>
                    <a:pt x="30397" y="29992"/>
                  </a:cubicBezTo>
                  <a:cubicBezTo>
                    <a:pt x="43292" y="26158"/>
                    <a:pt x="57901" y="23086"/>
                    <a:pt x="73724" y="20931"/>
                  </a:cubicBezTo>
                  <a:close/>
                  <a:moveTo>
                    <a:pt x="180416" y="20931"/>
                  </a:moveTo>
                  <a:lnTo>
                    <a:pt x="180416" y="20931"/>
                  </a:lnTo>
                  <a:cubicBezTo>
                    <a:pt x="196251" y="23086"/>
                    <a:pt x="210860" y="26170"/>
                    <a:pt x="223755" y="29992"/>
                  </a:cubicBezTo>
                  <a:cubicBezTo>
                    <a:pt x="225552" y="39255"/>
                    <a:pt x="226779" y="48816"/>
                    <a:pt x="227410" y="58579"/>
                  </a:cubicBezTo>
                  <a:cubicBezTo>
                    <a:pt x="214194" y="57103"/>
                    <a:pt x="199335" y="55948"/>
                    <a:pt x="183416" y="55138"/>
                  </a:cubicBezTo>
                  <a:cubicBezTo>
                    <a:pt x="182904" y="43375"/>
                    <a:pt x="181892" y="31909"/>
                    <a:pt x="180416" y="20931"/>
                  </a:cubicBezTo>
                  <a:close/>
                  <a:moveTo>
                    <a:pt x="70724" y="55352"/>
                  </a:moveTo>
                  <a:cubicBezTo>
                    <a:pt x="70450" y="61436"/>
                    <a:pt x="70319" y="67616"/>
                    <a:pt x="70319" y="73843"/>
                  </a:cubicBezTo>
                  <a:cubicBezTo>
                    <a:pt x="70319" y="80070"/>
                    <a:pt x="70450" y="86237"/>
                    <a:pt x="70724" y="92321"/>
                  </a:cubicBezTo>
                  <a:cubicBezTo>
                    <a:pt x="54543" y="91500"/>
                    <a:pt x="39696" y="90333"/>
                    <a:pt x="26730" y="88892"/>
                  </a:cubicBezTo>
                  <a:cubicBezTo>
                    <a:pt x="26420" y="83915"/>
                    <a:pt x="26254" y="78891"/>
                    <a:pt x="26254" y="73843"/>
                  </a:cubicBezTo>
                  <a:cubicBezTo>
                    <a:pt x="26254" y="68783"/>
                    <a:pt x="26420" y="63758"/>
                    <a:pt x="26730" y="58781"/>
                  </a:cubicBezTo>
                  <a:cubicBezTo>
                    <a:pt x="39696" y="57341"/>
                    <a:pt x="54543" y="56174"/>
                    <a:pt x="70724" y="55352"/>
                  </a:cubicBezTo>
                  <a:close/>
                  <a:moveTo>
                    <a:pt x="183428" y="55352"/>
                  </a:moveTo>
                  <a:cubicBezTo>
                    <a:pt x="199609" y="56174"/>
                    <a:pt x="214444" y="57341"/>
                    <a:pt x="227410" y="58781"/>
                  </a:cubicBezTo>
                  <a:cubicBezTo>
                    <a:pt x="227731" y="63758"/>
                    <a:pt x="227886" y="68783"/>
                    <a:pt x="227886" y="73843"/>
                  </a:cubicBezTo>
                  <a:cubicBezTo>
                    <a:pt x="227886" y="78903"/>
                    <a:pt x="227731" y="83915"/>
                    <a:pt x="227410" y="88892"/>
                  </a:cubicBezTo>
                  <a:cubicBezTo>
                    <a:pt x="214444" y="90333"/>
                    <a:pt x="199609" y="91500"/>
                    <a:pt x="183428" y="92321"/>
                  </a:cubicBezTo>
                  <a:cubicBezTo>
                    <a:pt x="183690" y="86237"/>
                    <a:pt x="183833" y="80070"/>
                    <a:pt x="183833" y="73843"/>
                  </a:cubicBezTo>
                  <a:cubicBezTo>
                    <a:pt x="183833" y="67616"/>
                    <a:pt x="183690" y="61436"/>
                    <a:pt x="183428" y="55352"/>
                  </a:cubicBezTo>
                  <a:close/>
                  <a:moveTo>
                    <a:pt x="107157" y="54138"/>
                  </a:moveTo>
                  <a:cubicBezTo>
                    <a:pt x="107050" y="60627"/>
                    <a:pt x="107002" y="67199"/>
                    <a:pt x="107002" y="73843"/>
                  </a:cubicBezTo>
                  <a:cubicBezTo>
                    <a:pt x="107002" y="80475"/>
                    <a:pt x="107050" y="87047"/>
                    <a:pt x="107157" y="93536"/>
                  </a:cubicBezTo>
                  <a:cubicBezTo>
                    <a:pt x="94596" y="93321"/>
                    <a:pt x="82511" y="92917"/>
                    <a:pt x="71081" y="92345"/>
                  </a:cubicBezTo>
                  <a:cubicBezTo>
                    <a:pt x="70807" y="86273"/>
                    <a:pt x="70676" y="80105"/>
                    <a:pt x="70676" y="73843"/>
                  </a:cubicBezTo>
                  <a:cubicBezTo>
                    <a:pt x="70676" y="67580"/>
                    <a:pt x="70807" y="61401"/>
                    <a:pt x="71081" y="55329"/>
                  </a:cubicBezTo>
                  <a:cubicBezTo>
                    <a:pt x="82511" y="54757"/>
                    <a:pt x="94596" y="54352"/>
                    <a:pt x="107157" y="54138"/>
                  </a:cubicBezTo>
                  <a:close/>
                  <a:moveTo>
                    <a:pt x="146983" y="54138"/>
                  </a:moveTo>
                  <a:cubicBezTo>
                    <a:pt x="159544" y="54352"/>
                    <a:pt x="171641" y="54757"/>
                    <a:pt x="183071" y="55329"/>
                  </a:cubicBezTo>
                  <a:cubicBezTo>
                    <a:pt x="183333" y="61401"/>
                    <a:pt x="183476" y="67568"/>
                    <a:pt x="183476" y="73831"/>
                  </a:cubicBezTo>
                  <a:cubicBezTo>
                    <a:pt x="183476" y="80094"/>
                    <a:pt x="183333" y="86273"/>
                    <a:pt x="183071" y="92345"/>
                  </a:cubicBezTo>
                  <a:cubicBezTo>
                    <a:pt x="171641" y="92917"/>
                    <a:pt x="159544" y="93321"/>
                    <a:pt x="146983" y="93536"/>
                  </a:cubicBezTo>
                  <a:cubicBezTo>
                    <a:pt x="147090" y="87047"/>
                    <a:pt x="147150" y="80475"/>
                    <a:pt x="147150" y="73843"/>
                  </a:cubicBezTo>
                  <a:cubicBezTo>
                    <a:pt x="147150" y="67199"/>
                    <a:pt x="147090" y="60627"/>
                    <a:pt x="146983" y="54138"/>
                  </a:cubicBezTo>
                  <a:close/>
                  <a:moveTo>
                    <a:pt x="127076" y="53971"/>
                  </a:moveTo>
                  <a:cubicBezTo>
                    <a:pt x="133743" y="53971"/>
                    <a:pt x="140327" y="54031"/>
                    <a:pt x="146781" y="54138"/>
                  </a:cubicBezTo>
                  <a:cubicBezTo>
                    <a:pt x="146876" y="60591"/>
                    <a:pt x="146935" y="67163"/>
                    <a:pt x="146935" y="73843"/>
                  </a:cubicBezTo>
                  <a:cubicBezTo>
                    <a:pt x="146935" y="80510"/>
                    <a:pt x="146888" y="87082"/>
                    <a:pt x="146781" y="93536"/>
                  </a:cubicBezTo>
                  <a:cubicBezTo>
                    <a:pt x="140327" y="93643"/>
                    <a:pt x="133743" y="93702"/>
                    <a:pt x="127076" y="93702"/>
                  </a:cubicBezTo>
                  <a:cubicBezTo>
                    <a:pt x="120396" y="93702"/>
                    <a:pt x="113824" y="93643"/>
                    <a:pt x="107371" y="93536"/>
                  </a:cubicBezTo>
                  <a:cubicBezTo>
                    <a:pt x="107264" y="87082"/>
                    <a:pt x="107204" y="80510"/>
                    <a:pt x="107204" y="73843"/>
                  </a:cubicBezTo>
                  <a:cubicBezTo>
                    <a:pt x="107204" y="67163"/>
                    <a:pt x="107264" y="60591"/>
                    <a:pt x="107371" y="54138"/>
                  </a:cubicBezTo>
                  <a:cubicBezTo>
                    <a:pt x="113824" y="54031"/>
                    <a:pt x="120396" y="53971"/>
                    <a:pt x="127076" y="53971"/>
                  </a:cubicBezTo>
                  <a:close/>
                  <a:moveTo>
                    <a:pt x="48" y="105632"/>
                  </a:moveTo>
                  <a:cubicBezTo>
                    <a:pt x="36" y="105716"/>
                    <a:pt x="12" y="105811"/>
                    <a:pt x="0" y="105894"/>
                  </a:cubicBezTo>
                  <a:cubicBezTo>
                    <a:pt x="155" y="105882"/>
                    <a:pt x="310" y="105870"/>
                    <a:pt x="477" y="105859"/>
                  </a:cubicBezTo>
                  <a:cubicBezTo>
                    <a:pt x="334" y="105775"/>
                    <a:pt x="191" y="105704"/>
                    <a:pt x="48" y="105632"/>
                  </a:cubicBezTo>
                  <a:close/>
                  <a:moveTo>
                    <a:pt x="26742" y="89095"/>
                  </a:moveTo>
                  <a:cubicBezTo>
                    <a:pt x="39958" y="90571"/>
                    <a:pt x="54805" y="91726"/>
                    <a:pt x="70724" y="92536"/>
                  </a:cubicBezTo>
                  <a:cubicBezTo>
                    <a:pt x="71247" y="104299"/>
                    <a:pt x="72259" y="115765"/>
                    <a:pt x="73724" y="126742"/>
                  </a:cubicBezTo>
                  <a:cubicBezTo>
                    <a:pt x="57901" y="124587"/>
                    <a:pt x="43292" y="121515"/>
                    <a:pt x="30397" y="117681"/>
                  </a:cubicBezTo>
                  <a:cubicBezTo>
                    <a:pt x="28599" y="108418"/>
                    <a:pt x="27373" y="98858"/>
                    <a:pt x="26742" y="89095"/>
                  </a:cubicBezTo>
                  <a:close/>
                  <a:moveTo>
                    <a:pt x="227410" y="89095"/>
                  </a:moveTo>
                  <a:cubicBezTo>
                    <a:pt x="226779" y="98858"/>
                    <a:pt x="225552" y="108418"/>
                    <a:pt x="223755" y="117681"/>
                  </a:cubicBezTo>
                  <a:cubicBezTo>
                    <a:pt x="210860" y="121515"/>
                    <a:pt x="196251" y="124587"/>
                    <a:pt x="180416" y="126742"/>
                  </a:cubicBezTo>
                  <a:cubicBezTo>
                    <a:pt x="181892" y="115765"/>
                    <a:pt x="182904" y="104299"/>
                    <a:pt x="183416" y="92536"/>
                  </a:cubicBezTo>
                  <a:cubicBezTo>
                    <a:pt x="199347" y="91726"/>
                    <a:pt x="214194" y="90571"/>
                    <a:pt x="227410" y="89095"/>
                  </a:cubicBezTo>
                  <a:close/>
                  <a:moveTo>
                    <a:pt x="71093" y="92559"/>
                  </a:moveTo>
                  <a:lnTo>
                    <a:pt x="71093" y="92559"/>
                  </a:lnTo>
                  <a:cubicBezTo>
                    <a:pt x="82630" y="93143"/>
                    <a:pt x="94715" y="93536"/>
                    <a:pt x="107169" y="93750"/>
                  </a:cubicBezTo>
                  <a:cubicBezTo>
                    <a:pt x="107371" y="106192"/>
                    <a:pt x="107776" y="118289"/>
                    <a:pt x="108347" y="129826"/>
                  </a:cubicBezTo>
                  <a:cubicBezTo>
                    <a:pt x="96477" y="129290"/>
                    <a:pt x="85011" y="128266"/>
                    <a:pt x="74117" y="126790"/>
                  </a:cubicBezTo>
                  <a:cubicBezTo>
                    <a:pt x="72640" y="115907"/>
                    <a:pt x="71617" y="104442"/>
                    <a:pt x="71093" y="92559"/>
                  </a:cubicBezTo>
                  <a:close/>
                  <a:moveTo>
                    <a:pt x="183059" y="92559"/>
                  </a:moveTo>
                  <a:lnTo>
                    <a:pt x="183059" y="92559"/>
                  </a:lnTo>
                  <a:cubicBezTo>
                    <a:pt x="182523" y="104442"/>
                    <a:pt x="181499" y="115907"/>
                    <a:pt x="180035" y="126802"/>
                  </a:cubicBezTo>
                  <a:cubicBezTo>
                    <a:pt x="169141" y="128266"/>
                    <a:pt x="157675" y="129290"/>
                    <a:pt x="145792" y="129826"/>
                  </a:cubicBezTo>
                  <a:cubicBezTo>
                    <a:pt x="146376" y="118289"/>
                    <a:pt x="146769" y="106192"/>
                    <a:pt x="146983" y="93750"/>
                  </a:cubicBezTo>
                  <a:cubicBezTo>
                    <a:pt x="159425" y="93536"/>
                    <a:pt x="171522" y="93143"/>
                    <a:pt x="183059" y="92559"/>
                  </a:cubicBezTo>
                  <a:close/>
                  <a:moveTo>
                    <a:pt x="107371" y="93750"/>
                  </a:moveTo>
                  <a:cubicBezTo>
                    <a:pt x="113860" y="93857"/>
                    <a:pt x="120432" y="93917"/>
                    <a:pt x="127076" y="93917"/>
                  </a:cubicBezTo>
                  <a:cubicBezTo>
                    <a:pt x="133708" y="93917"/>
                    <a:pt x="140292" y="93857"/>
                    <a:pt x="146769" y="93750"/>
                  </a:cubicBezTo>
                  <a:lnTo>
                    <a:pt x="146769" y="93750"/>
                  </a:lnTo>
                  <a:cubicBezTo>
                    <a:pt x="146566" y="106311"/>
                    <a:pt x="146150" y="118396"/>
                    <a:pt x="145578" y="129826"/>
                  </a:cubicBezTo>
                  <a:cubicBezTo>
                    <a:pt x="139506" y="130100"/>
                    <a:pt x="133339" y="130243"/>
                    <a:pt x="127076" y="130243"/>
                  </a:cubicBezTo>
                  <a:cubicBezTo>
                    <a:pt x="120813" y="130243"/>
                    <a:pt x="114634" y="130100"/>
                    <a:pt x="108574" y="129826"/>
                  </a:cubicBezTo>
                  <a:cubicBezTo>
                    <a:pt x="107990" y="118396"/>
                    <a:pt x="107585" y="106311"/>
                    <a:pt x="107371" y="93750"/>
                  </a:cubicBezTo>
                  <a:close/>
                  <a:moveTo>
                    <a:pt x="266653" y="116300"/>
                  </a:moveTo>
                  <a:lnTo>
                    <a:pt x="266653" y="116300"/>
                  </a:lnTo>
                  <a:cubicBezTo>
                    <a:pt x="259152" y="126861"/>
                    <a:pt x="248817" y="136600"/>
                    <a:pt x="235875" y="145101"/>
                  </a:cubicBezTo>
                  <a:cubicBezTo>
                    <a:pt x="235411" y="145399"/>
                    <a:pt x="234946" y="145697"/>
                    <a:pt x="234482" y="145994"/>
                  </a:cubicBezTo>
                  <a:cubicBezTo>
                    <a:pt x="234756" y="146006"/>
                    <a:pt x="235030" y="146018"/>
                    <a:pt x="235304" y="146030"/>
                  </a:cubicBezTo>
                  <a:cubicBezTo>
                    <a:pt x="235577" y="145852"/>
                    <a:pt x="235851" y="145673"/>
                    <a:pt x="236137" y="145494"/>
                  </a:cubicBezTo>
                  <a:cubicBezTo>
                    <a:pt x="248710" y="137243"/>
                    <a:pt x="258854" y="127814"/>
                    <a:pt x="266319" y="117586"/>
                  </a:cubicBezTo>
                  <a:lnTo>
                    <a:pt x="266319" y="117586"/>
                  </a:lnTo>
                  <a:cubicBezTo>
                    <a:pt x="263533" y="127504"/>
                    <a:pt x="259831" y="137005"/>
                    <a:pt x="255306" y="145971"/>
                  </a:cubicBezTo>
                  <a:cubicBezTo>
                    <a:pt x="255544" y="145983"/>
                    <a:pt x="255794" y="145994"/>
                    <a:pt x="256032" y="146006"/>
                  </a:cubicBezTo>
                  <a:cubicBezTo>
                    <a:pt x="260354" y="137374"/>
                    <a:pt x="263879" y="128338"/>
                    <a:pt x="266569" y="118991"/>
                  </a:cubicBezTo>
                  <a:cubicBezTo>
                    <a:pt x="266593" y="118098"/>
                    <a:pt x="266617" y="117193"/>
                    <a:pt x="266653" y="116300"/>
                  </a:cubicBezTo>
                  <a:close/>
                  <a:moveTo>
                    <a:pt x="1798" y="132362"/>
                  </a:moveTo>
                  <a:cubicBezTo>
                    <a:pt x="1774" y="132540"/>
                    <a:pt x="1739" y="132731"/>
                    <a:pt x="1715" y="132933"/>
                  </a:cubicBezTo>
                  <a:cubicBezTo>
                    <a:pt x="6573" y="137362"/>
                    <a:pt x="12014" y="141553"/>
                    <a:pt x="18015" y="145494"/>
                  </a:cubicBezTo>
                  <a:cubicBezTo>
                    <a:pt x="18229" y="145637"/>
                    <a:pt x="18455" y="145780"/>
                    <a:pt x="18669" y="145923"/>
                  </a:cubicBezTo>
                  <a:cubicBezTo>
                    <a:pt x="18681" y="145899"/>
                    <a:pt x="18681" y="145887"/>
                    <a:pt x="18693" y="145875"/>
                  </a:cubicBezTo>
                  <a:lnTo>
                    <a:pt x="18693" y="145875"/>
                  </a:lnTo>
                  <a:cubicBezTo>
                    <a:pt x="18681" y="145899"/>
                    <a:pt x="18693" y="145911"/>
                    <a:pt x="18693" y="145935"/>
                  </a:cubicBezTo>
                  <a:cubicBezTo>
                    <a:pt x="18800" y="146006"/>
                    <a:pt x="18908" y="146066"/>
                    <a:pt x="19015" y="146137"/>
                  </a:cubicBezTo>
                  <a:cubicBezTo>
                    <a:pt x="19348" y="146256"/>
                    <a:pt x="19872" y="146328"/>
                    <a:pt x="20336" y="146423"/>
                  </a:cubicBezTo>
                  <a:cubicBezTo>
                    <a:pt x="19646" y="145983"/>
                    <a:pt x="18955" y="145542"/>
                    <a:pt x="18277" y="145090"/>
                  </a:cubicBezTo>
                  <a:cubicBezTo>
                    <a:pt x="12204" y="141113"/>
                    <a:pt x="6692" y="136850"/>
                    <a:pt x="1798" y="132362"/>
                  </a:cubicBezTo>
                  <a:close/>
                  <a:moveTo>
                    <a:pt x="176558" y="0"/>
                  </a:moveTo>
                  <a:cubicBezTo>
                    <a:pt x="176701" y="572"/>
                    <a:pt x="176832" y="1167"/>
                    <a:pt x="176963" y="1774"/>
                  </a:cubicBezTo>
                  <a:lnTo>
                    <a:pt x="176903" y="1774"/>
                  </a:lnTo>
                  <a:cubicBezTo>
                    <a:pt x="178070" y="7787"/>
                    <a:pt x="179106" y="14038"/>
                    <a:pt x="179975" y="20491"/>
                  </a:cubicBezTo>
                  <a:cubicBezTo>
                    <a:pt x="168998" y="19015"/>
                    <a:pt x="157544" y="18003"/>
                    <a:pt x="145781" y="17491"/>
                  </a:cubicBezTo>
                  <a:cubicBezTo>
                    <a:pt x="145507" y="12157"/>
                    <a:pt x="145197" y="6942"/>
                    <a:pt x="144852" y="1858"/>
                  </a:cubicBezTo>
                  <a:cubicBezTo>
                    <a:pt x="144780" y="1870"/>
                    <a:pt x="144697" y="1870"/>
                    <a:pt x="144626" y="1870"/>
                  </a:cubicBezTo>
                  <a:cubicBezTo>
                    <a:pt x="144971" y="6918"/>
                    <a:pt x="145292" y="12121"/>
                    <a:pt x="145554" y="17479"/>
                  </a:cubicBezTo>
                  <a:cubicBezTo>
                    <a:pt x="139470" y="17217"/>
                    <a:pt x="133303" y="17074"/>
                    <a:pt x="127076" y="17074"/>
                  </a:cubicBezTo>
                  <a:cubicBezTo>
                    <a:pt x="120849" y="17074"/>
                    <a:pt x="114681" y="17217"/>
                    <a:pt x="108585" y="17479"/>
                  </a:cubicBezTo>
                  <a:cubicBezTo>
                    <a:pt x="108895" y="11573"/>
                    <a:pt x="109240" y="5846"/>
                    <a:pt x="109621" y="322"/>
                  </a:cubicBezTo>
                  <a:lnTo>
                    <a:pt x="109621" y="322"/>
                  </a:lnTo>
                  <a:cubicBezTo>
                    <a:pt x="109550" y="334"/>
                    <a:pt x="109478" y="334"/>
                    <a:pt x="109407" y="346"/>
                  </a:cubicBezTo>
                  <a:cubicBezTo>
                    <a:pt x="109014" y="5894"/>
                    <a:pt x="108669" y="11621"/>
                    <a:pt x="108371" y="17491"/>
                  </a:cubicBezTo>
                  <a:cubicBezTo>
                    <a:pt x="96608" y="18003"/>
                    <a:pt x="85142" y="19015"/>
                    <a:pt x="74164" y="20491"/>
                  </a:cubicBezTo>
                  <a:cubicBezTo>
                    <a:pt x="75069" y="13871"/>
                    <a:pt x="76129" y="7454"/>
                    <a:pt x="77343" y="1298"/>
                  </a:cubicBezTo>
                  <a:lnTo>
                    <a:pt x="77343" y="1298"/>
                  </a:lnTo>
                  <a:cubicBezTo>
                    <a:pt x="77212" y="1310"/>
                    <a:pt x="77081" y="1322"/>
                    <a:pt x="76951" y="1334"/>
                  </a:cubicBezTo>
                  <a:cubicBezTo>
                    <a:pt x="75724" y="7537"/>
                    <a:pt x="74665" y="13954"/>
                    <a:pt x="73783" y="20539"/>
                  </a:cubicBezTo>
                  <a:cubicBezTo>
                    <a:pt x="58198" y="22646"/>
                    <a:pt x="43601" y="25682"/>
                    <a:pt x="30480" y="29575"/>
                  </a:cubicBezTo>
                  <a:cubicBezTo>
                    <a:pt x="32374" y="19872"/>
                    <a:pt x="34910" y="10502"/>
                    <a:pt x="38029" y="1560"/>
                  </a:cubicBezTo>
                  <a:cubicBezTo>
                    <a:pt x="37874" y="1548"/>
                    <a:pt x="37708" y="1548"/>
                    <a:pt x="37541" y="1536"/>
                  </a:cubicBezTo>
                  <a:cubicBezTo>
                    <a:pt x="34409" y="10525"/>
                    <a:pt x="31862" y="19955"/>
                    <a:pt x="29968" y="29718"/>
                  </a:cubicBezTo>
                  <a:cubicBezTo>
                    <a:pt x="25849" y="30957"/>
                    <a:pt x="21884" y="32266"/>
                    <a:pt x="18086" y="33659"/>
                  </a:cubicBezTo>
                  <a:cubicBezTo>
                    <a:pt x="12252" y="35802"/>
                    <a:pt x="6942" y="38088"/>
                    <a:pt x="2191" y="40493"/>
                  </a:cubicBezTo>
                  <a:lnTo>
                    <a:pt x="2179" y="40934"/>
                  </a:lnTo>
                  <a:cubicBezTo>
                    <a:pt x="10097" y="36910"/>
                    <a:pt x="19420" y="33278"/>
                    <a:pt x="29885" y="30147"/>
                  </a:cubicBezTo>
                  <a:lnTo>
                    <a:pt x="29885" y="30147"/>
                  </a:lnTo>
                  <a:cubicBezTo>
                    <a:pt x="28111" y="39386"/>
                    <a:pt x="26885" y="48911"/>
                    <a:pt x="26266" y="58627"/>
                  </a:cubicBezTo>
                  <a:cubicBezTo>
                    <a:pt x="23480" y="58948"/>
                    <a:pt x="20765" y="59270"/>
                    <a:pt x="18134" y="59615"/>
                  </a:cubicBezTo>
                  <a:cubicBezTo>
                    <a:pt x="11621" y="60460"/>
                    <a:pt x="5763" y="61365"/>
                    <a:pt x="584" y="62329"/>
                  </a:cubicBezTo>
                  <a:cubicBezTo>
                    <a:pt x="596" y="62389"/>
                    <a:pt x="596" y="62460"/>
                    <a:pt x="608" y="62520"/>
                  </a:cubicBezTo>
                  <a:cubicBezTo>
                    <a:pt x="7942" y="61163"/>
                    <a:pt x="16574" y="59924"/>
                    <a:pt x="26254" y="58841"/>
                  </a:cubicBezTo>
                  <a:lnTo>
                    <a:pt x="26254" y="58841"/>
                  </a:lnTo>
                  <a:cubicBezTo>
                    <a:pt x="25944" y="63794"/>
                    <a:pt x="25777" y="68794"/>
                    <a:pt x="25777" y="73843"/>
                  </a:cubicBezTo>
                  <a:cubicBezTo>
                    <a:pt x="25777" y="78879"/>
                    <a:pt x="25944" y="83880"/>
                    <a:pt x="26254" y="88833"/>
                  </a:cubicBezTo>
                  <a:cubicBezTo>
                    <a:pt x="17014" y="87797"/>
                    <a:pt x="8740" y="86618"/>
                    <a:pt x="1620" y="85332"/>
                  </a:cubicBezTo>
                  <a:cubicBezTo>
                    <a:pt x="1620" y="85404"/>
                    <a:pt x="1620" y="85475"/>
                    <a:pt x="1620" y="85535"/>
                  </a:cubicBezTo>
                  <a:cubicBezTo>
                    <a:pt x="6537" y="86428"/>
                    <a:pt x="12050" y="87273"/>
                    <a:pt x="18134" y="88059"/>
                  </a:cubicBezTo>
                  <a:cubicBezTo>
                    <a:pt x="20765" y="88404"/>
                    <a:pt x="23480" y="88726"/>
                    <a:pt x="26266" y="89047"/>
                  </a:cubicBezTo>
                  <a:cubicBezTo>
                    <a:pt x="26885" y="98762"/>
                    <a:pt x="28099" y="108287"/>
                    <a:pt x="29885" y="117527"/>
                  </a:cubicBezTo>
                  <a:cubicBezTo>
                    <a:pt x="18824" y="114217"/>
                    <a:pt x="9037" y="110359"/>
                    <a:pt x="846" y="106049"/>
                  </a:cubicBezTo>
                  <a:lnTo>
                    <a:pt x="846" y="106049"/>
                  </a:lnTo>
                  <a:cubicBezTo>
                    <a:pt x="858" y="106204"/>
                    <a:pt x="870" y="106359"/>
                    <a:pt x="881" y="106513"/>
                  </a:cubicBezTo>
                  <a:cubicBezTo>
                    <a:pt x="5977" y="109169"/>
                    <a:pt x="11716" y="111669"/>
                    <a:pt x="18086" y="114014"/>
                  </a:cubicBezTo>
                  <a:cubicBezTo>
                    <a:pt x="21884" y="115407"/>
                    <a:pt x="25849" y="116717"/>
                    <a:pt x="29968" y="117955"/>
                  </a:cubicBezTo>
                  <a:cubicBezTo>
                    <a:pt x="31850" y="127611"/>
                    <a:pt x="34350" y="136946"/>
                    <a:pt x="37446" y="145852"/>
                  </a:cubicBezTo>
                  <a:cubicBezTo>
                    <a:pt x="37600" y="145840"/>
                    <a:pt x="37767" y="145840"/>
                    <a:pt x="37934" y="145828"/>
                  </a:cubicBezTo>
                  <a:cubicBezTo>
                    <a:pt x="34862" y="136981"/>
                    <a:pt x="32362" y="127706"/>
                    <a:pt x="30480" y="118098"/>
                  </a:cubicBezTo>
                  <a:lnTo>
                    <a:pt x="30480" y="118098"/>
                  </a:lnTo>
                  <a:cubicBezTo>
                    <a:pt x="43589" y="121992"/>
                    <a:pt x="58198" y="125028"/>
                    <a:pt x="73783" y="127135"/>
                  </a:cubicBezTo>
                  <a:cubicBezTo>
                    <a:pt x="74653" y="133600"/>
                    <a:pt x="75688" y="139910"/>
                    <a:pt x="76879" y="146006"/>
                  </a:cubicBezTo>
                  <a:cubicBezTo>
                    <a:pt x="77010" y="146006"/>
                    <a:pt x="77141" y="146018"/>
                    <a:pt x="77272" y="146018"/>
                  </a:cubicBezTo>
                  <a:cubicBezTo>
                    <a:pt x="76093" y="139970"/>
                    <a:pt x="75046" y="133683"/>
                    <a:pt x="74164" y="127183"/>
                  </a:cubicBezTo>
                  <a:lnTo>
                    <a:pt x="74164" y="127183"/>
                  </a:lnTo>
                  <a:cubicBezTo>
                    <a:pt x="85154" y="128659"/>
                    <a:pt x="96608" y="129659"/>
                    <a:pt x="108371" y="130183"/>
                  </a:cubicBezTo>
                  <a:cubicBezTo>
                    <a:pt x="108657" y="135850"/>
                    <a:pt x="108990" y="141375"/>
                    <a:pt x="109371" y="146733"/>
                  </a:cubicBezTo>
                  <a:cubicBezTo>
                    <a:pt x="109443" y="146745"/>
                    <a:pt x="109514" y="146745"/>
                    <a:pt x="109586" y="146756"/>
                  </a:cubicBezTo>
                  <a:cubicBezTo>
                    <a:pt x="109205" y="141411"/>
                    <a:pt x="108883" y="135886"/>
                    <a:pt x="108585" y="130195"/>
                  </a:cubicBezTo>
                  <a:lnTo>
                    <a:pt x="108585" y="130195"/>
                  </a:lnTo>
                  <a:cubicBezTo>
                    <a:pt x="114681" y="130457"/>
                    <a:pt x="120849" y="130600"/>
                    <a:pt x="127076" y="130600"/>
                  </a:cubicBezTo>
                  <a:cubicBezTo>
                    <a:pt x="133303" y="130600"/>
                    <a:pt x="139470" y="130457"/>
                    <a:pt x="145554" y="130195"/>
                  </a:cubicBezTo>
                  <a:lnTo>
                    <a:pt x="145554" y="130195"/>
                  </a:lnTo>
                  <a:cubicBezTo>
                    <a:pt x="145328" y="134815"/>
                    <a:pt x="145066" y="139327"/>
                    <a:pt x="144769" y="143720"/>
                  </a:cubicBezTo>
                  <a:cubicBezTo>
                    <a:pt x="144828" y="143851"/>
                    <a:pt x="144888" y="143994"/>
                    <a:pt x="144959" y="144161"/>
                  </a:cubicBezTo>
                  <a:cubicBezTo>
                    <a:pt x="145257" y="139613"/>
                    <a:pt x="145531" y="134945"/>
                    <a:pt x="145781" y="130183"/>
                  </a:cubicBezTo>
                  <a:cubicBezTo>
                    <a:pt x="157544" y="129671"/>
                    <a:pt x="168998" y="128659"/>
                    <a:pt x="179975" y="127183"/>
                  </a:cubicBezTo>
                  <a:lnTo>
                    <a:pt x="179975" y="127183"/>
                  </a:lnTo>
                  <a:cubicBezTo>
                    <a:pt x="179106" y="133588"/>
                    <a:pt x="178094" y="139791"/>
                    <a:pt x="176927" y="145756"/>
                  </a:cubicBezTo>
                  <a:lnTo>
                    <a:pt x="177034" y="145756"/>
                  </a:lnTo>
                  <a:cubicBezTo>
                    <a:pt x="177142" y="145697"/>
                    <a:pt x="177249" y="145625"/>
                    <a:pt x="177356" y="145566"/>
                  </a:cubicBezTo>
                  <a:cubicBezTo>
                    <a:pt x="178511" y="139601"/>
                    <a:pt x="179511" y="133445"/>
                    <a:pt x="180368" y="127135"/>
                  </a:cubicBezTo>
                  <a:cubicBezTo>
                    <a:pt x="195953" y="125028"/>
                    <a:pt x="210551" y="121992"/>
                    <a:pt x="223671" y="118098"/>
                  </a:cubicBezTo>
                  <a:lnTo>
                    <a:pt x="223671" y="118098"/>
                  </a:lnTo>
                  <a:cubicBezTo>
                    <a:pt x="221814" y="127599"/>
                    <a:pt x="219337" y="136791"/>
                    <a:pt x="216301" y="145554"/>
                  </a:cubicBezTo>
                  <a:lnTo>
                    <a:pt x="216801" y="145554"/>
                  </a:lnTo>
                  <a:cubicBezTo>
                    <a:pt x="219849" y="136743"/>
                    <a:pt x="222326" y="127504"/>
                    <a:pt x="224183" y="117943"/>
                  </a:cubicBezTo>
                  <a:cubicBezTo>
                    <a:pt x="228291" y="116717"/>
                    <a:pt x="232268" y="115407"/>
                    <a:pt x="236066" y="114002"/>
                  </a:cubicBezTo>
                  <a:cubicBezTo>
                    <a:pt x="249877" y="108930"/>
                    <a:pt x="260747" y="103073"/>
                    <a:pt x="268367" y="96679"/>
                  </a:cubicBezTo>
                  <a:cubicBezTo>
                    <a:pt x="268391" y="96476"/>
                    <a:pt x="268427" y="96286"/>
                    <a:pt x="268451" y="96084"/>
                  </a:cubicBezTo>
                  <a:lnTo>
                    <a:pt x="268451" y="96084"/>
                  </a:lnTo>
                  <a:cubicBezTo>
                    <a:pt x="258592" y="104477"/>
                    <a:pt x="243317" y="111824"/>
                    <a:pt x="224267" y="117527"/>
                  </a:cubicBezTo>
                  <a:cubicBezTo>
                    <a:pt x="226041" y="108287"/>
                    <a:pt x="227267" y="98762"/>
                    <a:pt x="227886" y="89047"/>
                  </a:cubicBezTo>
                  <a:cubicBezTo>
                    <a:pt x="230672" y="88726"/>
                    <a:pt x="233387" y="88404"/>
                    <a:pt x="236018" y="88059"/>
                  </a:cubicBezTo>
                  <a:cubicBezTo>
                    <a:pt x="248770" y="86404"/>
                    <a:pt x="259009" y="84511"/>
                    <a:pt x="266510" y="82451"/>
                  </a:cubicBezTo>
                  <a:cubicBezTo>
                    <a:pt x="266510" y="82379"/>
                    <a:pt x="266510" y="82308"/>
                    <a:pt x="266510" y="82249"/>
                  </a:cubicBezTo>
                  <a:cubicBezTo>
                    <a:pt x="257306" y="84773"/>
                    <a:pt x="244079" y="87023"/>
                    <a:pt x="227898" y="88833"/>
                  </a:cubicBezTo>
                  <a:cubicBezTo>
                    <a:pt x="228208" y="83880"/>
                    <a:pt x="228362" y="78867"/>
                    <a:pt x="228362" y="73831"/>
                  </a:cubicBezTo>
                  <a:cubicBezTo>
                    <a:pt x="228362" y="68794"/>
                    <a:pt x="228208" y="63782"/>
                    <a:pt x="227898" y="58829"/>
                  </a:cubicBezTo>
                  <a:lnTo>
                    <a:pt x="227898" y="58829"/>
                  </a:lnTo>
                  <a:cubicBezTo>
                    <a:pt x="244519" y="60698"/>
                    <a:pt x="258009" y="63008"/>
                    <a:pt x="267248" y="65627"/>
                  </a:cubicBezTo>
                  <a:cubicBezTo>
                    <a:pt x="267248" y="65556"/>
                    <a:pt x="267260" y="65496"/>
                    <a:pt x="267260" y="65425"/>
                  </a:cubicBezTo>
                  <a:cubicBezTo>
                    <a:pt x="259711" y="63282"/>
                    <a:pt x="249210" y="61317"/>
                    <a:pt x="236018" y="59603"/>
                  </a:cubicBezTo>
                  <a:cubicBezTo>
                    <a:pt x="233387" y="59270"/>
                    <a:pt x="230672" y="58936"/>
                    <a:pt x="227886" y="58627"/>
                  </a:cubicBezTo>
                  <a:cubicBezTo>
                    <a:pt x="227267" y="48899"/>
                    <a:pt x="226041" y="39374"/>
                    <a:pt x="224267" y="30135"/>
                  </a:cubicBezTo>
                  <a:lnTo>
                    <a:pt x="224267" y="30135"/>
                  </a:lnTo>
                  <a:cubicBezTo>
                    <a:pt x="243650" y="35945"/>
                    <a:pt x="259116" y="43446"/>
                    <a:pt x="268963" y="52019"/>
                  </a:cubicBezTo>
                  <a:cubicBezTo>
                    <a:pt x="268986" y="51864"/>
                    <a:pt x="269010" y="51709"/>
                    <a:pt x="269046" y="51566"/>
                  </a:cubicBezTo>
                  <a:cubicBezTo>
                    <a:pt x="261390" y="44946"/>
                    <a:pt x="250294" y="38886"/>
                    <a:pt x="236066" y="33659"/>
                  </a:cubicBezTo>
                  <a:cubicBezTo>
                    <a:pt x="232268" y="32266"/>
                    <a:pt x="228291" y="30945"/>
                    <a:pt x="224183" y="29718"/>
                  </a:cubicBezTo>
                  <a:cubicBezTo>
                    <a:pt x="222338" y="20277"/>
                    <a:pt x="219909" y="11133"/>
                    <a:pt x="216908" y="2417"/>
                  </a:cubicBezTo>
                  <a:cubicBezTo>
                    <a:pt x="216766" y="2513"/>
                    <a:pt x="216635" y="2620"/>
                    <a:pt x="216504" y="2715"/>
                  </a:cubicBezTo>
                  <a:cubicBezTo>
                    <a:pt x="219456" y="11299"/>
                    <a:pt x="221850" y="20277"/>
                    <a:pt x="223671" y="29563"/>
                  </a:cubicBezTo>
                  <a:cubicBezTo>
                    <a:pt x="210551" y="25682"/>
                    <a:pt x="195953" y="22646"/>
                    <a:pt x="180368" y="20539"/>
                  </a:cubicBezTo>
                  <a:cubicBezTo>
                    <a:pt x="179416" y="13490"/>
                    <a:pt x="178273" y="6644"/>
                    <a:pt x="176951" y="36"/>
                  </a:cubicBezTo>
                  <a:cubicBezTo>
                    <a:pt x="176820" y="24"/>
                    <a:pt x="176689" y="12"/>
                    <a:pt x="176558" y="0"/>
                  </a:cubicBezTo>
                  <a:close/>
                </a:path>
              </a:pathLst>
            </a:custGeom>
            <a:solidFill>
              <a:srgbClr val="E3C98E">
                <a:alpha val="246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55" name="Google Shape;755;p46"/>
          <p:cNvSpPr txBox="1"/>
          <p:nvPr>
            <p:ph type="title"/>
          </p:nvPr>
        </p:nvSpPr>
        <p:spPr>
          <a:xfrm>
            <a:off x="2347975" y="387100"/>
            <a:ext cx="4448100" cy="13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86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56" name="Google Shape;756;p46"/>
          <p:cNvSpPr txBox="1"/>
          <p:nvPr>
            <p:ph idx="1" type="subTitle"/>
          </p:nvPr>
        </p:nvSpPr>
        <p:spPr>
          <a:xfrm>
            <a:off x="2347925" y="1689050"/>
            <a:ext cx="44481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7" name="Google Shape;757;p46"/>
          <p:cNvSpPr txBox="1"/>
          <p:nvPr/>
        </p:nvSpPr>
        <p:spPr>
          <a:xfrm>
            <a:off x="2099100" y="36881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CREDITS: This presentation template was created by </a:t>
            </a:r>
            <a:r>
              <a:rPr lang="en-GB" sz="1100" u="sng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  <a:hlinkClick r:id="rId3"/>
              </a:rPr>
              <a:t>Slidesgo</a:t>
            </a:r>
            <a:r>
              <a:rPr lang="en-GB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includes icons by </a:t>
            </a:r>
            <a:r>
              <a:rPr lang="en-GB" sz="11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-GB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infographics &amp; images by </a:t>
            </a:r>
            <a:r>
              <a:rPr lang="en-GB" sz="11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-GB" sz="11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sz="1100" u="sng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9" name="Google Shape;759;p47"/>
          <p:cNvGrpSpPr/>
          <p:nvPr/>
        </p:nvGrpSpPr>
        <p:grpSpPr>
          <a:xfrm>
            <a:off x="0" y="0"/>
            <a:ext cx="9144003" cy="5143501"/>
            <a:chOff x="0" y="0"/>
            <a:chExt cx="9144003" cy="5143501"/>
          </a:xfrm>
        </p:grpSpPr>
        <p:pic>
          <p:nvPicPr>
            <p:cNvPr id="760" name="Google Shape;760;p47"/>
            <p:cNvPicPr preferRelativeResize="0"/>
            <p:nvPr/>
          </p:nvPicPr>
          <p:blipFill rotWithShape="1">
            <a:blip r:embed="rId2">
              <a:alphaModFix/>
            </a:blip>
            <a:srcRect b="8068" l="0" r="0" t="8060"/>
            <a:stretch/>
          </p:blipFill>
          <p:spPr>
            <a:xfrm>
              <a:off x="0" y="0"/>
              <a:ext cx="9144003" cy="5143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61" name="Google Shape;761;p47"/>
            <p:cNvSpPr/>
            <p:nvPr/>
          </p:nvSpPr>
          <p:spPr>
            <a:xfrm>
              <a:off x="209980" y="194500"/>
              <a:ext cx="8763466" cy="4752275"/>
            </a:xfrm>
            <a:custGeom>
              <a:rect b="b" l="l" r="r" t="t"/>
              <a:pathLst>
                <a:path extrusionOk="0" h="147209" w="271904">
                  <a:moveTo>
                    <a:pt x="596" y="0"/>
                  </a:moveTo>
                  <a:lnTo>
                    <a:pt x="596" y="0"/>
                  </a:lnTo>
                  <a:cubicBezTo>
                    <a:pt x="2025" y="5965"/>
                    <a:pt x="3072" y="13895"/>
                    <a:pt x="3644" y="22312"/>
                  </a:cubicBezTo>
                  <a:cubicBezTo>
                    <a:pt x="7942" y="23515"/>
                    <a:pt x="13609" y="23932"/>
                    <a:pt x="5085" y="25063"/>
                  </a:cubicBezTo>
                  <a:cubicBezTo>
                    <a:pt x="5096" y="25110"/>
                    <a:pt x="5108" y="25146"/>
                    <a:pt x="5120" y="25194"/>
                  </a:cubicBezTo>
                  <a:cubicBezTo>
                    <a:pt x="5263" y="25301"/>
                    <a:pt x="5394" y="25396"/>
                    <a:pt x="5525" y="25503"/>
                  </a:cubicBezTo>
                  <a:cubicBezTo>
                    <a:pt x="5692" y="25539"/>
                    <a:pt x="5954" y="25479"/>
                    <a:pt x="6037" y="25658"/>
                  </a:cubicBezTo>
                  <a:cubicBezTo>
                    <a:pt x="8561" y="26230"/>
                    <a:pt x="4561" y="26670"/>
                    <a:pt x="3894" y="26789"/>
                  </a:cubicBezTo>
                  <a:cubicBezTo>
                    <a:pt x="4203" y="33719"/>
                    <a:pt x="4192" y="40803"/>
                    <a:pt x="3787" y="47256"/>
                  </a:cubicBezTo>
                  <a:cubicBezTo>
                    <a:pt x="2560" y="47137"/>
                    <a:pt x="1298" y="47006"/>
                    <a:pt x="1" y="46875"/>
                  </a:cubicBezTo>
                  <a:lnTo>
                    <a:pt x="1" y="46875"/>
                  </a:lnTo>
                  <a:cubicBezTo>
                    <a:pt x="1429" y="52840"/>
                    <a:pt x="2477" y="60770"/>
                    <a:pt x="3049" y="69199"/>
                  </a:cubicBezTo>
                  <a:cubicBezTo>
                    <a:pt x="7347" y="70402"/>
                    <a:pt x="13014" y="70818"/>
                    <a:pt x="4489" y="71949"/>
                  </a:cubicBezTo>
                  <a:cubicBezTo>
                    <a:pt x="4501" y="71985"/>
                    <a:pt x="4513" y="72033"/>
                    <a:pt x="4525" y="72069"/>
                  </a:cubicBezTo>
                  <a:cubicBezTo>
                    <a:pt x="4668" y="72176"/>
                    <a:pt x="4787" y="72283"/>
                    <a:pt x="4930" y="72390"/>
                  </a:cubicBezTo>
                  <a:cubicBezTo>
                    <a:pt x="5096" y="72414"/>
                    <a:pt x="5358" y="72366"/>
                    <a:pt x="5442" y="72545"/>
                  </a:cubicBezTo>
                  <a:cubicBezTo>
                    <a:pt x="7966" y="73104"/>
                    <a:pt x="3965" y="73557"/>
                    <a:pt x="3299" y="73664"/>
                  </a:cubicBezTo>
                  <a:cubicBezTo>
                    <a:pt x="3513" y="78510"/>
                    <a:pt x="3572" y="83427"/>
                    <a:pt x="3453" y="88154"/>
                  </a:cubicBezTo>
                  <a:cubicBezTo>
                    <a:pt x="2322" y="88047"/>
                    <a:pt x="1179" y="87928"/>
                    <a:pt x="1" y="87809"/>
                  </a:cubicBezTo>
                  <a:lnTo>
                    <a:pt x="1" y="87809"/>
                  </a:lnTo>
                  <a:cubicBezTo>
                    <a:pt x="989" y="91940"/>
                    <a:pt x="1798" y="97036"/>
                    <a:pt x="2394" y="102584"/>
                  </a:cubicBezTo>
                  <a:cubicBezTo>
                    <a:pt x="2239" y="103727"/>
                    <a:pt x="2072" y="104834"/>
                    <a:pt x="1882" y="105894"/>
                  </a:cubicBezTo>
                  <a:cubicBezTo>
                    <a:pt x="2156" y="105870"/>
                    <a:pt x="2429" y="105846"/>
                    <a:pt x="2715" y="105811"/>
                  </a:cubicBezTo>
                  <a:cubicBezTo>
                    <a:pt x="2834" y="107228"/>
                    <a:pt x="2953" y="108668"/>
                    <a:pt x="3049" y="110121"/>
                  </a:cubicBezTo>
                  <a:cubicBezTo>
                    <a:pt x="7347" y="111323"/>
                    <a:pt x="13014" y="111740"/>
                    <a:pt x="4489" y="112871"/>
                  </a:cubicBezTo>
                  <a:cubicBezTo>
                    <a:pt x="4501" y="112919"/>
                    <a:pt x="4513" y="112954"/>
                    <a:pt x="4525" y="113002"/>
                  </a:cubicBezTo>
                  <a:cubicBezTo>
                    <a:pt x="4668" y="113109"/>
                    <a:pt x="4799" y="113205"/>
                    <a:pt x="4930" y="113312"/>
                  </a:cubicBezTo>
                  <a:cubicBezTo>
                    <a:pt x="5096" y="113347"/>
                    <a:pt x="5358" y="113288"/>
                    <a:pt x="5442" y="113466"/>
                  </a:cubicBezTo>
                  <a:cubicBezTo>
                    <a:pt x="7966" y="114038"/>
                    <a:pt x="3965" y="114478"/>
                    <a:pt x="3299" y="114598"/>
                  </a:cubicBezTo>
                  <a:cubicBezTo>
                    <a:pt x="3822" y="126123"/>
                    <a:pt x="4668" y="127147"/>
                    <a:pt x="3120" y="135886"/>
                  </a:cubicBezTo>
                  <a:cubicBezTo>
                    <a:pt x="4608" y="136338"/>
                    <a:pt x="14133" y="147209"/>
                    <a:pt x="14133" y="147209"/>
                  </a:cubicBezTo>
                  <a:cubicBezTo>
                    <a:pt x="14133" y="147209"/>
                    <a:pt x="16765" y="146220"/>
                    <a:pt x="20479" y="146137"/>
                  </a:cubicBezTo>
                  <a:cubicBezTo>
                    <a:pt x="20503" y="146054"/>
                    <a:pt x="20539" y="145959"/>
                    <a:pt x="20563" y="145875"/>
                  </a:cubicBezTo>
                  <a:lnTo>
                    <a:pt x="20563" y="145875"/>
                  </a:lnTo>
                  <a:cubicBezTo>
                    <a:pt x="20491" y="146340"/>
                    <a:pt x="23242" y="146363"/>
                    <a:pt x="23158" y="146816"/>
                  </a:cubicBezTo>
                  <a:cubicBezTo>
                    <a:pt x="29516" y="146220"/>
                    <a:pt x="36481" y="145875"/>
                    <a:pt x="44589" y="145697"/>
                  </a:cubicBezTo>
                  <a:cubicBezTo>
                    <a:pt x="44613" y="145625"/>
                    <a:pt x="44637" y="145554"/>
                    <a:pt x="44661" y="145494"/>
                  </a:cubicBezTo>
                  <a:cubicBezTo>
                    <a:pt x="45090" y="145494"/>
                    <a:pt x="45530" y="145494"/>
                    <a:pt x="45959" y="145482"/>
                  </a:cubicBezTo>
                  <a:cubicBezTo>
                    <a:pt x="45959" y="145542"/>
                    <a:pt x="45959" y="145601"/>
                    <a:pt x="45959" y="145661"/>
                  </a:cubicBezTo>
                  <a:cubicBezTo>
                    <a:pt x="46173" y="145661"/>
                    <a:pt x="46387" y="145661"/>
                    <a:pt x="46602" y="145649"/>
                  </a:cubicBezTo>
                  <a:cubicBezTo>
                    <a:pt x="46637" y="145601"/>
                    <a:pt x="46661" y="145542"/>
                    <a:pt x="46685" y="145482"/>
                  </a:cubicBezTo>
                  <a:cubicBezTo>
                    <a:pt x="47197" y="145482"/>
                    <a:pt x="47709" y="145482"/>
                    <a:pt x="48221" y="145494"/>
                  </a:cubicBezTo>
                  <a:cubicBezTo>
                    <a:pt x="48221" y="145530"/>
                    <a:pt x="48221" y="145578"/>
                    <a:pt x="48221" y="145625"/>
                  </a:cubicBezTo>
                  <a:cubicBezTo>
                    <a:pt x="50912" y="145578"/>
                    <a:pt x="53900" y="145542"/>
                    <a:pt x="57031" y="145518"/>
                  </a:cubicBezTo>
                  <a:cubicBezTo>
                    <a:pt x="59651" y="145542"/>
                    <a:pt x="62151" y="145566"/>
                    <a:pt x="64461" y="145601"/>
                  </a:cubicBezTo>
                  <a:cubicBezTo>
                    <a:pt x="64461" y="145566"/>
                    <a:pt x="64461" y="145530"/>
                    <a:pt x="64461" y="145494"/>
                  </a:cubicBezTo>
                  <a:cubicBezTo>
                    <a:pt x="65592" y="145488"/>
                    <a:pt x="66726" y="145485"/>
                    <a:pt x="67860" y="145485"/>
                  </a:cubicBezTo>
                  <a:cubicBezTo>
                    <a:pt x="68994" y="145485"/>
                    <a:pt x="70128" y="145488"/>
                    <a:pt x="71259" y="145494"/>
                  </a:cubicBezTo>
                  <a:cubicBezTo>
                    <a:pt x="71402" y="145578"/>
                    <a:pt x="71545" y="145661"/>
                    <a:pt x="71700" y="145744"/>
                  </a:cubicBezTo>
                  <a:cubicBezTo>
                    <a:pt x="78891" y="145947"/>
                    <a:pt x="85190" y="146268"/>
                    <a:pt x="90976" y="146816"/>
                  </a:cubicBezTo>
                  <a:cubicBezTo>
                    <a:pt x="90845" y="146054"/>
                    <a:pt x="90714" y="145256"/>
                    <a:pt x="90595" y="144435"/>
                  </a:cubicBezTo>
                  <a:lnTo>
                    <a:pt x="90595" y="144435"/>
                  </a:lnTo>
                  <a:cubicBezTo>
                    <a:pt x="91429" y="144792"/>
                    <a:pt x="92191" y="145304"/>
                    <a:pt x="92976" y="145744"/>
                  </a:cubicBezTo>
                  <a:cubicBezTo>
                    <a:pt x="96596" y="145851"/>
                    <a:pt x="99989" y="145982"/>
                    <a:pt x="103204" y="146161"/>
                  </a:cubicBezTo>
                  <a:cubicBezTo>
                    <a:pt x="103156" y="146375"/>
                    <a:pt x="103121" y="146601"/>
                    <a:pt x="103085" y="146828"/>
                  </a:cubicBezTo>
                  <a:cubicBezTo>
                    <a:pt x="104573" y="146685"/>
                    <a:pt x="106109" y="146554"/>
                    <a:pt x="107669" y="146447"/>
                  </a:cubicBezTo>
                  <a:cubicBezTo>
                    <a:pt x="109240" y="146554"/>
                    <a:pt x="110764" y="146685"/>
                    <a:pt x="112265" y="146828"/>
                  </a:cubicBezTo>
                  <a:cubicBezTo>
                    <a:pt x="112217" y="146601"/>
                    <a:pt x="112181" y="146375"/>
                    <a:pt x="112146" y="146161"/>
                  </a:cubicBezTo>
                  <a:cubicBezTo>
                    <a:pt x="115979" y="145947"/>
                    <a:pt x="120075" y="145792"/>
                    <a:pt x="124504" y="145697"/>
                  </a:cubicBezTo>
                  <a:cubicBezTo>
                    <a:pt x="125022" y="144156"/>
                    <a:pt x="125413" y="143165"/>
                    <a:pt x="125645" y="143165"/>
                  </a:cubicBezTo>
                  <a:cubicBezTo>
                    <a:pt x="125846" y="143165"/>
                    <a:pt x="125929" y="143902"/>
                    <a:pt x="125873" y="145661"/>
                  </a:cubicBezTo>
                  <a:cubicBezTo>
                    <a:pt x="126100" y="145661"/>
                    <a:pt x="126302" y="145661"/>
                    <a:pt x="126528" y="145649"/>
                  </a:cubicBezTo>
                  <a:cubicBezTo>
                    <a:pt x="127181" y="144357"/>
                    <a:pt x="127670" y="143321"/>
                    <a:pt x="127939" y="143321"/>
                  </a:cubicBezTo>
                  <a:cubicBezTo>
                    <a:pt x="128150" y="143321"/>
                    <a:pt x="128225" y="143963"/>
                    <a:pt x="128136" y="145625"/>
                  </a:cubicBezTo>
                  <a:cubicBezTo>
                    <a:pt x="130541" y="145589"/>
                    <a:pt x="133184" y="145554"/>
                    <a:pt x="135946" y="145530"/>
                  </a:cubicBezTo>
                  <a:cubicBezTo>
                    <a:pt x="138720" y="145554"/>
                    <a:pt x="141352" y="145589"/>
                    <a:pt x="143757" y="145625"/>
                  </a:cubicBezTo>
                  <a:cubicBezTo>
                    <a:pt x="143667" y="143963"/>
                    <a:pt x="143745" y="143321"/>
                    <a:pt x="143959" y="143321"/>
                  </a:cubicBezTo>
                  <a:cubicBezTo>
                    <a:pt x="144230" y="143321"/>
                    <a:pt x="144723" y="144357"/>
                    <a:pt x="145376" y="145649"/>
                  </a:cubicBezTo>
                  <a:cubicBezTo>
                    <a:pt x="145590" y="145661"/>
                    <a:pt x="145804" y="145661"/>
                    <a:pt x="146019" y="145661"/>
                  </a:cubicBezTo>
                  <a:cubicBezTo>
                    <a:pt x="145964" y="143902"/>
                    <a:pt x="146046" y="143165"/>
                    <a:pt x="146247" y="143165"/>
                  </a:cubicBezTo>
                  <a:cubicBezTo>
                    <a:pt x="146479" y="143165"/>
                    <a:pt x="146870" y="144156"/>
                    <a:pt x="147388" y="145697"/>
                  </a:cubicBezTo>
                  <a:cubicBezTo>
                    <a:pt x="151817" y="145792"/>
                    <a:pt x="155913" y="145947"/>
                    <a:pt x="159759" y="146161"/>
                  </a:cubicBezTo>
                  <a:cubicBezTo>
                    <a:pt x="159711" y="146375"/>
                    <a:pt x="159675" y="146601"/>
                    <a:pt x="159640" y="146828"/>
                  </a:cubicBezTo>
                  <a:cubicBezTo>
                    <a:pt x="161128" y="146685"/>
                    <a:pt x="162664" y="146554"/>
                    <a:pt x="164223" y="146447"/>
                  </a:cubicBezTo>
                  <a:cubicBezTo>
                    <a:pt x="165795" y="146554"/>
                    <a:pt x="167319" y="146685"/>
                    <a:pt x="168819" y="146828"/>
                  </a:cubicBezTo>
                  <a:cubicBezTo>
                    <a:pt x="168772" y="146601"/>
                    <a:pt x="168736" y="146375"/>
                    <a:pt x="168700" y="146161"/>
                  </a:cubicBezTo>
                  <a:cubicBezTo>
                    <a:pt x="171915" y="145982"/>
                    <a:pt x="175296" y="145851"/>
                    <a:pt x="178916" y="145744"/>
                  </a:cubicBezTo>
                  <a:cubicBezTo>
                    <a:pt x="179702" y="145304"/>
                    <a:pt x="180464" y="144792"/>
                    <a:pt x="181309" y="144435"/>
                  </a:cubicBezTo>
                  <a:lnTo>
                    <a:pt x="181309" y="144435"/>
                  </a:lnTo>
                  <a:cubicBezTo>
                    <a:pt x="181190" y="145256"/>
                    <a:pt x="181059" y="146054"/>
                    <a:pt x="180916" y="146816"/>
                  </a:cubicBezTo>
                  <a:cubicBezTo>
                    <a:pt x="186714" y="146268"/>
                    <a:pt x="193001" y="145947"/>
                    <a:pt x="200204" y="145744"/>
                  </a:cubicBezTo>
                  <a:cubicBezTo>
                    <a:pt x="200347" y="145661"/>
                    <a:pt x="200490" y="145578"/>
                    <a:pt x="200645" y="145494"/>
                  </a:cubicBezTo>
                  <a:cubicBezTo>
                    <a:pt x="201770" y="145488"/>
                    <a:pt x="202904" y="145485"/>
                    <a:pt x="204039" y="145485"/>
                  </a:cubicBezTo>
                  <a:cubicBezTo>
                    <a:pt x="205175" y="145485"/>
                    <a:pt x="206312" y="145488"/>
                    <a:pt x="207443" y="145494"/>
                  </a:cubicBezTo>
                  <a:cubicBezTo>
                    <a:pt x="207443" y="145530"/>
                    <a:pt x="207443" y="145566"/>
                    <a:pt x="207431" y="145601"/>
                  </a:cubicBezTo>
                  <a:cubicBezTo>
                    <a:pt x="209741" y="145566"/>
                    <a:pt x="212253" y="145542"/>
                    <a:pt x="214873" y="145518"/>
                  </a:cubicBezTo>
                  <a:cubicBezTo>
                    <a:pt x="218004" y="145542"/>
                    <a:pt x="220981" y="145578"/>
                    <a:pt x="223683" y="145625"/>
                  </a:cubicBezTo>
                  <a:cubicBezTo>
                    <a:pt x="223671" y="145578"/>
                    <a:pt x="223671" y="145530"/>
                    <a:pt x="223671" y="145494"/>
                  </a:cubicBezTo>
                  <a:cubicBezTo>
                    <a:pt x="224183" y="145494"/>
                    <a:pt x="224695" y="145482"/>
                    <a:pt x="225207" y="145482"/>
                  </a:cubicBezTo>
                  <a:cubicBezTo>
                    <a:pt x="225243" y="145542"/>
                    <a:pt x="225267" y="145601"/>
                    <a:pt x="225291" y="145649"/>
                  </a:cubicBezTo>
                  <a:cubicBezTo>
                    <a:pt x="225517" y="145661"/>
                    <a:pt x="225731" y="145661"/>
                    <a:pt x="225945" y="145661"/>
                  </a:cubicBezTo>
                  <a:cubicBezTo>
                    <a:pt x="225945" y="145601"/>
                    <a:pt x="225934" y="145542"/>
                    <a:pt x="225934" y="145482"/>
                  </a:cubicBezTo>
                  <a:cubicBezTo>
                    <a:pt x="226374" y="145482"/>
                    <a:pt x="226803" y="145482"/>
                    <a:pt x="227243" y="145494"/>
                  </a:cubicBezTo>
                  <a:cubicBezTo>
                    <a:pt x="227267" y="145554"/>
                    <a:pt x="227291" y="145625"/>
                    <a:pt x="227315" y="145697"/>
                  </a:cubicBezTo>
                  <a:cubicBezTo>
                    <a:pt x="235411" y="145875"/>
                    <a:pt x="242376" y="146220"/>
                    <a:pt x="248734" y="146816"/>
                  </a:cubicBezTo>
                  <a:cubicBezTo>
                    <a:pt x="248651" y="146363"/>
                    <a:pt x="248579" y="145899"/>
                    <a:pt x="248508" y="145423"/>
                  </a:cubicBezTo>
                  <a:lnTo>
                    <a:pt x="248508" y="145423"/>
                  </a:lnTo>
                  <a:cubicBezTo>
                    <a:pt x="248532" y="145506"/>
                    <a:pt x="248567" y="145601"/>
                    <a:pt x="248591" y="145697"/>
                  </a:cubicBezTo>
                  <a:cubicBezTo>
                    <a:pt x="256699" y="145875"/>
                    <a:pt x="263664" y="146220"/>
                    <a:pt x="270022" y="146816"/>
                  </a:cubicBezTo>
                  <a:cubicBezTo>
                    <a:pt x="268463" y="138065"/>
                    <a:pt x="268082" y="126123"/>
                    <a:pt x="268606" y="114598"/>
                  </a:cubicBezTo>
                  <a:cubicBezTo>
                    <a:pt x="267939" y="114478"/>
                    <a:pt x="263926" y="114038"/>
                    <a:pt x="266462" y="113466"/>
                  </a:cubicBezTo>
                  <a:cubicBezTo>
                    <a:pt x="266546" y="113288"/>
                    <a:pt x="266808" y="113347"/>
                    <a:pt x="266974" y="113312"/>
                  </a:cubicBezTo>
                  <a:cubicBezTo>
                    <a:pt x="267105" y="113205"/>
                    <a:pt x="267236" y="113109"/>
                    <a:pt x="267367" y="113002"/>
                  </a:cubicBezTo>
                  <a:cubicBezTo>
                    <a:pt x="267391" y="112954"/>
                    <a:pt x="267403" y="112919"/>
                    <a:pt x="267415" y="112871"/>
                  </a:cubicBezTo>
                  <a:cubicBezTo>
                    <a:pt x="258878" y="111740"/>
                    <a:pt x="264557" y="111323"/>
                    <a:pt x="268856" y="110121"/>
                  </a:cubicBezTo>
                  <a:cubicBezTo>
                    <a:pt x="268951" y="108668"/>
                    <a:pt x="269070" y="107228"/>
                    <a:pt x="269189" y="105811"/>
                  </a:cubicBezTo>
                  <a:cubicBezTo>
                    <a:pt x="269463" y="105846"/>
                    <a:pt x="269749" y="105870"/>
                    <a:pt x="270022" y="105894"/>
                  </a:cubicBezTo>
                  <a:cubicBezTo>
                    <a:pt x="269832" y="104834"/>
                    <a:pt x="269653" y="103727"/>
                    <a:pt x="269510" y="102584"/>
                  </a:cubicBezTo>
                  <a:cubicBezTo>
                    <a:pt x="270094" y="97036"/>
                    <a:pt x="270903" y="91940"/>
                    <a:pt x="271904" y="87809"/>
                  </a:cubicBezTo>
                  <a:lnTo>
                    <a:pt x="271904" y="87809"/>
                  </a:lnTo>
                  <a:cubicBezTo>
                    <a:pt x="270725" y="87928"/>
                    <a:pt x="269570" y="88047"/>
                    <a:pt x="268451" y="88154"/>
                  </a:cubicBezTo>
                  <a:cubicBezTo>
                    <a:pt x="268320" y="83427"/>
                    <a:pt x="268379" y="78510"/>
                    <a:pt x="268606" y="73664"/>
                  </a:cubicBezTo>
                  <a:cubicBezTo>
                    <a:pt x="267939" y="73557"/>
                    <a:pt x="263926" y="73104"/>
                    <a:pt x="266462" y="72545"/>
                  </a:cubicBezTo>
                  <a:cubicBezTo>
                    <a:pt x="266546" y="72366"/>
                    <a:pt x="266808" y="72426"/>
                    <a:pt x="266974" y="72390"/>
                  </a:cubicBezTo>
                  <a:cubicBezTo>
                    <a:pt x="267105" y="72283"/>
                    <a:pt x="267236" y="72176"/>
                    <a:pt x="267367" y="72069"/>
                  </a:cubicBezTo>
                  <a:cubicBezTo>
                    <a:pt x="267391" y="72033"/>
                    <a:pt x="267403" y="71985"/>
                    <a:pt x="267415" y="71949"/>
                  </a:cubicBezTo>
                  <a:cubicBezTo>
                    <a:pt x="258878" y="70818"/>
                    <a:pt x="264557" y="70402"/>
                    <a:pt x="268856" y="69199"/>
                  </a:cubicBezTo>
                  <a:cubicBezTo>
                    <a:pt x="269415" y="60770"/>
                    <a:pt x="270463" y="52840"/>
                    <a:pt x="271904" y="46875"/>
                  </a:cubicBezTo>
                  <a:lnTo>
                    <a:pt x="271904" y="46875"/>
                  </a:lnTo>
                  <a:cubicBezTo>
                    <a:pt x="270606" y="47006"/>
                    <a:pt x="269344" y="47137"/>
                    <a:pt x="268105" y="47256"/>
                  </a:cubicBezTo>
                  <a:cubicBezTo>
                    <a:pt x="267713" y="40803"/>
                    <a:pt x="267689" y="33719"/>
                    <a:pt x="268010" y="26789"/>
                  </a:cubicBezTo>
                  <a:cubicBezTo>
                    <a:pt x="267343" y="26670"/>
                    <a:pt x="263331" y="26230"/>
                    <a:pt x="265867" y="25658"/>
                  </a:cubicBezTo>
                  <a:cubicBezTo>
                    <a:pt x="265950" y="25479"/>
                    <a:pt x="266212" y="25539"/>
                    <a:pt x="266379" y="25503"/>
                  </a:cubicBezTo>
                  <a:cubicBezTo>
                    <a:pt x="266510" y="25396"/>
                    <a:pt x="266641" y="25301"/>
                    <a:pt x="266772" y="25194"/>
                  </a:cubicBezTo>
                  <a:cubicBezTo>
                    <a:pt x="266796" y="25146"/>
                    <a:pt x="266808" y="25110"/>
                    <a:pt x="266820" y="25063"/>
                  </a:cubicBezTo>
                  <a:cubicBezTo>
                    <a:pt x="258283" y="23932"/>
                    <a:pt x="263962" y="23515"/>
                    <a:pt x="268260" y="22312"/>
                  </a:cubicBezTo>
                  <a:cubicBezTo>
                    <a:pt x="268415" y="19919"/>
                    <a:pt x="268856" y="15300"/>
                    <a:pt x="268856" y="15300"/>
                  </a:cubicBezTo>
                  <a:lnTo>
                    <a:pt x="254901" y="1453"/>
                  </a:lnTo>
                  <a:cubicBezTo>
                    <a:pt x="254901" y="1453"/>
                    <a:pt x="251413" y="1679"/>
                    <a:pt x="249615" y="1774"/>
                  </a:cubicBezTo>
                  <a:cubicBezTo>
                    <a:pt x="249746" y="1167"/>
                    <a:pt x="249889" y="572"/>
                    <a:pt x="250020" y="0"/>
                  </a:cubicBezTo>
                  <a:lnTo>
                    <a:pt x="250020" y="0"/>
                  </a:lnTo>
                  <a:cubicBezTo>
                    <a:pt x="240828" y="929"/>
                    <a:pt x="233577" y="1572"/>
                    <a:pt x="225017" y="1929"/>
                  </a:cubicBezTo>
                  <a:cubicBezTo>
                    <a:pt x="224814" y="2179"/>
                    <a:pt x="224600" y="2441"/>
                    <a:pt x="224386" y="2715"/>
                  </a:cubicBezTo>
                  <a:cubicBezTo>
                    <a:pt x="223731" y="2953"/>
                    <a:pt x="223112" y="3274"/>
                    <a:pt x="222647" y="3751"/>
                  </a:cubicBezTo>
                  <a:cubicBezTo>
                    <a:pt x="222755" y="3346"/>
                    <a:pt x="222945" y="2774"/>
                    <a:pt x="223219" y="2000"/>
                  </a:cubicBezTo>
                  <a:cubicBezTo>
                    <a:pt x="223094" y="1992"/>
                    <a:pt x="222968" y="1988"/>
                    <a:pt x="222843" y="1988"/>
                  </a:cubicBezTo>
                  <a:cubicBezTo>
                    <a:pt x="221740" y="1988"/>
                    <a:pt x="220632" y="2285"/>
                    <a:pt x="219537" y="2285"/>
                  </a:cubicBezTo>
                  <a:cubicBezTo>
                    <a:pt x="219371" y="2285"/>
                    <a:pt x="219205" y="2278"/>
                    <a:pt x="219040" y="2262"/>
                  </a:cubicBezTo>
                  <a:cubicBezTo>
                    <a:pt x="218567" y="2506"/>
                    <a:pt x="218202" y="2952"/>
                    <a:pt x="217926" y="2952"/>
                  </a:cubicBezTo>
                  <a:cubicBezTo>
                    <a:pt x="217744" y="2952"/>
                    <a:pt x="217601" y="2757"/>
                    <a:pt x="217492" y="2179"/>
                  </a:cubicBezTo>
                  <a:cubicBezTo>
                    <a:pt x="216420" y="2203"/>
                    <a:pt x="215337" y="2227"/>
                    <a:pt x="214218" y="2239"/>
                  </a:cubicBezTo>
                  <a:cubicBezTo>
                    <a:pt x="210515" y="2179"/>
                    <a:pt x="207169" y="2084"/>
                    <a:pt x="204002" y="1965"/>
                  </a:cubicBezTo>
                  <a:cubicBezTo>
                    <a:pt x="203967" y="2131"/>
                    <a:pt x="203943" y="2298"/>
                    <a:pt x="203919" y="2453"/>
                  </a:cubicBezTo>
                  <a:cubicBezTo>
                    <a:pt x="203550" y="2560"/>
                    <a:pt x="203181" y="2679"/>
                    <a:pt x="202824" y="2822"/>
                  </a:cubicBezTo>
                  <a:cubicBezTo>
                    <a:pt x="202776" y="2548"/>
                    <a:pt x="202728" y="2239"/>
                    <a:pt x="202681" y="1905"/>
                  </a:cubicBezTo>
                  <a:cubicBezTo>
                    <a:pt x="194453" y="1524"/>
                    <a:pt x="187357" y="905"/>
                    <a:pt x="178440" y="0"/>
                  </a:cubicBezTo>
                  <a:lnTo>
                    <a:pt x="178440" y="0"/>
                  </a:lnTo>
                  <a:cubicBezTo>
                    <a:pt x="178582" y="572"/>
                    <a:pt x="178713" y="1167"/>
                    <a:pt x="178844" y="1774"/>
                  </a:cubicBezTo>
                  <a:cubicBezTo>
                    <a:pt x="175773" y="1607"/>
                    <a:pt x="172832" y="1417"/>
                    <a:pt x="169831" y="1179"/>
                  </a:cubicBezTo>
                  <a:cubicBezTo>
                    <a:pt x="169927" y="774"/>
                    <a:pt x="170010" y="381"/>
                    <a:pt x="170105" y="0"/>
                  </a:cubicBezTo>
                  <a:lnTo>
                    <a:pt x="170105" y="0"/>
                  </a:lnTo>
                  <a:cubicBezTo>
                    <a:pt x="167843" y="226"/>
                    <a:pt x="165700" y="441"/>
                    <a:pt x="163628" y="631"/>
                  </a:cubicBezTo>
                  <a:cubicBezTo>
                    <a:pt x="161556" y="441"/>
                    <a:pt x="159413" y="226"/>
                    <a:pt x="157163" y="0"/>
                  </a:cubicBezTo>
                  <a:lnTo>
                    <a:pt x="157163" y="0"/>
                  </a:lnTo>
                  <a:cubicBezTo>
                    <a:pt x="157246" y="381"/>
                    <a:pt x="157342" y="774"/>
                    <a:pt x="157425" y="1179"/>
                  </a:cubicBezTo>
                  <a:cubicBezTo>
                    <a:pt x="153377" y="1500"/>
                    <a:pt x="149400" y="1750"/>
                    <a:pt x="145102" y="1929"/>
                  </a:cubicBezTo>
                  <a:cubicBezTo>
                    <a:pt x="144154" y="3043"/>
                    <a:pt x="143049" y="4616"/>
                    <a:pt x="142712" y="4616"/>
                  </a:cubicBezTo>
                  <a:cubicBezTo>
                    <a:pt x="142491" y="4616"/>
                    <a:pt x="142601" y="3936"/>
                    <a:pt x="143304" y="2000"/>
                  </a:cubicBezTo>
                  <a:cubicBezTo>
                    <a:pt x="143179" y="1992"/>
                    <a:pt x="143053" y="1988"/>
                    <a:pt x="142928" y="1988"/>
                  </a:cubicBezTo>
                  <a:cubicBezTo>
                    <a:pt x="141825" y="1988"/>
                    <a:pt x="140718" y="2285"/>
                    <a:pt x="139622" y="2285"/>
                  </a:cubicBezTo>
                  <a:cubicBezTo>
                    <a:pt x="139456" y="2285"/>
                    <a:pt x="139290" y="2278"/>
                    <a:pt x="139125" y="2262"/>
                  </a:cubicBezTo>
                  <a:cubicBezTo>
                    <a:pt x="138780" y="2441"/>
                    <a:pt x="138494" y="2715"/>
                    <a:pt x="138256" y="2858"/>
                  </a:cubicBezTo>
                  <a:lnTo>
                    <a:pt x="138256" y="2250"/>
                  </a:lnTo>
                  <a:cubicBezTo>
                    <a:pt x="138030" y="2250"/>
                    <a:pt x="137803" y="2239"/>
                    <a:pt x="137589" y="2239"/>
                  </a:cubicBezTo>
                  <a:cubicBezTo>
                    <a:pt x="137577" y="2215"/>
                    <a:pt x="137577" y="2203"/>
                    <a:pt x="137565" y="2179"/>
                  </a:cubicBezTo>
                  <a:cubicBezTo>
                    <a:pt x="137041" y="2191"/>
                    <a:pt x="136494" y="2203"/>
                    <a:pt x="135946" y="2215"/>
                  </a:cubicBezTo>
                  <a:cubicBezTo>
                    <a:pt x="135410" y="2203"/>
                    <a:pt x="134863" y="2191"/>
                    <a:pt x="134327" y="2179"/>
                  </a:cubicBezTo>
                  <a:cubicBezTo>
                    <a:pt x="134327" y="2203"/>
                    <a:pt x="134327" y="2215"/>
                    <a:pt x="134315" y="2239"/>
                  </a:cubicBezTo>
                  <a:cubicBezTo>
                    <a:pt x="134089" y="2239"/>
                    <a:pt x="133874" y="2250"/>
                    <a:pt x="133648" y="2250"/>
                  </a:cubicBezTo>
                  <a:lnTo>
                    <a:pt x="133648" y="2858"/>
                  </a:lnTo>
                  <a:cubicBezTo>
                    <a:pt x="133410" y="2715"/>
                    <a:pt x="133124" y="2441"/>
                    <a:pt x="132779" y="2262"/>
                  </a:cubicBezTo>
                  <a:cubicBezTo>
                    <a:pt x="132604" y="2280"/>
                    <a:pt x="132429" y="2288"/>
                    <a:pt x="132254" y="2288"/>
                  </a:cubicBezTo>
                  <a:cubicBezTo>
                    <a:pt x="131165" y="2288"/>
                    <a:pt x="130064" y="1988"/>
                    <a:pt x="128968" y="1988"/>
                  </a:cubicBezTo>
                  <a:cubicBezTo>
                    <a:pt x="128845" y="1988"/>
                    <a:pt x="128723" y="1992"/>
                    <a:pt x="128600" y="2000"/>
                  </a:cubicBezTo>
                  <a:cubicBezTo>
                    <a:pt x="129303" y="3936"/>
                    <a:pt x="129413" y="4616"/>
                    <a:pt x="129192" y="4616"/>
                  </a:cubicBezTo>
                  <a:cubicBezTo>
                    <a:pt x="128855" y="4616"/>
                    <a:pt x="127750" y="3043"/>
                    <a:pt x="126802" y="1929"/>
                  </a:cubicBezTo>
                  <a:cubicBezTo>
                    <a:pt x="122492" y="1750"/>
                    <a:pt x="118527" y="1500"/>
                    <a:pt x="114467" y="1179"/>
                  </a:cubicBezTo>
                  <a:cubicBezTo>
                    <a:pt x="114562" y="774"/>
                    <a:pt x="114646" y="381"/>
                    <a:pt x="114741" y="0"/>
                  </a:cubicBezTo>
                  <a:lnTo>
                    <a:pt x="114741" y="0"/>
                  </a:lnTo>
                  <a:cubicBezTo>
                    <a:pt x="112491" y="226"/>
                    <a:pt x="110348" y="441"/>
                    <a:pt x="108276" y="631"/>
                  </a:cubicBezTo>
                  <a:cubicBezTo>
                    <a:pt x="106192" y="441"/>
                    <a:pt x="104061" y="226"/>
                    <a:pt x="101799" y="0"/>
                  </a:cubicBezTo>
                  <a:lnTo>
                    <a:pt x="101799" y="0"/>
                  </a:lnTo>
                  <a:cubicBezTo>
                    <a:pt x="101894" y="381"/>
                    <a:pt x="101978" y="774"/>
                    <a:pt x="102073" y="1179"/>
                  </a:cubicBezTo>
                  <a:cubicBezTo>
                    <a:pt x="99072" y="1417"/>
                    <a:pt x="96132" y="1607"/>
                    <a:pt x="93060" y="1774"/>
                  </a:cubicBezTo>
                  <a:cubicBezTo>
                    <a:pt x="93191" y="1167"/>
                    <a:pt x="93322" y="572"/>
                    <a:pt x="93465" y="0"/>
                  </a:cubicBezTo>
                  <a:lnTo>
                    <a:pt x="93465" y="0"/>
                  </a:lnTo>
                  <a:cubicBezTo>
                    <a:pt x="84535" y="905"/>
                    <a:pt x="77439" y="1524"/>
                    <a:pt x="69212" y="1905"/>
                  </a:cubicBezTo>
                  <a:cubicBezTo>
                    <a:pt x="69164" y="2239"/>
                    <a:pt x="69116" y="2548"/>
                    <a:pt x="69081" y="2822"/>
                  </a:cubicBezTo>
                  <a:cubicBezTo>
                    <a:pt x="68723" y="2667"/>
                    <a:pt x="68342" y="2548"/>
                    <a:pt x="67973" y="2453"/>
                  </a:cubicBezTo>
                  <a:cubicBezTo>
                    <a:pt x="67950" y="2298"/>
                    <a:pt x="67926" y="2131"/>
                    <a:pt x="67902" y="1953"/>
                  </a:cubicBezTo>
                  <a:cubicBezTo>
                    <a:pt x="64735" y="2084"/>
                    <a:pt x="61377" y="2179"/>
                    <a:pt x="57686" y="2239"/>
                  </a:cubicBezTo>
                  <a:cubicBezTo>
                    <a:pt x="56567" y="2227"/>
                    <a:pt x="55472" y="2203"/>
                    <a:pt x="54412" y="2179"/>
                  </a:cubicBezTo>
                  <a:cubicBezTo>
                    <a:pt x="54303" y="2757"/>
                    <a:pt x="54160" y="2952"/>
                    <a:pt x="53977" y="2952"/>
                  </a:cubicBezTo>
                  <a:cubicBezTo>
                    <a:pt x="53701" y="2952"/>
                    <a:pt x="53333" y="2506"/>
                    <a:pt x="52852" y="2262"/>
                  </a:cubicBezTo>
                  <a:cubicBezTo>
                    <a:pt x="52687" y="2278"/>
                    <a:pt x="52522" y="2285"/>
                    <a:pt x="52356" y="2285"/>
                  </a:cubicBezTo>
                  <a:cubicBezTo>
                    <a:pt x="51262" y="2285"/>
                    <a:pt x="50161" y="1988"/>
                    <a:pt x="49052" y="1988"/>
                  </a:cubicBezTo>
                  <a:cubicBezTo>
                    <a:pt x="48926" y="1988"/>
                    <a:pt x="48800" y="1992"/>
                    <a:pt x="48673" y="2000"/>
                  </a:cubicBezTo>
                  <a:cubicBezTo>
                    <a:pt x="48959" y="2774"/>
                    <a:pt x="49138" y="3346"/>
                    <a:pt x="49257" y="3751"/>
                  </a:cubicBezTo>
                  <a:cubicBezTo>
                    <a:pt x="48792" y="3274"/>
                    <a:pt x="48173" y="2953"/>
                    <a:pt x="47518" y="2703"/>
                  </a:cubicBezTo>
                  <a:cubicBezTo>
                    <a:pt x="47304" y="2441"/>
                    <a:pt x="47090" y="2179"/>
                    <a:pt x="46875" y="1929"/>
                  </a:cubicBezTo>
                  <a:cubicBezTo>
                    <a:pt x="38315" y="1572"/>
                    <a:pt x="31064" y="929"/>
                    <a:pt x="21872" y="0"/>
                  </a:cubicBezTo>
                  <a:lnTo>
                    <a:pt x="21872" y="0"/>
                  </a:lnTo>
                  <a:cubicBezTo>
                    <a:pt x="22015" y="572"/>
                    <a:pt x="22146" y="1167"/>
                    <a:pt x="22277" y="1774"/>
                  </a:cubicBezTo>
                  <a:cubicBezTo>
                    <a:pt x="15098" y="1393"/>
                    <a:pt x="8573" y="810"/>
                    <a:pt x="5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47"/>
            <p:cNvSpPr/>
            <p:nvPr/>
          </p:nvSpPr>
          <p:spPr>
            <a:xfrm>
              <a:off x="283950" y="193150"/>
              <a:ext cx="8615526" cy="4752359"/>
            </a:xfrm>
            <a:custGeom>
              <a:rect b="b" l="l" r="r" t="t"/>
              <a:pathLst>
                <a:path extrusionOk="0" h="146757" w="269046">
                  <a:moveTo>
                    <a:pt x="21241" y="131"/>
                  </a:moveTo>
                  <a:cubicBezTo>
                    <a:pt x="20884" y="346"/>
                    <a:pt x="20527" y="572"/>
                    <a:pt x="20170" y="798"/>
                  </a:cubicBezTo>
                  <a:cubicBezTo>
                    <a:pt x="20217" y="953"/>
                    <a:pt x="20253" y="1120"/>
                    <a:pt x="20289" y="1286"/>
                  </a:cubicBezTo>
                  <a:cubicBezTo>
                    <a:pt x="20860" y="929"/>
                    <a:pt x="21432" y="560"/>
                    <a:pt x="22015" y="203"/>
                  </a:cubicBezTo>
                  <a:cubicBezTo>
                    <a:pt x="21753" y="179"/>
                    <a:pt x="21503" y="155"/>
                    <a:pt x="21241" y="131"/>
                  </a:cubicBezTo>
                  <a:close/>
                  <a:moveTo>
                    <a:pt x="18777" y="1691"/>
                  </a:moveTo>
                  <a:cubicBezTo>
                    <a:pt x="18515" y="1858"/>
                    <a:pt x="18265" y="2012"/>
                    <a:pt x="18015" y="2179"/>
                  </a:cubicBezTo>
                  <a:cubicBezTo>
                    <a:pt x="11788" y="6263"/>
                    <a:pt x="6156" y="10644"/>
                    <a:pt x="1155" y="15252"/>
                  </a:cubicBezTo>
                  <a:cubicBezTo>
                    <a:pt x="1179" y="15455"/>
                    <a:pt x="1203" y="15657"/>
                    <a:pt x="1215" y="15848"/>
                  </a:cubicBezTo>
                  <a:cubicBezTo>
                    <a:pt x="6263" y="11156"/>
                    <a:pt x="11966" y="6727"/>
                    <a:pt x="18277" y="2584"/>
                  </a:cubicBezTo>
                  <a:cubicBezTo>
                    <a:pt x="18705" y="2298"/>
                    <a:pt x="19146" y="2012"/>
                    <a:pt x="19574" y="1739"/>
                  </a:cubicBezTo>
                  <a:cubicBezTo>
                    <a:pt x="19312" y="1727"/>
                    <a:pt x="19039" y="1703"/>
                    <a:pt x="18777" y="1691"/>
                  </a:cubicBezTo>
                  <a:close/>
                  <a:moveTo>
                    <a:pt x="257199" y="5608"/>
                  </a:moveTo>
                  <a:cubicBezTo>
                    <a:pt x="259819" y="11180"/>
                    <a:pt x="262128" y="16943"/>
                    <a:pt x="264105" y="22884"/>
                  </a:cubicBezTo>
                  <a:cubicBezTo>
                    <a:pt x="264307" y="22836"/>
                    <a:pt x="264522" y="22789"/>
                    <a:pt x="264736" y="22741"/>
                  </a:cubicBezTo>
                  <a:cubicBezTo>
                    <a:pt x="262950" y="17360"/>
                    <a:pt x="260890" y="12085"/>
                    <a:pt x="258557" y="6942"/>
                  </a:cubicBezTo>
                  <a:lnTo>
                    <a:pt x="257199" y="5608"/>
                  </a:lnTo>
                  <a:close/>
                  <a:moveTo>
                    <a:pt x="234685" y="1239"/>
                  </a:moveTo>
                  <a:cubicBezTo>
                    <a:pt x="234423" y="1262"/>
                    <a:pt x="234149" y="1286"/>
                    <a:pt x="233887" y="1298"/>
                  </a:cubicBezTo>
                  <a:cubicBezTo>
                    <a:pt x="234554" y="1727"/>
                    <a:pt x="235220" y="2143"/>
                    <a:pt x="235875" y="2584"/>
                  </a:cubicBezTo>
                  <a:cubicBezTo>
                    <a:pt x="245662" y="9001"/>
                    <a:pt x="253961" y="16145"/>
                    <a:pt x="260676" y="23813"/>
                  </a:cubicBezTo>
                  <a:cubicBezTo>
                    <a:pt x="260783" y="23741"/>
                    <a:pt x="260938" y="23682"/>
                    <a:pt x="261140" y="23610"/>
                  </a:cubicBezTo>
                  <a:cubicBezTo>
                    <a:pt x="254377" y="15871"/>
                    <a:pt x="246007" y="8656"/>
                    <a:pt x="236137" y="2179"/>
                  </a:cubicBezTo>
                  <a:cubicBezTo>
                    <a:pt x="235649" y="1870"/>
                    <a:pt x="235173" y="1548"/>
                    <a:pt x="234685" y="1239"/>
                  </a:cubicBezTo>
                  <a:close/>
                  <a:moveTo>
                    <a:pt x="264807" y="25051"/>
                  </a:moveTo>
                  <a:lnTo>
                    <a:pt x="264867" y="25218"/>
                  </a:lnTo>
                  <a:cubicBezTo>
                    <a:pt x="264879" y="25218"/>
                    <a:pt x="264879" y="25206"/>
                    <a:pt x="264891" y="25194"/>
                  </a:cubicBezTo>
                  <a:cubicBezTo>
                    <a:pt x="264914" y="25158"/>
                    <a:pt x="264926" y="25111"/>
                    <a:pt x="264938" y="25075"/>
                  </a:cubicBezTo>
                  <a:cubicBezTo>
                    <a:pt x="264891" y="25063"/>
                    <a:pt x="264855" y="25063"/>
                    <a:pt x="264807" y="25051"/>
                  </a:cubicBezTo>
                  <a:close/>
                  <a:moveTo>
                    <a:pt x="265319" y="26670"/>
                  </a:moveTo>
                  <a:lnTo>
                    <a:pt x="265319" y="26670"/>
                  </a:lnTo>
                  <a:cubicBezTo>
                    <a:pt x="265557" y="27480"/>
                    <a:pt x="265807" y="28290"/>
                    <a:pt x="266034" y="29099"/>
                  </a:cubicBezTo>
                  <a:cubicBezTo>
                    <a:pt x="266057" y="28444"/>
                    <a:pt x="266081" y="27789"/>
                    <a:pt x="266117" y="27135"/>
                  </a:cubicBezTo>
                  <a:cubicBezTo>
                    <a:pt x="266081" y="27016"/>
                    <a:pt x="266046" y="26896"/>
                    <a:pt x="266010" y="26777"/>
                  </a:cubicBezTo>
                  <a:cubicBezTo>
                    <a:pt x="265843" y="26754"/>
                    <a:pt x="265593" y="26718"/>
                    <a:pt x="265319" y="26670"/>
                  </a:cubicBezTo>
                  <a:close/>
                  <a:moveTo>
                    <a:pt x="261188" y="24408"/>
                  </a:moveTo>
                  <a:lnTo>
                    <a:pt x="261188" y="24408"/>
                  </a:lnTo>
                  <a:cubicBezTo>
                    <a:pt x="262902" y="26396"/>
                    <a:pt x="264498" y="28409"/>
                    <a:pt x="265998" y="30456"/>
                  </a:cubicBezTo>
                  <a:cubicBezTo>
                    <a:pt x="265998" y="30195"/>
                    <a:pt x="266010" y="29944"/>
                    <a:pt x="266022" y="29683"/>
                  </a:cubicBezTo>
                  <a:cubicBezTo>
                    <a:pt x="265153" y="28516"/>
                    <a:pt x="264260" y="27361"/>
                    <a:pt x="263331" y="26218"/>
                  </a:cubicBezTo>
                  <a:cubicBezTo>
                    <a:pt x="263200" y="26158"/>
                    <a:pt x="263140" y="26087"/>
                    <a:pt x="263164" y="26015"/>
                  </a:cubicBezTo>
                  <a:cubicBezTo>
                    <a:pt x="262771" y="25539"/>
                    <a:pt x="262378" y="25075"/>
                    <a:pt x="261986" y="24599"/>
                  </a:cubicBezTo>
                  <a:cubicBezTo>
                    <a:pt x="261664" y="24539"/>
                    <a:pt x="261402" y="24468"/>
                    <a:pt x="261188" y="24408"/>
                  </a:cubicBezTo>
                  <a:close/>
                  <a:moveTo>
                    <a:pt x="127076" y="17431"/>
                  </a:moveTo>
                  <a:cubicBezTo>
                    <a:pt x="133339" y="17431"/>
                    <a:pt x="139506" y="17574"/>
                    <a:pt x="145578" y="17848"/>
                  </a:cubicBezTo>
                  <a:cubicBezTo>
                    <a:pt x="146150" y="29278"/>
                    <a:pt x="146554" y="41363"/>
                    <a:pt x="146769" y="53924"/>
                  </a:cubicBezTo>
                  <a:cubicBezTo>
                    <a:pt x="140292" y="53816"/>
                    <a:pt x="133720" y="53769"/>
                    <a:pt x="127076" y="53769"/>
                  </a:cubicBezTo>
                  <a:cubicBezTo>
                    <a:pt x="120432" y="53769"/>
                    <a:pt x="113860" y="53816"/>
                    <a:pt x="107371" y="53924"/>
                  </a:cubicBezTo>
                  <a:cubicBezTo>
                    <a:pt x="107585" y="41363"/>
                    <a:pt x="107990" y="29278"/>
                    <a:pt x="108562" y="17848"/>
                  </a:cubicBezTo>
                  <a:cubicBezTo>
                    <a:pt x="114634" y="17574"/>
                    <a:pt x="120813" y="17431"/>
                    <a:pt x="127076" y="17431"/>
                  </a:cubicBezTo>
                  <a:close/>
                  <a:moveTo>
                    <a:pt x="108359" y="17848"/>
                  </a:moveTo>
                  <a:cubicBezTo>
                    <a:pt x="107776" y="29385"/>
                    <a:pt x="107371" y="41482"/>
                    <a:pt x="107169" y="53924"/>
                  </a:cubicBezTo>
                  <a:cubicBezTo>
                    <a:pt x="94727" y="54138"/>
                    <a:pt x="82630" y="54531"/>
                    <a:pt x="71093" y="55114"/>
                  </a:cubicBezTo>
                  <a:cubicBezTo>
                    <a:pt x="71617" y="43244"/>
                    <a:pt x="72640" y="31766"/>
                    <a:pt x="74117" y="20872"/>
                  </a:cubicBezTo>
                  <a:cubicBezTo>
                    <a:pt x="85011" y="19407"/>
                    <a:pt x="96477" y="18384"/>
                    <a:pt x="108359" y="17848"/>
                  </a:cubicBezTo>
                  <a:close/>
                  <a:moveTo>
                    <a:pt x="145792" y="17860"/>
                  </a:moveTo>
                  <a:lnTo>
                    <a:pt x="145792" y="17860"/>
                  </a:lnTo>
                  <a:cubicBezTo>
                    <a:pt x="157675" y="18384"/>
                    <a:pt x="169141" y="19407"/>
                    <a:pt x="180035" y="20884"/>
                  </a:cubicBezTo>
                  <a:cubicBezTo>
                    <a:pt x="181499" y="31766"/>
                    <a:pt x="182523" y="43244"/>
                    <a:pt x="183059" y="55114"/>
                  </a:cubicBezTo>
                  <a:cubicBezTo>
                    <a:pt x="171522" y="54531"/>
                    <a:pt x="159425" y="54138"/>
                    <a:pt x="146983" y="53924"/>
                  </a:cubicBezTo>
                  <a:cubicBezTo>
                    <a:pt x="146781" y="41482"/>
                    <a:pt x="146376" y="29385"/>
                    <a:pt x="145792" y="17860"/>
                  </a:cubicBezTo>
                  <a:close/>
                  <a:moveTo>
                    <a:pt x="73724" y="20931"/>
                  </a:moveTo>
                  <a:lnTo>
                    <a:pt x="73724" y="20931"/>
                  </a:lnTo>
                  <a:cubicBezTo>
                    <a:pt x="72259" y="31909"/>
                    <a:pt x="71247" y="43375"/>
                    <a:pt x="70724" y="55138"/>
                  </a:cubicBezTo>
                  <a:cubicBezTo>
                    <a:pt x="54805" y="55948"/>
                    <a:pt x="39958" y="57103"/>
                    <a:pt x="26742" y="58579"/>
                  </a:cubicBezTo>
                  <a:cubicBezTo>
                    <a:pt x="27373" y="48816"/>
                    <a:pt x="28599" y="39255"/>
                    <a:pt x="30397" y="29992"/>
                  </a:cubicBezTo>
                  <a:cubicBezTo>
                    <a:pt x="43292" y="26158"/>
                    <a:pt x="57901" y="23086"/>
                    <a:pt x="73724" y="20931"/>
                  </a:cubicBezTo>
                  <a:close/>
                  <a:moveTo>
                    <a:pt x="180416" y="20931"/>
                  </a:moveTo>
                  <a:lnTo>
                    <a:pt x="180416" y="20931"/>
                  </a:lnTo>
                  <a:cubicBezTo>
                    <a:pt x="196251" y="23086"/>
                    <a:pt x="210860" y="26170"/>
                    <a:pt x="223755" y="29992"/>
                  </a:cubicBezTo>
                  <a:cubicBezTo>
                    <a:pt x="225552" y="39255"/>
                    <a:pt x="226779" y="48816"/>
                    <a:pt x="227410" y="58579"/>
                  </a:cubicBezTo>
                  <a:cubicBezTo>
                    <a:pt x="214194" y="57103"/>
                    <a:pt x="199335" y="55948"/>
                    <a:pt x="183416" y="55138"/>
                  </a:cubicBezTo>
                  <a:cubicBezTo>
                    <a:pt x="182904" y="43375"/>
                    <a:pt x="181892" y="31909"/>
                    <a:pt x="180416" y="20931"/>
                  </a:cubicBezTo>
                  <a:close/>
                  <a:moveTo>
                    <a:pt x="70724" y="55352"/>
                  </a:moveTo>
                  <a:cubicBezTo>
                    <a:pt x="70450" y="61436"/>
                    <a:pt x="70319" y="67616"/>
                    <a:pt x="70319" y="73843"/>
                  </a:cubicBezTo>
                  <a:cubicBezTo>
                    <a:pt x="70319" y="80070"/>
                    <a:pt x="70450" y="86237"/>
                    <a:pt x="70724" y="92321"/>
                  </a:cubicBezTo>
                  <a:cubicBezTo>
                    <a:pt x="54543" y="91500"/>
                    <a:pt x="39696" y="90333"/>
                    <a:pt x="26730" y="88892"/>
                  </a:cubicBezTo>
                  <a:cubicBezTo>
                    <a:pt x="26420" y="83915"/>
                    <a:pt x="26254" y="78891"/>
                    <a:pt x="26254" y="73843"/>
                  </a:cubicBezTo>
                  <a:cubicBezTo>
                    <a:pt x="26254" y="68783"/>
                    <a:pt x="26420" y="63758"/>
                    <a:pt x="26730" y="58781"/>
                  </a:cubicBezTo>
                  <a:cubicBezTo>
                    <a:pt x="39696" y="57341"/>
                    <a:pt x="54543" y="56174"/>
                    <a:pt x="70724" y="55352"/>
                  </a:cubicBezTo>
                  <a:close/>
                  <a:moveTo>
                    <a:pt x="183428" y="55352"/>
                  </a:moveTo>
                  <a:cubicBezTo>
                    <a:pt x="199609" y="56174"/>
                    <a:pt x="214444" y="57341"/>
                    <a:pt x="227410" y="58781"/>
                  </a:cubicBezTo>
                  <a:cubicBezTo>
                    <a:pt x="227731" y="63758"/>
                    <a:pt x="227886" y="68783"/>
                    <a:pt x="227886" y="73843"/>
                  </a:cubicBezTo>
                  <a:cubicBezTo>
                    <a:pt x="227886" y="78903"/>
                    <a:pt x="227731" y="83915"/>
                    <a:pt x="227410" y="88892"/>
                  </a:cubicBezTo>
                  <a:cubicBezTo>
                    <a:pt x="214444" y="90333"/>
                    <a:pt x="199609" y="91500"/>
                    <a:pt x="183428" y="92321"/>
                  </a:cubicBezTo>
                  <a:cubicBezTo>
                    <a:pt x="183690" y="86237"/>
                    <a:pt x="183833" y="80070"/>
                    <a:pt x="183833" y="73843"/>
                  </a:cubicBezTo>
                  <a:cubicBezTo>
                    <a:pt x="183833" y="67616"/>
                    <a:pt x="183690" y="61436"/>
                    <a:pt x="183428" y="55352"/>
                  </a:cubicBezTo>
                  <a:close/>
                  <a:moveTo>
                    <a:pt x="107157" y="54138"/>
                  </a:moveTo>
                  <a:cubicBezTo>
                    <a:pt x="107050" y="60627"/>
                    <a:pt x="107002" y="67199"/>
                    <a:pt x="107002" y="73843"/>
                  </a:cubicBezTo>
                  <a:cubicBezTo>
                    <a:pt x="107002" y="80475"/>
                    <a:pt x="107050" y="87047"/>
                    <a:pt x="107157" y="93536"/>
                  </a:cubicBezTo>
                  <a:cubicBezTo>
                    <a:pt x="94596" y="93321"/>
                    <a:pt x="82511" y="92917"/>
                    <a:pt x="71081" y="92345"/>
                  </a:cubicBezTo>
                  <a:cubicBezTo>
                    <a:pt x="70807" y="86273"/>
                    <a:pt x="70676" y="80105"/>
                    <a:pt x="70676" y="73843"/>
                  </a:cubicBezTo>
                  <a:cubicBezTo>
                    <a:pt x="70676" y="67580"/>
                    <a:pt x="70807" y="61401"/>
                    <a:pt x="71081" y="55329"/>
                  </a:cubicBezTo>
                  <a:cubicBezTo>
                    <a:pt x="82511" y="54757"/>
                    <a:pt x="94596" y="54352"/>
                    <a:pt x="107157" y="54138"/>
                  </a:cubicBezTo>
                  <a:close/>
                  <a:moveTo>
                    <a:pt x="146983" y="54138"/>
                  </a:moveTo>
                  <a:cubicBezTo>
                    <a:pt x="159544" y="54352"/>
                    <a:pt x="171641" y="54757"/>
                    <a:pt x="183071" y="55329"/>
                  </a:cubicBezTo>
                  <a:cubicBezTo>
                    <a:pt x="183333" y="61401"/>
                    <a:pt x="183476" y="67568"/>
                    <a:pt x="183476" y="73831"/>
                  </a:cubicBezTo>
                  <a:cubicBezTo>
                    <a:pt x="183476" y="80094"/>
                    <a:pt x="183333" y="86273"/>
                    <a:pt x="183071" y="92345"/>
                  </a:cubicBezTo>
                  <a:cubicBezTo>
                    <a:pt x="171641" y="92917"/>
                    <a:pt x="159544" y="93321"/>
                    <a:pt x="146983" y="93536"/>
                  </a:cubicBezTo>
                  <a:cubicBezTo>
                    <a:pt x="147090" y="87047"/>
                    <a:pt x="147150" y="80475"/>
                    <a:pt x="147150" y="73843"/>
                  </a:cubicBezTo>
                  <a:cubicBezTo>
                    <a:pt x="147150" y="67199"/>
                    <a:pt x="147090" y="60627"/>
                    <a:pt x="146983" y="54138"/>
                  </a:cubicBezTo>
                  <a:close/>
                  <a:moveTo>
                    <a:pt x="127076" y="53971"/>
                  </a:moveTo>
                  <a:cubicBezTo>
                    <a:pt x="133743" y="53971"/>
                    <a:pt x="140327" y="54031"/>
                    <a:pt x="146781" y="54138"/>
                  </a:cubicBezTo>
                  <a:cubicBezTo>
                    <a:pt x="146876" y="60591"/>
                    <a:pt x="146935" y="67163"/>
                    <a:pt x="146935" y="73843"/>
                  </a:cubicBezTo>
                  <a:cubicBezTo>
                    <a:pt x="146935" y="80510"/>
                    <a:pt x="146888" y="87082"/>
                    <a:pt x="146781" y="93536"/>
                  </a:cubicBezTo>
                  <a:cubicBezTo>
                    <a:pt x="140327" y="93643"/>
                    <a:pt x="133743" y="93702"/>
                    <a:pt x="127076" y="93702"/>
                  </a:cubicBezTo>
                  <a:cubicBezTo>
                    <a:pt x="120396" y="93702"/>
                    <a:pt x="113824" y="93643"/>
                    <a:pt x="107371" y="93536"/>
                  </a:cubicBezTo>
                  <a:cubicBezTo>
                    <a:pt x="107264" y="87082"/>
                    <a:pt x="107204" y="80510"/>
                    <a:pt x="107204" y="73843"/>
                  </a:cubicBezTo>
                  <a:cubicBezTo>
                    <a:pt x="107204" y="67163"/>
                    <a:pt x="107264" y="60591"/>
                    <a:pt x="107371" y="54138"/>
                  </a:cubicBezTo>
                  <a:cubicBezTo>
                    <a:pt x="113824" y="54031"/>
                    <a:pt x="120396" y="53971"/>
                    <a:pt x="127076" y="53971"/>
                  </a:cubicBezTo>
                  <a:close/>
                  <a:moveTo>
                    <a:pt x="48" y="105632"/>
                  </a:moveTo>
                  <a:cubicBezTo>
                    <a:pt x="36" y="105716"/>
                    <a:pt x="12" y="105811"/>
                    <a:pt x="0" y="105894"/>
                  </a:cubicBezTo>
                  <a:cubicBezTo>
                    <a:pt x="155" y="105882"/>
                    <a:pt x="310" y="105870"/>
                    <a:pt x="477" y="105859"/>
                  </a:cubicBezTo>
                  <a:cubicBezTo>
                    <a:pt x="334" y="105775"/>
                    <a:pt x="191" y="105704"/>
                    <a:pt x="48" y="105632"/>
                  </a:cubicBezTo>
                  <a:close/>
                  <a:moveTo>
                    <a:pt x="26742" y="89095"/>
                  </a:moveTo>
                  <a:cubicBezTo>
                    <a:pt x="39958" y="90571"/>
                    <a:pt x="54805" y="91726"/>
                    <a:pt x="70724" y="92536"/>
                  </a:cubicBezTo>
                  <a:cubicBezTo>
                    <a:pt x="71247" y="104299"/>
                    <a:pt x="72259" y="115765"/>
                    <a:pt x="73724" y="126742"/>
                  </a:cubicBezTo>
                  <a:cubicBezTo>
                    <a:pt x="57901" y="124587"/>
                    <a:pt x="43292" y="121515"/>
                    <a:pt x="30397" y="117681"/>
                  </a:cubicBezTo>
                  <a:cubicBezTo>
                    <a:pt x="28599" y="108418"/>
                    <a:pt x="27373" y="98858"/>
                    <a:pt x="26742" y="89095"/>
                  </a:cubicBezTo>
                  <a:close/>
                  <a:moveTo>
                    <a:pt x="227410" y="89095"/>
                  </a:moveTo>
                  <a:cubicBezTo>
                    <a:pt x="226779" y="98858"/>
                    <a:pt x="225552" y="108418"/>
                    <a:pt x="223755" y="117681"/>
                  </a:cubicBezTo>
                  <a:cubicBezTo>
                    <a:pt x="210860" y="121515"/>
                    <a:pt x="196251" y="124587"/>
                    <a:pt x="180416" y="126742"/>
                  </a:cubicBezTo>
                  <a:cubicBezTo>
                    <a:pt x="181892" y="115765"/>
                    <a:pt x="182904" y="104299"/>
                    <a:pt x="183416" y="92536"/>
                  </a:cubicBezTo>
                  <a:cubicBezTo>
                    <a:pt x="199347" y="91726"/>
                    <a:pt x="214194" y="90571"/>
                    <a:pt x="227410" y="89095"/>
                  </a:cubicBezTo>
                  <a:close/>
                  <a:moveTo>
                    <a:pt x="71093" y="92559"/>
                  </a:moveTo>
                  <a:lnTo>
                    <a:pt x="71093" y="92559"/>
                  </a:lnTo>
                  <a:cubicBezTo>
                    <a:pt x="82630" y="93143"/>
                    <a:pt x="94715" y="93536"/>
                    <a:pt x="107169" y="93750"/>
                  </a:cubicBezTo>
                  <a:cubicBezTo>
                    <a:pt x="107371" y="106192"/>
                    <a:pt x="107776" y="118289"/>
                    <a:pt x="108347" y="129826"/>
                  </a:cubicBezTo>
                  <a:cubicBezTo>
                    <a:pt x="96477" y="129290"/>
                    <a:pt x="85011" y="128266"/>
                    <a:pt x="74117" y="126790"/>
                  </a:cubicBezTo>
                  <a:cubicBezTo>
                    <a:pt x="72640" y="115907"/>
                    <a:pt x="71617" y="104442"/>
                    <a:pt x="71093" y="92559"/>
                  </a:cubicBezTo>
                  <a:close/>
                  <a:moveTo>
                    <a:pt x="183059" y="92559"/>
                  </a:moveTo>
                  <a:lnTo>
                    <a:pt x="183059" y="92559"/>
                  </a:lnTo>
                  <a:cubicBezTo>
                    <a:pt x="182523" y="104442"/>
                    <a:pt x="181499" y="115907"/>
                    <a:pt x="180035" y="126802"/>
                  </a:cubicBezTo>
                  <a:cubicBezTo>
                    <a:pt x="169141" y="128266"/>
                    <a:pt x="157675" y="129290"/>
                    <a:pt x="145792" y="129826"/>
                  </a:cubicBezTo>
                  <a:cubicBezTo>
                    <a:pt x="146376" y="118289"/>
                    <a:pt x="146769" y="106192"/>
                    <a:pt x="146983" y="93750"/>
                  </a:cubicBezTo>
                  <a:cubicBezTo>
                    <a:pt x="159425" y="93536"/>
                    <a:pt x="171522" y="93143"/>
                    <a:pt x="183059" y="92559"/>
                  </a:cubicBezTo>
                  <a:close/>
                  <a:moveTo>
                    <a:pt x="107371" y="93750"/>
                  </a:moveTo>
                  <a:cubicBezTo>
                    <a:pt x="113860" y="93857"/>
                    <a:pt x="120432" y="93917"/>
                    <a:pt x="127076" y="93917"/>
                  </a:cubicBezTo>
                  <a:cubicBezTo>
                    <a:pt x="133708" y="93917"/>
                    <a:pt x="140292" y="93857"/>
                    <a:pt x="146769" y="93750"/>
                  </a:cubicBezTo>
                  <a:lnTo>
                    <a:pt x="146769" y="93750"/>
                  </a:lnTo>
                  <a:cubicBezTo>
                    <a:pt x="146566" y="106311"/>
                    <a:pt x="146150" y="118396"/>
                    <a:pt x="145578" y="129826"/>
                  </a:cubicBezTo>
                  <a:cubicBezTo>
                    <a:pt x="139506" y="130100"/>
                    <a:pt x="133339" y="130243"/>
                    <a:pt x="127076" y="130243"/>
                  </a:cubicBezTo>
                  <a:cubicBezTo>
                    <a:pt x="120813" y="130243"/>
                    <a:pt x="114634" y="130100"/>
                    <a:pt x="108574" y="129826"/>
                  </a:cubicBezTo>
                  <a:cubicBezTo>
                    <a:pt x="107990" y="118396"/>
                    <a:pt x="107585" y="106311"/>
                    <a:pt x="107371" y="93750"/>
                  </a:cubicBezTo>
                  <a:close/>
                  <a:moveTo>
                    <a:pt x="266653" y="116300"/>
                  </a:moveTo>
                  <a:lnTo>
                    <a:pt x="266653" y="116300"/>
                  </a:lnTo>
                  <a:cubicBezTo>
                    <a:pt x="259152" y="126861"/>
                    <a:pt x="248817" y="136600"/>
                    <a:pt x="235875" y="145101"/>
                  </a:cubicBezTo>
                  <a:cubicBezTo>
                    <a:pt x="235411" y="145399"/>
                    <a:pt x="234946" y="145697"/>
                    <a:pt x="234482" y="145994"/>
                  </a:cubicBezTo>
                  <a:cubicBezTo>
                    <a:pt x="234756" y="146006"/>
                    <a:pt x="235030" y="146018"/>
                    <a:pt x="235304" y="146030"/>
                  </a:cubicBezTo>
                  <a:cubicBezTo>
                    <a:pt x="235577" y="145852"/>
                    <a:pt x="235851" y="145673"/>
                    <a:pt x="236137" y="145494"/>
                  </a:cubicBezTo>
                  <a:cubicBezTo>
                    <a:pt x="248710" y="137243"/>
                    <a:pt x="258854" y="127814"/>
                    <a:pt x="266319" y="117586"/>
                  </a:cubicBezTo>
                  <a:lnTo>
                    <a:pt x="266319" y="117586"/>
                  </a:lnTo>
                  <a:cubicBezTo>
                    <a:pt x="263533" y="127504"/>
                    <a:pt x="259831" y="137005"/>
                    <a:pt x="255306" y="145971"/>
                  </a:cubicBezTo>
                  <a:cubicBezTo>
                    <a:pt x="255544" y="145983"/>
                    <a:pt x="255794" y="145994"/>
                    <a:pt x="256032" y="146006"/>
                  </a:cubicBezTo>
                  <a:cubicBezTo>
                    <a:pt x="260354" y="137374"/>
                    <a:pt x="263879" y="128338"/>
                    <a:pt x="266569" y="118991"/>
                  </a:cubicBezTo>
                  <a:cubicBezTo>
                    <a:pt x="266593" y="118098"/>
                    <a:pt x="266617" y="117193"/>
                    <a:pt x="266653" y="116300"/>
                  </a:cubicBezTo>
                  <a:close/>
                  <a:moveTo>
                    <a:pt x="1798" y="132362"/>
                  </a:moveTo>
                  <a:cubicBezTo>
                    <a:pt x="1774" y="132540"/>
                    <a:pt x="1739" y="132731"/>
                    <a:pt x="1715" y="132933"/>
                  </a:cubicBezTo>
                  <a:cubicBezTo>
                    <a:pt x="6573" y="137362"/>
                    <a:pt x="12014" y="141553"/>
                    <a:pt x="18015" y="145494"/>
                  </a:cubicBezTo>
                  <a:cubicBezTo>
                    <a:pt x="18229" y="145637"/>
                    <a:pt x="18455" y="145780"/>
                    <a:pt x="18669" y="145923"/>
                  </a:cubicBezTo>
                  <a:cubicBezTo>
                    <a:pt x="18681" y="145899"/>
                    <a:pt x="18681" y="145887"/>
                    <a:pt x="18693" y="145875"/>
                  </a:cubicBezTo>
                  <a:lnTo>
                    <a:pt x="18693" y="145875"/>
                  </a:lnTo>
                  <a:cubicBezTo>
                    <a:pt x="18681" y="145899"/>
                    <a:pt x="18693" y="145911"/>
                    <a:pt x="18693" y="145935"/>
                  </a:cubicBezTo>
                  <a:cubicBezTo>
                    <a:pt x="18800" y="146006"/>
                    <a:pt x="18908" y="146066"/>
                    <a:pt x="19015" y="146137"/>
                  </a:cubicBezTo>
                  <a:cubicBezTo>
                    <a:pt x="19348" y="146256"/>
                    <a:pt x="19872" y="146328"/>
                    <a:pt x="20336" y="146423"/>
                  </a:cubicBezTo>
                  <a:cubicBezTo>
                    <a:pt x="19646" y="145983"/>
                    <a:pt x="18955" y="145542"/>
                    <a:pt x="18277" y="145090"/>
                  </a:cubicBezTo>
                  <a:cubicBezTo>
                    <a:pt x="12204" y="141113"/>
                    <a:pt x="6692" y="136850"/>
                    <a:pt x="1798" y="132362"/>
                  </a:cubicBezTo>
                  <a:close/>
                  <a:moveTo>
                    <a:pt x="176558" y="0"/>
                  </a:moveTo>
                  <a:cubicBezTo>
                    <a:pt x="176701" y="572"/>
                    <a:pt x="176832" y="1167"/>
                    <a:pt x="176963" y="1774"/>
                  </a:cubicBezTo>
                  <a:lnTo>
                    <a:pt x="176903" y="1774"/>
                  </a:lnTo>
                  <a:cubicBezTo>
                    <a:pt x="178070" y="7787"/>
                    <a:pt x="179106" y="14038"/>
                    <a:pt x="179975" y="20491"/>
                  </a:cubicBezTo>
                  <a:cubicBezTo>
                    <a:pt x="168998" y="19015"/>
                    <a:pt x="157544" y="18003"/>
                    <a:pt x="145781" y="17491"/>
                  </a:cubicBezTo>
                  <a:cubicBezTo>
                    <a:pt x="145507" y="12157"/>
                    <a:pt x="145197" y="6942"/>
                    <a:pt x="144852" y="1858"/>
                  </a:cubicBezTo>
                  <a:cubicBezTo>
                    <a:pt x="144780" y="1870"/>
                    <a:pt x="144697" y="1870"/>
                    <a:pt x="144626" y="1870"/>
                  </a:cubicBezTo>
                  <a:cubicBezTo>
                    <a:pt x="144971" y="6918"/>
                    <a:pt x="145292" y="12121"/>
                    <a:pt x="145554" y="17479"/>
                  </a:cubicBezTo>
                  <a:cubicBezTo>
                    <a:pt x="139470" y="17217"/>
                    <a:pt x="133303" y="17074"/>
                    <a:pt x="127076" y="17074"/>
                  </a:cubicBezTo>
                  <a:cubicBezTo>
                    <a:pt x="120849" y="17074"/>
                    <a:pt x="114681" y="17217"/>
                    <a:pt x="108585" y="17479"/>
                  </a:cubicBezTo>
                  <a:cubicBezTo>
                    <a:pt x="108895" y="11573"/>
                    <a:pt x="109240" y="5846"/>
                    <a:pt x="109621" y="322"/>
                  </a:cubicBezTo>
                  <a:lnTo>
                    <a:pt x="109621" y="322"/>
                  </a:lnTo>
                  <a:cubicBezTo>
                    <a:pt x="109550" y="334"/>
                    <a:pt x="109478" y="334"/>
                    <a:pt x="109407" y="346"/>
                  </a:cubicBezTo>
                  <a:cubicBezTo>
                    <a:pt x="109014" y="5894"/>
                    <a:pt x="108669" y="11621"/>
                    <a:pt x="108371" y="17491"/>
                  </a:cubicBezTo>
                  <a:cubicBezTo>
                    <a:pt x="96608" y="18003"/>
                    <a:pt x="85142" y="19015"/>
                    <a:pt x="74164" y="20491"/>
                  </a:cubicBezTo>
                  <a:cubicBezTo>
                    <a:pt x="75069" y="13871"/>
                    <a:pt x="76129" y="7454"/>
                    <a:pt x="77343" y="1298"/>
                  </a:cubicBezTo>
                  <a:lnTo>
                    <a:pt x="77343" y="1298"/>
                  </a:lnTo>
                  <a:cubicBezTo>
                    <a:pt x="77212" y="1310"/>
                    <a:pt x="77081" y="1322"/>
                    <a:pt x="76951" y="1334"/>
                  </a:cubicBezTo>
                  <a:cubicBezTo>
                    <a:pt x="75724" y="7537"/>
                    <a:pt x="74665" y="13954"/>
                    <a:pt x="73783" y="20539"/>
                  </a:cubicBezTo>
                  <a:cubicBezTo>
                    <a:pt x="58198" y="22646"/>
                    <a:pt x="43601" y="25682"/>
                    <a:pt x="30480" y="29575"/>
                  </a:cubicBezTo>
                  <a:cubicBezTo>
                    <a:pt x="32374" y="19872"/>
                    <a:pt x="34910" y="10502"/>
                    <a:pt x="38029" y="1560"/>
                  </a:cubicBezTo>
                  <a:cubicBezTo>
                    <a:pt x="37874" y="1548"/>
                    <a:pt x="37708" y="1548"/>
                    <a:pt x="37541" y="1536"/>
                  </a:cubicBezTo>
                  <a:cubicBezTo>
                    <a:pt x="34409" y="10525"/>
                    <a:pt x="31862" y="19955"/>
                    <a:pt x="29968" y="29718"/>
                  </a:cubicBezTo>
                  <a:cubicBezTo>
                    <a:pt x="25849" y="30957"/>
                    <a:pt x="21884" y="32266"/>
                    <a:pt x="18086" y="33659"/>
                  </a:cubicBezTo>
                  <a:cubicBezTo>
                    <a:pt x="12252" y="35802"/>
                    <a:pt x="6942" y="38088"/>
                    <a:pt x="2191" y="40493"/>
                  </a:cubicBezTo>
                  <a:lnTo>
                    <a:pt x="2179" y="40934"/>
                  </a:lnTo>
                  <a:cubicBezTo>
                    <a:pt x="10097" y="36910"/>
                    <a:pt x="19420" y="33278"/>
                    <a:pt x="29885" y="30147"/>
                  </a:cubicBezTo>
                  <a:lnTo>
                    <a:pt x="29885" y="30147"/>
                  </a:lnTo>
                  <a:cubicBezTo>
                    <a:pt x="28111" y="39386"/>
                    <a:pt x="26885" y="48911"/>
                    <a:pt x="26266" y="58627"/>
                  </a:cubicBezTo>
                  <a:cubicBezTo>
                    <a:pt x="23480" y="58948"/>
                    <a:pt x="20765" y="59270"/>
                    <a:pt x="18134" y="59615"/>
                  </a:cubicBezTo>
                  <a:cubicBezTo>
                    <a:pt x="11621" y="60460"/>
                    <a:pt x="5763" y="61365"/>
                    <a:pt x="584" y="62329"/>
                  </a:cubicBezTo>
                  <a:cubicBezTo>
                    <a:pt x="596" y="62389"/>
                    <a:pt x="596" y="62460"/>
                    <a:pt x="608" y="62520"/>
                  </a:cubicBezTo>
                  <a:cubicBezTo>
                    <a:pt x="7942" y="61163"/>
                    <a:pt x="16574" y="59924"/>
                    <a:pt x="26254" y="58841"/>
                  </a:cubicBezTo>
                  <a:lnTo>
                    <a:pt x="26254" y="58841"/>
                  </a:lnTo>
                  <a:cubicBezTo>
                    <a:pt x="25944" y="63794"/>
                    <a:pt x="25777" y="68794"/>
                    <a:pt x="25777" y="73843"/>
                  </a:cubicBezTo>
                  <a:cubicBezTo>
                    <a:pt x="25777" y="78879"/>
                    <a:pt x="25944" y="83880"/>
                    <a:pt x="26254" y="88833"/>
                  </a:cubicBezTo>
                  <a:cubicBezTo>
                    <a:pt x="17014" y="87797"/>
                    <a:pt x="8740" y="86618"/>
                    <a:pt x="1620" y="85332"/>
                  </a:cubicBezTo>
                  <a:cubicBezTo>
                    <a:pt x="1620" y="85404"/>
                    <a:pt x="1620" y="85475"/>
                    <a:pt x="1620" y="85535"/>
                  </a:cubicBezTo>
                  <a:cubicBezTo>
                    <a:pt x="6537" y="86428"/>
                    <a:pt x="12050" y="87273"/>
                    <a:pt x="18134" y="88059"/>
                  </a:cubicBezTo>
                  <a:cubicBezTo>
                    <a:pt x="20765" y="88404"/>
                    <a:pt x="23480" y="88726"/>
                    <a:pt x="26266" y="89047"/>
                  </a:cubicBezTo>
                  <a:cubicBezTo>
                    <a:pt x="26885" y="98762"/>
                    <a:pt x="28099" y="108287"/>
                    <a:pt x="29885" y="117527"/>
                  </a:cubicBezTo>
                  <a:cubicBezTo>
                    <a:pt x="18824" y="114217"/>
                    <a:pt x="9037" y="110359"/>
                    <a:pt x="846" y="106049"/>
                  </a:cubicBezTo>
                  <a:lnTo>
                    <a:pt x="846" y="106049"/>
                  </a:lnTo>
                  <a:cubicBezTo>
                    <a:pt x="858" y="106204"/>
                    <a:pt x="870" y="106359"/>
                    <a:pt x="881" y="106513"/>
                  </a:cubicBezTo>
                  <a:cubicBezTo>
                    <a:pt x="5977" y="109169"/>
                    <a:pt x="11716" y="111669"/>
                    <a:pt x="18086" y="114014"/>
                  </a:cubicBezTo>
                  <a:cubicBezTo>
                    <a:pt x="21884" y="115407"/>
                    <a:pt x="25849" y="116717"/>
                    <a:pt x="29968" y="117955"/>
                  </a:cubicBezTo>
                  <a:cubicBezTo>
                    <a:pt x="31850" y="127611"/>
                    <a:pt x="34350" y="136946"/>
                    <a:pt x="37446" y="145852"/>
                  </a:cubicBezTo>
                  <a:cubicBezTo>
                    <a:pt x="37600" y="145840"/>
                    <a:pt x="37767" y="145840"/>
                    <a:pt x="37934" y="145828"/>
                  </a:cubicBezTo>
                  <a:cubicBezTo>
                    <a:pt x="34862" y="136981"/>
                    <a:pt x="32362" y="127706"/>
                    <a:pt x="30480" y="118098"/>
                  </a:cubicBezTo>
                  <a:lnTo>
                    <a:pt x="30480" y="118098"/>
                  </a:lnTo>
                  <a:cubicBezTo>
                    <a:pt x="43589" y="121992"/>
                    <a:pt x="58198" y="125028"/>
                    <a:pt x="73783" y="127135"/>
                  </a:cubicBezTo>
                  <a:cubicBezTo>
                    <a:pt x="74653" y="133600"/>
                    <a:pt x="75688" y="139910"/>
                    <a:pt x="76879" y="146006"/>
                  </a:cubicBezTo>
                  <a:cubicBezTo>
                    <a:pt x="77010" y="146006"/>
                    <a:pt x="77141" y="146018"/>
                    <a:pt x="77272" y="146018"/>
                  </a:cubicBezTo>
                  <a:cubicBezTo>
                    <a:pt x="76093" y="139970"/>
                    <a:pt x="75046" y="133683"/>
                    <a:pt x="74164" y="127183"/>
                  </a:cubicBezTo>
                  <a:lnTo>
                    <a:pt x="74164" y="127183"/>
                  </a:lnTo>
                  <a:cubicBezTo>
                    <a:pt x="85154" y="128659"/>
                    <a:pt x="96608" y="129659"/>
                    <a:pt x="108371" y="130183"/>
                  </a:cubicBezTo>
                  <a:cubicBezTo>
                    <a:pt x="108657" y="135850"/>
                    <a:pt x="108990" y="141375"/>
                    <a:pt x="109371" y="146733"/>
                  </a:cubicBezTo>
                  <a:cubicBezTo>
                    <a:pt x="109443" y="146745"/>
                    <a:pt x="109514" y="146745"/>
                    <a:pt x="109586" y="146756"/>
                  </a:cubicBezTo>
                  <a:cubicBezTo>
                    <a:pt x="109205" y="141411"/>
                    <a:pt x="108883" y="135886"/>
                    <a:pt x="108585" y="130195"/>
                  </a:cubicBezTo>
                  <a:lnTo>
                    <a:pt x="108585" y="130195"/>
                  </a:lnTo>
                  <a:cubicBezTo>
                    <a:pt x="114681" y="130457"/>
                    <a:pt x="120849" y="130600"/>
                    <a:pt x="127076" y="130600"/>
                  </a:cubicBezTo>
                  <a:cubicBezTo>
                    <a:pt x="133303" y="130600"/>
                    <a:pt x="139470" y="130457"/>
                    <a:pt x="145554" y="130195"/>
                  </a:cubicBezTo>
                  <a:lnTo>
                    <a:pt x="145554" y="130195"/>
                  </a:lnTo>
                  <a:cubicBezTo>
                    <a:pt x="145328" y="134815"/>
                    <a:pt x="145066" y="139327"/>
                    <a:pt x="144769" y="143720"/>
                  </a:cubicBezTo>
                  <a:cubicBezTo>
                    <a:pt x="144828" y="143851"/>
                    <a:pt x="144888" y="143994"/>
                    <a:pt x="144959" y="144161"/>
                  </a:cubicBezTo>
                  <a:cubicBezTo>
                    <a:pt x="145257" y="139613"/>
                    <a:pt x="145531" y="134945"/>
                    <a:pt x="145781" y="130183"/>
                  </a:cubicBezTo>
                  <a:cubicBezTo>
                    <a:pt x="157544" y="129671"/>
                    <a:pt x="168998" y="128659"/>
                    <a:pt x="179975" y="127183"/>
                  </a:cubicBezTo>
                  <a:lnTo>
                    <a:pt x="179975" y="127183"/>
                  </a:lnTo>
                  <a:cubicBezTo>
                    <a:pt x="179106" y="133588"/>
                    <a:pt x="178094" y="139791"/>
                    <a:pt x="176927" y="145756"/>
                  </a:cubicBezTo>
                  <a:lnTo>
                    <a:pt x="177034" y="145756"/>
                  </a:lnTo>
                  <a:cubicBezTo>
                    <a:pt x="177142" y="145697"/>
                    <a:pt x="177249" y="145625"/>
                    <a:pt x="177356" y="145566"/>
                  </a:cubicBezTo>
                  <a:cubicBezTo>
                    <a:pt x="178511" y="139601"/>
                    <a:pt x="179511" y="133445"/>
                    <a:pt x="180368" y="127135"/>
                  </a:cubicBezTo>
                  <a:cubicBezTo>
                    <a:pt x="195953" y="125028"/>
                    <a:pt x="210551" y="121992"/>
                    <a:pt x="223671" y="118098"/>
                  </a:cubicBezTo>
                  <a:lnTo>
                    <a:pt x="223671" y="118098"/>
                  </a:lnTo>
                  <a:cubicBezTo>
                    <a:pt x="221814" y="127599"/>
                    <a:pt x="219337" y="136791"/>
                    <a:pt x="216301" y="145554"/>
                  </a:cubicBezTo>
                  <a:lnTo>
                    <a:pt x="216801" y="145554"/>
                  </a:lnTo>
                  <a:cubicBezTo>
                    <a:pt x="219849" y="136743"/>
                    <a:pt x="222326" y="127504"/>
                    <a:pt x="224183" y="117943"/>
                  </a:cubicBezTo>
                  <a:cubicBezTo>
                    <a:pt x="228291" y="116717"/>
                    <a:pt x="232268" y="115407"/>
                    <a:pt x="236066" y="114002"/>
                  </a:cubicBezTo>
                  <a:cubicBezTo>
                    <a:pt x="249877" y="108930"/>
                    <a:pt x="260747" y="103073"/>
                    <a:pt x="268367" y="96679"/>
                  </a:cubicBezTo>
                  <a:cubicBezTo>
                    <a:pt x="268391" y="96476"/>
                    <a:pt x="268427" y="96286"/>
                    <a:pt x="268451" y="96084"/>
                  </a:cubicBezTo>
                  <a:lnTo>
                    <a:pt x="268451" y="96084"/>
                  </a:lnTo>
                  <a:cubicBezTo>
                    <a:pt x="258592" y="104477"/>
                    <a:pt x="243317" y="111824"/>
                    <a:pt x="224267" y="117527"/>
                  </a:cubicBezTo>
                  <a:cubicBezTo>
                    <a:pt x="226041" y="108287"/>
                    <a:pt x="227267" y="98762"/>
                    <a:pt x="227886" y="89047"/>
                  </a:cubicBezTo>
                  <a:cubicBezTo>
                    <a:pt x="230672" y="88726"/>
                    <a:pt x="233387" y="88404"/>
                    <a:pt x="236018" y="88059"/>
                  </a:cubicBezTo>
                  <a:cubicBezTo>
                    <a:pt x="248770" y="86404"/>
                    <a:pt x="259009" y="84511"/>
                    <a:pt x="266510" y="82451"/>
                  </a:cubicBezTo>
                  <a:cubicBezTo>
                    <a:pt x="266510" y="82379"/>
                    <a:pt x="266510" y="82308"/>
                    <a:pt x="266510" y="82249"/>
                  </a:cubicBezTo>
                  <a:cubicBezTo>
                    <a:pt x="257306" y="84773"/>
                    <a:pt x="244079" y="87023"/>
                    <a:pt x="227898" y="88833"/>
                  </a:cubicBezTo>
                  <a:cubicBezTo>
                    <a:pt x="228208" y="83880"/>
                    <a:pt x="228362" y="78867"/>
                    <a:pt x="228362" y="73831"/>
                  </a:cubicBezTo>
                  <a:cubicBezTo>
                    <a:pt x="228362" y="68794"/>
                    <a:pt x="228208" y="63782"/>
                    <a:pt x="227898" y="58829"/>
                  </a:cubicBezTo>
                  <a:lnTo>
                    <a:pt x="227898" y="58829"/>
                  </a:lnTo>
                  <a:cubicBezTo>
                    <a:pt x="244519" y="60698"/>
                    <a:pt x="258009" y="63008"/>
                    <a:pt x="267248" y="65627"/>
                  </a:cubicBezTo>
                  <a:cubicBezTo>
                    <a:pt x="267248" y="65556"/>
                    <a:pt x="267260" y="65496"/>
                    <a:pt x="267260" y="65425"/>
                  </a:cubicBezTo>
                  <a:cubicBezTo>
                    <a:pt x="259711" y="63282"/>
                    <a:pt x="249210" y="61317"/>
                    <a:pt x="236018" y="59603"/>
                  </a:cubicBezTo>
                  <a:cubicBezTo>
                    <a:pt x="233387" y="59270"/>
                    <a:pt x="230672" y="58936"/>
                    <a:pt x="227886" y="58627"/>
                  </a:cubicBezTo>
                  <a:cubicBezTo>
                    <a:pt x="227267" y="48899"/>
                    <a:pt x="226041" y="39374"/>
                    <a:pt x="224267" y="30135"/>
                  </a:cubicBezTo>
                  <a:lnTo>
                    <a:pt x="224267" y="30135"/>
                  </a:lnTo>
                  <a:cubicBezTo>
                    <a:pt x="243650" y="35945"/>
                    <a:pt x="259116" y="43446"/>
                    <a:pt x="268963" y="52019"/>
                  </a:cubicBezTo>
                  <a:cubicBezTo>
                    <a:pt x="268986" y="51864"/>
                    <a:pt x="269010" y="51709"/>
                    <a:pt x="269046" y="51566"/>
                  </a:cubicBezTo>
                  <a:cubicBezTo>
                    <a:pt x="261390" y="44946"/>
                    <a:pt x="250294" y="38886"/>
                    <a:pt x="236066" y="33659"/>
                  </a:cubicBezTo>
                  <a:cubicBezTo>
                    <a:pt x="232268" y="32266"/>
                    <a:pt x="228291" y="30945"/>
                    <a:pt x="224183" y="29718"/>
                  </a:cubicBezTo>
                  <a:cubicBezTo>
                    <a:pt x="222338" y="20277"/>
                    <a:pt x="219909" y="11133"/>
                    <a:pt x="216908" y="2417"/>
                  </a:cubicBezTo>
                  <a:cubicBezTo>
                    <a:pt x="216766" y="2513"/>
                    <a:pt x="216635" y="2620"/>
                    <a:pt x="216504" y="2715"/>
                  </a:cubicBezTo>
                  <a:cubicBezTo>
                    <a:pt x="219456" y="11299"/>
                    <a:pt x="221850" y="20277"/>
                    <a:pt x="223671" y="29563"/>
                  </a:cubicBezTo>
                  <a:cubicBezTo>
                    <a:pt x="210551" y="25682"/>
                    <a:pt x="195953" y="22646"/>
                    <a:pt x="180368" y="20539"/>
                  </a:cubicBezTo>
                  <a:cubicBezTo>
                    <a:pt x="179416" y="13490"/>
                    <a:pt x="178273" y="6644"/>
                    <a:pt x="176951" y="36"/>
                  </a:cubicBezTo>
                  <a:cubicBezTo>
                    <a:pt x="176820" y="24"/>
                    <a:pt x="176689" y="12"/>
                    <a:pt x="176558" y="0"/>
                  </a:cubicBezTo>
                  <a:close/>
                </a:path>
              </a:pathLst>
            </a:custGeom>
            <a:solidFill>
              <a:srgbClr val="E3C98E">
                <a:alpha val="246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63" name="Google Shape;763;p47"/>
          <p:cNvGrpSpPr/>
          <p:nvPr/>
        </p:nvGrpSpPr>
        <p:grpSpPr>
          <a:xfrm>
            <a:off x="7830595" y="3841209"/>
            <a:ext cx="1173280" cy="1132954"/>
            <a:chOff x="7830595" y="3841209"/>
            <a:chExt cx="1173280" cy="1132954"/>
          </a:xfrm>
        </p:grpSpPr>
        <p:sp>
          <p:nvSpPr>
            <p:cNvPr id="764" name="Google Shape;764;p47"/>
            <p:cNvSpPr/>
            <p:nvPr/>
          </p:nvSpPr>
          <p:spPr>
            <a:xfrm>
              <a:off x="8000675" y="4907563"/>
              <a:ext cx="1003200" cy="66600"/>
            </a:xfrm>
            <a:prstGeom prst="ellipse">
              <a:avLst/>
            </a:prstGeom>
            <a:solidFill>
              <a:srgbClr val="033342">
                <a:alpha val="208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65" name="Google Shape;765;p47"/>
            <p:cNvGrpSpPr/>
            <p:nvPr/>
          </p:nvGrpSpPr>
          <p:grpSpPr>
            <a:xfrm>
              <a:off x="7830595" y="3841209"/>
              <a:ext cx="1146213" cy="1098808"/>
              <a:chOff x="3309025" y="5456175"/>
              <a:chExt cx="727200" cy="697125"/>
            </a:xfrm>
          </p:grpSpPr>
          <p:sp>
            <p:nvSpPr>
              <p:cNvPr id="766" name="Google Shape;766;p47"/>
              <p:cNvSpPr/>
              <p:nvPr/>
            </p:nvSpPr>
            <p:spPr>
              <a:xfrm>
                <a:off x="3309025" y="5456175"/>
                <a:ext cx="500100" cy="697125"/>
              </a:xfrm>
              <a:custGeom>
                <a:rect b="b" l="l" r="r" t="t"/>
                <a:pathLst>
                  <a:path extrusionOk="0" h="27885" w="20004">
                    <a:moveTo>
                      <a:pt x="13014" y="0"/>
                    </a:moveTo>
                    <a:cubicBezTo>
                      <a:pt x="9002" y="917"/>
                      <a:pt x="5513" y="3072"/>
                      <a:pt x="3192" y="6049"/>
                    </a:cubicBezTo>
                    <a:cubicBezTo>
                      <a:pt x="858" y="9061"/>
                      <a:pt x="1" y="12549"/>
                      <a:pt x="763" y="15883"/>
                    </a:cubicBezTo>
                    <a:cubicBezTo>
                      <a:pt x="1525" y="19217"/>
                      <a:pt x="3811" y="21979"/>
                      <a:pt x="7228" y="23670"/>
                    </a:cubicBezTo>
                    <a:cubicBezTo>
                      <a:pt x="9431" y="24765"/>
                      <a:pt x="11931" y="25325"/>
                      <a:pt x="14526" y="25325"/>
                    </a:cubicBezTo>
                    <a:cubicBezTo>
                      <a:pt x="14919" y="25325"/>
                      <a:pt x="15324" y="25313"/>
                      <a:pt x="15729" y="25289"/>
                    </a:cubicBezTo>
                    <a:lnTo>
                      <a:pt x="15729" y="25289"/>
                    </a:lnTo>
                    <a:lnTo>
                      <a:pt x="15455" y="26765"/>
                    </a:lnTo>
                    <a:lnTo>
                      <a:pt x="12943" y="26837"/>
                    </a:lnTo>
                    <a:lnTo>
                      <a:pt x="13443" y="27885"/>
                    </a:lnTo>
                    <a:lnTo>
                      <a:pt x="19575" y="27885"/>
                    </a:lnTo>
                    <a:lnTo>
                      <a:pt x="20003" y="26634"/>
                    </a:lnTo>
                    <a:lnTo>
                      <a:pt x="16693" y="26730"/>
                    </a:lnTo>
                    <a:lnTo>
                      <a:pt x="16241" y="25241"/>
                    </a:lnTo>
                    <a:cubicBezTo>
                      <a:pt x="17051" y="25170"/>
                      <a:pt x="17884" y="25039"/>
                      <a:pt x="18706" y="24848"/>
                    </a:cubicBezTo>
                    <a:lnTo>
                      <a:pt x="18539" y="24122"/>
                    </a:lnTo>
                    <a:cubicBezTo>
                      <a:pt x="17194" y="24429"/>
                      <a:pt x="15845" y="24582"/>
                      <a:pt x="14520" y="24582"/>
                    </a:cubicBezTo>
                    <a:cubicBezTo>
                      <a:pt x="12046" y="24582"/>
                      <a:pt x="9659" y="24050"/>
                      <a:pt x="7549" y="23003"/>
                    </a:cubicBezTo>
                    <a:cubicBezTo>
                      <a:pt x="4347" y="21408"/>
                      <a:pt x="2192" y="18824"/>
                      <a:pt x="1489" y="15716"/>
                    </a:cubicBezTo>
                    <a:cubicBezTo>
                      <a:pt x="775" y="12609"/>
                      <a:pt x="1584" y="9335"/>
                      <a:pt x="3787" y="6513"/>
                    </a:cubicBezTo>
                    <a:cubicBezTo>
                      <a:pt x="5990" y="3667"/>
                      <a:pt x="9335" y="1607"/>
                      <a:pt x="13181" y="726"/>
                    </a:cubicBezTo>
                    <a:lnTo>
                      <a:pt x="1301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7" name="Google Shape;767;p47"/>
              <p:cNvSpPr/>
              <p:nvPr/>
            </p:nvSpPr>
            <p:spPr>
              <a:xfrm>
                <a:off x="3422150" y="5476625"/>
                <a:ext cx="602775" cy="563975"/>
              </a:xfrm>
              <a:custGeom>
                <a:rect b="b" l="l" r="r" t="t"/>
                <a:pathLst>
                  <a:path extrusionOk="0" h="22559" w="24111">
                    <a:moveTo>
                      <a:pt x="12296" y="0"/>
                    </a:moveTo>
                    <a:cubicBezTo>
                      <a:pt x="11802" y="0"/>
                      <a:pt x="11303" y="25"/>
                      <a:pt x="10799" y="75"/>
                    </a:cubicBezTo>
                    <a:lnTo>
                      <a:pt x="5965" y="3111"/>
                    </a:lnTo>
                    <a:lnTo>
                      <a:pt x="0" y="8469"/>
                    </a:lnTo>
                    <a:lnTo>
                      <a:pt x="310" y="17077"/>
                    </a:lnTo>
                    <a:lnTo>
                      <a:pt x="988" y="18994"/>
                    </a:lnTo>
                    <a:cubicBezTo>
                      <a:pt x="3249" y="21236"/>
                      <a:pt x="6603" y="22558"/>
                      <a:pt x="10264" y="22558"/>
                    </a:cubicBezTo>
                    <a:cubicBezTo>
                      <a:pt x="11405" y="22558"/>
                      <a:pt x="12575" y="22430"/>
                      <a:pt x="13752" y="22161"/>
                    </a:cubicBezTo>
                    <a:cubicBezTo>
                      <a:pt x="13871" y="22125"/>
                      <a:pt x="13990" y="22102"/>
                      <a:pt x="14109" y="22078"/>
                    </a:cubicBezTo>
                    <a:lnTo>
                      <a:pt x="23277" y="15113"/>
                    </a:lnTo>
                    <a:cubicBezTo>
                      <a:pt x="23634" y="14422"/>
                      <a:pt x="23920" y="13696"/>
                      <a:pt x="24110" y="12958"/>
                    </a:cubicBezTo>
                    <a:lnTo>
                      <a:pt x="22182" y="6397"/>
                    </a:lnTo>
                    <a:lnTo>
                      <a:pt x="18372" y="1349"/>
                    </a:lnTo>
                    <a:cubicBezTo>
                      <a:pt x="16564" y="484"/>
                      <a:pt x="14487" y="0"/>
                      <a:pt x="1229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8" name="Google Shape;768;p47"/>
              <p:cNvSpPr/>
              <p:nvPr/>
            </p:nvSpPr>
            <p:spPr>
              <a:xfrm>
                <a:off x="3345650" y="5478200"/>
                <a:ext cx="382200" cy="473300"/>
              </a:xfrm>
              <a:custGeom>
                <a:rect b="b" l="l" r="r" t="t"/>
                <a:pathLst>
                  <a:path extrusionOk="0" h="18932" w="15288">
                    <a:moveTo>
                      <a:pt x="13859" y="0"/>
                    </a:moveTo>
                    <a:cubicBezTo>
                      <a:pt x="13192" y="72"/>
                      <a:pt x="12514" y="179"/>
                      <a:pt x="11835" y="334"/>
                    </a:cubicBezTo>
                    <a:cubicBezTo>
                      <a:pt x="4679" y="1965"/>
                      <a:pt x="0" y="8168"/>
                      <a:pt x="1369" y="14169"/>
                    </a:cubicBezTo>
                    <a:cubicBezTo>
                      <a:pt x="1798" y="16026"/>
                      <a:pt x="2739" y="17633"/>
                      <a:pt x="4048" y="18931"/>
                    </a:cubicBezTo>
                    <a:cubicBezTo>
                      <a:pt x="4072" y="18479"/>
                      <a:pt x="4167" y="18050"/>
                      <a:pt x="4370" y="17764"/>
                    </a:cubicBezTo>
                    <a:cubicBezTo>
                      <a:pt x="4699" y="17335"/>
                      <a:pt x="5132" y="17195"/>
                      <a:pt x="5609" y="17195"/>
                    </a:cubicBezTo>
                    <a:cubicBezTo>
                      <a:pt x="6502" y="17195"/>
                      <a:pt x="7549" y="17685"/>
                      <a:pt x="8356" y="17685"/>
                    </a:cubicBezTo>
                    <a:cubicBezTo>
                      <a:pt x="8397" y="17685"/>
                      <a:pt x="8438" y="17684"/>
                      <a:pt x="8478" y="17681"/>
                    </a:cubicBezTo>
                    <a:cubicBezTo>
                      <a:pt x="10192" y="17550"/>
                      <a:pt x="11168" y="16181"/>
                      <a:pt x="10990" y="14454"/>
                    </a:cubicBezTo>
                    <a:cubicBezTo>
                      <a:pt x="10811" y="13002"/>
                      <a:pt x="8918" y="12871"/>
                      <a:pt x="7811" y="12252"/>
                    </a:cubicBezTo>
                    <a:cubicBezTo>
                      <a:pt x="6668" y="11585"/>
                      <a:pt x="4941" y="10478"/>
                      <a:pt x="4727" y="9073"/>
                    </a:cubicBezTo>
                    <a:cubicBezTo>
                      <a:pt x="4589" y="8284"/>
                      <a:pt x="4869" y="7531"/>
                      <a:pt x="5472" y="7531"/>
                    </a:cubicBezTo>
                    <a:cubicBezTo>
                      <a:pt x="5652" y="7531"/>
                      <a:pt x="5861" y="7598"/>
                      <a:pt x="6096" y="7751"/>
                    </a:cubicBezTo>
                    <a:cubicBezTo>
                      <a:pt x="6437" y="7964"/>
                      <a:pt x="6967" y="8707"/>
                      <a:pt x="7402" y="8707"/>
                    </a:cubicBezTo>
                    <a:cubicBezTo>
                      <a:pt x="7575" y="8707"/>
                      <a:pt x="7733" y="8590"/>
                      <a:pt x="7858" y="8275"/>
                    </a:cubicBezTo>
                    <a:cubicBezTo>
                      <a:pt x="8120" y="7477"/>
                      <a:pt x="7061" y="7168"/>
                      <a:pt x="7239" y="6418"/>
                    </a:cubicBezTo>
                    <a:cubicBezTo>
                      <a:pt x="7372" y="5887"/>
                      <a:pt x="7914" y="5659"/>
                      <a:pt x="8485" y="5659"/>
                    </a:cubicBezTo>
                    <a:cubicBezTo>
                      <a:pt x="9041" y="5659"/>
                      <a:pt x="9624" y="5875"/>
                      <a:pt x="9882" y="6239"/>
                    </a:cubicBezTo>
                    <a:cubicBezTo>
                      <a:pt x="10633" y="7263"/>
                      <a:pt x="9001" y="8680"/>
                      <a:pt x="9621" y="9823"/>
                    </a:cubicBezTo>
                    <a:cubicBezTo>
                      <a:pt x="9916" y="10363"/>
                      <a:pt x="10302" y="10580"/>
                      <a:pt x="10726" y="10580"/>
                    </a:cubicBezTo>
                    <a:cubicBezTo>
                      <a:pt x="12133" y="10580"/>
                      <a:pt x="13961" y="8197"/>
                      <a:pt x="14300" y="7346"/>
                    </a:cubicBezTo>
                    <a:cubicBezTo>
                      <a:pt x="15288" y="4810"/>
                      <a:pt x="14681" y="2381"/>
                      <a:pt x="138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9" name="Google Shape;769;p47"/>
              <p:cNvSpPr/>
              <p:nvPr/>
            </p:nvSpPr>
            <p:spPr>
              <a:xfrm>
                <a:off x="3731325" y="5835000"/>
                <a:ext cx="272750" cy="193575"/>
              </a:xfrm>
              <a:custGeom>
                <a:rect b="b" l="l" r="r" t="t"/>
                <a:pathLst>
                  <a:path extrusionOk="0" h="7743" w="10910">
                    <a:moveTo>
                      <a:pt x="9193" y="0"/>
                    </a:moveTo>
                    <a:cubicBezTo>
                      <a:pt x="6894" y="0"/>
                      <a:pt x="6774" y="3327"/>
                      <a:pt x="4647" y="4016"/>
                    </a:cubicBezTo>
                    <a:cubicBezTo>
                      <a:pt x="4489" y="4066"/>
                      <a:pt x="4294" y="4085"/>
                      <a:pt x="4073" y="4085"/>
                    </a:cubicBezTo>
                    <a:cubicBezTo>
                      <a:pt x="3397" y="4085"/>
                      <a:pt x="2488" y="3907"/>
                      <a:pt x="1729" y="3907"/>
                    </a:cubicBezTo>
                    <a:cubicBezTo>
                      <a:pt x="737" y="3907"/>
                      <a:pt x="1" y="4211"/>
                      <a:pt x="373" y="5612"/>
                    </a:cubicBezTo>
                    <a:cubicBezTo>
                      <a:pt x="623" y="6433"/>
                      <a:pt x="1123" y="7148"/>
                      <a:pt x="1742" y="7743"/>
                    </a:cubicBezTo>
                    <a:cubicBezTo>
                      <a:pt x="5945" y="6671"/>
                      <a:pt x="9255" y="4016"/>
                      <a:pt x="10910" y="778"/>
                    </a:cubicBezTo>
                    <a:cubicBezTo>
                      <a:pt x="10541" y="337"/>
                      <a:pt x="10029" y="39"/>
                      <a:pt x="9326" y="4"/>
                    </a:cubicBezTo>
                    <a:cubicBezTo>
                      <a:pt x="9281" y="1"/>
                      <a:pt x="9237" y="0"/>
                      <a:pt x="919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0" name="Google Shape;770;p47"/>
              <p:cNvSpPr/>
              <p:nvPr/>
            </p:nvSpPr>
            <p:spPr>
              <a:xfrm>
                <a:off x="3754925" y="5510350"/>
                <a:ext cx="281300" cy="294400"/>
              </a:xfrm>
              <a:custGeom>
                <a:rect b="b" l="l" r="r" t="t"/>
                <a:pathLst>
                  <a:path extrusionOk="0" h="11776" w="11252">
                    <a:moveTo>
                      <a:pt x="5061" y="0"/>
                    </a:moveTo>
                    <a:cubicBezTo>
                      <a:pt x="4954" y="442"/>
                      <a:pt x="4667" y="521"/>
                      <a:pt x="4301" y="521"/>
                    </a:cubicBezTo>
                    <a:cubicBezTo>
                      <a:pt x="4097" y="521"/>
                      <a:pt x="3869" y="497"/>
                      <a:pt x="3633" y="497"/>
                    </a:cubicBezTo>
                    <a:cubicBezTo>
                      <a:pt x="3585" y="497"/>
                      <a:pt x="3537" y="498"/>
                      <a:pt x="3489" y="500"/>
                    </a:cubicBezTo>
                    <a:cubicBezTo>
                      <a:pt x="2167" y="595"/>
                      <a:pt x="0" y="1298"/>
                      <a:pt x="846" y="3108"/>
                    </a:cubicBezTo>
                    <a:cubicBezTo>
                      <a:pt x="1024" y="3513"/>
                      <a:pt x="1661" y="4008"/>
                      <a:pt x="2206" y="4008"/>
                    </a:cubicBezTo>
                    <a:cubicBezTo>
                      <a:pt x="2318" y="4008"/>
                      <a:pt x="2425" y="3988"/>
                      <a:pt x="2524" y="3941"/>
                    </a:cubicBezTo>
                    <a:cubicBezTo>
                      <a:pt x="3179" y="3596"/>
                      <a:pt x="2560" y="2881"/>
                      <a:pt x="3179" y="2572"/>
                    </a:cubicBezTo>
                    <a:cubicBezTo>
                      <a:pt x="3316" y="2505"/>
                      <a:pt x="3522" y="2477"/>
                      <a:pt x="3753" y="2477"/>
                    </a:cubicBezTo>
                    <a:cubicBezTo>
                      <a:pt x="4264" y="2477"/>
                      <a:pt x="4897" y="2618"/>
                      <a:pt x="5168" y="2798"/>
                    </a:cubicBezTo>
                    <a:cubicBezTo>
                      <a:pt x="6049" y="3501"/>
                      <a:pt x="5168" y="3941"/>
                      <a:pt x="4501" y="4298"/>
                    </a:cubicBezTo>
                    <a:cubicBezTo>
                      <a:pt x="3001" y="5144"/>
                      <a:pt x="1501" y="5715"/>
                      <a:pt x="2382" y="7692"/>
                    </a:cubicBezTo>
                    <a:cubicBezTo>
                      <a:pt x="2786" y="8680"/>
                      <a:pt x="4651" y="11775"/>
                      <a:pt x="6114" y="11775"/>
                    </a:cubicBezTo>
                    <a:cubicBezTo>
                      <a:pt x="6290" y="11775"/>
                      <a:pt x="6459" y="11731"/>
                      <a:pt x="6620" y="11632"/>
                    </a:cubicBezTo>
                    <a:cubicBezTo>
                      <a:pt x="7422" y="11124"/>
                      <a:pt x="7268" y="8469"/>
                      <a:pt x="8336" y="8469"/>
                    </a:cubicBezTo>
                    <a:cubicBezTo>
                      <a:pt x="8568" y="8469"/>
                      <a:pt x="8858" y="8595"/>
                      <a:pt x="9228" y="8894"/>
                    </a:cubicBezTo>
                    <a:cubicBezTo>
                      <a:pt x="10025" y="9513"/>
                      <a:pt x="9894" y="10347"/>
                      <a:pt x="10371" y="11144"/>
                    </a:cubicBezTo>
                    <a:cubicBezTo>
                      <a:pt x="10502" y="11347"/>
                      <a:pt x="10645" y="11501"/>
                      <a:pt x="10799" y="11609"/>
                    </a:cubicBezTo>
                    <a:cubicBezTo>
                      <a:pt x="11204" y="10108"/>
                      <a:pt x="11252" y="8525"/>
                      <a:pt x="10895" y="6965"/>
                    </a:cubicBezTo>
                    <a:cubicBezTo>
                      <a:pt x="10180" y="3858"/>
                      <a:pt x="7989" y="1417"/>
                      <a:pt x="50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1" name="Google Shape;771;p47"/>
              <p:cNvSpPr/>
              <p:nvPr/>
            </p:nvSpPr>
            <p:spPr>
              <a:xfrm>
                <a:off x="3384925" y="5490400"/>
                <a:ext cx="640600" cy="535500"/>
              </a:xfrm>
              <a:custGeom>
                <a:rect b="b" l="l" r="r" t="t"/>
                <a:pathLst>
                  <a:path extrusionOk="0" h="21420" w="25624">
                    <a:moveTo>
                      <a:pt x="16170" y="1393"/>
                    </a:moveTo>
                    <a:cubicBezTo>
                      <a:pt x="17705" y="1989"/>
                      <a:pt x="19349" y="2846"/>
                      <a:pt x="20658" y="4048"/>
                    </a:cubicBezTo>
                    <a:lnTo>
                      <a:pt x="16717" y="5406"/>
                    </a:lnTo>
                    <a:cubicBezTo>
                      <a:pt x="16551" y="5168"/>
                      <a:pt x="16384" y="4930"/>
                      <a:pt x="16205" y="4703"/>
                    </a:cubicBezTo>
                    <a:cubicBezTo>
                      <a:pt x="15431" y="3691"/>
                      <a:pt x="14574" y="2858"/>
                      <a:pt x="13776" y="2203"/>
                    </a:cubicBezTo>
                    <a:lnTo>
                      <a:pt x="16170" y="1393"/>
                    </a:lnTo>
                    <a:close/>
                    <a:moveTo>
                      <a:pt x="13634" y="2263"/>
                    </a:moveTo>
                    <a:cubicBezTo>
                      <a:pt x="14443" y="2917"/>
                      <a:pt x="15312" y="3751"/>
                      <a:pt x="16110" y="4787"/>
                    </a:cubicBezTo>
                    <a:cubicBezTo>
                      <a:pt x="16265" y="4989"/>
                      <a:pt x="16432" y="5215"/>
                      <a:pt x="16586" y="5442"/>
                    </a:cubicBezTo>
                    <a:lnTo>
                      <a:pt x="12252" y="6942"/>
                    </a:lnTo>
                    <a:lnTo>
                      <a:pt x="10990" y="3156"/>
                    </a:lnTo>
                    <a:lnTo>
                      <a:pt x="13634" y="2263"/>
                    </a:lnTo>
                    <a:close/>
                    <a:moveTo>
                      <a:pt x="10859" y="3191"/>
                    </a:moveTo>
                    <a:lnTo>
                      <a:pt x="12121" y="6989"/>
                    </a:lnTo>
                    <a:lnTo>
                      <a:pt x="7776" y="8478"/>
                    </a:lnTo>
                    <a:cubicBezTo>
                      <a:pt x="7811" y="6846"/>
                      <a:pt x="8073" y="5311"/>
                      <a:pt x="8395" y="4025"/>
                    </a:cubicBezTo>
                    <a:lnTo>
                      <a:pt x="10859" y="3191"/>
                    </a:lnTo>
                    <a:close/>
                    <a:moveTo>
                      <a:pt x="20765" y="4144"/>
                    </a:moveTo>
                    <a:cubicBezTo>
                      <a:pt x="21563" y="4906"/>
                      <a:pt x="22242" y="5811"/>
                      <a:pt x="22670" y="6870"/>
                    </a:cubicBezTo>
                    <a:cubicBezTo>
                      <a:pt x="22742" y="7049"/>
                      <a:pt x="22801" y="7227"/>
                      <a:pt x="22861" y="7418"/>
                    </a:cubicBezTo>
                    <a:lnTo>
                      <a:pt x="18372" y="8835"/>
                    </a:lnTo>
                    <a:cubicBezTo>
                      <a:pt x="18003" y="7668"/>
                      <a:pt x="17479" y="6549"/>
                      <a:pt x="16789" y="5513"/>
                    </a:cubicBezTo>
                    <a:lnTo>
                      <a:pt x="20765" y="4144"/>
                    </a:lnTo>
                    <a:close/>
                    <a:moveTo>
                      <a:pt x="8240" y="4084"/>
                    </a:moveTo>
                    <a:cubicBezTo>
                      <a:pt x="7930" y="5370"/>
                      <a:pt x="7669" y="6894"/>
                      <a:pt x="7645" y="8525"/>
                    </a:cubicBezTo>
                    <a:lnTo>
                      <a:pt x="3358" y="10013"/>
                    </a:lnTo>
                    <a:cubicBezTo>
                      <a:pt x="3763" y="8216"/>
                      <a:pt x="4621" y="6477"/>
                      <a:pt x="5525" y="5001"/>
                    </a:cubicBezTo>
                    <a:lnTo>
                      <a:pt x="8240" y="4084"/>
                    </a:lnTo>
                    <a:close/>
                    <a:moveTo>
                      <a:pt x="16658" y="5561"/>
                    </a:moveTo>
                    <a:cubicBezTo>
                      <a:pt x="17277" y="6489"/>
                      <a:pt x="17836" y="7585"/>
                      <a:pt x="18241" y="8882"/>
                    </a:cubicBezTo>
                    <a:lnTo>
                      <a:pt x="13407" y="10406"/>
                    </a:lnTo>
                    <a:lnTo>
                      <a:pt x="12288" y="7073"/>
                    </a:lnTo>
                    <a:lnTo>
                      <a:pt x="16658" y="5561"/>
                    </a:lnTo>
                    <a:close/>
                    <a:moveTo>
                      <a:pt x="12169" y="7108"/>
                    </a:moveTo>
                    <a:lnTo>
                      <a:pt x="13276" y="10454"/>
                    </a:lnTo>
                    <a:lnTo>
                      <a:pt x="8133" y="12085"/>
                    </a:lnTo>
                    <a:cubicBezTo>
                      <a:pt x="7859" y="10918"/>
                      <a:pt x="7764" y="9752"/>
                      <a:pt x="7776" y="8620"/>
                    </a:cubicBezTo>
                    <a:lnTo>
                      <a:pt x="12169" y="7108"/>
                    </a:lnTo>
                    <a:close/>
                    <a:moveTo>
                      <a:pt x="22897" y="7537"/>
                    </a:moveTo>
                    <a:cubicBezTo>
                      <a:pt x="23170" y="8466"/>
                      <a:pt x="23242" y="9466"/>
                      <a:pt x="23123" y="10525"/>
                    </a:cubicBezTo>
                    <a:lnTo>
                      <a:pt x="18979" y="12121"/>
                    </a:lnTo>
                    <a:cubicBezTo>
                      <a:pt x="18956" y="11692"/>
                      <a:pt x="18908" y="11276"/>
                      <a:pt x="18848" y="10859"/>
                    </a:cubicBezTo>
                    <a:cubicBezTo>
                      <a:pt x="18753" y="10216"/>
                      <a:pt x="18598" y="9585"/>
                      <a:pt x="18420" y="8966"/>
                    </a:cubicBezTo>
                    <a:lnTo>
                      <a:pt x="22897" y="7537"/>
                    </a:lnTo>
                    <a:close/>
                    <a:moveTo>
                      <a:pt x="7645" y="8668"/>
                    </a:moveTo>
                    <a:lnTo>
                      <a:pt x="7645" y="8668"/>
                    </a:lnTo>
                    <a:cubicBezTo>
                      <a:pt x="7633" y="9799"/>
                      <a:pt x="7740" y="10966"/>
                      <a:pt x="8002" y="12121"/>
                    </a:cubicBezTo>
                    <a:lnTo>
                      <a:pt x="3263" y="13621"/>
                    </a:lnTo>
                    <a:cubicBezTo>
                      <a:pt x="3025" y="12490"/>
                      <a:pt x="3085" y="11311"/>
                      <a:pt x="3323" y="10156"/>
                    </a:cubicBezTo>
                    <a:lnTo>
                      <a:pt x="7645" y="8668"/>
                    </a:lnTo>
                    <a:close/>
                    <a:moveTo>
                      <a:pt x="18277" y="9001"/>
                    </a:moveTo>
                    <a:cubicBezTo>
                      <a:pt x="18563" y="9966"/>
                      <a:pt x="18765" y="11014"/>
                      <a:pt x="18837" y="12180"/>
                    </a:cubicBezTo>
                    <a:lnTo>
                      <a:pt x="14538" y="13835"/>
                    </a:lnTo>
                    <a:lnTo>
                      <a:pt x="13443" y="10537"/>
                    </a:lnTo>
                    <a:lnTo>
                      <a:pt x="18277" y="9001"/>
                    </a:lnTo>
                    <a:close/>
                    <a:moveTo>
                      <a:pt x="13324" y="10573"/>
                    </a:moveTo>
                    <a:lnTo>
                      <a:pt x="14419" y="13883"/>
                    </a:lnTo>
                    <a:lnTo>
                      <a:pt x="9633" y="15717"/>
                    </a:lnTo>
                    <a:cubicBezTo>
                      <a:pt x="9228" y="15097"/>
                      <a:pt x="8895" y="14431"/>
                      <a:pt x="8621" y="13728"/>
                    </a:cubicBezTo>
                    <a:cubicBezTo>
                      <a:pt x="8431" y="13228"/>
                      <a:pt x="8276" y="12716"/>
                      <a:pt x="8157" y="12216"/>
                    </a:cubicBezTo>
                    <a:lnTo>
                      <a:pt x="13324" y="10573"/>
                    </a:lnTo>
                    <a:close/>
                    <a:moveTo>
                      <a:pt x="23111" y="10668"/>
                    </a:moveTo>
                    <a:cubicBezTo>
                      <a:pt x="22909" y="12276"/>
                      <a:pt x="22277" y="14026"/>
                      <a:pt x="21206" y="15907"/>
                    </a:cubicBezTo>
                    <a:lnTo>
                      <a:pt x="18622" y="16645"/>
                    </a:lnTo>
                    <a:cubicBezTo>
                      <a:pt x="18944" y="15133"/>
                      <a:pt x="19063" y="13657"/>
                      <a:pt x="18991" y="12264"/>
                    </a:cubicBezTo>
                    <a:lnTo>
                      <a:pt x="23111" y="10668"/>
                    </a:lnTo>
                    <a:close/>
                    <a:moveTo>
                      <a:pt x="8026" y="12252"/>
                    </a:moveTo>
                    <a:cubicBezTo>
                      <a:pt x="8157" y="12764"/>
                      <a:pt x="8311" y="13264"/>
                      <a:pt x="8502" y="13764"/>
                    </a:cubicBezTo>
                    <a:cubicBezTo>
                      <a:pt x="8776" y="14478"/>
                      <a:pt x="9109" y="15145"/>
                      <a:pt x="9502" y="15764"/>
                    </a:cubicBezTo>
                    <a:lnTo>
                      <a:pt x="5442" y="17324"/>
                    </a:lnTo>
                    <a:cubicBezTo>
                      <a:pt x="4501" y="16467"/>
                      <a:pt x="3847" y="15478"/>
                      <a:pt x="3466" y="14359"/>
                    </a:cubicBezTo>
                    <a:cubicBezTo>
                      <a:pt x="3394" y="14157"/>
                      <a:pt x="3347" y="13954"/>
                      <a:pt x="3299" y="13752"/>
                    </a:cubicBezTo>
                    <a:lnTo>
                      <a:pt x="8026" y="12252"/>
                    </a:lnTo>
                    <a:close/>
                    <a:moveTo>
                      <a:pt x="18848" y="12311"/>
                    </a:moveTo>
                    <a:lnTo>
                      <a:pt x="18848" y="12311"/>
                    </a:lnTo>
                    <a:cubicBezTo>
                      <a:pt x="18920" y="13633"/>
                      <a:pt x="18813" y="15097"/>
                      <a:pt x="18479" y="16693"/>
                    </a:cubicBezTo>
                    <a:lnTo>
                      <a:pt x="15753" y="17467"/>
                    </a:lnTo>
                    <a:lnTo>
                      <a:pt x="14586" y="13954"/>
                    </a:lnTo>
                    <a:lnTo>
                      <a:pt x="18848" y="12311"/>
                    </a:lnTo>
                    <a:close/>
                    <a:moveTo>
                      <a:pt x="14467" y="14002"/>
                    </a:moveTo>
                    <a:lnTo>
                      <a:pt x="15634" y="17514"/>
                    </a:lnTo>
                    <a:lnTo>
                      <a:pt x="12110" y="18515"/>
                    </a:lnTo>
                    <a:cubicBezTo>
                      <a:pt x="11145" y="17717"/>
                      <a:pt x="10347" y="16824"/>
                      <a:pt x="9704" y="15836"/>
                    </a:cubicBezTo>
                    <a:lnTo>
                      <a:pt x="14467" y="14002"/>
                    </a:lnTo>
                    <a:close/>
                    <a:moveTo>
                      <a:pt x="9574" y="15883"/>
                    </a:moveTo>
                    <a:cubicBezTo>
                      <a:pt x="10216" y="16871"/>
                      <a:pt x="11002" y="17764"/>
                      <a:pt x="11955" y="18562"/>
                    </a:cubicBezTo>
                    <a:lnTo>
                      <a:pt x="8835" y="19443"/>
                    </a:lnTo>
                    <a:cubicBezTo>
                      <a:pt x="7514" y="18872"/>
                      <a:pt x="6418" y="18205"/>
                      <a:pt x="5561" y="17431"/>
                    </a:cubicBezTo>
                    <a:lnTo>
                      <a:pt x="9574" y="15883"/>
                    </a:lnTo>
                    <a:close/>
                    <a:moveTo>
                      <a:pt x="11419" y="0"/>
                    </a:moveTo>
                    <a:lnTo>
                      <a:pt x="11395" y="131"/>
                    </a:lnTo>
                    <a:cubicBezTo>
                      <a:pt x="11443" y="131"/>
                      <a:pt x="13550" y="405"/>
                      <a:pt x="15979" y="1322"/>
                    </a:cubicBezTo>
                    <a:lnTo>
                      <a:pt x="13657" y="2108"/>
                    </a:lnTo>
                    <a:cubicBezTo>
                      <a:pt x="12050" y="822"/>
                      <a:pt x="10705" y="227"/>
                      <a:pt x="10681" y="227"/>
                    </a:cubicBezTo>
                    <a:lnTo>
                      <a:pt x="10633" y="346"/>
                    </a:lnTo>
                    <a:cubicBezTo>
                      <a:pt x="10645" y="358"/>
                      <a:pt x="11955" y="917"/>
                      <a:pt x="13514" y="2155"/>
                    </a:cubicBezTo>
                    <a:lnTo>
                      <a:pt x="10943" y="3025"/>
                    </a:lnTo>
                    <a:lnTo>
                      <a:pt x="10097" y="489"/>
                    </a:lnTo>
                    <a:lnTo>
                      <a:pt x="9978" y="524"/>
                    </a:lnTo>
                    <a:lnTo>
                      <a:pt x="10824" y="3072"/>
                    </a:lnTo>
                    <a:lnTo>
                      <a:pt x="8431" y="3882"/>
                    </a:lnTo>
                    <a:cubicBezTo>
                      <a:pt x="8942" y="1893"/>
                      <a:pt x="9550" y="560"/>
                      <a:pt x="9574" y="536"/>
                    </a:cubicBezTo>
                    <a:lnTo>
                      <a:pt x="9454" y="477"/>
                    </a:lnTo>
                    <a:cubicBezTo>
                      <a:pt x="9431" y="512"/>
                      <a:pt x="8800" y="1882"/>
                      <a:pt x="8288" y="3929"/>
                    </a:cubicBezTo>
                    <a:lnTo>
                      <a:pt x="5633" y="4822"/>
                    </a:lnTo>
                    <a:cubicBezTo>
                      <a:pt x="7085" y="2501"/>
                      <a:pt x="8645" y="881"/>
                      <a:pt x="8669" y="846"/>
                    </a:cubicBezTo>
                    <a:lnTo>
                      <a:pt x="8573" y="750"/>
                    </a:lnTo>
                    <a:cubicBezTo>
                      <a:pt x="8561" y="762"/>
                      <a:pt x="6918" y="2477"/>
                      <a:pt x="5418" y="4894"/>
                    </a:cubicBezTo>
                    <a:lnTo>
                      <a:pt x="1632" y="6180"/>
                    </a:lnTo>
                    <a:lnTo>
                      <a:pt x="1668" y="6299"/>
                    </a:lnTo>
                    <a:lnTo>
                      <a:pt x="5311" y="5072"/>
                    </a:lnTo>
                    <a:lnTo>
                      <a:pt x="5311" y="5072"/>
                    </a:lnTo>
                    <a:cubicBezTo>
                      <a:pt x="5275" y="5144"/>
                      <a:pt x="5228" y="5203"/>
                      <a:pt x="5192" y="5275"/>
                    </a:cubicBezTo>
                    <a:cubicBezTo>
                      <a:pt x="4406" y="6608"/>
                      <a:pt x="3597" y="8287"/>
                      <a:pt x="3216" y="10061"/>
                    </a:cubicBezTo>
                    <a:lnTo>
                      <a:pt x="1" y="11168"/>
                    </a:lnTo>
                    <a:lnTo>
                      <a:pt x="37" y="11287"/>
                    </a:lnTo>
                    <a:lnTo>
                      <a:pt x="3180" y="10204"/>
                    </a:lnTo>
                    <a:lnTo>
                      <a:pt x="3180" y="10204"/>
                    </a:lnTo>
                    <a:cubicBezTo>
                      <a:pt x="2954" y="11347"/>
                      <a:pt x="2894" y="12526"/>
                      <a:pt x="3144" y="13657"/>
                    </a:cubicBezTo>
                    <a:lnTo>
                      <a:pt x="441" y="14514"/>
                    </a:lnTo>
                    <a:lnTo>
                      <a:pt x="477" y="14645"/>
                    </a:lnTo>
                    <a:lnTo>
                      <a:pt x="3168" y="13788"/>
                    </a:lnTo>
                    <a:cubicBezTo>
                      <a:pt x="3216" y="14002"/>
                      <a:pt x="3275" y="14204"/>
                      <a:pt x="3347" y="14407"/>
                    </a:cubicBezTo>
                    <a:cubicBezTo>
                      <a:pt x="3716" y="15514"/>
                      <a:pt x="4370" y="16502"/>
                      <a:pt x="5311" y="17383"/>
                    </a:cubicBezTo>
                    <a:lnTo>
                      <a:pt x="2823" y="18336"/>
                    </a:lnTo>
                    <a:lnTo>
                      <a:pt x="2870" y="18467"/>
                    </a:lnTo>
                    <a:lnTo>
                      <a:pt x="5418" y="17479"/>
                    </a:lnTo>
                    <a:cubicBezTo>
                      <a:pt x="6275" y="18253"/>
                      <a:pt x="7347" y="18931"/>
                      <a:pt x="8633" y="19503"/>
                    </a:cubicBezTo>
                    <a:lnTo>
                      <a:pt x="5692" y="20348"/>
                    </a:lnTo>
                    <a:lnTo>
                      <a:pt x="5728" y="20479"/>
                    </a:lnTo>
                    <a:lnTo>
                      <a:pt x="8823" y="19586"/>
                    </a:lnTo>
                    <a:cubicBezTo>
                      <a:pt x="10681" y="20396"/>
                      <a:pt x="12955" y="21003"/>
                      <a:pt x="15670" y="21420"/>
                    </a:cubicBezTo>
                    <a:lnTo>
                      <a:pt x="15693" y="21289"/>
                    </a:lnTo>
                    <a:cubicBezTo>
                      <a:pt x="13062" y="20884"/>
                      <a:pt x="10836" y="20300"/>
                      <a:pt x="9026" y="19538"/>
                    </a:cubicBezTo>
                    <a:lnTo>
                      <a:pt x="12074" y="18657"/>
                    </a:lnTo>
                    <a:cubicBezTo>
                      <a:pt x="13205" y="19586"/>
                      <a:pt x="14550" y="20384"/>
                      <a:pt x="16098" y="21027"/>
                    </a:cubicBezTo>
                    <a:lnTo>
                      <a:pt x="16146" y="20908"/>
                    </a:lnTo>
                    <a:cubicBezTo>
                      <a:pt x="14646" y="20277"/>
                      <a:pt x="13336" y="19515"/>
                      <a:pt x="12229" y="18622"/>
                    </a:cubicBezTo>
                    <a:lnTo>
                      <a:pt x="15670" y="17633"/>
                    </a:lnTo>
                    <a:lnTo>
                      <a:pt x="16682" y="20670"/>
                    </a:lnTo>
                    <a:lnTo>
                      <a:pt x="16801" y="20634"/>
                    </a:lnTo>
                    <a:lnTo>
                      <a:pt x="15800" y="17598"/>
                    </a:lnTo>
                    <a:lnTo>
                      <a:pt x="18444" y="16836"/>
                    </a:lnTo>
                    <a:lnTo>
                      <a:pt x="18444" y="16836"/>
                    </a:lnTo>
                    <a:cubicBezTo>
                      <a:pt x="18217" y="17860"/>
                      <a:pt x="17908" y="18943"/>
                      <a:pt x="17479" y="20074"/>
                    </a:cubicBezTo>
                    <a:lnTo>
                      <a:pt x="17598" y="20122"/>
                    </a:lnTo>
                    <a:cubicBezTo>
                      <a:pt x="18027" y="18991"/>
                      <a:pt x="18360" y="17884"/>
                      <a:pt x="18587" y="16800"/>
                    </a:cubicBezTo>
                    <a:lnTo>
                      <a:pt x="21111" y="16074"/>
                    </a:lnTo>
                    <a:lnTo>
                      <a:pt x="21111" y="16074"/>
                    </a:lnTo>
                    <a:cubicBezTo>
                      <a:pt x="20372" y="17348"/>
                      <a:pt x="19444" y="18669"/>
                      <a:pt x="18325" y="20062"/>
                    </a:cubicBezTo>
                    <a:lnTo>
                      <a:pt x="18432" y="20146"/>
                    </a:lnTo>
                    <a:cubicBezTo>
                      <a:pt x="19587" y="18705"/>
                      <a:pt x="20539" y="17336"/>
                      <a:pt x="21289" y="16026"/>
                    </a:cubicBezTo>
                    <a:lnTo>
                      <a:pt x="24528" y="15097"/>
                    </a:lnTo>
                    <a:lnTo>
                      <a:pt x="24492" y="14978"/>
                    </a:lnTo>
                    <a:lnTo>
                      <a:pt x="21385" y="15859"/>
                    </a:lnTo>
                    <a:cubicBezTo>
                      <a:pt x="22444" y="13978"/>
                      <a:pt x="23063" y="12228"/>
                      <a:pt x="23254" y="10621"/>
                    </a:cubicBezTo>
                    <a:lnTo>
                      <a:pt x="25623" y="9704"/>
                    </a:lnTo>
                    <a:lnTo>
                      <a:pt x="25576" y="9585"/>
                    </a:lnTo>
                    <a:lnTo>
                      <a:pt x="23266" y="10478"/>
                    </a:lnTo>
                    <a:cubicBezTo>
                      <a:pt x="23373" y="9418"/>
                      <a:pt x="23290" y="8430"/>
                      <a:pt x="23028" y="7501"/>
                    </a:cubicBezTo>
                    <a:lnTo>
                      <a:pt x="25397" y="6751"/>
                    </a:lnTo>
                    <a:lnTo>
                      <a:pt x="25361" y="6620"/>
                    </a:lnTo>
                    <a:lnTo>
                      <a:pt x="22980" y="7370"/>
                    </a:lnTo>
                    <a:cubicBezTo>
                      <a:pt x="22932" y="7192"/>
                      <a:pt x="22861" y="7001"/>
                      <a:pt x="22789" y="6811"/>
                    </a:cubicBezTo>
                    <a:cubicBezTo>
                      <a:pt x="22361" y="5763"/>
                      <a:pt x="21694" y="4858"/>
                      <a:pt x="20908" y="4096"/>
                    </a:cubicBezTo>
                    <a:lnTo>
                      <a:pt x="22813" y="3441"/>
                    </a:lnTo>
                    <a:lnTo>
                      <a:pt x="22766" y="3310"/>
                    </a:lnTo>
                    <a:lnTo>
                      <a:pt x="20789" y="3989"/>
                    </a:lnTo>
                    <a:cubicBezTo>
                      <a:pt x="19503" y="2798"/>
                      <a:pt x="17884" y="1941"/>
                      <a:pt x="16360" y="1334"/>
                    </a:cubicBezTo>
                    <a:lnTo>
                      <a:pt x="18622" y="572"/>
                    </a:lnTo>
                    <a:lnTo>
                      <a:pt x="18575" y="441"/>
                    </a:lnTo>
                    <a:lnTo>
                      <a:pt x="16170" y="1262"/>
                    </a:lnTo>
                    <a:cubicBezTo>
                      <a:pt x="13669" y="298"/>
                      <a:pt x="11455" y="0"/>
                      <a:pt x="1141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72" name="Google Shape;772;p47"/>
          <p:cNvGrpSpPr/>
          <p:nvPr/>
        </p:nvGrpSpPr>
        <p:grpSpPr>
          <a:xfrm flipH="1">
            <a:off x="244894" y="3925295"/>
            <a:ext cx="1146231" cy="964793"/>
            <a:chOff x="359194" y="3930920"/>
            <a:chExt cx="1146231" cy="964793"/>
          </a:xfrm>
        </p:grpSpPr>
        <p:grpSp>
          <p:nvGrpSpPr>
            <p:cNvPr id="773" name="Google Shape;773;p47"/>
            <p:cNvGrpSpPr/>
            <p:nvPr/>
          </p:nvGrpSpPr>
          <p:grpSpPr>
            <a:xfrm>
              <a:off x="359194" y="3930920"/>
              <a:ext cx="1146231" cy="964793"/>
              <a:chOff x="4569300" y="7247450"/>
              <a:chExt cx="724225" cy="609625"/>
            </a:xfrm>
          </p:grpSpPr>
          <p:grpSp>
            <p:nvGrpSpPr>
              <p:cNvPr id="774" name="Google Shape;774;p47"/>
              <p:cNvGrpSpPr/>
              <p:nvPr/>
            </p:nvGrpSpPr>
            <p:grpSpPr>
              <a:xfrm>
                <a:off x="4569300" y="7247450"/>
                <a:ext cx="653675" cy="609625"/>
                <a:chOff x="4569300" y="7247450"/>
                <a:chExt cx="653675" cy="609625"/>
              </a:xfrm>
            </p:grpSpPr>
            <p:sp>
              <p:nvSpPr>
                <p:cNvPr id="775" name="Google Shape;775;p47"/>
                <p:cNvSpPr/>
                <p:nvPr/>
              </p:nvSpPr>
              <p:spPr>
                <a:xfrm>
                  <a:off x="4569300" y="7247450"/>
                  <a:ext cx="653675" cy="609625"/>
                </a:xfrm>
                <a:custGeom>
                  <a:rect b="b" l="l" r="r" t="t"/>
                  <a:pathLst>
                    <a:path extrusionOk="0" h="24385" w="26147">
                      <a:moveTo>
                        <a:pt x="22016" y="1"/>
                      </a:moveTo>
                      <a:lnTo>
                        <a:pt x="1" y="6085"/>
                      </a:lnTo>
                      <a:lnTo>
                        <a:pt x="5466" y="24385"/>
                      </a:lnTo>
                      <a:lnTo>
                        <a:pt x="26147" y="17896"/>
                      </a:lnTo>
                      <a:lnTo>
                        <a:pt x="22016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76" name="Google Shape;776;p47"/>
                <p:cNvSpPr/>
                <p:nvPr/>
              </p:nvSpPr>
              <p:spPr>
                <a:xfrm>
                  <a:off x="4643425" y="7312050"/>
                  <a:ext cx="554250" cy="514675"/>
                </a:xfrm>
                <a:custGeom>
                  <a:rect b="b" l="l" r="r" t="t"/>
                  <a:pathLst>
                    <a:path extrusionOk="0" h="20587" w="22170">
                      <a:moveTo>
                        <a:pt x="12371" y="0"/>
                      </a:moveTo>
                      <a:lnTo>
                        <a:pt x="8240" y="1060"/>
                      </a:lnTo>
                      <a:lnTo>
                        <a:pt x="6037" y="3882"/>
                      </a:lnTo>
                      <a:lnTo>
                        <a:pt x="2108" y="3477"/>
                      </a:lnTo>
                      <a:lnTo>
                        <a:pt x="1" y="6894"/>
                      </a:lnTo>
                      <a:lnTo>
                        <a:pt x="524" y="13014"/>
                      </a:lnTo>
                      <a:lnTo>
                        <a:pt x="2394" y="19539"/>
                      </a:lnTo>
                      <a:lnTo>
                        <a:pt x="3084" y="20586"/>
                      </a:lnTo>
                      <a:lnTo>
                        <a:pt x="6942" y="18717"/>
                      </a:lnTo>
                      <a:lnTo>
                        <a:pt x="13431" y="17526"/>
                      </a:lnTo>
                      <a:lnTo>
                        <a:pt x="22170" y="14550"/>
                      </a:lnTo>
                      <a:lnTo>
                        <a:pt x="21039" y="9383"/>
                      </a:lnTo>
                      <a:lnTo>
                        <a:pt x="17562" y="5323"/>
                      </a:lnTo>
                      <a:lnTo>
                        <a:pt x="17598" y="691"/>
                      </a:lnTo>
                      <a:lnTo>
                        <a:pt x="12371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77" name="Google Shape;777;p47"/>
                <p:cNvSpPr/>
                <p:nvPr/>
              </p:nvSpPr>
              <p:spPr>
                <a:xfrm>
                  <a:off x="4591325" y="7337650"/>
                  <a:ext cx="290250" cy="329600"/>
                </a:xfrm>
                <a:custGeom>
                  <a:rect b="b" l="l" r="r" t="t"/>
                  <a:pathLst>
                    <a:path extrusionOk="0" h="13184" w="11610">
                      <a:moveTo>
                        <a:pt x="10371" y="0"/>
                      </a:moveTo>
                      <a:lnTo>
                        <a:pt x="1" y="2667"/>
                      </a:lnTo>
                      <a:lnTo>
                        <a:pt x="2668" y="11954"/>
                      </a:lnTo>
                      <a:cubicBezTo>
                        <a:pt x="2727" y="11633"/>
                        <a:pt x="2823" y="11335"/>
                        <a:pt x="2942" y="11037"/>
                      </a:cubicBezTo>
                      <a:cubicBezTo>
                        <a:pt x="3166" y="10572"/>
                        <a:pt x="3638" y="10107"/>
                        <a:pt x="4158" y="10107"/>
                      </a:cubicBezTo>
                      <a:cubicBezTo>
                        <a:pt x="4329" y="10107"/>
                        <a:pt x="4506" y="10157"/>
                        <a:pt x="4680" y="10275"/>
                      </a:cubicBezTo>
                      <a:cubicBezTo>
                        <a:pt x="5013" y="10514"/>
                        <a:pt x="5192" y="10990"/>
                        <a:pt x="5383" y="11335"/>
                      </a:cubicBezTo>
                      <a:cubicBezTo>
                        <a:pt x="5656" y="11823"/>
                        <a:pt x="5930" y="12335"/>
                        <a:pt x="6264" y="12776"/>
                      </a:cubicBezTo>
                      <a:cubicBezTo>
                        <a:pt x="6477" y="13047"/>
                        <a:pt x="6745" y="13183"/>
                        <a:pt x="6999" y="13183"/>
                      </a:cubicBezTo>
                      <a:cubicBezTo>
                        <a:pt x="7313" y="13183"/>
                        <a:pt x="7607" y="12976"/>
                        <a:pt x="7752" y="12561"/>
                      </a:cubicBezTo>
                      <a:cubicBezTo>
                        <a:pt x="8514" y="10359"/>
                        <a:pt x="5525" y="8799"/>
                        <a:pt x="4394" y="7478"/>
                      </a:cubicBezTo>
                      <a:cubicBezTo>
                        <a:pt x="3668" y="6632"/>
                        <a:pt x="3335" y="5406"/>
                        <a:pt x="4156" y="4489"/>
                      </a:cubicBezTo>
                      <a:cubicBezTo>
                        <a:pt x="4465" y="4144"/>
                        <a:pt x="4903" y="3962"/>
                        <a:pt x="5337" y="3962"/>
                      </a:cubicBezTo>
                      <a:cubicBezTo>
                        <a:pt x="5757" y="3962"/>
                        <a:pt x="6173" y="4132"/>
                        <a:pt x="6466" y="4489"/>
                      </a:cubicBezTo>
                      <a:cubicBezTo>
                        <a:pt x="7157" y="5394"/>
                        <a:pt x="7454" y="6620"/>
                        <a:pt x="8038" y="7573"/>
                      </a:cubicBezTo>
                      <a:cubicBezTo>
                        <a:pt x="8372" y="8122"/>
                        <a:pt x="8793" y="8360"/>
                        <a:pt x="9237" y="8360"/>
                      </a:cubicBezTo>
                      <a:cubicBezTo>
                        <a:pt x="9678" y="8360"/>
                        <a:pt x="10140" y="8125"/>
                        <a:pt x="10562" y="7728"/>
                      </a:cubicBezTo>
                      <a:cubicBezTo>
                        <a:pt x="11610" y="6727"/>
                        <a:pt x="11550" y="5370"/>
                        <a:pt x="11217" y="4060"/>
                      </a:cubicBezTo>
                      <a:cubicBezTo>
                        <a:pt x="10859" y="2644"/>
                        <a:pt x="10467" y="1370"/>
                        <a:pt x="1037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78" name="Google Shape;778;p47"/>
                <p:cNvSpPr/>
                <p:nvPr/>
              </p:nvSpPr>
              <p:spPr>
                <a:xfrm>
                  <a:off x="4701175" y="7653675"/>
                  <a:ext cx="275950" cy="182275"/>
                </a:xfrm>
                <a:custGeom>
                  <a:rect b="b" l="l" r="r" t="t"/>
                  <a:pathLst>
                    <a:path extrusionOk="0" h="7291" w="11038">
                      <a:moveTo>
                        <a:pt x="5312" y="1"/>
                      </a:moveTo>
                      <a:cubicBezTo>
                        <a:pt x="5187" y="1"/>
                        <a:pt x="5045" y="35"/>
                        <a:pt x="4882" y="111"/>
                      </a:cubicBezTo>
                      <a:cubicBezTo>
                        <a:pt x="3906" y="551"/>
                        <a:pt x="3203" y="1897"/>
                        <a:pt x="2822" y="2837"/>
                      </a:cubicBezTo>
                      <a:cubicBezTo>
                        <a:pt x="2448" y="3675"/>
                        <a:pt x="1780" y="6027"/>
                        <a:pt x="719" y="6027"/>
                      </a:cubicBezTo>
                      <a:cubicBezTo>
                        <a:pt x="497" y="6027"/>
                        <a:pt x="258" y="5924"/>
                        <a:pt x="0" y="5683"/>
                      </a:cubicBezTo>
                      <a:lnTo>
                        <a:pt x="0" y="5683"/>
                      </a:lnTo>
                      <a:lnTo>
                        <a:pt x="453" y="7290"/>
                      </a:lnTo>
                      <a:lnTo>
                        <a:pt x="11037" y="3671"/>
                      </a:lnTo>
                      <a:cubicBezTo>
                        <a:pt x="10880" y="3288"/>
                        <a:pt x="10579" y="3157"/>
                        <a:pt x="10239" y="3157"/>
                      </a:cubicBezTo>
                      <a:cubicBezTo>
                        <a:pt x="9809" y="3157"/>
                        <a:pt x="9317" y="3367"/>
                        <a:pt x="8978" y="3540"/>
                      </a:cubicBezTo>
                      <a:cubicBezTo>
                        <a:pt x="8547" y="3751"/>
                        <a:pt x="7813" y="4258"/>
                        <a:pt x="7205" y="4258"/>
                      </a:cubicBezTo>
                      <a:cubicBezTo>
                        <a:pt x="7023" y="4258"/>
                        <a:pt x="6852" y="4212"/>
                        <a:pt x="6704" y="4100"/>
                      </a:cubicBezTo>
                      <a:cubicBezTo>
                        <a:pt x="6061" y="3599"/>
                        <a:pt x="6275" y="2171"/>
                        <a:pt x="6192" y="1456"/>
                      </a:cubicBezTo>
                      <a:cubicBezTo>
                        <a:pt x="6112" y="823"/>
                        <a:pt x="5926" y="1"/>
                        <a:pt x="5312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79" name="Google Shape;779;p47"/>
                <p:cNvSpPr/>
                <p:nvPr/>
              </p:nvSpPr>
              <p:spPr>
                <a:xfrm>
                  <a:off x="4937500" y="7267100"/>
                  <a:ext cx="229525" cy="283925"/>
                </a:xfrm>
                <a:custGeom>
                  <a:rect b="b" l="l" r="r" t="t"/>
                  <a:pathLst>
                    <a:path extrusionOk="0" h="11357" w="9181">
                      <a:moveTo>
                        <a:pt x="6764" y="1"/>
                      </a:moveTo>
                      <a:lnTo>
                        <a:pt x="513" y="1608"/>
                      </a:lnTo>
                      <a:cubicBezTo>
                        <a:pt x="275" y="2037"/>
                        <a:pt x="1" y="2894"/>
                        <a:pt x="191" y="3299"/>
                      </a:cubicBezTo>
                      <a:cubicBezTo>
                        <a:pt x="305" y="3509"/>
                        <a:pt x="487" y="3587"/>
                        <a:pt x="710" y="3587"/>
                      </a:cubicBezTo>
                      <a:cubicBezTo>
                        <a:pt x="1363" y="3587"/>
                        <a:pt x="2363" y="2918"/>
                        <a:pt x="3012" y="2918"/>
                      </a:cubicBezTo>
                      <a:cubicBezTo>
                        <a:pt x="3211" y="2918"/>
                        <a:pt x="3377" y="2980"/>
                        <a:pt x="3489" y="3144"/>
                      </a:cubicBezTo>
                      <a:cubicBezTo>
                        <a:pt x="3823" y="3632"/>
                        <a:pt x="3216" y="4608"/>
                        <a:pt x="3001" y="5001"/>
                      </a:cubicBezTo>
                      <a:cubicBezTo>
                        <a:pt x="2382" y="6132"/>
                        <a:pt x="1834" y="7121"/>
                        <a:pt x="1846" y="8454"/>
                      </a:cubicBezTo>
                      <a:cubicBezTo>
                        <a:pt x="1894" y="10085"/>
                        <a:pt x="3347" y="10966"/>
                        <a:pt x="4811" y="11240"/>
                      </a:cubicBezTo>
                      <a:cubicBezTo>
                        <a:pt x="5268" y="11322"/>
                        <a:pt x="5726" y="11356"/>
                        <a:pt x="6182" y="11356"/>
                      </a:cubicBezTo>
                      <a:cubicBezTo>
                        <a:pt x="7188" y="11356"/>
                        <a:pt x="8190" y="11190"/>
                        <a:pt x="9181" y="11002"/>
                      </a:cubicBezTo>
                      <a:lnTo>
                        <a:pt x="676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80" name="Google Shape;780;p47"/>
                <p:cNvSpPr/>
                <p:nvPr/>
              </p:nvSpPr>
              <p:spPr>
                <a:xfrm>
                  <a:off x="4599975" y="7276625"/>
                  <a:ext cx="588775" cy="532825"/>
                </a:xfrm>
                <a:custGeom>
                  <a:rect b="b" l="l" r="r" t="t"/>
                  <a:pathLst>
                    <a:path extrusionOk="0" h="21313" w="23551">
                      <a:moveTo>
                        <a:pt x="18229" y="2858"/>
                      </a:moveTo>
                      <a:lnTo>
                        <a:pt x="19229" y="6751"/>
                      </a:lnTo>
                      <a:lnTo>
                        <a:pt x="15919" y="7704"/>
                      </a:lnTo>
                      <a:lnTo>
                        <a:pt x="14740" y="3787"/>
                      </a:lnTo>
                      <a:lnTo>
                        <a:pt x="18229" y="2858"/>
                      </a:lnTo>
                      <a:close/>
                      <a:moveTo>
                        <a:pt x="14621" y="3823"/>
                      </a:moveTo>
                      <a:lnTo>
                        <a:pt x="15812" y="7740"/>
                      </a:lnTo>
                      <a:lnTo>
                        <a:pt x="12478" y="8692"/>
                      </a:lnTo>
                      <a:lnTo>
                        <a:pt x="11287" y="4715"/>
                      </a:lnTo>
                      <a:lnTo>
                        <a:pt x="14621" y="3823"/>
                      </a:lnTo>
                      <a:close/>
                      <a:moveTo>
                        <a:pt x="11168" y="4751"/>
                      </a:moveTo>
                      <a:lnTo>
                        <a:pt x="12371" y="8728"/>
                      </a:lnTo>
                      <a:lnTo>
                        <a:pt x="9013" y="9692"/>
                      </a:lnTo>
                      <a:lnTo>
                        <a:pt x="7775" y="5668"/>
                      </a:lnTo>
                      <a:lnTo>
                        <a:pt x="11168" y="4751"/>
                      </a:lnTo>
                      <a:close/>
                      <a:moveTo>
                        <a:pt x="7656" y="5692"/>
                      </a:moveTo>
                      <a:lnTo>
                        <a:pt x="8894" y="9728"/>
                      </a:lnTo>
                      <a:lnTo>
                        <a:pt x="5037" y="10835"/>
                      </a:lnTo>
                      <a:lnTo>
                        <a:pt x="3608" y="6787"/>
                      </a:lnTo>
                      <a:lnTo>
                        <a:pt x="7656" y="5692"/>
                      </a:lnTo>
                      <a:close/>
                      <a:moveTo>
                        <a:pt x="19253" y="6871"/>
                      </a:moveTo>
                      <a:lnTo>
                        <a:pt x="20360" y="11216"/>
                      </a:lnTo>
                      <a:lnTo>
                        <a:pt x="17252" y="12109"/>
                      </a:lnTo>
                      <a:lnTo>
                        <a:pt x="15955" y="7811"/>
                      </a:lnTo>
                      <a:lnTo>
                        <a:pt x="19253" y="6871"/>
                      </a:lnTo>
                      <a:close/>
                      <a:moveTo>
                        <a:pt x="15847" y="7847"/>
                      </a:moveTo>
                      <a:lnTo>
                        <a:pt x="17145" y="12133"/>
                      </a:lnTo>
                      <a:lnTo>
                        <a:pt x="13800" y="13086"/>
                      </a:lnTo>
                      <a:lnTo>
                        <a:pt x="12514" y="8811"/>
                      </a:lnTo>
                      <a:lnTo>
                        <a:pt x="15847" y="7847"/>
                      </a:lnTo>
                      <a:close/>
                      <a:moveTo>
                        <a:pt x="12407" y="8835"/>
                      </a:moveTo>
                      <a:lnTo>
                        <a:pt x="13692" y="13121"/>
                      </a:lnTo>
                      <a:lnTo>
                        <a:pt x="10359" y="14074"/>
                      </a:lnTo>
                      <a:lnTo>
                        <a:pt x="9049" y="9799"/>
                      </a:lnTo>
                      <a:lnTo>
                        <a:pt x="12407" y="8835"/>
                      </a:lnTo>
                      <a:close/>
                      <a:moveTo>
                        <a:pt x="8930" y="9835"/>
                      </a:moveTo>
                      <a:lnTo>
                        <a:pt x="10251" y="14109"/>
                      </a:lnTo>
                      <a:lnTo>
                        <a:pt x="6561" y="15169"/>
                      </a:lnTo>
                      <a:lnTo>
                        <a:pt x="5072" y="10942"/>
                      </a:lnTo>
                      <a:lnTo>
                        <a:pt x="8930" y="9835"/>
                      </a:lnTo>
                      <a:close/>
                      <a:moveTo>
                        <a:pt x="20384" y="11323"/>
                      </a:moveTo>
                      <a:lnTo>
                        <a:pt x="21122" y="14252"/>
                      </a:lnTo>
                      <a:lnTo>
                        <a:pt x="18181" y="15169"/>
                      </a:lnTo>
                      <a:lnTo>
                        <a:pt x="17288" y="12216"/>
                      </a:lnTo>
                      <a:lnTo>
                        <a:pt x="20384" y="11323"/>
                      </a:lnTo>
                      <a:close/>
                      <a:moveTo>
                        <a:pt x="17169" y="12252"/>
                      </a:moveTo>
                      <a:lnTo>
                        <a:pt x="18062" y="15205"/>
                      </a:lnTo>
                      <a:lnTo>
                        <a:pt x="14740" y="16229"/>
                      </a:lnTo>
                      <a:lnTo>
                        <a:pt x="13835" y="13205"/>
                      </a:lnTo>
                      <a:lnTo>
                        <a:pt x="17169" y="12252"/>
                      </a:lnTo>
                      <a:close/>
                      <a:moveTo>
                        <a:pt x="13716" y="13240"/>
                      </a:moveTo>
                      <a:lnTo>
                        <a:pt x="14633" y="16265"/>
                      </a:lnTo>
                      <a:lnTo>
                        <a:pt x="11347" y="17277"/>
                      </a:lnTo>
                      <a:lnTo>
                        <a:pt x="10394" y="14193"/>
                      </a:lnTo>
                      <a:lnTo>
                        <a:pt x="13716" y="13240"/>
                      </a:lnTo>
                      <a:close/>
                      <a:moveTo>
                        <a:pt x="10275" y="14217"/>
                      </a:moveTo>
                      <a:lnTo>
                        <a:pt x="11228" y="17312"/>
                      </a:lnTo>
                      <a:lnTo>
                        <a:pt x="7692" y="18408"/>
                      </a:lnTo>
                      <a:lnTo>
                        <a:pt x="6596" y="15276"/>
                      </a:lnTo>
                      <a:lnTo>
                        <a:pt x="10275" y="14217"/>
                      </a:lnTo>
                      <a:close/>
                      <a:moveTo>
                        <a:pt x="17633" y="1"/>
                      </a:moveTo>
                      <a:lnTo>
                        <a:pt x="17514" y="36"/>
                      </a:lnTo>
                      <a:lnTo>
                        <a:pt x="18205" y="2739"/>
                      </a:lnTo>
                      <a:lnTo>
                        <a:pt x="14704" y="3680"/>
                      </a:lnTo>
                      <a:lnTo>
                        <a:pt x="13823" y="763"/>
                      </a:lnTo>
                      <a:lnTo>
                        <a:pt x="13716" y="798"/>
                      </a:lnTo>
                      <a:lnTo>
                        <a:pt x="14585" y="3715"/>
                      </a:lnTo>
                      <a:lnTo>
                        <a:pt x="11252" y="4608"/>
                      </a:lnTo>
                      <a:lnTo>
                        <a:pt x="10394" y="1787"/>
                      </a:lnTo>
                      <a:lnTo>
                        <a:pt x="10287" y="1822"/>
                      </a:lnTo>
                      <a:lnTo>
                        <a:pt x="11133" y="4632"/>
                      </a:lnTo>
                      <a:lnTo>
                        <a:pt x="7727" y="5549"/>
                      </a:lnTo>
                      <a:lnTo>
                        <a:pt x="6894" y="2810"/>
                      </a:lnTo>
                      <a:lnTo>
                        <a:pt x="6775" y="2846"/>
                      </a:lnTo>
                      <a:lnTo>
                        <a:pt x="7620" y="5585"/>
                      </a:lnTo>
                      <a:lnTo>
                        <a:pt x="3572" y="6668"/>
                      </a:lnTo>
                      <a:lnTo>
                        <a:pt x="2620" y="3953"/>
                      </a:lnTo>
                      <a:lnTo>
                        <a:pt x="2501" y="3989"/>
                      </a:lnTo>
                      <a:lnTo>
                        <a:pt x="3453" y="6704"/>
                      </a:lnTo>
                      <a:lnTo>
                        <a:pt x="0" y="7633"/>
                      </a:lnTo>
                      <a:lnTo>
                        <a:pt x="24" y="7740"/>
                      </a:lnTo>
                      <a:lnTo>
                        <a:pt x="3501" y="6811"/>
                      </a:lnTo>
                      <a:lnTo>
                        <a:pt x="4917" y="10871"/>
                      </a:lnTo>
                      <a:lnTo>
                        <a:pt x="1203" y="11943"/>
                      </a:lnTo>
                      <a:lnTo>
                        <a:pt x="1227" y="12050"/>
                      </a:lnTo>
                      <a:lnTo>
                        <a:pt x="4965" y="10978"/>
                      </a:lnTo>
                      <a:lnTo>
                        <a:pt x="6441" y="15193"/>
                      </a:lnTo>
                      <a:lnTo>
                        <a:pt x="2548" y="16312"/>
                      </a:lnTo>
                      <a:lnTo>
                        <a:pt x="2572" y="16431"/>
                      </a:lnTo>
                      <a:lnTo>
                        <a:pt x="6477" y="15312"/>
                      </a:lnTo>
                      <a:lnTo>
                        <a:pt x="7584" y="18443"/>
                      </a:lnTo>
                      <a:lnTo>
                        <a:pt x="3536" y="19694"/>
                      </a:lnTo>
                      <a:lnTo>
                        <a:pt x="3572" y="19801"/>
                      </a:lnTo>
                      <a:lnTo>
                        <a:pt x="7620" y="18551"/>
                      </a:lnTo>
                      <a:lnTo>
                        <a:pt x="8597" y="21313"/>
                      </a:lnTo>
                      <a:lnTo>
                        <a:pt x="8704" y="21277"/>
                      </a:lnTo>
                      <a:lnTo>
                        <a:pt x="7727" y="18515"/>
                      </a:lnTo>
                      <a:lnTo>
                        <a:pt x="11264" y="17419"/>
                      </a:lnTo>
                      <a:lnTo>
                        <a:pt x="12097" y="20146"/>
                      </a:lnTo>
                      <a:lnTo>
                        <a:pt x="12216" y="20110"/>
                      </a:lnTo>
                      <a:lnTo>
                        <a:pt x="11371" y="17384"/>
                      </a:lnTo>
                      <a:lnTo>
                        <a:pt x="14657" y="16372"/>
                      </a:lnTo>
                      <a:lnTo>
                        <a:pt x="15490" y="19146"/>
                      </a:lnTo>
                      <a:lnTo>
                        <a:pt x="15609" y="19110"/>
                      </a:lnTo>
                      <a:lnTo>
                        <a:pt x="14776" y="16336"/>
                      </a:lnTo>
                      <a:lnTo>
                        <a:pt x="18098" y="15312"/>
                      </a:lnTo>
                      <a:lnTo>
                        <a:pt x="18895" y="17943"/>
                      </a:lnTo>
                      <a:lnTo>
                        <a:pt x="19003" y="17908"/>
                      </a:lnTo>
                      <a:lnTo>
                        <a:pt x="18205" y="15276"/>
                      </a:lnTo>
                      <a:lnTo>
                        <a:pt x="21158" y="14360"/>
                      </a:lnTo>
                      <a:lnTo>
                        <a:pt x="21812" y="16979"/>
                      </a:lnTo>
                      <a:lnTo>
                        <a:pt x="21932" y="16943"/>
                      </a:lnTo>
                      <a:lnTo>
                        <a:pt x="21265" y="14324"/>
                      </a:lnTo>
                      <a:lnTo>
                        <a:pt x="23551" y="13621"/>
                      </a:lnTo>
                      <a:lnTo>
                        <a:pt x="23515" y="13514"/>
                      </a:lnTo>
                      <a:lnTo>
                        <a:pt x="21241" y="14217"/>
                      </a:lnTo>
                      <a:lnTo>
                        <a:pt x="20503" y="11300"/>
                      </a:lnTo>
                      <a:lnTo>
                        <a:pt x="22932" y="10597"/>
                      </a:lnTo>
                      <a:lnTo>
                        <a:pt x="22896" y="10490"/>
                      </a:lnTo>
                      <a:lnTo>
                        <a:pt x="20467" y="11181"/>
                      </a:lnTo>
                      <a:lnTo>
                        <a:pt x="19360" y="6835"/>
                      </a:lnTo>
                      <a:lnTo>
                        <a:pt x="22039" y="6061"/>
                      </a:lnTo>
                      <a:lnTo>
                        <a:pt x="22003" y="5942"/>
                      </a:lnTo>
                      <a:lnTo>
                        <a:pt x="19336" y="6716"/>
                      </a:lnTo>
                      <a:lnTo>
                        <a:pt x="18348" y="2822"/>
                      </a:lnTo>
                      <a:lnTo>
                        <a:pt x="21158" y="2060"/>
                      </a:lnTo>
                      <a:lnTo>
                        <a:pt x="21122" y="1953"/>
                      </a:lnTo>
                      <a:lnTo>
                        <a:pt x="18312" y="2703"/>
                      </a:lnTo>
                      <a:lnTo>
                        <a:pt x="17633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781" name="Google Shape;781;p47"/>
              <p:cNvGrpSpPr/>
              <p:nvPr/>
            </p:nvGrpSpPr>
            <p:grpSpPr>
              <a:xfrm>
                <a:off x="4900900" y="7388550"/>
                <a:ext cx="392625" cy="407500"/>
                <a:chOff x="4900900" y="7388550"/>
                <a:chExt cx="392625" cy="407500"/>
              </a:xfrm>
            </p:grpSpPr>
            <p:sp>
              <p:nvSpPr>
                <p:cNvPr id="782" name="Google Shape;782;p47"/>
                <p:cNvSpPr/>
                <p:nvPr/>
              </p:nvSpPr>
              <p:spPr>
                <a:xfrm>
                  <a:off x="4900900" y="7394400"/>
                  <a:ext cx="371200" cy="291650"/>
                </a:xfrm>
                <a:custGeom>
                  <a:rect b="b" l="l" r="r" t="t"/>
                  <a:pathLst>
                    <a:path extrusionOk="0" h="11666" w="14848">
                      <a:moveTo>
                        <a:pt x="8353" y="0"/>
                      </a:moveTo>
                      <a:cubicBezTo>
                        <a:pt x="7265" y="0"/>
                        <a:pt x="6122" y="247"/>
                        <a:pt x="5025" y="766"/>
                      </a:cubicBezTo>
                      <a:cubicBezTo>
                        <a:pt x="1655" y="2362"/>
                        <a:pt x="0" y="5922"/>
                        <a:pt x="1334" y="8720"/>
                      </a:cubicBezTo>
                      <a:cubicBezTo>
                        <a:pt x="2225" y="10607"/>
                        <a:pt x="4243" y="11665"/>
                        <a:pt x="6495" y="11665"/>
                      </a:cubicBezTo>
                      <a:cubicBezTo>
                        <a:pt x="7583" y="11665"/>
                        <a:pt x="8726" y="11418"/>
                        <a:pt x="9823" y="10899"/>
                      </a:cubicBezTo>
                      <a:cubicBezTo>
                        <a:pt x="13193" y="9303"/>
                        <a:pt x="14848" y="5743"/>
                        <a:pt x="13526" y="2945"/>
                      </a:cubicBezTo>
                      <a:cubicBezTo>
                        <a:pt x="12627" y="1059"/>
                        <a:pt x="10607" y="0"/>
                        <a:pt x="8353" y="0"/>
                      </a:cubicBezTo>
                      <a:close/>
                    </a:path>
                  </a:pathLst>
                </a:custGeom>
                <a:solidFill>
                  <a:srgbClr val="6BC0CE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83" name="Google Shape;783;p47"/>
                <p:cNvSpPr/>
                <p:nvPr/>
              </p:nvSpPr>
              <p:spPr>
                <a:xfrm>
                  <a:off x="4942875" y="7426825"/>
                  <a:ext cx="148250" cy="157900"/>
                </a:xfrm>
                <a:custGeom>
                  <a:rect b="b" l="l" r="r" t="t"/>
                  <a:pathLst>
                    <a:path extrusionOk="0" h="6316" w="5930">
                      <a:moveTo>
                        <a:pt x="4463" y="0"/>
                      </a:moveTo>
                      <a:cubicBezTo>
                        <a:pt x="3746" y="0"/>
                        <a:pt x="3179" y="2660"/>
                        <a:pt x="3179" y="2660"/>
                      </a:cubicBezTo>
                      <a:cubicBezTo>
                        <a:pt x="3179" y="2660"/>
                        <a:pt x="2706" y="1153"/>
                        <a:pt x="2447" y="1153"/>
                      </a:cubicBezTo>
                      <a:cubicBezTo>
                        <a:pt x="2437" y="1153"/>
                        <a:pt x="2427" y="1155"/>
                        <a:pt x="2417" y="1160"/>
                      </a:cubicBezTo>
                      <a:cubicBezTo>
                        <a:pt x="2167" y="1303"/>
                        <a:pt x="2905" y="2863"/>
                        <a:pt x="2905" y="2863"/>
                      </a:cubicBezTo>
                      <a:cubicBezTo>
                        <a:pt x="2905" y="2863"/>
                        <a:pt x="0" y="3565"/>
                        <a:pt x="60" y="3958"/>
                      </a:cubicBezTo>
                      <a:cubicBezTo>
                        <a:pt x="69" y="4015"/>
                        <a:pt x="136" y="4039"/>
                        <a:pt x="245" y="4039"/>
                      </a:cubicBezTo>
                      <a:cubicBezTo>
                        <a:pt x="864" y="4039"/>
                        <a:pt x="2810" y="3256"/>
                        <a:pt x="2810" y="3256"/>
                      </a:cubicBezTo>
                      <a:lnTo>
                        <a:pt x="2810" y="3256"/>
                      </a:lnTo>
                      <a:cubicBezTo>
                        <a:pt x="2810" y="3256"/>
                        <a:pt x="1596" y="5589"/>
                        <a:pt x="2000" y="5744"/>
                      </a:cubicBezTo>
                      <a:cubicBezTo>
                        <a:pt x="2014" y="5749"/>
                        <a:pt x="2027" y="5751"/>
                        <a:pt x="2042" y="5751"/>
                      </a:cubicBezTo>
                      <a:cubicBezTo>
                        <a:pt x="2473" y="5751"/>
                        <a:pt x="3310" y="3541"/>
                        <a:pt x="3310" y="3541"/>
                      </a:cubicBezTo>
                      <a:lnTo>
                        <a:pt x="5751" y="6316"/>
                      </a:lnTo>
                      <a:lnTo>
                        <a:pt x="5930" y="6066"/>
                      </a:lnTo>
                      <a:lnTo>
                        <a:pt x="3858" y="3160"/>
                      </a:lnTo>
                      <a:cubicBezTo>
                        <a:pt x="3858" y="3160"/>
                        <a:pt x="5930" y="2625"/>
                        <a:pt x="5751" y="2065"/>
                      </a:cubicBezTo>
                      <a:cubicBezTo>
                        <a:pt x="5717" y="1964"/>
                        <a:pt x="5627" y="1923"/>
                        <a:pt x="5504" y="1923"/>
                      </a:cubicBezTo>
                      <a:cubicBezTo>
                        <a:pt x="4944" y="1923"/>
                        <a:pt x="3679" y="2779"/>
                        <a:pt x="3679" y="2779"/>
                      </a:cubicBezTo>
                      <a:cubicBezTo>
                        <a:pt x="3679" y="2779"/>
                        <a:pt x="5322" y="267"/>
                        <a:pt x="4560" y="17"/>
                      </a:cubicBezTo>
                      <a:cubicBezTo>
                        <a:pt x="4527" y="6"/>
                        <a:pt x="4495" y="0"/>
                        <a:pt x="4463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84" name="Google Shape;784;p47"/>
                <p:cNvSpPr/>
                <p:nvPr/>
              </p:nvSpPr>
              <p:spPr>
                <a:xfrm>
                  <a:off x="5081350" y="7445625"/>
                  <a:ext cx="105125" cy="131075"/>
                </a:xfrm>
                <a:custGeom>
                  <a:rect b="b" l="l" r="r" t="t"/>
                  <a:pathLst>
                    <a:path extrusionOk="0" h="5243" w="4205">
                      <a:moveTo>
                        <a:pt x="587" y="0"/>
                      </a:moveTo>
                      <a:cubicBezTo>
                        <a:pt x="565" y="0"/>
                        <a:pt x="543" y="5"/>
                        <a:pt x="521" y="15"/>
                      </a:cubicBezTo>
                      <a:cubicBezTo>
                        <a:pt x="69" y="230"/>
                        <a:pt x="1355" y="2337"/>
                        <a:pt x="1355" y="2337"/>
                      </a:cubicBezTo>
                      <a:cubicBezTo>
                        <a:pt x="1355" y="2337"/>
                        <a:pt x="1275" y="2334"/>
                        <a:pt x="1154" y="2334"/>
                      </a:cubicBezTo>
                      <a:cubicBezTo>
                        <a:pt x="777" y="2334"/>
                        <a:pt x="0" y="2362"/>
                        <a:pt x="10" y="2587"/>
                      </a:cubicBezTo>
                      <a:cubicBezTo>
                        <a:pt x="16" y="2755"/>
                        <a:pt x="410" y="2793"/>
                        <a:pt x="770" y="2793"/>
                      </a:cubicBezTo>
                      <a:cubicBezTo>
                        <a:pt x="1075" y="2793"/>
                        <a:pt x="1355" y="2766"/>
                        <a:pt x="1355" y="2766"/>
                      </a:cubicBezTo>
                      <a:lnTo>
                        <a:pt x="1355" y="2766"/>
                      </a:lnTo>
                      <a:lnTo>
                        <a:pt x="914" y="5242"/>
                      </a:lnTo>
                      <a:lnTo>
                        <a:pt x="1141" y="5242"/>
                      </a:lnTo>
                      <a:lnTo>
                        <a:pt x="1760" y="2682"/>
                      </a:lnTo>
                      <a:cubicBezTo>
                        <a:pt x="1760" y="2682"/>
                        <a:pt x="2736" y="3727"/>
                        <a:pt x="3109" y="3727"/>
                      </a:cubicBezTo>
                      <a:cubicBezTo>
                        <a:pt x="3146" y="3727"/>
                        <a:pt x="3177" y="3717"/>
                        <a:pt x="3200" y="3694"/>
                      </a:cubicBezTo>
                      <a:cubicBezTo>
                        <a:pt x="3474" y="3432"/>
                        <a:pt x="2081" y="2623"/>
                        <a:pt x="2081" y="2623"/>
                      </a:cubicBezTo>
                      <a:lnTo>
                        <a:pt x="2081" y="2623"/>
                      </a:lnTo>
                      <a:cubicBezTo>
                        <a:pt x="2081" y="2623"/>
                        <a:pt x="2203" y="2626"/>
                        <a:pt x="2387" y="2626"/>
                      </a:cubicBezTo>
                      <a:cubicBezTo>
                        <a:pt x="2976" y="2626"/>
                        <a:pt x="4204" y="2592"/>
                        <a:pt x="4141" y="2301"/>
                      </a:cubicBezTo>
                      <a:cubicBezTo>
                        <a:pt x="4095" y="2117"/>
                        <a:pt x="3646" y="2069"/>
                        <a:pt x="3195" y="2069"/>
                      </a:cubicBezTo>
                      <a:cubicBezTo>
                        <a:pt x="2716" y="2069"/>
                        <a:pt x="2236" y="2123"/>
                        <a:pt x="2236" y="2123"/>
                      </a:cubicBezTo>
                      <a:cubicBezTo>
                        <a:pt x="2236" y="2123"/>
                        <a:pt x="4201" y="694"/>
                        <a:pt x="3689" y="408"/>
                      </a:cubicBezTo>
                      <a:cubicBezTo>
                        <a:pt x="3653" y="388"/>
                        <a:pt x="3612" y="378"/>
                        <a:pt x="3568" y="378"/>
                      </a:cubicBezTo>
                      <a:cubicBezTo>
                        <a:pt x="2987" y="378"/>
                        <a:pt x="1724" y="1980"/>
                        <a:pt x="1724" y="1980"/>
                      </a:cubicBezTo>
                      <a:cubicBezTo>
                        <a:pt x="1724" y="1980"/>
                        <a:pt x="1043" y="0"/>
                        <a:pt x="587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85" name="Google Shape;785;p47"/>
                <p:cNvSpPr/>
                <p:nvPr/>
              </p:nvSpPr>
              <p:spPr>
                <a:xfrm>
                  <a:off x="5013125" y="7560875"/>
                  <a:ext cx="201825" cy="79575"/>
                </a:xfrm>
                <a:custGeom>
                  <a:rect b="b" l="l" r="r" t="t"/>
                  <a:pathLst>
                    <a:path extrusionOk="0" h="3183" w="8073">
                      <a:moveTo>
                        <a:pt x="5150" y="0"/>
                      </a:moveTo>
                      <a:cubicBezTo>
                        <a:pt x="3344" y="0"/>
                        <a:pt x="1157" y="598"/>
                        <a:pt x="0" y="3132"/>
                      </a:cubicBezTo>
                      <a:cubicBezTo>
                        <a:pt x="0" y="3132"/>
                        <a:pt x="398" y="3183"/>
                        <a:pt x="1038" y="3183"/>
                      </a:cubicBezTo>
                      <a:cubicBezTo>
                        <a:pt x="2678" y="3183"/>
                        <a:pt x="5905" y="2850"/>
                        <a:pt x="8073" y="477"/>
                      </a:cubicBezTo>
                      <a:cubicBezTo>
                        <a:pt x="8073" y="477"/>
                        <a:pt x="6763" y="0"/>
                        <a:pt x="515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86" name="Google Shape;786;p47"/>
                <p:cNvSpPr/>
                <p:nvPr/>
              </p:nvSpPr>
              <p:spPr>
                <a:xfrm>
                  <a:off x="4911900" y="7388550"/>
                  <a:ext cx="381625" cy="407500"/>
                </a:xfrm>
                <a:custGeom>
                  <a:rect b="b" l="l" r="r" t="t"/>
                  <a:pathLst>
                    <a:path extrusionOk="0" h="16300" w="15265">
                      <a:moveTo>
                        <a:pt x="7919" y="465"/>
                      </a:moveTo>
                      <a:cubicBezTo>
                        <a:pt x="10145" y="465"/>
                        <a:pt x="12050" y="1548"/>
                        <a:pt x="12872" y="3275"/>
                      </a:cubicBezTo>
                      <a:cubicBezTo>
                        <a:pt x="14134" y="5953"/>
                        <a:pt x="12526" y="9382"/>
                        <a:pt x="9288" y="10918"/>
                      </a:cubicBezTo>
                      <a:cubicBezTo>
                        <a:pt x="8252" y="11407"/>
                        <a:pt x="7145" y="11657"/>
                        <a:pt x="6049" y="11657"/>
                      </a:cubicBezTo>
                      <a:cubicBezTo>
                        <a:pt x="3823" y="11657"/>
                        <a:pt x="1918" y="10585"/>
                        <a:pt x="1096" y="8847"/>
                      </a:cubicBezTo>
                      <a:cubicBezTo>
                        <a:pt x="489" y="7561"/>
                        <a:pt x="525" y="6061"/>
                        <a:pt x="1192" y="4620"/>
                      </a:cubicBezTo>
                      <a:cubicBezTo>
                        <a:pt x="1870" y="3167"/>
                        <a:pt x="3108" y="1965"/>
                        <a:pt x="4680" y="1215"/>
                      </a:cubicBezTo>
                      <a:cubicBezTo>
                        <a:pt x="5716" y="727"/>
                        <a:pt x="6835" y="465"/>
                        <a:pt x="7919" y="465"/>
                      </a:cubicBezTo>
                      <a:close/>
                      <a:moveTo>
                        <a:pt x="7919" y="0"/>
                      </a:moveTo>
                      <a:cubicBezTo>
                        <a:pt x="6764" y="0"/>
                        <a:pt x="5573" y="274"/>
                        <a:pt x="4490" y="786"/>
                      </a:cubicBezTo>
                      <a:cubicBezTo>
                        <a:pt x="2811" y="1584"/>
                        <a:pt x="1489" y="2870"/>
                        <a:pt x="763" y="4429"/>
                      </a:cubicBezTo>
                      <a:cubicBezTo>
                        <a:pt x="37" y="5989"/>
                        <a:pt x="1" y="7632"/>
                        <a:pt x="680" y="9049"/>
                      </a:cubicBezTo>
                      <a:cubicBezTo>
                        <a:pt x="1573" y="10954"/>
                        <a:pt x="3632" y="12133"/>
                        <a:pt x="6049" y="12133"/>
                      </a:cubicBezTo>
                      <a:cubicBezTo>
                        <a:pt x="7204" y="12133"/>
                        <a:pt x="8395" y="11859"/>
                        <a:pt x="9478" y="11335"/>
                      </a:cubicBezTo>
                      <a:cubicBezTo>
                        <a:pt x="9776" y="11204"/>
                        <a:pt x="10062" y="11049"/>
                        <a:pt x="10324" y="10883"/>
                      </a:cubicBezTo>
                      <a:lnTo>
                        <a:pt x="13538" y="16300"/>
                      </a:lnTo>
                      <a:lnTo>
                        <a:pt x="15265" y="14859"/>
                      </a:lnTo>
                      <a:lnTo>
                        <a:pt x="11300" y="10168"/>
                      </a:lnTo>
                      <a:cubicBezTo>
                        <a:pt x="13503" y="8275"/>
                        <a:pt x="14396" y="5418"/>
                        <a:pt x="13288" y="3072"/>
                      </a:cubicBezTo>
                      <a:cubicBezTo>
                        <a:pt x="12395" y="1179"/>
                        <a:pt x="10336" y="0"/>
                        <a:pt x="791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87" name="Google Shape;787;p47"/>
                <p:cNvSpPr/>
                <p:nvPr/>
              </p:nvSpPr>
              <p:spPr>
                <a:xfrm>
                  <a:off x="4996750" y="7559400"/>
                  <a:ext cx="230400" cy="106000"/>
                </a:xfrm>
                <a:custGeom>
                  <a:rect b="b" l="l" r="r" t="t"/>
                  <a:pathLst>
                    <a:path extrusionOk="0" h="4240" w="9216">
                      <a:moveTo>
                        <a:pt x="8477" y="1"/>
                      </a:moveTo>
                      <a:lnTo>
                        <a:pt x="8477" y="120"/>
                      </a:lnTo>
                      <a:cubicBezTo>
                        <a:pt x="8597" y="120"/>
                        <a:pt x="8930" y="167"/>
                        <a:pt x="9001" y="370"/>
                      </a:cubicBezTo>
                      <a:cubicBezTo>
                        <a:pt x="9061" y="548"/>
                        <a:pt x="8954" y="905"/>
                        <a:pt x="8096" y="1608"/>
                      </a:cubicBezTo>
                      <a:lnTo>
                        <a:pt x="8168" y="1703"/>
                      </a:lnTo>
                      <a:cubicBezTo>
                        <a:pt x="8906" y="1084"/>
                        <a:pt x="9216" y="643"/>
                        <a:pt x="9109" y="334"/>
                      </a:cubicBezTo>
                      <a:cubicBezTo>
                        <a:pt x="9001" y="12"/>
                        <a:pt x="8501" y="1"/>
                        <a:pt x="8477" y="1"/>
                      </a:cubicBezTo>
                      <a:close/>
                      <a:moveTo>
                        <a:pt x="203" y="2929"/>
                      </a:moveTo>
                      <a:cubicBezTo>
                        <a:pt x="203" y="2941"/>
                        <a:pt x="0" y="3239"/>
                        <a:pt x="167" y="3501"/>
                      </a:cubicBezTo>
                      <a:cubicBezTo>
                        <a:pt x="298" y="3703"/>
                        <a:pt x="631" y="3799"/>
                        <a:pt x="1143" y="3799"/>
                      </a:cubicBezTo>
                      <a:cubicBezTo>
                        <a:pt x="1560" y="3799"/>
                        <a:pt x="2108" y="3739"/>
                        <a:pt x="2762" y="3608"/>
                      </a:cubicBezTo>
                      <a:lnTo>
                        <a:pt x="2751" y="3489"/>
                      </a:lnTo>
                      <a:cubicBezTo>
                        <a:pt x="2033" y="3634"/>
                        <a:pt x="1518" y="3688"/>
                        <a:pt x="1149" y="3688"/>
                      </a:cubicBezTo>
                      <a:cubicBezTo>
                        <a:pt x="551" y="3688"/>
                        <a:pt x="336" y="3547"/>
                        <a:pt x="262" y="3430"/>
                      </a:cubicBezTo>
                      <a:cubicBezTo>
                        <a:pt x="131" y="3239"/>
                        <a:pt x="298" y="3001"/>
                        <a:pt x="298" y="2989"/>
                      </a:cubicBezTo>
                      <a:lnTo>
                        <a:pt x="203" y="2929"/>
                      </a:lnTo>
                      <a:close/>
                      <a:moveTo>
                        <a:pt x="6120" y="2703"/>
                      </a:moveTo>
                      <a:cubicBezTo>
                        <a:pt x="3883" y="3980"/>
                        <a:pt x="2106" y="4119"/>
                        <a:pt x="1434" y="4119"/>
                      </a:cubicBezTo>
                      <a:cubicBezTo>
                        <a:pt x="1247" y="4119"/>
                        <a:pt x="1146" y="4108"/>
                        <a:pt x="1143" y="4108"/>
                      </a:cubicBezTo>
                      <a:lnTo>
                        <a:pt x="1131" y="4215"/>
                      </a:lnTo>
                      <a:cubicBezTo>
                        <a:pt x="1131" y="4227"/>
                        <a:pt x="1238" y="4239"/>
                        <a:pt x="1429" y="4239"/>
                      </a:cubicBezTo>
                      <a:cubicBezTo>
                        <a:pt x="2120" y="4239"/>
                        <a:pt x="3917" y="4084"/>
                        <a:pt x="6180" y="2810"/>
                      </a:cubicBezTo>
                      <a:lnTo>
                        <a:pt x="6120" y="2703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88" name="Google Shape;788;p47"/>
                <p:cNvSpPr/>
                <p:nvPr/>
              </p:nvSpPr>
              <p:spPr>
                <a:xfrm>
                  <a:off x="5150025" y="7415975"/>
                  <a:ext cx="76825" cy="59475"/>
                </a:xfrm>
                <a:custGeom>
                  <a:rect b="b" l="l" r="r" t="t"/>
                  <a:pathLst>
                    <a:path extrusionOk="0" h="2379" w="3073">
                      <a:moveTo>
                        <a:pt x="322" y="0"/>
                      </a:moveTo>
                      <a:cubicBezTo>
                        <a:pt x="251" y="0"/>
                        <a:pt x="198" y="19"/>
                        <a:pt x="168" y="58"/>
                      </a:cubicBezTo>
                      <a:cubicBezTo>
                        <a:pt x="1" y="261"/>
                        <a:pt x="477" y="927"/>
                        <a:pt x="1239" y="1558"/>
                      </a:cubicBezTo>
                      <a:cubicBezTo>
                        <a:pt x="1844" y="2057"/>
                        <a:pt x="2448" y="2378"/>
                        <a:pt x="2747" y="2378"/>
                      </a:cubicBezTo>
                      <a:cubicBezTo>
                        <a:pt x="2819" y="2378"/>
                        <a:pt x="2874" y="2360"/>
                        <a:pt x="2906" y="2320"/>
                      </a:cubicBezTo>
                      <a:cubicBezTo>
                        <a:pt x="3073" y="2118"/>
                        <a:pt x="2597" y="1451"/>
                        <a:pt x="1835" y="820"/>
                      </a:cubicBezTo>
                      <a:cubicBezTo>
                        <a:pt x="1230" y="321"/>
                        <a:pt x="618" y="0"/>
                        <a:pt x="322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89" name="Google Shape;789;p47"/>
                <p:cNvSpPr/>
                <p:nvPr/>
              </p:nvSpPr>
              <p:spPr>
                <a:xfrm>
                  <a:off x="5171175" y="7645725"/>
                  <a:ext cx="39600" cy="35450"/>
                </a:xfrm>
                <a:custGeom>
                  <a:rect b="b" l="l" r="r" t="t"/>
                  <a:pathLst>
                    <a:path extrusionOk="0" h="1418" w="1584">
                      <a:moveTo>
                        <a:pt x="1179" y="0"/>
                      </a:moveTo>
                      <a:lnTo>
                        <a:pt x="0" y="834"/>
                      </a:lnTo>
                      <a:lnTo>
                        <a:pt x="131" y="1024"/>
                      </a:lnTo>
                      <a:lnTo>
                        <a:pt x="1322" y="191"/>
                      </a:lnTo>
                      <a:lnTo>
                        <a:pt x="1179" y="0"/>
                      </a:lnTo>
                      <a:close/>
                      <a:moveTo>
                        <a:pt x="1453" y="369"/>
                      </a:moveTo>
                      <a:lnTo>
                        <a:pt x="215" y="1215"/>
                      </a:lnTo>
                      <a:lnTo>
                        <a:pt x="346" y="1417"/>
                      </a:lnTo>
                      <a:lnTo>
                        <a:pt x="1584" y="560"/>
                      </a:lnTo>
                      <a:lnTo>
                        <a:pt x="1453" y="369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790" name="Google Shape;790;p47"/>
            <p:cNvSpPr/>
            <p:nvPr/>
          </p:nvSpPr>
          <p:spPr>
            <a:xfrm>
              <a:off x="1222825" y="4724475"/>
              <a:ext cx="282600" cy="103500"/>
            </a:xfrm>
            <a:prstGeom prst="ellipse">
              <a:avLst/>
            </a:prstGeom>
            <a:solidFill>
              <a:srgbClr val="033342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2" name="Google Shape;792;p48"/>
          <p:cNvGrpSpPr/>
          <p:nvPr/>
        </p:nvGrpSpPr>
        <p:grpSpPr>
          <a:xfrm>
            <a:off x="0" y="0"/>
            <a:ext cx="9144003" cy="5143501"/>
            <a:chOff x="0" y="0"/>
            <a:chExt cx="9144003" cy="5143501"/>
          </a:xfrm>
        </p:grpSpPr>
        <p:pic>
          <p:nvPicPr>
            <p:cNvPr id="793" name="Google Shape;793;p48"/>
            <p:cNvPicPr preferRelativeResize="0"/>
            <p:nvPr/>
          </p:nvPicPr>
          <p:blipFill rotWithShape="1">
            <a:blip r:embed="rId2">
              <a:alphaModFix/>
            </a:blip>
            <a:srcRect b="8068" l="0" r="0" t="8060"/>
            <a:stretch/>
          </p:blipFill>
          <p:spPr>
            <a:xfrm>
              <a:off x="0" y="0"/>
              <a:ext cx="9144003" cy="5143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4" name="Google Shape;794;p48"/>
            <p:cNvSpPr/>
            <p:nvPr/>
          </p:nvSpPr>
          <p:spPr>
            <a:xfrm>
              <a:off x="209980" y="194500"/>
              <a:ext cx="8763466" cy="4752275"/>
            </a:xfrm>
            <a:custGeom>
              <a:rect b="b" l="l" r="r" t="t"/>
              <a:pathLst>
                <a:path extrusionOk="0" h="147209" w="271904">
                  <a:moveTo>
                    <a:pt x="596" y="0"/>
                  </a:moveTo>
                  <a:lnTo>
                    <a:pt x="596" y="0"/>
                  </a:lnTo>
                  <a:cubicBezTo>
                    <a:pt x="2025" y="5965"/>
                    <a:pt x="3072" y="13895"/>
                    <a:pt x="3644" y="22312"/>
                  </a:cubicBezTo>
                  <a:cubicBezTo>
                    <a:pt x="7942" y="23515"/>
                    <a:pt x="13609" y="23932"/>
                    <a:pt x="5085" y="25063"/>
                  </a:cubicBezTo>
                  <a:cubicBezTo>
                    <a:pt x="5096" y="25110"/>
                    <a:pt x="5108" y="25146"/>
                    <a:pt x="5120" y="25194"/>
                  </a:cubicBezTo>
                  <a:cubicBezTo>
                    <a:pt x="5263" y="25301"/>
                    <a:pt x="5394" y="25396"/>
                    <a:pt x="5525" y="25503"/>
                  </a:cubicBezTo>
                  <a:cubicBezTo>
                    <a:pt x="5692" y="25539"/>
                    <a:pt x="5954" y="25479"/>
                    <a:pt x="6037" y="25658"/>
                  </a:cubicBezTo>
                  <a:cubicBezTo>
                    <a:pt x="8561" y="26230"/>
                    <a:pt x="4561" y="26670"/>
                    <a:pt x="3894" y="26789"/>
                  </a:cubicBezTo>
                  <a:cubicBezTo>
                    <a:pt x="4203" y="33719"/>
                    <a:pt x="4192" y="40803"/>
                    <a:pt x="3787" y="47256"/>
                  </a:cubicBezTo>
                  <a:cubicBezTo>
                    <a:pt x="2560" y="47137"/>
                    <a:pt x="1298" y="47006"/>
                    <a:pt x="1" y="46875"/>
                  </a:cubicBezTo>
                  <a:lnTo>
                    <a:pt x="1" y="46875"/>
                  </a:lnTo>
                  <a:cubicBezTo>
                    <a:pt x="1429" y="52840"/>
                    <a:pt x="2477" y="60770"/>
                    <a:pt x="3049" y="69199"/>
                  </a:cubicBezTo>
                  <a:cubicBezTo>
                    <a:pt x="7347" y="70402"/>
                    <a:pt x="13014" y="70818"/>
                    <a:pt x="4489" y="71949"/>
                  </a:cubicBezTo>
                  <a:cubicBezTo>
                    <a:pt x="4501" y="71985"/>
                    <a:pt x="4513" y="72033"/>
                    <a:pt x="4525" y="72069"/>
                  </a:cubicBezTo>
                  <a:cubicBezTo>
                    <a:pt x="4668" y="72176"/>
                    <a:pt x="4787" y="72283"/>
                    <a:pt x="4930" y="72390"/>
                  </a:cubicBezTo>
                  <a:cubicBezTo>
                    <a:pt x="5096" y="72414"/>
                    <a:pt x="5358" y="72366"/>
                    <a:pt x="5442" y="72545"/>
                  </a:cubicBezTo>
                  <a:cubicBezTo>
                    <a:pt x="7966" y="73104"/>
                    <a:pt x="3965" y="73557"/>
                    <a:pt x="3299" y="73664"/>
                  </a:cubicBezTo>
                  <a:cubicBezTo>
                    <a:pt x="3513" y="78510"/>
                    <a:pt x="3572" y="83427"/>
                    <a:pt x="3453" y="88154"/>
                  </a:cubicBezTo>
                  <a:cubicBezTo>
                    <a:pt x="2322" y="88047"/>
                    <a:pt x="1179" y="87928"/>
                    <a:pt x="1" y="87809"/>
                  </a:cubicBezTo>
                  <a:lnTo>
                    <a:pt x="1" y="87809"/>
                  </a:lnTo>
                  <a:cubicBezTo>
                    <a:pt x="989" y="91940"/>
                    <a:pt x="1798" y="97036"/>
                    <a:pt x="2394" y="102584"/>
                  </a:cubicBezTo>
                  <a:cubicBezTo>
                    <a:pt x="2239" y="103727"/>
                    <a:pt x="2072" y="104834"/>
                    <a:pt x="1882" y="105894"/>
                  </a:cubicBezTo>
                  <a:cubicBezTo>
                    <a:pt x="2156" y="105870"/>
                    <a:pt x="2429" y="105846"/>
                    <a:pt x="2715" y="105811"/>
                  </a:cubicBezTo>
                  <a:cubicBezTo>
                    <a:pt x="2834" y="107228"/>
                    <a:pt x="2953" y="108668"/>
                    <a:pt x="3049" y="110121"/>
                  </a:cubicBezTo>
                  <a:cubicBezTo>
                    <a:pt x="7347" y="111323"/>
                    <a:pt x="13014" y="111740"/>
                    <a:pt x="4489" y="112871"/>
                  </a:cubicBezTo>
                  <a:cubicBezTo>
                    <a:pt x="4501" y="112919"/>
                    <a:pt x="4513" y="112954"/>
                    <a:pt x="4525" y="113002"/>
                  </a:cubicBezTo>
                  <a:cubicBezTo>
                    <a:pt x="4668" y="113109"/>
                    <a:pt x="4799" y="113205"/>
                    <a:pt x="4930" y="113312"/>
                  </a:cubicBezTo>
                  <a:cubicBezTo>
                    <a:pt x="5096" y="113347"/>
                    <a:pt x="5358" y="113288"/>
                    <a:pt x="5442" y="113466"/>
                  </a:cubicBezTo>
                  <a:cubicBezTo>
                    <a:pt x="7966" y="114038"/>
                    <a:pt x="3965" y="114478"/>
                    <a:pt x="3299" y="114598"/>
                  </a:cubicBezTo>
                  <a:cubicBezTo>
                    <a:pt x="3822" y="126123"/>
                    <a:pt x="4668" y="127147"/>
                    <a:pt x="3120" y="135886"/>
                  </a:cubicBezTo>
                  <a:cubicBezTo>
                    <a:pt x="4608" y="136338"/>
                    <a:pt x="14133" y="147209"/>
                    <a:pt x="14133" y="147209"/>
                  </a:cubicBezTo>
                  <a:cubicBezTo>
                    <a:pt x="14133" y="147209"/>
                    <a:pt x="16765" y="146220"/>
                    <a:pt x="20479" y="146137"/>
                  </a:cubicBezTo>
                  <a:cubicBezTo>
                    <a:pt x="20503" y="146054"/>
                    <a:pt x="20539" y="145959"/>
                    <a:pt x="20563" y="145875"/>
                  </a:cubicBezTo>
                  <a:lnTo>
                    <a:pt x="20563" y="145875"/>
                  </a:lnTo>
                  <a:cubicBezTo>
                    <a:pt x="20491" y="146340"/>
                    <a:pt x="23242" y="146363"/>
                    <a:pt x="23158" y="146816"/>
                  </a:cubicBezTo>
                  <a:cubicBezTo>
                    <a:pt x="29516" y="146220"/>
                    <a:pt x="36481" y="145875"/>
                    <a:pt x="44589" y="145697"/>
                  </a:cubicBezTo>
                  <a:cubicBezTo>
                    <a:pt x="44613" y="145625"/>
                    <a:pt x="44637" y="145554"/>
                    <a:pt x="44661" y="145494"/>
                  </a:cubicBezTo>
                  <a:cubicBezTo>
                    <a:pt x="45090" y="145494"/>
                    <a:pt x="45530" y="145494"/>
                    <a:pt x="45959" y="145482"/>
                  </a:cubicBezTo>
                  <a:cubicBezTo>
                    <a:pt x="45959" y="145542"/>
                    <a:pt x="45959" y="145601"/>
                    <a:pt x="45959" y="145661"/>
                  </a:cubicBezTo>
                  <a:cubicBezTo>
                    <a:pt x="46173" y="145661"/>
                    <a:pt x="46387" y="145661"/>
                    <a:pt x="46602" y="145649"/>
                  </a:cubicBezTo>
                  <a:cubicBezTo>
                    <a:pt x="46637" y="145601"/>
                    <a:pt x="46661" y="145542"/>
                    <a:pt x="46685" y="145482"/>
                  </a:cubicBezTo>
                  <a:cubicBezTo>
                    <a:pt x="47197" y="145482"/>
                    <a:pt x="47709" y="145482"/>
                    <a:pt x="48221" y="145494"/>
                  </a:cubicBezTo>
                  <a:cubicBezTo>
                    <a:pt x="48221" y="145530"/>
                    <a:pt x="48221" y="145578"/>
                    <a:pt x="48221" y="145625"/>
                  </a:cubicBezTo>
                  <a:cubicBezTo>
                    <a:pt x="50912" y="145578"/>
                    <a:pt x="53900" y="145542"/>
                    <a:pt x="57031" y="145518"/>
                  </a:cubicBezTo>
                  <a:cubicBezTo>
                    <a:pt x="59651" y="145542"/>
                    <a:pt x="62151" y="145566"/>
                    <a:pt x="64461" y="145601"/>
                  </a:cubicBezTo>
                  <a:cubicBezTo>
                    <a:pt x="64461" y="145566"/>
                    <a:pt x="64461" y="145530"/>
                    <a:pt x="64461" y="145494"/>
                  </a:cubicBezTo>
                  <a:cubicBezTo>
                    <a:pt x="65592" y="145488"/>
                    <a:pt x="66726" y="145485"/>
                    <a:pt x="67860" y="145485"/>
                  </a:cubicBezTo>
                  <a:cubicBezTo>
                    <a:pt x="68994" y="145485"/>
                    <a:pt x="70128" y="145488"/>
                    <a:pt x="71259" y="145494"/>
                  </a:cubicBezTo>
                  <a:cubicBezTo>
                    <a:pt x="71402" y="145578"/>
                    <a:pt x="71545" y="145661"/>
                    <a:pt x="71700" y="145744"/>
                  </a:cubicBezTo>
                  <a:cubicBezTo>
                    <a:pt x="78891" y="145947"/>
                    <a:pt x="85190" y="146268"/>
                    <a:pt x="90976" y="146816"/>
                  </a:cubicBezTo>
                  <a:cubicBezTo>
                    <a:pt x="90845" y="146054"/>
                    <a:pt x="90714" y="145256"/>
                    <a:pt x="90595" y="144435"/>
                  </a:cubicBezTo>
                  <a:lnTo>
                    <a:pt x="90595" y="144435"/>
                  </a:lnTo>
                  <a:cubicBezTo>
                    <a:pt x="91429" y="144792"/>
                    <a:pt x="92191" y="145304"/>
                    <a:pt x="92976" y="145744"/>
                  </a:cubicBezTo>
                  <a:cubicBezTo>
                    <a:pt x="96596" y="145851"/>
                    <a:pt x="99989" y="145982"/>
                    <a:pt x="103204" y="146161"/>
                  </a:cubicBezTo>
                  <a:cubicBezTo>
                    <a:pt x="103156" y="146375"/>
                    <a:pt x="103121" y="146601"/>
                    <a:pt x="103085" y="146828"/>
                  </a:cubicBezTo>
                  <a:cubicBezTo>
                    <a:pt x="104573" y="146685"/>
                    <a:pt x="106109" y="146554"/>
                    <a:pt x="107669" y="146447"/>
                  </a:cubicBezTo>
                  <a:cubicBezTo>
                    <a:pt x="109240" y="146554"/>
                    <a:pt x="110764" y="146685"/>
                    <a:pt x="112265" y="146828"/>
                  </a:cubicBezTo>
                  <a:cubicBezTo>
                    <a:pt x="112217" y="146601"/>
                    <a:pt x="112181" y="146375"/>
                    <a:pt x="112146" y="146161"/>
                  </a:cubicBezTo>
                  <a:cubicBezTo>
                    <a:pt x="115979" y="145947"/>
                    <a:pt x="120075" y="145792"/>
                    <a:pt x="124504" y="145697"/>
                  </a:cubicBezTo>
                  <a:cubicBezTo>
                    <a:pt x="125022" y="144156"/>
                    <a:pt x="125413" y="143165"/>
                    <a:pt x="125645" y="143165"/>
                  </a:cubicBezTo>
                  <a:cubicBezTo>
                    <a:pt x="125846" y="143165"/>
                    <a:pt x="125929" y="143902"/>
                    <a:pt x="125873" y="145661"/>
                  </a:cubicBezTo>
                  <a:cubicBezTo>
                    <a:pt x="126100" y="145661"/>
                    <a:pt x="126302" y="145661"/>
                    <a:pt x="126528" y="145649"/>
                  </a:cubicBezTo>
                  <a:cubicBezTo>
                    <a:pt x="127181" y="144357"/>
                    <a:pt x="127670" y="143321"/>
                    <a:pt x="127939" y="143321"/>
                  </a:cubicBezTo>
                  <a:cubicBezTo>
                    <a:pt x="128150" y="143321"/>
                    <a:pt x="128225" y="143963"/>
                    <a:pt x="128136" y="145625"/>
                  </a:cubicBezTo>
                  <a:cubicBezTo>
                    <a:pt x="130541" y="145589"/>
                    <a:pt x="133184" y="145554"/>
                    <a:pt x="135946" y="145530"/>
                  </a:cubicBezTo>
                  <a:cubicBezTo>
                    <a:pt x="138720" y="145554"/>
                    <a:pt x="141352" y="145589"/>
                    <a:pt x="143757" y="145625"/>
                  </a:cubicBezTo>
                  <a:cubicBezTo>
                    <a:pt x="143667" y="143963"/>
                    <a:pt x="143745" y="143321"/>
                    <a:pt x="143959" y="143321"/>
                  </a:cubicBezTo>
                  <a:cubicBezTo>
                    <a:pt x="144230" y="143321"/>
                    <a:pt x="144723" y="144357"/>
                    <a:pt x="145376" y="145649"/>
                  </a:cubicBezTo>
                  <a:cubicBezTo>
                    <a:pt x="145590" y="145661"/>
                    <a:pt x="145804" y="145661"/>
                    <a:pt x="146019" y="145661"/>
                  </a:cubicBezTo>
                  <a:cubicBezTo>
                    <a:pt x="145964" y="143902"/>
                    <a:pt x="146046" y="143165"/>
                    <a:pt x="146247" y="143165"/>
                  </a:cubicBezTo>
                  <a:cubicBezTo>
                    <a:pt x="146479" y="143165"/>
                    <a:pt x="146870" y="144156"/>
                    <a:pt x="147388" y="145697"/>
                  </a:cubicBezTo>
                  <a:cubicBezTo>
                    <a:pt x="151817" y="145792"/>
                    <a:pt x="155913" y="145947"/>
                    <a:pt x="159759" y="146161"/>
                  </a:cubicBezTo>
                  <a:cubicBezTo>
                    <a:pt x="159711" y="146375"/>
                    <a:pt x="159675" y="146601"/>
                    <a:pt x="159640" y="146828"/>
                  </a:cubicBezTo>
                  <a:cubicBezTo>
                    <a:pt x="161128" y="146685"/>
                    <a:pt x="162664" y="146554"/>
                    <a:pt x="164223" y="146447"/>
                  </a:cubicBezTo>
                  <a:cubicBezTo>
                    <a:pt x="165795" y="146554"/>
                    <a:pt x="167319" y="146685"/>
                    <a:pt x="168819" y="146828"/>
                  </a:cubicBezTo>
                  <a:cubicBezTo>
                    <a:pt x="168772" y="146601"/>
                    <a:pt x="168736" y="146375"/>
                    <a:pt x="168700" y="146161"/>
                  </a:cubicBezTo>
                  <a:cubicBezTo>
                    <a:pt x="171915" y="145982"/>
                    <a:pt x="175296" y="145851"/>
                    <a:pt x="178916" y="145744"/>
                  </a:cubicBezTo>
                  <a:cubicBezTo>
                    <a:pt x="179702" y="145304"/>
                    <a:pt x="180464" y="144792"/>
                    <a:pt x="181309" y="144435"/>
                  </a:cubicBezTo>
                  <a:lnTo>
                    <a:pt x="181309" y="144435"/>
                  </a:lnTo>
                  <a:cubicBezTo>
                    <a:pt x="181190" y="145256"/>
                    <a:pt x="181059" y="146054"/>
                    <a:pt x="180916" y="146816"/>
                  </a:cubicBezTo>
                  <a:cubicBezTo>
                    <a:pt x="186714" y="146268"/>
                    <a:pt x="193001" y="145947"/>
                    <a:pt x="200204" y="145744"/>
                  </a:cubicBezTo>
                  <a:cubicBezTo>
                    <a:pt x="200347" y="145661"/>
                    <a:pt x="200490" y="145578"/>
                    <a:pt x="200645" y="145494"/>
                  </a:cubicBezTo>
                  <a:cubicBezTo>
                    <a:pt x="201770" y="145488"/>
                    <a:pt x="202904" y="145485"/>
                    <a:pt x="204039" y="145485"/>
                  </a:cubicBezTo>
                  <a:cubicBezTo>
                    <a:pt x="205175" y="145485"/>
                    <a:pt x="206312" y="145488"/>
                    <a:pt x="207443" y="145494"/>
                  </a:cubicBezTo>
                  <a:cubicBezTo>
                    <a:pt x="207443" y="145530"/>
                    <a:pt x="207443" y="145566"/>
                    <a:pt x="207431" y="145601"/>
                  </a:cubicBezTo>
                  <a:cubicBezTo>
                    <a:pt x="209741" y="145566"/>
                    <a:pt x="212253" y="145542"/>
                    <a:pt x="214873" y="145518"/>
                  </a:cubicBezTo>
                  <a:cubicBezTo>
                    <a:pt x="218004" y="145542"/>
                    <a:pt x="220981" y="145578"/>
                    <a:pt x="223683" y="145625"/>
                  </a:cubicBezTo>
                  <a:cubicBezTo>
                    <a:pt x="223671" y="145578"/>
                    <a:pt x="223671" y="145530"/>
                    <a:pt x="223671" y="145494"/>
                  </a:cubicBezTo>
                  <a:cubicBezTo>
                    <a:pt x="224183" y="145494"/>
                    <a:pt x="224695" y="145482"/>
                    <a:pt x="225207" y="145482"/>
                  </a:cubicBezTo>
                  <a:cubicBezTo>
                    <a:pt x="225243" y="145542"/>
                    <a:pt x="225267" y="145601"/>
                    <a:pt x="225291" y="145649"/>
                  </a:cubicBezTo>
                  <a:cubicBezTo>
                    <a:pt x="225517" y="145661"/>
                    <a:pt x="225731" y="145661"/>
                    <a:pt x="225945" y="145661"/>
                  </a:cubicBezTo>
                  <a:cubicBezTo>
                    <a:pt x="225945" y="145601"/>
                    <a:pt x="225934" y="145542"/>
                    <a:pt x="225934" y="145482"/>
                  </a:cubicBezTo>
                  <a:cubicBezTo>
                    <a:pt x="226374" y="145482"/>
                    <a:pt x="226803" y="145482"/>
                    <a:pt x="227243" y="145494"/>
                  </a:cubicBezTo>
                  <a:cubicBezTo>
                    <a:pt x="227267" y="145554"/>
                    <a:pt x="227291" y="145625"/>
                    <a:pt x="227315" y="145697"/>
                  </a:cubicBezTo>
                  <a:cubicBezTo>
                    <a:pt x="235411" y="145875"/>
                    <a:pt x="242376" y="146220"/>
                    <a:pt x="248734" y="146816"/>
                  </a:cubicBezTo>
                  <a:cubicBezTo>
                    <a:pt x="248651" y="146363"/>
                    <a:pt x="248579" y="145899"/>
                    <a:pt x="248508" y="145423"/>
                  </a:cubicBezTo>
                  <a:lnTo>
                    <a:pt x="248508" y="145423"/>
                  </a:lnTo>
                  <a:cubicBezTo>
                    <a:pt x="248532" y="145506"/>
                    <a:pt x="248567" y="145601"/>
                    <a:pt x="248591" y="145697"/>
                  </a:cubicBezTo>
                  <a:cubicBezTo>
                    <a:pt x="256699" y="145875"/>
                    <a:pt x="263664" y="146220"/>
                    <a:pt x="270022" y="146816"/>
                  </a:cubicBezTo>
                  <a:cubicBezTo>
                    <a:pt x="268463" y="138065"/>
                    <a:pt x="268082" y="126123"/>
                    <a:pt x="268606" y="114598"/>
                  </a:cubicBezTo>
                  <a:cubicBezTo>
                    <a:pt x="267939" y="114478"/>
                    <a:pt x="263926" y="114038"/>
                    <a:pt x="266462" y="113466"/>
                  </a:cubicBezTo>
                  <a:cubicBezTo>
                    <a:pt x="266546" y="113288"/>
                    <a:pt x="266808" y="113347"/>
                    <a:pt x="266974" y="113312"/>
                  </a:cubicBezTo>
                  <a:cubicBezTo>
                    <a:pt x="267105" y="113205"/>
                    <a:pt x="267236" y="113109"/>
                    <a:pt x="267367" y="113002"/>
                  </a:cubicBezTo>
                  <a:cubicBezTo>
                    <a:pt x="267391" y="112954"/>
                    <a:pt x="267403" y="112919"/>
                    <a:pt x="267415" y="112871"/>
                  </a:cubicBezTo>
                  <a:cubicBezTo>
                    <a:pt x="258878" y="111740"/>
                    <a:pt x="264557" y="111323"/>
                    <a:pt x="268856" y="110121"/>
                  </a:cubicBezTo>
                  <a:cubicBezTo>
                    <a:pt x="268951" y="108668"/>
                    <a:pt x="269070" y="107228"/>
                    <a:pt x="269189" y="105811"/>
                  </a:cubicBezTo>
                  <a:cubicBezTo>
                    <a:pt x="269463" y="105846"/>
                    <a:pt x="269749" y="105870"/>
                    <a:pt x="270022" y="105894"/>
                  </a:cubicBezTo>
                  <a:cubicBezTo>
                    <a:pt x="269832" y="104834"/>
                    <a:pt x="269653" y="103727"/>
                    <a:pt x="269510" y="102584"/>
                  </a:cubicBezTo>
                  <a:cubicBezTo>
                    <a:pt x="270094" y="97036"/>
                    <a:pt x="270903" y="91940"/>
                    <a:pt x="271904" y="87809"/>
                  </a:cubicBezTo>
                  <a:lnTo>
                    <a:pt x="271904" y="87809"/>
                  </a:lnTo>
                  <a:cubicBezTo>
                    <a:pt x="270725" y="87928"/>
                    <a:pt x="269570" y="88047"/>
                    <a:pt x="268451" y="88154"/>
                  </a:cubicBezTo>
                  <a:cubicBezTo>
                    <a:pt x="268320" y="83427"/>
                    <a:pt x="268379" y="78510"/>
                    <a:pt x="268606" y="73664"/>
                  </a:cubicBezTo>
                  <a:cubicBezTo>
                    <a:pt x="267939" y="73557"/>
                    <a:pt x="263926" y="73104"/>
                    <a:pt x="266462" y="72545"/>
                  </a:cubicBezTo>
                  <a:cubicBezTo>
                    <a:pt x="266546" y="72366"/>
                    <a:pt x="266808" y="72426"/>
                    <a:pt x="266974" y="72390"/>
                  </a:cubicBezTo>
                  <a:cubicBezTo>
                    <a:pt x="267105" y="72283"/>
                    <a:pt x="267236" y="72176"/>
                    <a:pt x="267367" y="72069"/>
                  </a:cubicBezTo>
                  <a:cubicBezTo>
                    <a:pt x="267391" y="72033"/>
                    <a:pt x="267403" y="71985"/>
                    <a:pt x="267415" y="71949"/>
                  </a:cubicBezTo>
                  <a:cubicBezTo>
                    <a:pt x="258878" y="70818"/>
                    <a:pt x="264557" y="70402"/>
                    <a:pt x="268856" y="69199"/>
                  </a:cubicBezTo>
                  <a:cubicBezTo>
                    <a:pt x="269415" y="60770"/>
                    <a:pt x="270463" y="52840"/>
                    <a:pt x="271904" y="46875"/>
                  </a:cubicBezTo>
                  <a:lnTo>
                    <a:pt x="271904" y="46875"/>
                  </a:lnTo>
                  <a:cubicBezTo>
                    <a:pt x="270606" y="47006"/>
                    <a:pt x="269344" y="47137"/>
                    <a:pt x="268105" y="47256"/>
                  </a:cubicBezTo>
                  <a:cubicBezTo>
                    <a:pt x="267713" y="40803"/>
                    <a:pt x="267689" y="33719"/>
                    <a:pt x="268010" y="26789"/>
                  </a:cubicBezTo>
                  <a:cubicBezTo>
                    <a:pt x="267343" y="26670"/>
                    <a:pt x="263331" y="26230"/>
                    <a:pt x="265867" y="25658"/>
                  </a:cubicBezTo>
                  <a:cubicBezTo>
                    <a:pt x="265950" y="25479"/>
                    <a:pt x="266212" y="25539"/>
                    <a:pt x="266379" y="25503"/>
                  </a:cubicBezTo>
                  <a:cubicBezTo>
                    <a:pt x="266510" y="25396"/>
                    <a:pt x="266641" y="25301"/>
                    <a:pt x="266772" y="25194"/>
                  </a:cubicBezTo>
                  <a:cubicBezTo>
                    <a:pt x="266796" y="25146"/>
                    <a:pt x="266808" y="25110"/>
                    <a:pt x="266820" y="25063"/>
                  </a:cubicBezTo>
                  <a:cubicBezTo>
                    <a:pt x="258283" y="23932"/>
                    <a:pt x="263962" y="23515"/>
                    <a:pt x="268260" y="22312"/>
                  </a:cubicBezTo>
                  <a:cubicBezTo>
                    <a:pt x="268415" y="19919"/>
                    <a:pt x="268856" y="15300"/>
                    <a:pt x="268856" y="15300"/>
                  </a:cubicBezTo>
                  <a:lnTo>
                    <a:pt x="254901" y="1453"/>
                  </a:lnTo>
                  <a:cubicBezTo>
                    <a:pt x="254901" y="1453"/>
                    <a:pt x="251413" y="1679"/>
                    <a:pt x="249615" y="1774"/>
                  </a:cubicBezTo>
                  <a:cubicBezTo>
                    <a:pt x="249746" y="1167"/>
                    <a:pt x="249889" y="572"/>
                    <a:pt x="250020" y="0"/>
                  </a:cubicBezTo>
                  <a:lnTo>
                    <a:pt x="250020" y="0"/>
                  </a:lnTo>
                  <a:cubicBezTo>
                    <a:pt x="240828" y="929"/>
                    <a:pt x="233577" y="1572"/>
                    <a:pt x="225017" y="1929"/>
                  </a:cubicBezTo>
                  <a:cubicBezTo>
                    <a:pt x="224814" y="2179"/>
                    <a:pt x="224600" y="2441"/>
                    <a:pt x="224386" y="2715"/>
                  </a:cubicBezTo>
                  <a:cubicBezTo>
                    <a:pt x="223731" y="2953"/>
                    <a:pt x="223112" y="3274"/>
                    <a:pt x="222647" y="3751"/>
                  </a:cubicBezTo>
                  <a:cubicBezTo>
                    <a:pt x="222755" y="3346"/>
                    <a:pt x="222945" y="2774"/>
                    <a:pt x="223219" y="2000"/>
                  </a:cubicBezTo>
                  <a:cubicBezTo>
                    <a:pt x="223094" y="1992"/>
                    <a:pt x="222968" y="1988"/>
                    <a:pt x="222843" y="1988"/>
                  </a:cubicBezTo>
                  <a:cubicBezTo>
                    <a:pt x="221740" y="1988"/>
                    <a:pt x="220632" y="2285"/>
                    <a:pt x="219537" y="2285"/>
                  </a:cubicBezTo>
                  <a:cubicBezTo>
                    <a:pt x="219371" y="2285"/>
                    <a:pt x="219205" y="2278"/>
                    <a:pt x="219040" y="2262"/>
                  </a:cubicBezTo>
                  <a:cubicBezTo>
                    <a:pt x="218567" y="2506"/>
                    <a:pt x="218202" y="2952"/>
                    <a:pt x="217926" y="2952"/>
                  </a:cubicBezTo>
                  <a:cubicBezTo>
                    <a:pt x="217744" y="2952"/>
                    <a:pt x="217601" y="2757"/>
                    <a:pt x="217492" y="2179"/>
                  </a:cubicBezTo>
                  <a:cubicBezTo>
                    <a:pt x="216420" y="2203"/>
                    <a:pt x="215337" y="2227"/>
                    <a:pt x="214218" y="2239"/>
                  </a:cubicBezTo>
                  <a:cubicBezTo>
                    <a:pt x="210515" y="2179"/>
                    <a:pt x="207169" y="2084"/>
                    <a:pt x="204002" y="1965"/>
                  </a:cubicBezTo>
                  <a:cubicBezTo>
                    <a:pt x="203967" y="2131"/>
                    <a:pt x="203943" y="2298"/>
                    <a:pt x="203919" y="2453"/>
                  </a:cubicBezTo>
                  <a:cubicBezTo>
                    <a:pt x="203550" y="2560"/>
                    <a:pt x="203181" y="2679"/>
                    <a:pt x="202824" y="2822"/>
                  </a:cubicBezTo>
                  <a:cubicBezTo>
                    <a:pt x="202776" y="2548"/>
                    <a:pt x="202728" y="2239"/>
                    <a:pt x="202681" y="1905"/>
                  </a:cubicBezTo>
                  <a:cubicBezTo>
                    <a:pt x="194453" y="1524"/>
                    <a:pt x="187357" y="905"/>
                    <a:pt x="178440" y="0"/>
                  </a:cubicBezTo>
                  <a:lnTo>
                    <a:pt x="178440" y="0"/>
                  </a:lnTo>
                  <a:cubicBezTo>
                    <a:pt x="178582" y="572"/>
                    <a:pt x="178713" y="1167"/>
                    <a:pt x="178844" y="1774"/>
                  </a:cubicBezTo>
                  <a:cubicBezTo>
                    <a:pt x="175773" y="1607"/>
                    <a:pt x="172832" y="1417"/>
                    <a:pt x="169831" y="1179"/>
                  </a:cubicBezTo>
                  <a:cubicBezTo>
                    <a:pt x="169927" y="774"/>
                    <a:pt x="170010" y="381"/>
                    <a:pt x="170105" y="0"/>
                  </a:cubicBezTo>
                  <a:lnTo>
                    <a:pt x="170105" y="0"/>
                  </a:lnTo>
                  <a:cubicBezTo>
                    <a:pt x="167843" y="226"/>
                    <a:pt x="165700" y="441"/>
                    <a:pt x="163628" y="631"/>
                  </a:cubicBezTo>
                  <a:cubicBezTo>
                    <a:pt x="161556" y="441"/>
                    <a:pt x="159413" y="226"/>
                    <a:pt x="157163" y="0"/>
                  </a:cubicBezTo>
                  <a:lnTo>
                    <a:pt x="157163" y="0"/>
                  </a:lnTo>
                  <a:cubicBezTo>
                    <a:pt x="157246" y="381"/>
                    <a:pt x="157342" y="774"/>
                    <a:pt x="157425" y="1179"/>
                  </a:cubicBezTo>
                  <a:cubicBezTo>
                    <a:pt x="153377" y="1500"/>
                    <a:pt x="149400" y="1750"/>
                    <a:pt x="145102" y="1929"/>
                  </a:cubicBezTo>
                  <a:cubicBezTo>
                    <a:pt x="144154" y="3043"/>
                    <a:pt x="143049" y="4616"/>
                    <a:pt x="142712" y="4616"/>
                  </a:cubicBezTo>
                  <a:cubicBezTo>
                    <a:pt x="142491" y="4616"/>
                    <a:pt x="142601" y="3936"/>
                    <a:pt x="143304" y="2000"/>
                  </a:cubicBezTo>
                  <a:cubicBezTo>
                    <a:pt x="143179" y="1992"/>
                    <a:pt x="143053" y="1988"/>
                    <a:pt x="142928" y="1988"/>
                  </a:cubicBezTo>
                  <a:cubicBezTo>
                    <a:pt x="141825" y="1988"/>
                    <a:pt x="140718" y="2285"/>
                    <a:pt x="139622" y="2285"/>
                  </a:cubicBezTo>
                  <a:cubicBezTo>
                    <a:pt x="139456" y="2285"/>
                    <a:pt x="139290" y="2278"/>
                    <a:pt x="139125" y="2262"/>
                  </a:cubicBezTo>
                  <a:cubicBezTo>
                    <a:pt x="138780" y="2441"/>
                    <a:pt x="138494" y="2715"/>
                    <a:pt x="138256" y="2858"/>
                  </a:cubicBezTo>
                  <a:lnTo>
                    <a:pt x="138256" y="2250"/>
                  </a:lnTo>
                  <a:cubicBezTo>
                    <a:pt x="138030" y="2250"/>
                    <a:pt x="137803" y="2239"/>
                    <a:pt x="137589" y="2239"/>
                  </a:cubicBezTo>
                  <a:cubicBezTo>
                    <a:pt x="137577" y="2215"/>
                    <a:pt x="137577" y="2203"/>
                    <a:pt x="137565" y="2179"/>
                  </a:cubicBezTo>
                  <a:cubicBezTo>
                    <a:pt x="137041" y="2191"/>
                    <a:pt x="136494" y="2203"/>
                    <a:pt x="135946" y="2215"/>
                  </a:cubicBezTo>
                  <a:cubicBezTo>
                    <a:pt x="135410" y="2203"/>
                    <a:pt x="134863" y="2191"/>
                    <a:pt x="134327" y="2179"/>
                  </a:cubicBezTo>
                  <a:cubicBezTo>
                    <a:pt x="134327" y="2203"/>
                    <a:pt x="134327" y="2215"/>
                    <a:pt x="134315" y="2239"/>
                  </a:cubicBezTo>
                  <a:cubicBezTo>
                    <a:pt x="134089" y="2239"/>
                    <a:pt x="133874" y="2250"/>
                    <a:pt x="133648" y="2250"/>
                  </a:cubicBezTo>
                  <a:lnTo>
                    <a:pt x="133648" y="2858"/>
                  </a:lnTo>
                  <a:cubicBezTo>
                    <a:pt x="133410" y="2715"/>
                    <a:pt x="133124" y="2441"/>
                    <a:pt x="132779" y="2262"/>
                  </a:cubicBezTo>
                  <a:cubicBezTo>
                    <a:pt x="132604" y="2280"/>
                    <a:pt x="132429" y="2288"/>
                    <a:pt x="132254" y="2288"/>
                  </a:cubicBezTo>
                  <a:cubicBezTo>
                    <a:pt x="131165" y="2288"/>
                    <a:pt x="130064" y="1988"/>
                    <a:pt x="128968" y="1988"/>
                  </a:cubicBezTo>
                  <a:cubicBezTo>
                    <a:pt x="128845" y="1988"/>
                    <a:pt x="128723" y="1992"/>
                    <a:pt x="128600" y="2000"/>
                  </a:cubicBezTo>
                  <a:cubicBezTo>
                    <a:pt x="129303" y="3936"/>
                    <a:pt x="129413" y="4616"/>
                    <a:pt x="129192" y="4616"/>
                  </a:cubicBezTo>
                  <a:cubicBezTo>
                    <a:pt x="128855" y="4616"/>
                    <a:pt x="127750" y="3043"/>
                    <a:pt x="126802" y="1929"/>
                  </a:cubicBezTo>
                  <a:cubicBezTo>
                    <a:pt x="122492" y="1750"/>
                    <a:pt x="118527" y="1500"/>
                    <a:pt x="114467" y="1179"/>
                  </a:cubicBezTo>
                  <a:cubicBezTo>
                    <a:pt x="114562" y="774"/>
                    <a:pt x="114646" y="381"/>
                    <a:pt x="114741" y="0"/>
                  </a:cubicBezTo>
                  <a:lnTo>
                    <a:pt x="114741" y="0"/>
                  </a:lnTo>
                  <a:cubicBezTo>
                    <a:pt x="112491" y="226"/>
                    <a:pt x="110348" y="441"/>
                    <a:pt x="108276" y="631"/>
                  </a:cubicBezTo>
                  <a:cubicBezTo>
                    <a:pt x="106192" y="441"/>
                    <a:pt x="104061" y="226"/>
                    <a:pt x="101799" y="0"/>
                  </a:cubicBezTo>
                  <a:lnTo>
                    <a:pt x="101799" y="0"/>
                  </a:lnTo>
                  <a:cubicBezTo>
                    <a:pt x="101894" y="381"/>
                    <a:pt x="101978" y="774"/>
                    <a:pt x="102073" y="1179"/>
                  </a:cubicBezTo>
                  <a:cubicBezTo>
                    <a:pt x="99072" y="1417"/>
                    <a:pt x="96132" y="1607"/>
                    <a:pt x="93060" y="1774"/>
                  </a:cubicBezTo>
                  <a:cubicBezTo>
                    <a:pt x="93191" y="1167"/>
                    <a:pt x="93322" y="572"/>
                    <a:pt x="93465" y="0"/>
                  </a:cubicBezTo>
                  <a:lnTo>
                    <a:pt x="93465" y="0"/>
                  </a:lnTo>
                  <a:cubicBezTo>
                    <a:pt x="84535" y="905"/>
                    <a:pt x="77439" y="1524"/>
                    <a:pt x="69212" y="1905"/>
                  </a:cubicBezTo>
                  <a:cubicBezTo>
                    <a:pt x="69164" y="2239"/>
                    <a:pt x="69116" y="2548"/>
                    <a:pt x="69081" y="2822"/>
                  </a:cubicBezTo>
                  <a:cubicBezTo>
                    <a:pt x="68723" y="2667"/>
                    <a:pt x="68342" y="2548"/>
                    <a:pt x="67973" y="2453"/>
                  </a:cubicBezTo>
                  <a:cubicBezTo>
                    <a:pt x="67950" y="2298"/>
                    <a:pt x="67926" y="2131"/>
                    <a:pt x="67902" y="1953"/>
                  </a:cubicBezTo>
                  <a:cubicBezTo>
                    <a:pt x="64735" y="2084"/>
                    <a:pt x="61377" y="2179"/>
                    <a:pt x="57686" y="2239"/>
                  </a:cubicBezTo>
                  <a:cubicBezTo>
                    <a:pt x="56567" y="2227"/>
                    <a:pt x="55472" y="2203"/>
                    <a:pt x="54412" y="2179"/>
                  </a:cubicBezTo>
                  <a:cubicBezTo>
                    <a:pt x="54303" y="2757"/>
                    <a:pt x="54160" y="2952"/>
                    <a:pt x="53977" y="2952"/>
                  </a:cubicBezTo>
                  <a:cubicBezTo>
                    <a:pt x="53701" y="2952"/>
                    <a:pt x="53333" y="2506"/>
                    <a:pt x="52852" y="2262"/>
                  </a:cubicBezTo>
                  <a:cubicBezTo>
                    <a:pt x="52687" y="2278"/>
                    <a:pt x="52522" y="2285"/>
                    <a:pt x="52356" y="2285"/>
                  </a:cubicBezTo>
                  <a:cubicBezTo>
                    <a:pt x="51262" y="2285"/>
                    <a:pt x="50161" y="1988"/>
                    <a:pt x="49052" y="1988"/>
                  </a:cubicBezTo>
                  <a:cubicBezTo>
                    <a:pt x="48926" y="1988"/>
                    <a:pt x="48800" y="1992"/>
                    <a:pt x="48673" y="2000"/>
                  </a:cubicBezTo>
                  <a:cubicBezTo>
                    <a:pt x="48959" y="2774"/>
                    <a:pt x="49138" y="3346"/>
                    <a:pt x="49257" y="3751"/>
                  </a:cubicBezTo>
                  <a:cubicBezTo>
                    <a:pt x="48792" y="3274"/>
                    <a:pt x="48173" y="2953"/>
                    <a:pt x="47518" y="2703"/>
                  </a:cubicBezTo>
                  <a:cubicBezTo>
                    <a:pt x="47304" y="2441"/>
                    <a:pt x="47090" y="2179"/>
                    <a:pt x="46875" y="1929"/>
                  </a:cubicBezTo>
                  <a:cubicBezTo>
                    <a:pt x="38315" y="1572"/>
                    <a:pt x="31064" y="929"/>
                    <a:pt x="21872" y="0"/>
                  </a:cubicBezTo>
                  <a:lnTo>
                    <a:pt x="21872" y="0"/>
                  </a:lnTo>
                  <a:cubicBezTo>
                    <a:pt x="22015" y="572"/>
                    <a:pt x="22146" y="1167"/>
                    <a:pt x="22277" y="1774"/>
                  </a:cubicBezTo>
                  <a:cubicBezTo>
                    <a:pt x="15098" y="1393"/>
                    <a:pt x="8573" y="810"/>
                    <a:pt x="5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48"/>
            <p:cNvSpPr/>
            <p:nvPr/>
          </p:nvSpPr>
          <p:spPr>
            <a:xfrm>
              <a:off x="283950" y="193150"/>
              <a:ext cx="8615526" cy="4752359"/>
            </a:xfrm>
            <a:custGeom>
              <a:rect b="b" l="l" r="r" t="t"/>
              <a:pathLst>
                <a:path extrusionOk="0" h="146757" w="269046">
                  <a:moveTo>
                    <a:pt x="21241" y="131"/>
                  </a:moveTo>
                  <a:cubicBezTo>
                    <a:pt x="20884" y="346"/>
                    <a:pt x="20527" y="572"/>
                    <a:pt x="20170" y="798"/>
                  </a:cubicBezTo>
                  <a:cubicBezTo>
                    <a:pt x="20217" y="953"/>
                    <a:pt x="20253" y="1120"/>
                    <a:pt x="20289" y="1286"/>
                  </a:cubicBezTo>
                  <a:cubicBezTo>
                    <a:pt x="20860" y="929"/>
                    <a:pt x="21432" y="560"/>
                    <a:pt x="22015" y="203"/>
                  </a:cubicBezTo>
                  <a:cubicBezTo>
                    <a:pt x="21753" y="179"/>
                    <a:pt x="21503" y="155"/>
                    <a:pt x="21241" y="131"/>
                  </a:cubicBezTo>
                  <a:close/>
                  <a:moveTo>
                    <a:pt x="18777" y="1691"/>
                  </a:moveTo>
                  <a:cubicBezTo>
                    <a:pt x="18515" y="1858"/>
                    <a:pt x="18265" y="2012"/>
                    <a:pt x="18015" y="2179"/>
                  </a:cubicBezTo>
                  <a:cubicBezTo>
                    <a:pt x="11788" y="6263"/>
                    <a:pt x="6156" y="10644"/>
                    <a:pt x="1155" y="15252"/>
                  </a:cubicBezTo>
                  <a:cubicBezTo>
                    <a:pt x="1179" y="15455"/>
                    <a:pt x="1203" y="15657"/>
                    <a:pt x="1215" y="15848"/>
                  </a:cubicBezTo>
                  <a:cubicBezTo>
                    <a:pt x="6263" y="11156"/>
                    <a:pt x="11966" y="6727"/>
                    <a:pt x="18277" y="2584"/>
                  </a:cubicBezTo>
                  <a:cubicBezTo>
                    <a:pt x="18705" y="2298"/>
                    <a:pt x="19146" y="2012"/>
                    <a:pt x="19574" y="1739"/>
                  </a:cubicBezTo>
                  <a:cubicBezTo>
                    <a:pt x="19312" y="1727"/>
                    <a:pt x="19039" y="1703"/>
                    <a:pt x="18777" y="1691"/>
                  </a:cubicBezTo>
                  <a:close/>
                  <a:moveTo>
                    <a:pt x="257199" y="5608"/>
                  </a:moveTo>
                  <a:cubicBezTo>
                    <a:pt x="259819" y="11180"/>
                    <a:pt x="262128" y="16943"/>
                    <a:pt x="264105" y="22884"/>
                  </a:cubicBezTo>
                  <a:cubicBezTo>
                    <a:pt x="264307" y="22836"/>
                    <a:pt x="264522" y="22789"/>
                    <a:pt x="264736" y="22741"/>
                  </a:cubicBezTo>
                  <a:cubicBezTo>
                    <a:pt x="262950" y="17360"/>
                    <a:pt x="260890" y="12085"/>
                    <a:pt x="258557" y="6942"/>
                  </a:cubicBezTo>
                  <a:lnTo>
                    <a:pt x="257199" y="5608"/>
                  </a:lnTo>
                  <a:close/>
                  <a:moveTo>
                    <a:pt x="234685" y="1239"/>
                  </a:moveTo>
                  <a:cubicBezTo>
                    <a:pt x="234423" y="1262"/>
                    <a:pt x="234149" y="1286"/>
                    <a:pt x="233887" y="1298"/>
                  </a:cubicBezTo>
                  <a:cubicBezTo>
                    <a:pt x="234554" y="1727"/>
                    <a:pt x="235220" y="2143"/>
                    <a:pt x="235875" y="2584"/>
                  </a:cubicBezTo>
                  <a:cubicBezTo>
                    <a:pt x="245662" y="9001"/>
                    <a:pt x="253961" y="16145"/>
                    <a:pt x="260676" y="23813"/>
                  </a:cubicBezTo>
                  <a:cubicBezTo>
                    <a:pt x="260783" y="23741"/>
                    <a:pt x="260938" y="23682"/>
                    <a:pt x="261140" y="23610"/>
                  </a:cubicBezTo>
                  <a:cubicBezTo>
                    <a:pt x="254377" y="15871"/>
                    <a:pt x="246007" y="8656"/>
                    <a:pt x="236137" y="2179"/>
                  </a:cubicBezTo>
                  <a:cubicBezTo>
                    <a:pt x="235649" y="1870"/>
                    <a:pt x="235173" y="1548"/>
                    <a:pt x="234685" y="1239"/>
                  </a:cubicBezTo>
                  <a:close/>
                  <a:moveTo>
                    <a:pt x="264807" y="25051"/>
                  </a:moveTo>
                  <a:lnTo>
                    <a:pt x="264867" y="25218"/>
                  </a:lnTo>
                  <a:cubicBezTo>
                    <a:pt x="264879" y="25218"/>
                    <a:pt x="264879" y="25206"/>
                    <a:pt x="264891" y="25194"/>
                  </a:cubicBezTo>
                  <a:cubicBezTo>
                    <a:pt x="264914" y="25158"/>
                    <a:pt x="264926" y="25111"/>
                    <a:pt x="264938" y="25075"/>
                  </a:cubicBezTo>
                  <a:cubicBezTo>
                    <a:pt x="264891" y="25063"/>
                    <a:pt x="264855" y="25063"/>
                    <a:pt x="264807" y="25051"/>
                  </a:cubicBezTo>
                  <a:close/>
                  <a:moveTo>
                    <a:pt x="265319" y="26670"/>
                  </a:moveTo>
                  <a:lnTo>
                    <a:pt x="265319" y="26670"/>
                  </a:lnTo>
                  <a:cubicBezTo>
                    <a:pt x="265557" y="27480"/>
                    <a:pt x="265807" y="28290"/>
                    <a:pt x="266034" y="29099"/>
                  </a:cubicBezTo>
                  <a:cubicBezTo>
                    <a:pt x="266057" y="28444"/>
                    <a:pt x="266081" y="27789"/>
                    <a:pt x="266117" y="27135"/>
                  </a:cubicBezTo>
                  <a:cubicBezTo>
                    <a:pt x="266081" y="27016"/>
                    <a:pt x="266046" y="26896"/>
                    <a:pt x="266010" y="26777"/>
                  </a:cubicBezTo>
                  <a:cubicBezTo>
                    <a:pt x="265843" y="26754"/>
                    <a:pt x="265593" y="26718"/>
                    <a:pt x="265319" y="26670"/>
                  </a:cubicBezTo>
                  <a:close/>
                  <a:moveTo>
                    <a:pt x="261188" y="24408"/>
                  </a:moveTo>
                  <a:lnTo>
                    <a:pt x="261188" y="24408"/>
                  </a:lnTo>
                  <a:cubicBezTo>
                    <a:pt x="262902" y="26396"/>
                    <a:pt x="264498" y="28409"/>
                    <a:pt x="265998" y="30456"/>
                  </a:cubicBezTo>
                  <a:cubicBezTo>
                    <a:pt x="265998" y="30195"/>
                    <a:pt x="266010" y="29944"/>
                    <a:pt x="266022" y="29683"/>
                  </a:cubicBezTo>
                  <a:cubicBezTo>
                    <a:pt x="265153" y="28516"/>
                    <a:pt x="264260" y="27361"/>
                    <a:pt x="263331" y="26218"/>
                  </a:cubicBezTo>
                  <a:cubicBezTo>
                    <a:pt x="263200" y="26158"/>
                    <a:pt x="263140" y="26087"/>
                    <a:pt x="263164" y="26015"/>
                  </a:cubicBezTo>
                  <a:cubicBezTo>
                    <a:pt x="262771" y="25539"/>
                    <a:pt x="262378" y="25075"/>
                    <a:pt x="261986" y="24599"/>
                  </a:cubicBezTo>
                  <a:cubicBezTo>
                    <a:pt x="261664" y="24539"/>
                    <a:pt x="261402" y="24468"/>
                    <a:pt x="261188" y="24408"/>
                  </a:cubicBezTo>
                  <a:close/>
                  <a:moveTo>
                    <a:pt x="127076" y="17431"/>
                  </a:moveTo>
                  <a:cubicBezTo>
                    <a:pt x="133339" y="17431"/>
                    <a:pt x="139506" y="17574"/>
                    <a:pt x="145578" y="17848"/>
                  </a:cubicBezTo>
                  <a:cubicBezTo>
                    <a:pt x="146150" y="29278"/>
                    <a:pt x="146554" y="41363"/>
                    <a:pt x="146769" y="53924"/>
                  </a:cubicBezTo>
                  <a:cubicBezTo>
                    <a:pt x="140292" y="53816"/>
                    <a:pt x="133720" y="53769"/>
                    <a:pt x="127076" y="53769"/>
                  </a:cubicBezTo>
                  <a:cubicBezTo>
                    <a:pt x="120432" y="53769"/>
                    <a:pt x="113860" y="53816"/>
                    <a:pt x="107371" y="53924"/>
                  </a:cubicBezTo>
                  <a:cubicBezTo>
                    <a:pt x="107585" y="41363"/>
                    <a:pt x="107990" y="29278"/>
                    <a:pt x="108562" y="17848"/>
                  </a:cubicBezTo>
                  <a:cubicBezTo>
                    <a:pt x="114634" y="17574"/>
                    <a:pt x="120813" y="17431"/>
                    <a:pt x="127076" y="17431"/>
                  </a:cubicBezTo>
                  <a:close/>
                  <a:moveTo>
                    <a:pt x="108359" y="17848"/>
                  </a:moveTo>
                  <a:cubicBezTo>
                    <a:pt x="107776" y="29385"/>
                    <a:pt x="107371" y="41482"/>
                    <a:pt x="107169" y="53924"/>
                  </a:cubicBezTo>
                  <a:cubicBezTo>
                    <a:pt x="94727" y="54138"/>
                    <a:pt x="82630" y="54531"/>
                    <a:pt x="71093" y="55114"/>
                  </a:cubicBezTo>
                  <a:cubicBezTo>
                    <a:pt x="71617" y="43244"/>
                    <a:pt x="72640" y="31766"/>
                    <a:pt x="74117" y="20872"/>
                  </a:cubicBezTo>
                  <a:cubicBezTo>
                    <a:pt x="85011" y="19407"/>
                    <a:pt x="96477" y="18384"/>
                    <a:pt x="108359" y="17848"/>
                  </a:cubicBezTo>
                  <a:close/>
                  <a:moveTo>
                    <a:pt x="145792" y="17860"/>
                  </a:moveTo>
                  <a:lnTo>
                    <a:pt x="145792" y="17860"/>
                  </a:lnTo>
                  <a:cubicBezTo>
                    <a:pt x="157675" y="18384"/>
                    <a:pt x="169141" y="19407"/>
                    <a:pt x="180035" y="20884"/>
                  </a:cubicBezTo>
                  <a:cubicBezTo>
                    <a:pt x="181499" y="31766"/>
                    <a:pt x="182523" y="43244"/>
                    <a:pt x="183059" y="55114"/>
                  </a:cubicBezTo>
                  <a:cubicBezTo>
                    <a:pt x="171522" y="54531"/>
                    <a:pt x="159425" y="54138"/>
                    <a:pt x="146983" y="53924"/>
                  </a:cubicBezTo>
                  <a:cubicBezTo>
                    <a:pt x="146781" y="41482"/>
                    <a:pt x="146376" y="29385"/>
                    <a:pt x="145792" y="17860"/>
                  </a:cubicBezTo>
                  <a:close/>
                  <a:moveTo>
                    <a:pt x="73724" y="20931"/>
                  </a:moveTo>
                  <a:lnTo>
                    <a:pt x="73724" y="20931"/>
                  </a:lnTo>
                  <a:cubicBezTo>
                    <a:pt x="72259" y="31909"/>
                    <a:pt x="71247" y="43375"/>
                    <a:pt x="70724" y="55138"/>
                  </a:cubicBezTo>
                  <a:cubicBezTo>
                    <a:pt x="54805" y="55948"/>
                    <a:pt x="39958" y="57103"/>
                    <a:pt x="26742" y="58579"/>
                  </a:cubicBezTo>
                  <a:cubicBezTo>
                    <a:pt x="27373" y="48816"/>
                    <a:pt x="28599" y="39255"/>
                    <a:pt x="30397" y="29992"/>
                  </a:cubicBezTo>
                  <a:cubicBezTo>
                    <a:pt x="43292" y="26158"/>
                    <a:pt x="57901" y="23086"/>
                    <a:pt x="73724" y="20931"/>
                  </a:cubicBezTo>
                  <a:close/>
                  <a:moveTo>
                    <a:pt x="180416" y="20931"/>
                  </a:moveTo>
                  <a:lnTo>
                    <a:pt x="180416" y="20931"/>
                  </a:lnTo>
                  <a:cubicBezTo>
                    <a:pt x="196251" y="23086"/>
                    <a:pt x="210860" y="26170"/>
                    <a:pt x="223755" y="29992"/>
                  </a:cubicBezTo>
                  <a:cubicBezTo>
                    <a:pt x="225552" y="39255"/>
                    <a:pt x="226779" y="48816"/>
                    <a:pt x="227410" y="58579"/>
                  </a:cubicBezTo>
                  <a:cubicBezTo>
                    <a:pt x="214194" y="57103"/>
                    <a:pt x="199335" y="55948"/>
                    <a:pt x="183416" y="55138"/>
                  </a:cubicBezTo>
                  <a:cubicBezTo>
                    <a:pt x="182904" y="43375"/>
                    <a:pt x="181892" y="31909"/>
                    <a:pt x="180416" y="20931"/>
                  </a:cubicBezTo>
                  <a:close/>
                  <a:moveTo>
                    <a:pt x="70724" y="55352"/>
                  </a:moveTo>
                  <a:cubicBezTo>
                    <a:pt x="70450" y="61436"/>
                    <a:pt x="70319" y="67616"/>
                    <a:pt x="70319" y="73843"/>
                  </a:cubicBezTo>
                  <a:cubicBezTo>
                    <a:pt x="70319" y="80070"/>
                    <a:pt x="70450" y="86237"/>
                    <a:pt x="70724" y="92321"/>
                  </a:cubicBezTo>
                  <a:cubicBezTo>
                    <a:pt x="54543" y="91500"/>
                    <a:pt x="39696" y="90333"/>
                    <a:pt x="26730" y="88892"/>
                  </a:cubicBezTo>
                  <a:cubicBezTo>
                    <a:pt x="26420" y="83915"/>
                    <a:pt x="26254" y="78891"/>
                    <a:pt x="26254" y="73843"/>
                  </a:cubicBezTo>
                  <a:cubicBezTo>
                    <a:pt x="26254" y="68783"/>
                    <a:pt x="26420" y="63758"/>
                    <a:pt x="26730" y="58781"/>
                  </a:cubicBezTo>
                  <a:cubicBezTo>
                    <a:pt x="39696" y="57341"/>
                    <a:pt x="54543" y="56174"/>
                    <a:pt x="70724" y="55352"/>
                  </a:cubicBezTo>
                  <a:close/>
                  <a:moveTo>
                    <a:pt x="183428" y="55352"/>
                  </a:moveTo>
                  <a:cubicBezTo>
                    <a:pt x="199609" y="56174"/>
                    <a:pt x="214444" y="57341"/>
                    <a:pt x="227410" y="58781"/>
                  </a:cubicBezTo>
                  <a:cubicBezTo>
                    <a:pt x="227731" y="63758"/>
                    <a:pt x="227886" y="68783"/>
                    <a:pt x="227886" y="73843"/>
                  </a:cubicBezTo>
                  <a:cubicBezTo>
                    <a:pt x="227886" y="78903"/>
                    <a:pt x="227731" y="83915"/>
                    <a:pt x="227410" y="88892"/>
                  </a:cubicBezTo>
                  <a:cubicBezTo>
                    <a:pt x="214444" y="90333"/>
                    <a:pt x="199609" y="91500"/>
                    <a:pt x="183428" y="92321"/>
                  </a:cubicBezTo>
                  <a:cubicBezTo>
                    <a:pt x="183690" y="86237"/>
                    <a:pt x="183833" y="80070"/>
                    <a:pt x="183833" y="73843"/>
                  </a:cubicBezTo>
                  <a:cubicBezTo>
                    <a:pt x="183833" y="67616"/>
                    <a:pt x="183690" y="61436"/>
                    <a:pt x="183428" y="55352"/>
                  </a:cubicBezTo>
                  <a:close/>
                  <a:moveTo>
                    <a:pt x="107157" y="54138"/>
                  </a:moveTo>
                  <a:cubicBezTo>
                    <a:pt x="107050" y="60627"/>
                    <a:pt x="107002" y="67199"/>
                    <a:pt x="107002" y="73843"/>
                  </a:cubicBezTo>
                  <a:cubicBezTo>
                    <a:pt x="107002" y="80475"/>
                    <a:pt x="107050" y="87047"/>
                    <a:pt x="107157" y="93536"/>
                  </a:cubicBezTo>
                  <a:cubicBezTo>
                    <a:pt x="94596" y="93321"/>
                    <a:pt x="82511" y="92917"/>
                    <a:pt x="71081" y="92345"/>
                  </a:cubicBezTo>
                  <a:cubicBezTo>
                    <a:pt x="70807" y="86273"/>
                    <a:pt x="70676" y="80105"/>
                    <a:pt x="70676" y="73843"/>
                  </a:cubicBezTo>
                  <a:cubicBezTo>
                    <a:pt x="70676" y="67580"/>
                    <a:pt x="70807" y="61401"/>
                    <a:pt x="71081" y="55329"/>
                  </a:cubicBezTo>
                  <a:cubicBezTo>
                    <a:pt x="82511" y="54757"/>
                    <a:pt x="94596" y="54352"/>
                    <a:pt x="107157" y="54138"/>
                  </a:cubicBezTo>
                  <a:close/>
                  <a:moveTo>
                    <a:pt x="146983" y="54138"/>
                  </a:moveTo>
                  <a:cubicBezTo>
                    <a:pt x="159544" y="54352"/>
                    <a:pt x="171641" y="54757"/>
                    <a:pt x="183071" y="55329"/>
                  </a:cubicBezTo>
                  <a:cubicBezTo>
                    <a:pt x="183333" y="61401"/>
                    <a:pt x="183476" y="67568"/>
                    <a:pt x="183476" y="73831"/>
                  </a:cubicBezTo>
                  <a:cubicBezTo>
                    <a:pt x="183476" y="80094"/>
                    <a:pt x="183333" y="86273"/>
                    <a:pt x="183071" y="92345"/>
                  </a:cubicBezTo>
                  <a:cubicBezTo>
                    <a:pt x="171641" y="92917"/>
                    <a:pt x="159544" y="93321"/>
                    <a:pt x="146983" y="93536"/>
                  </a:cubicBezTo>
                  <a:cubicBezTo>
                    <a:pt x="147090" y="87047"/>
                    <a:pt x="147150" y="80475"/>
                    <a:pt x="147150" y="73843"/>
                  </a:cubicBezTo>
                  <a:cubicBezTo>
                    <a:pt x="147150" y="67199"/>
                    <a:pt x="147090" y="60627"/>
                    <a:pt x="146983" y="54138"/>
                  </a:cubicBezTo>
                  <a:close/>
                  <a:moveTo>
                    <a:pt x="127076" y="53971"/>
                  </a:moveTo>
                  <a:cubicBezTo>
                    <a:pt x="133743" y="53971"/>
                    <a:pt x="140327" y="54031"/>
                    <a:pt x="146781" y="54138"/>
                  </a:cubicBezTo>
                  <a:cubicBezTo>
                    <a:pt x="146876" y="60591"/>
                    <a:pt x="146935" y="67163"/>
                    <a:pt x="146935" y="73843"/>
                  </a:cubicBezTo>
                  <a:cubicBezTo>
                    <a:pt x="146935" y="80510"/>
                    <a:pt x="146888" y="87082"/>
                    <a:pt x="146781" y="93536"/>
                  </a:cubicBezTo>
                  <a:cubicBezTo>
                    <a:pt x="140327" y="93643"/>
                    <a:pt x="133743" y="93702"/>
                    <a:pt x="127076" y="93702"/>
                  </a:cubicBezTo>
                  <a:cubicBezTo>
                    <a:pt x="120396" y="93702"/>
                    <a:pt x="113824" y="93643"/>
                    <a:pt x="107371" y="93536"/>
                  </a:cubicBezTo>
                  <a:cubicBezTo>
                    <a:pt x="107264" y="87082"/>
                    <a:pt x="107204" y="80510"/>
                    <a:pt x="107204" y="73843"/>
                  </a:cubicBezTo>
                  <a:cubicBezTo>
                    <a:pt x="107204" y="67163"/>
                    <a:pt x="107264" y="60591"/>
                    <a:pt x="107371" y="54138"/>
                  </a:cubicBezTo>
                  <a:cubicBezTo>
                    <a:pt x="113824" y="54031"/>
                    <a:pt x="120396" y="53971"/>
                    <a:pt x="127076" y="53971"/>
                  </a:cubicBezTo>
                  <a:close/>
                  <a:moveTo>
                    <a:pt x="48" y="105632"/>
                  </a:moveTo>
                  <a:cubicBezTo>
                    <a:pt x="36" y="105716"/>
                    <a:pt x="12" y="105811"/>
                    <a:pt x="0" y="105894"/>
                  </a:cubicBezTo>
                  <a:cubicBezTo>
                    <a:pt x="155" y="105882"/>
                    <a:pt x="310" y="105870"/>
                    <a:pt x="477" y="105859"/>
                  </a:cubicBezTo>
                  <a:cubicBezTo>
                    <a:pt x="334" y="105775"/>
                    <a:pt x="191" y="105704"/>
                    <a:pt x="48" y="105632"/>
                  </a:cubicBezTo>
                  <a:close/>
                  <a:moveTo>
                    <a:pt x="26742" y="89095"/>
                  </a:moveTo>
                  <a:cubicBezTo>
                    <a:pt x="39958" y="90571"/>
                    <a:pt x="54805" y="91726"/>
                    <a:pt x="70724" y="92536"/>
                  </a:cubicBezTo>
                  <a:cubicBezTo>
                    <a:pt x="71247" y="104299"/>
                    <a:pt x="72259" y="115765"/>
                    <a:pt x="73724" y="126742"/>
                  </a:cubicBezTo>
                  <a:cubicBezTo>
                    <a:pt x="57901" y="124587"/>
                    <a:pt x="43292" y="121515"/>
                    <a:pt x="30397" y="117681"/>
                  </a:cubicBezTo>
                  <a:cubicBezTo>
                    <a:pt x="28599" y="108418"/>
                    <a:pt x="27373" y="98858"/>
                    <a:pt x="26742" y="89095"/>
                  </a:cubicBezTo>
                  <a:close/>
                  <a:moveTo>
                    <a:pt x="227410" y="89095"/>
                  </a:moveTo>
                  <a:cubicBezTo>
                    <a:pt x="226779" y="98858"/>
                    <a:pt x="225552" y="108418"/>
                    <a:pt x="223755" y="117681"/>
                  </a:cubicBezTo>
                  <a:cubicBezTo>
                    <a:pt x="210860" y="121515"/>
                    <a:pt x="196251" y="124587"/>
                    <a:pt x="180416" y="126742"/>
                  </a:cubicBezTo>
                  <a:cubicBezTo>
                    <a:pt x="181892" y="115765"/>
                    <a:pt x="182904" y="104299"/>
                    <a:pt x="183416" y="92536"/>
                  </a:cubicBezTo>
                  <a:cubicBezTo>
                    <a:pt x="199347" y="91726"/>
                    <a:pt x="214194" y="90571"/>
                    <a:pt x="227410" y="89095"/>
                  </a:cubicBezTo>
                  <a:close/>
                  <a:moveTo>
                    <a:pt x="71093" y="92559"/>
                  </a:moveTo>
                  <a:lnTo>
                    <a:pt x="71093" y="92559"/>
                  </a:lnTo>
                  <a:cubicBezTo>
                    <a:pt x="82630" y="93143"/>
                    <a:pt x="94715" y="93536"/>
                    <a:pt x="107169" y="93750"/>
                  </a:cubicBezTo>
                  <a:cubicBezTo>
                    <a:pt x="107371" y="106192"/>
                    <a:pt x="107776" y="118289"/>
                    <a:pt x="108347" y="129826"/>
                  </a:cubicBezTo>
                  <a:cubicBezTo>
                    <a:pt x="96477" y="129290"/>
                    <a:pt x="85011" y="128266"/>
                    <a:pt x="74117" y="126790"/>
                  </a:cubicBezTo>
                  <a:cubicBezTo>
                    <a:pt x="72640" y="115907"/>
                    <a:pt x="71617" y="104442"/>
                    <a:pt x="71093" y="92559"/>
                  </a:cubicBezTo>
                  <a:close/>
                  <a:moveTo>
                    <a:pt x="183059" y="92559"/>
                  </a:moveTo>
                  <a:lnTo>
                    <a:pt x="183059" y="92559"/>
                  </a:lnTo>
                  <a:cubicBezTo>
                    <a:pt x="182523" y="104442"/>
                    <a:pt x="181499" y="115907"/>
                    <a:pt x="180035" y="126802"/>
                  </a:cubicBezTo>
                  <a:cubicBezTo>
                    <a:pt x="169141" y="128266"/>
                    <a:pt x="157675" y="129290"/>
                    <a:pt x="145792" y="129826"/>
                  </a:cubicBezTo>
                  <a:cubicBezTo>
                    <a:pt x="146376" y="118289"/>
                    <a:pt x="146769" y="106192"/>
                    <a:pt x="146983" y="93750"/>
                  </a:cubicBezTo>
                  <a:cubicBezTo>
                    <a:pt x="159425" y="93536"/>
                    <a:pt x="171522" y="93143"/>
                    <a:pt x="183059" y="92559"/>
                  </a:cubicBezTo>
                  <a:close/>
                  <a:moveTo>
                    <a:pt x="107371" y="93750"/>
                  </a:moveTo>
                  <a:cubicBezTo>
                    <a:pt x="113860" y="93857"/>
                    <a:pt x="120432" y="93917"/>
                    <a:pt x="127076" y="93917"/>
                  </a:cubicBezTo>
                  <a:cubicBezTo>
                    <a:pt x="133708" y="93917"/>
                    <a:pt x="140292" y="93857"/>
                    <a:pt x="146769" y="93750"/>
                  </a:cubicBezTo>
                  <a:lnTo>
                    <a:pt x="146769" y="93750"/>
                  </a:lnTo>
                  <a:cubicBezTo>
                    <a:pt x="146566" y="106311"/>
                    <a:pt x="146150" y="118396"/>
                    <a:pt x="145578" y="129826"/>
                  </a:cubicBezTo>
                  <a:cubicBezTo>
                    <a:pt x="139506" y="130100"/>
                    <a:pt x="133339" y="130243"/>
                    <a:pt x="127076" y="130243"/>
                  </a:cubicBezTo>
                  <a:cubicBezTo>
                    <a:pt x="120813" y="130243"/>
                    <a:pt x="114634" y="130100"/>
                    <a:pt x="108574" y="129826"/>
                  </a:cubicBezTo>
                  <a:cubicBezTo>
                    <a:pt x="107990" y="118396"/>
                    <a:pt x="107585" y="106311"/>
                    <a:pt x="107371" y="93750"/>
                  </a:cubicBezTo>
                  <a:close/>
                  <a:moveTo>
                    <a:pt x="266653" y="116300"/>
                  </a:moveTo>
                  <a:lnTo>
                    <a:pt x="266653" y="116300"/>
                  </a:lnTo>
                  <a:cubicBezTo>
                    <a:pt x="259152" y="126861"/>
                    <a:pt x="248817" y="136600"/>
                    <a:pt x="235875" y="145101"/>
                  </a:cubicBezTo>
                  <a:cubicBezTo>
                    <a:pt x="235411" y="145399"/>
                    <a:pt x="234946" y="145697"/>
                    <a:pt x="234482" y="145994"/>
                  </a:cubicBezTo>
                  <a:cubicBezTo>
                    <a:pt x="234756" y="146006"/>
                    <a:pt x="235030" y="146018"/>
                    <a:pt x="235304" y="146030"/>
                  </a:cubicBezTo>
                  <a:cubicBezTo>
                    <a:pt x="235577" y="145852"/>
                    <a:pt x="235851" y="145673"/>
                    <a:pt x="236137" y="145494"/>
                  </a:cubicBezTo>
                  <a:cubicBezTo>
                    <a:pt x="248710" y="137243"/>
                    <a:pt x="258854" y="127814"/>
                    <a:pt x="266319" y="117586"/>
                  </a:cubicBezTo>
                  <a:lnTo>
                    <a:pt x="266319" y="117586"/>
                  </a:lnTo>
                  <a:cubicBezTo>
                    <a:pt x="263533" y="127504"/>
                    <a:pt x="259831" y="137005"/>
                    <a:pt x="255306" y="145971"/>
                  </a:cubicBezTo>
                  <a:cubicBezTo>
                    <a:pt x="255544" y="145983"/>
                    <a:pt x="255794" y="145994"/>
                    <a:pt x="256032" y="146006"/>
                  </a:cubicBezTo>
                  <a:cubicBezTo>
                    <a:pt x="260354" y="137374"/>
                    <a:pt x="263879" y="128338"/>
                    <a:pt x="266569" y="118991"/>
                  </a:cubicBezTo>
                  <a:cubicBezTo>
                    <a:pt x="266593" y="118098"/>
                    <a:pt x="266617" y="117193"/>
                    <a:pt x="266653" y="116300"/>
                  </a:cubicBezTo>
                  <a:close/>
                  <a:moveTo>
                    <a:pt x="1798" y="132362"/>
                  </a:moveTo>
                  <a:cubicBezTo>
                    <a:pt x="1774" y="132540"/>
                    <a:pt x="1739" y="132731"/>
                    <a:pt x="1715" y="132933"/>
                  </a:cubicBezTo>
                  <a:cubicBezTo>
                    <a:pt x="6573" y="137362"/>
                    <a:pt x="12014" y="141553"/>
                    <a:pt x="18015" y="145494"/>
                  </a:cubicBezTo>
                  <a:cubicBezTo>
                    <a:pt x="18229" y="145637"/>
                    <a:pt x="18455" y="145780"/>
                    <a:pt x="18669" y="145923"/>
                  </a:cubicBezTo>
                  <a:cubicBezTo>
                    <a:pt x="18681" y="145899"/>
                    <a:pt x="18681" y="145887"/>
                    <a:pt x="18693" y="145875"/>
                  </a:cubicBezTo>
                  <a:lnTo>
                    <a:pt x="18693" y="145875"/>
                  </a:lnTo>
                  <a:cubicBezTo>
                    <a:pt x="18681" y="145899"/>
                    <a:pt x="18693" y="145911"/>
                    <a:pt x="18693" y="145935"/>
                  </a:cubicBezTo>
                  <a:cubicBezTo>
                    <a:pt x="18800" y="146006"/>
                    <a:pt x="18908" y="146066"/>
                    <a:pt x="19015" y="146137"/>
                  </a:cubicBezTo>
                  <a:cubicBezTo>
                    <a:pt x="19348" y="146256"/>
                    <a:pt x="19872" y="146328"/>
                    <a:pt x="20336" y="146423"/>
                  </a:cubicBezTo>
                  <a:cubicBezTo>
                    <a:pt x="19646" y="145983"/>
                    <a:pt x="18955" y="145542"/>
                    <a:pt x="18277" y="145090"/>
                  </a:cubicBezTo>
                  <a:cubicBezTo>
                    <a:pt x="12204" y="141113"/>
                    <a:pt x="6692" y="136850"/>
                    <a:pt x="1798" y="132362"/>
                  </a:cubicBezTo>
                  <a:close/>
                  <a:moveTo>
                    <a:pt x="176558" y="0"/>
                  </a:moveTo>
                  <a:cubicBezTo>
                    <a:pt x="176701" y="572"/>
                    <a:pt x="176832" y="1167"/>
                    <a:pt x="176963" y="1774"/>
                  </a:cubicBezTo>
                  <a:lnTo>
                    <a:pt x="176903" y="1774"/>
                  </a:lnTo>
                  <a:cubicBezTo>
                    <a:pt x="178070" y="7787"/>
                    <a:pt x="179106" y="14038"/>
                    <a:pt x="179975" y="20491"/>
                  </a:cubicBezTo>
                  <a:cubicBezTo>
                    <a:pt x="168998" y="19015"/>
                    <a:pt x="157544" y="18003"/>
                    <a:pt x="145781" y="17491"/>
                  </a:cubicBezTo>
                  <a:cubicBezTo>
                    <a:pt x="145507" y="12157"/>
                    <a:pt x="145197" y="6942"/>
                    <a:pt x="144852" y="1858"/>
                  </a:cubicBezTo>
                  <a:cubicBezTo>
                    <a:pt x="144780" y="1870"/>
                    <a:pt x="144697" y="1870"/>
                    <a:pt x="144626" y="1870"/>
                  </a:cubicBezTo>
                  <a:cubicBezTo>
                    <a:pt x="144971" y="6918"/>
                    <a:pt x="145292" y="12121"/>
                    <a:pt x="145554" y="17479"/>
                  </a:cubicBezTo>
                  <a:cubicBezTo>
                    <a:pt x="139470" y="17217"/>
                    <a:pt x="133303" y="17074"/>
                    <a:pt x="127076" y="17074"/>
                  </a:cubicBezTo>
                  <a:cubicBezTo>
                    <a:pt x="120849" y="17074"/>
                    <a:pt x="114681" y="17217"/>
                    <a:pt x="108585" y="17479"/>
                  </a:cubicBezTo>
                  <a:cubicBezTo>
                    <a:pt x="108895" y="11573"/>
                    <a:pt x="109240" y="5846"/>
                    <a:pt x="109621" y="322"/>
                  </a:cubicBezTo>
                  <a:lnTo>
                    <a:pt x="109621" y="322"/>
                  </a:lnTo>
                  <a:cubicBezTo>
                    <a:pt x="109550" y="334"/>
                    <a:pt x="109478" y="334"/>
                    <a:pt x="109407" y="346"/>
                  </a:cubicBezTo>
                  <a:cubicBezTo>
                    <a:pt x="109014" y="5894"/>
                    <a:pt x="108669" y="11621"/>
                    <a:pt x="108371" y="17491"/>
                  </a:cubicBezTo>
                  <a:cubicBezTo>
                    <a:pt x="96608" y="18003"/>
                    <a:pt x="85142" y="19015"/>
                    <a:pt x="74164" y="20491"/>
                  </a:cubicBezTo>
                  <a:cubicBezTo>
                    <a:pt x="75069" y="13871"/>
                    <a:pt x="76129" y="7454"/>
                    <a:pt x="77343" y="1298"/>
                  </a:cubicBezTo>
                  <a:lnTo>
                    <a:pt x="77343" y="1298"/>
                  </a:lnTo>
                  <a:cubicBezTo>
                    <a:pt x="77212" y="1310"/>
                    <a:pt x="77081" y="1322"/>
                    <a:pt x="76951" y="1334"/>
                  </a:cubicBezTo>
                  <a:cubicBezTo>
                    <a:pt x="75724" y="7537"/>
                    <a:pt x="74665" y="13954"/>
                    <a:pt x="73783" y="20539"/>
                  </a:cubicBezTo>
                  <a:cubicBezTo>
                    <a:pt x="58198" y="22646"/>
                    <a:pt x="43601" y="25682"/>
                    <a:pt x="30480" y="29575"/>
                  </a:cubicBezTo>
                  <a:cubicBezTo>
                    <a:pt x="32374" y="19872"/>
                    <a:pt x="34910" y="10502"/>
                    <a:pt x="38029" y="1560"/>
                  </a:cubicBezTo>
                  <a:cubicBezTo>
                    <a:pt x="37874" y="1548"/>
                    <a:pt x="37708" y="1548"/>
                    <a:pt x="37541" y="1536"/>
                  </a:cubicBezTo>
                  <a:cubicBezTo>
                    <a:pt x="34409" y="10525"/>
                    <a:pt x="31862" y="19955"/>
                    <a:pt x="29968" y="29718"/>
                  </a:cubicBezTo>
                  <a:cubicBezTo>
                    <a:pt x="25849" y="30957"/>
                    <a:pt x="21884" y="32266"/>
                    <a:pt x="18086" y="33659"/>
                  </a:cubicBezTo>
                  <a:cubicBezTo>
                    <a:pt x="12252" y="35802"/>
                    <a:pt x="6942" y="38088"/>
                    <a:pt x="2191" y="40493"/>
                  </a:cubicBezTo>
                  <a:lnTo>
                    <a:pt x="2179" y="40934"/>
                  </a:lnTo>
                  <a:cubicBezTo>
                    <a:pt x="10097" y="36910"/>
                    <a:pt x="19420" y="33278"/>
                    <a:pt x="29885" y="30147"/>
                  </a:cubicBezTo>
                  <a:lnTo>
                    <a:pt x="29885" y="30147"/>
                  </a:lnTo>
                  <a:cubicBezTo>
                    <a:pt x="28111" y="39386"/>
                    <a:pt x="26885" y="48911"/>
                    <a:pt x="26266" y="58627"/>
                  </a:cubicBezTo>
                  <a:cubicBezTo>
                    <a:pt x="23480" y="58948"/>
                    <a:pt x="20765" y="59270"/>
                    <a:pt x="18134" y="59615"/>
                  </a:cubicBezTo>
                  <a:cubicBezTo>
                    <a:pt x="11621" y="60460"/>
                    <a:pt x="5763" y="61365"/>
                    <a:pt x="584" y="62329"/>
                  </a:cubicBezTo>
                  <a:cubicBezTo>
                    <a:pt x="596" y="62389"/>
                    <a:pt x="596" y="62460"/>
                    <a:pt x="608" y="62520"/>
                  </a:cubicBezTo>
                  <a:cubicBezTo>
                    <a:pt x="7942" y="61163"/>
                    <a:pt x="16574" y="59924"/>
                    <a:pt x="26254" y="58841"/>
                  </a:cubicBezTo>
                  <a:lnTo>
                    <a:pt x="26254" y="58841"/>
                  </a:lnTo>
                  <a:cubicBezTo>
                    <a:pt x="25944" y="63794"/>
                    <a:pt x="25777" y="68794"/>
                    <a:pt x="25777" y="73843"/>
                  </a:cubicBezTo>
                  <a:cubicBezTo>
                    <a:pt x="25777" y="78879"/>
                    <a:pt x="25944" y="83880"/>
                    <a:pt x="26254" y="88833"/>
                  </a:cubicBezTo>
                  <a:cubicBezTo>
                    <a:pt x="17014" y="87797"/>
                    <a:pt x="8740" y="86618"/>
                    <a:pt x="1620" y="85332"/>
                  </a:cubicBezTo>
                  <a:cubicBezTo>
                    <a:pt x="1620" y="85404"/>
                    <a:pt x="1620" y="85475"/>
                    <a:pt x="1620" y="85535"/>
                  </a:cubicBezTo>
                  <a:cubicBezTo>
                    <a:pt x="6537" y="86428"/>
                    <a:pt x="12050" y="87273"/>
                    <a:pt x="18134" y="88059"/>
                  </a:cubicBezTo>
                  <a:cubicBezTo>
                    <a:pt x="20765" y="88404"/>
                    <a:pt x="23480" y="88726"/>
                    <a:pt x="26266" y="89047"/>
                  </a:cubicBezTo>
                  <a:cubicBezTo>
                    <a:pt x="26885" y="98762"/>
                    <a:pt x="28099" y="108287"/>
                    <a:pt x="29885" y="117527"/>
                  </a:cubicBezTo>
                  <a:cubicBezTo>
                    <a:pt x="18824" y="114217"/>
                    <a:pt x="9037" y="110359"/>
                    <a:pt x="846" y="106049"/>
                  </a:cubicBezTo>
                  <a:lnTo>
                    <a:pt x="846" y="106049"/>
                  </a:lnTo>
                  <a:cubicBezTo>
                    <a:pt x="858" y="106204"/>
                    <a:pt x="870" y="106359"/>
                    <a:pt x="881" y="106513"/>
                  </a:cubicBezTo>
                  <a:cubicBezTo>
                    <a:pt x="5977" y="109169"/>
                    <a:pt x="11716" y="111669"/>
                    <a:pt x="18086" y="114014"/>
                  </a:cubicBezTo>
                  <a:cubicBezTo>
                    <a:pt x="21884" y="115407"/>
                    <a:pt x="25849" y="116717"/>
                    <a:pt x="29968" y="117955"/>
                  </a:cubicBezTo>
                  <a:cubicBezTo>
                    <a:pt x="31850" y="127611"/>
                    <a:pt x="34350" y="136946"/>
                    <a:pt x="37446" y="145852"/>
                  </a:cubicBezTo>
                  <a:cubicBezTo>
                    <a:pt x="37600" y="145840"/>
                    <a:pt x="37767" y="145840"/>
                    <a:pt x="37934" y="145828"/>
                  </a:cubicBezTo>
                  <a:cubicBezTo>
                    <a:pt x="34862" y="136981"/>
                    <a:pt x="32362" y="127706"/>
                    <a:pt x="30480" y="118098"/>
                  </a:cubicBezTo>
                  <a:lnTo>
                    <a:pt x="30480" y="118098"/>
                  </a:lnTo>
                  <a:cubicBezTo>
                    <a:pt x="43589" y="121992"/>
                    <a:pt x="58198" y="125028"/>
                    <a:pt x="73783" y="127135"/>
                  </a:cubicBezTo>
                  <a:cubicBezTo>
                    <a:pt x="74653" y="133600"/>
                    <a:pt x="75688" y="139910"/>
                    <a:pt x="76879" y="146006"/>
                  </a:cubicBezTo>
                  <a:cubicBezTo>
                    <a:pt x="77010" y="146006"/>
                    <a:pt x="77141" y="146018"/>
                    <a:pt x="77272" y="146018"/>
                  </a:cubicBezTo>
                  <a:cubicBezTo>
                    <a:pt x="76093" y="139970"/>
                    <a:pt x="75046" y="133683"/>
                    <a:pt x="74164" y="127183"/>
                  </a:cubicBezTo>
                  <a:lnTo>
                    <a:pt x="74164" y="127183"/>
                  </a:lnTo>
                  <a:cubicBezTo>
                    <a:pt x="85154" y="128659"/>
                    <a:pt x="96608" y="129659"/>
                    <a:pt x="108371" y="130183"/>
                  </a:cubicBezTo>
                  <a:cubicBezTo>
                    <a:pt x="108657" y="135850"/>
                    <a:pt x="108990" y="141375"/>
                    <a:pt x="109371" y="146733"/>
                  </a:cubicBezTo>
                  <a:cubicBezTo>
                    <a:pt x="109443" y="146745"/>
                    <a:pt x="109514" y="146745"/>
                    <a:pt x="109586" y="146756"/>
                  </a:cubicBezTo>
                  <a:cubicBezTo>
                    <a:pt x="109205" y="141411"/>
                    <a:pt x="108883" y="135886"/>
                    <a:pt x="108585" y="130195"/>
                  </a:cubicBezTo>
                  <a:lnTo>
                    <a:pt x="108585" y="130195"/>
                  </a:lnTo>
                  <a:cubicBezTo>
                    <a:pt x="114681" y="130457"/>
                    <a:pt x="120849" y="130600"/>
                    <a:pt x="127076" y="130600"/>
                  </a:cubicBezTo>
                  <a:cubicBezTo>
                    <a:pt x="133303" y="130600"/>
                    <a:pt x="139470" y="130457"/>
                    <a:pt x="145554" y="130195"/>
                  </a:cubicBezTo>
                  <a:lnTo>
                    <a:pt x="145554" y="130195"/>
                  </a:lnTo>
                  <a:cubicBezTo>
                    <a:pt x="145328" y="134815"/>
                    <a:pt x="145066" y="139327"/>
                    <a:pt x="144769" y="143720"/>
                  </a:cubicBezTo>
                  <a:cubicBezTo>
                    <a:pt x="144828" y="143851"/>
                    <a:pt x="144888" y="143994"/>
                    <a:pt x="144959" y="144161"/>
                  </a:cubicBezTo>
                  <a:cubicBezTo>
                    <a:pt x="145257" y="139613"/>
                    <a:pt x="145531" y="134945"/>
                    <a:pt x="145781" y="130183"/>
                  </a:cubicBezTo>
                  <a:cubicBezTo>
                    <a:pt x="157544" y="129671"/>
                    <a:pt x="168998" y="128659"/>
                    <a:pt x="179975" y="127183"/>
                  </a:cubicBezTo>
                  <a:lnTo>
                    <a:pt x="179975" y="127183"/>
                  </a:lnTo>
                  <a:cubicBezTo>
                    <a:pt x="179106" y="133588"/>
                    <a:pt x="178094" y="139791"/>
                    <a:pt x="176927" y="145756"/>
                  </a:cubicBezTo>
                  <a:lnTo>
                    <a:pt x="177034" y="145756"/>
                  </a:lnTo>
                  <a:cubicBezTo>
                    <a:pt x="177142" y="145697"/>
                    <a:pt x="177249" y="145625"/>
                    <a:pt x="177356" y="145566"/>
                  </a:cubicBezTo>
                  <a:cubicBezTo>
                    <a:pt x="178511" y="139601"/>
                    <a:pt x="179511" y="133445"/>
                    <a:pt x="180368" y="127135"/>
                  </a:cubicBezTo>
                  <a:cubicBezTo>
                    <a:pt x="195953" y="125028"/>
                    <a:pt x="210551" y="121992"/>
                    <a:pt x="223671" y="118098"/>
                  </a:cubicBezTo>
                  <a:lnTo>
                    <a:pt x="223671" y="118098"/>
                  </a:lnTo>
                  <a:cubicBezTo>
                    <a:pt x="221814" y="127599"/>
                    <a:pt x="219337" y="136791"/>
                    <a:pt x="216301" y="145554"/>
                  </a:cubicBezTo>
                  <a:lnTo>
                    <a:pt x="216801" y="145554"/>
                  </a:lnTo>
                  <a:cubicBezTo>
                    <a:pt x="219849" y="136743"/>
                    <a:pt x="222326" y="127504"/>
                    <a:pt x="224183" y="117943"/>
                  </a:cubicBezTo>
                  <a:cubicBezTo>
                    <a:pt x="228291" y="116717"/>
                    <a:pt x="232268" y="115407"/>
                    <a:pt x="236066" y="114002"/>
                  </a:cubicBezTo>
                  <a:cubicBezTo>
                    <a:pt x="249877" y="108930"/>
                    <a:pt x="260747" y="103073"/>
                    <a:pt x="268367" y="96679"/>
                  </a:cubicBezTo>
                  <a:cubicBezTo>
                    <a:pt x="268391" y="96476"/>
                    <a:pt x="268427" y="96286"/>
                    <a:pt x="268451" y="96084"/>
                  </a:cubicBezTo>
                  <a:lnTo>
                    <a:pt x="268451" y="96084"/>
                  </a:lnTo>
                  <a:cubicBezTo>
                    <a:pt x="258592" y="104477"/>
                    <a:pt x="243317" y="111824"/>
                    <a:pt x="224267" y="117527"/>
                  </a:cubicBezTo>
                  <a:cubicBezTo>
                    <a:pt x="226041" y="108287"/>
                    <a:pt x="227267" y="98762"/>
                    <a:pt x="227886" y="89047"/>
                  </a:cubicBezTo>
                  <a:cubicBezTo>
                    <a:pt x="230672" y="88726"/>
                    <a:pt x="233387" y="88404"/>
                    <a:pt x="236018" y="88059"/>
                  </a:cubicBezTo>
                  <a:cubicBezTo>
                    <a:pt x="248770" y="86404"/>
                    <a:pt x="259009" y="84511"/>
                    <a:pt x="266510" y="82451"/>
                  </a:cubicBezTo>
                  <a:cubicBezTo>
                    <a:pt x="266510" y="82379"/>
                    <a:pt x="266510" y="82308"/>
                    <a:pt x="266510" y="82249"/>
                  </a:cubicBezTo>
                  <a:cubicBezTo>
                    <a:pt x="257306" y="84773"/>
                    <a:pt x="244079" y="87023"/>
                    <a:pt x="227898" y="88833"/>
                  </a:cubicBezTo>
                  <a:cubicBezTo>
                    <a:pt x="228208" y="83880"/>
                    <a:pt x="228362" y="78867"/>
                    <a:pt x="228362" y="73831"/>
                  </a:cubicBezTo>
                  <a:cubicBezTo>
                    <a:pt x="228362" y="68794"/>
                    <a:pt x="228208" y="63782"/>
                    <a:pt x="227898" y="58829"/>
                  </a:cubicBezTo>
                  <a:lnTo>
                    <a:pt x="227898" y="58829"/>
                  </a:lnTo>
                  <a:cubicBezTo>
                    <a:pt x="244519" y="60698"/>
                    <a:pt x="258009" y="63008"/>
                    <a:pt x="267248" y="65627"/>
                  </a:cubicBezTo>
                  <a:cubicBezTo>
                    <a:pt x="267248" y="65556"/>
                    <a:pt x="267260" y="65496"/>
                    <a:pt x="267260" y="65425"/>
                  </a:cubicBezTo>
                  <a:cubicBezTo>
                    <a:pt x="259711" y="63282"/>
                    <a:pt x="249210" y="61317"/>
                    <a:pt x="236018" y="59603"/>
                  </a:cubicBezTo>
                  <a:cubicBezTo>
                    <a:pt x="233387" y="59270"/>
                    <a:pt x="230672" y="58936"/>
                    <a:pt x="227886" y="58627"/>
                  </a:cubicBezTo>
                  <a:cubicBezTo>
                    <a:pt x="227267" y="48899"/>
                    <a:pt x="226041" y="39374"/>
                    <a:pt x="224267" y="30135"/>
                  </a:cubicBezTo>
                  <a:lnTo>
                    <a:pt x="224267" y="30135"/>
                  </a:lnTo>
                  <a:cubicBezTo>
                    <a:pt x="243650" y="35945"/>
                    <a:pt x="259116" y="43446"/>
                    <a:pt x="268963" y="52019"/>
                  </a:cubicBezTo>
                  <a:cubicBezTo>
                    <a:pt x="268986" y="51864"/>
                    <a:pt x="269010" y="51709"/>
                    <a:pt x="269046" y="51566"/>
                  </a:cubicBezTo>
                  <a:cubicBezTo>
                    <a:pt x="261390" y="44946"/>
                    <a:pt x="250294" y="38886"/>
                    <a:pt x="236066" y="33659"/>
                  </a:cubicBezTo>
                  <a:cubicBezTo>
                    <a:pt x="232268" y="32266"/>
                    <a:pt x="228291" y="30945"/>
                    <a:pt x="224183" y="29718"/>
                  </a:cubicBezTo>
                  <a:cubicBezTo>
                    <a:pt x="222338" y="20277"/>
                    <a:pt x="219909" y="11133"/>
                    <a:pt x="216908" y="2417"/>
                  </a:cubicBezTo>
                  <a:cubicBezTo>
                    <a:pt x="216766" y="2513"/>
                    <a:pt x="216635" y="2620"/>
                    <a:pt x="216504" y="2715"/>
                  </a:cubicBezTo>
                  <a:cubicBezTo>
                    <a:pt x="219456" y="11299"/>
                    <a:pt x="221850" y="20277"/>
                    <a:pt x="223671" y="29563"/>
                  </a:cubicBezTo>
                  <a:cubicBezTo>
                    <a:pt x="210551" y="25682"/>
                    <a:pt x="195953" y="22646"/>
                    <a:pt x="180368" y="20539"/>
                  </a:cubicBezTo>
                  <a:cubicBezTo>
                    <a:pt x="179416" y="13490"/>
                    <a:pt x="178273" y="6644"/>
                    <a:pt x="176951" y="36"/>
                  </a:cubicBezTo>
                  <a:cubicBezTo>
                    <a:pt x="176820" y="24"/>
                    <a:pt x="176689" y="12"/>
                    <a:pt x="176558" y="0"/>
                  </a:cubicBezTo>
                  <a:close/>
                </a:path>
              </a:pathLst>
            </a:custGeom>
            <a:solidFill>
              <a:srgbClr val="E3C98E">
                <a:alpha val="246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6" name="Google Shape;796;p48"/>
          <p:cNvGrpSpPr/>
          <p:nvPr/>
        </p:nvGrpSpPr>
        <p:grpSpPr>
          <a:xfrm flipH="1">
            <a:off x="8097119" y="4037124"/>
            <a:ext cx="667310" cy="695388"/>
            <a:chOff x="4219012" y="5824862"/>
            <a:chExt cx="705998" cy="695388"/>
          </a:xfrm>
        </p:grpSpPr>
        <p:sp>
          <p:nvSpPr>
            <p:cNvPr id="797" name="Google Shape;797;p48"/>
            <p:cNvSpPr/>
            <p:nvPr/>
          </p:nvSpPr>
          <p:spPr>
            <a:xfrm flipH="1">
              <a:off x="4341747" y="6416750"/>
              <a:ext cx="510600" cy="103500"/>
            </a:xfrm>
            <a:prstGeom prst="ellipse">
              <a:avLst/>
            </a:prstGeom>
            <a:solidFill>
              <a:srgbClr val="033342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98" name="Google Shape;798;p48"/>
            <p:cNvGrpSpPr/>
            <p:nvPr/>
          </p:nvGrpSpPr>
          <p:grpSpPr>
            <a:xfrm flipH="1">
              <a:off x="4219012" y="5824862"/>
              <a:ext cx="705998" cy="666982"/>
              <a:chOff x="1623700" y="6514438"/>
              <a:chExt cx="416150" cy="393175"/>
            </a:xfrm>
          </p:grpSpPr>
          <p:sp>
            <p:nvSpPr>
              <p:cNvPr id="799" name="Google Shape;799;p48"/>
              <p:cNvSpPr/>
              <p:nvPr/>
            </p:nvSpPr>
            <p:spPr>
              <a:xfrm>
                <a:off x="1748700" y="6514438"/>
                <a:ext cx="291150" cy="253050"/>
              </a:xfrm>
              <a:custGeom>
                <a:rect b="b" l="l" r="r" t="t"/>
                <a:pathLst>
                  <a:path extrusionOk="0" h="10122" w="11646">
                    <a:moveTo>
                      <a:pt x="5043" y="1"/>
                    </a:moveTo>
                    <a:cubicBezTo>
                      <a:pt x="2976" y="1"/>
                      <a:pt x="1171" y="1041"/>
                      <a:pt x="596" y="2763"/>
                    </a:cubicBezTo>
                    <a:cubicBezTo>
                      <a:pt x="1" y="4538"/>
                      <a:pt x="882" y="6514"/>
                      <a:pt x="2632" y="7752"/>
                    </a:cubicBezTo>
                    <a:lnTo>
                      <a:pt x="2227" y="8943"/>
                    </a:lnTo>
                    <a:lnTo>
                      <a:pt x="2811" y="9133"/>
                    </a:lnTo>
                    <a:lnTo>
                      <a:pt x="3156" y="8086"/>
                    </a:lnTo>
                    <a:cubicBezTo>
                      <a:pt x="3525" y="8300"/>
                      <a:pt x="3930" y="8478"/>
                      <a:pt x="4359" y="8621"/>
                    </a:cubicBezTo>
                    <a:cubicBezTo>
                      <a:pt x="4418" y="8645"/>
                      <a:pt x="4490" y="8669"/>
                      <a:pt x="4561" y="8693"/>
                    </a:cubicBezTo>
                    <a:lnTo>
                      <a:pt x="3692" y="9645"/>
                    </a:lnTo>
                    <a:lnTo>
                      <a:pt x="4359" y="10122"/>
                    </a:lnTo>
                    <a:lnTo>
                      <a:pt x="5192" y="8848"/>
                    </a:lnTo>
                    <a:cubicBezTo>
                      <a:pt x="5609" y="8929"/>
                      <a:pt x="6023" y="8969"/>
                      <a:pt x="6427" y="8969"/>
                    </a:cubicBezTo>
                    <a:cubicBezTo>
                      <a:pt x="8501" y="8969"/>
                      <a:pt x="10305" y="7928"/>
                      <a:pt x="10883" y="6204"/>
                    </a:cubicBezTo>
                    <a:cubicBezTo>
                      <a:pt x="11645" y="3918"/>
                      <a:pt x="9967" y="1299"/>
                      <a:pt x="7121" y="347"/>
                    </a:cubicBezTo>
                    <a:cubicBezTo>
                      <a:pt x="6423" y="112"/>
                      <a:pt x="5719" y="1"/>
                      <a:pt x="50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0" name="Google Shape;800;p48"/>
              <p:cNvSpPr/>
              <p:nvPr/>
            </p:nvSpPr>
            <p:spPr>
              <a:xfrm>
                <a:off x="1623700" y="6722188"/>
                <a:ext cx="251550" cy="185425"/>
              </a:xfrm>
              <a:custGeom>
                <a:rect b="b" l="l" r="r" t="t"/>
                <a:pathLst>
                  <a:path extrusionOk="0" h="7417" w="10062">
                    <a:moveTo>
                      <a:pt x="5711" y="0"/>
                    </a:moveTo>
                    <a:cubicBezTo>
                      <a:pt x="5372" y="0"/>
                      <a:pt x="5008" y="23"/>
                      <a:pt x="4620" y="73"/>
                    </a:cubicBezTo>
                    <a:cubicBezTo>
                      <a:pt x="560" y="597"/>
                      <a:pt x="0" y="4145"/>
                      <a:pt x="0" y="4145"/>
                    </a:cubicBezTo>
                    <a:lnTo>
                      <a:pt x="631" y="6395"/>
                    </a:lnTo>
                    <a:cubicBezTo>
                      <a:pt x="631" y="6395"/>
                      <a:pt x="2005" y="7416"/>
                      <a:pt x="4122" y="7416"/>
                    </a:cubicBezTo>
                    <a:cubicBezTo>
                      <a:pt x="5756" y="7416"/>
                      <a:pt x="7832" y="6809"/>
                      <a:pt x="10061" y="4657"/>
                    </a:cubicBezTo>
                    <a:lnTo>
                      <a:pt x="9990" y="2026"/>
                    </a:lnTo>
                    <a:cubicBezTo>
                      <a:pt x="9990" y="2026"/>
                      <a:pt x="8919" y="0"/>
                      <a:pt x="571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1" name="Google Shape;801;p48"/>
              <p:cNvSpPr/>
              <p:nvPr/>
            </p:nvSpPr>
            <p:spPr>
              <a:xfrm>
                <a:off x="1634700" y="6733238"/>
                <a:ext cx="227450" cy="125750"/>
              </a:xfrm>
              <a:custGeom>
                <a:rect b="b" l="l" r="r" t="t"/>
                <a:pathLst>
                  <a:path extrusionOk="0" h="5030" w="9098">
                    <a:moveTo>
                      <a:pt x="5107" y="0"/>
                    </a:moveTo>
                    <a:cubicBezTo>
                      <a:pt x="4824" y="0"/>
                      <a:pt x="4523" y="19"/>
                      <a:pt x="4204" y="60"/>
                    </a:cubicBezTo>
                    <a:cubicBezTo>
                      <a:pt x="584" y="536"/>
                      <a:pt x="1" y="3846"/>
                      <a:pt x="1" y="3846"/>
                    </a:cubicBezTo>
                    <a:cubicBezTo>
                      <a:pt x="1" y="3846"/>
                      <a:pt x="1876" y="5029"/>
                      <a:pt x="4104" y="5029"/>
                    </a:cubicBezTo>
                    <a:cubicBezTo>
                      <a:pt x="5785" y="5029"/>
                      <a:pt x="7668" y="4355"/>
                      <a:pt x="9097" y="1989"/>
                    </a:cubicBezTo>
                    <a:cubicBezTo>
                      <a:pt x="9097" y="1989"/>
                      <a:pt x="8029" y="0"/>
                      <a:pt x="510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2" name="Google Shape;802;p48"/>
              <p:cNvSpPr/>
              <p:nvPr/>
            </p:nvSpPr>
            <p:spPr>
              <a:xfrm>
                <a:off x="1731150" y="6749613"/>
                <a:ext cx="82175" cy="54250"/>
              </a:xfrm>
              <a:custGeom>
                <a:rect b="b" l="l" r="r" t="t"/>
                <a:pathLst>
                  <a:path extrusionOk="0" h="2170" w="3287">
                    <a:moveTo>
                      <a:pt x="3287" y="0"/>
                    </a:moveTo>
                    <a:lnTo>
                      <a:pt x="1132" y="893"/>
                    </a:lnTo>
                    <a:lnTo>
                      <a:pt x="1072" y="1488"/>
                    </a:lnTo>
                    <a:lnTo>
                      <a:pt x="1929" y="1560"/>
                    </a:lnTo>
                    <a:lnTo>
                      <a:pt x="3287" y="0"/>
                    </a:lnTo>
                    <a:close/>
                    <a:moveTo>
                      <a:pt x="377" y="1486"/>
                    </a:moveTo>
                    <a:cubicBezTo>
                      <a:pt x="212" y="1486"/>
                      <a:pt x="89" y="1537"/>
                      <a:pt x="60" y="1631"/>
                    </a:cubicBezTo>
                    <a:cubicBezTo>
                      <a:pt x="1" y="1786"/>
                      <a:pt x="215" y="2000"/>
                      <a:pt x="536" y="2108"/>
                    </a:cubicBezTo>
                    <a:cubicBezTo>
                      <a:pt x="661" y="2149"/>
                      <a:pt x="782" y="2169"/>
                      <a:pt x="887" y="2169"/>
                    </a:cubicBezTo>
                    <a:cubicBezTo>
                      <a:pt x="1053" y="2169"/>
                      <a:pt x="1178" y="2119"/>
                      <a:pt x="1215" y="2024"/>
                    </a:cubicBezTo>
                    <a:cubicBezTo>
                      <a:pt x="1263" y="1869"/>
                      <a:pt x="1048" y="1655"/>
                      <a:pt x="727" y="1548"/>
                    </a:cubicBezTo>
                    <a:cubicBezTo>
                      <a:pt x="602" y="1506"/>
                      <a:pt x="481" y="1486"/>
                      <a:pt x="377" y="14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3" name="Google Shape;803;p48"/>
              <p:cNvSpPr/>
              <p:nvPr/>
            </p:nvSpPr>
            <p:spPr>
              <a:xfrm>
                <a:off x="1688300" y="6757338"/>
                <a:ext cx="113125" cy="78025"/>
              </a:xfrm>
              <a:custGeom>
                <a:rect b="b" l="l" r="r" t="t"/>
                <a:pathLst>
                  <a:path extrusionOk="0" h="3121" w="4525">
                    <a:moveTo>
                      <a:pt x="0" y="1"/>
                    </a:moveTo>
                    <a:lnTo>
                      <a:pt x="1203" y="1382"/>
                    </a:lnTo>
                    <a:lnTo>
                      <a:pt x="1691" y="1299"/>
                    </a:lnTo>
                    <a:lnTo>
                      <a:pt x="1607" y="870"/>
                    </a:lnTo>
                    <a:lnTo>
                      <a:pt x="0" y="1"/>
                    </a:lnTo>
                    <a:close/>
                    <a:moveTo>
                      <a:pt x="3358" y="1822"/>
                    </a:moveTo>
                    <a:lnTo>
                      <a:pt x="2858" y="1918"/>
                    </a:lnTo>
                    <a:lnTo>
                      <a:pt x="3012" y="2370"/>
                    </a:lnTo>
                    <a:lnTo>
                      <a:pt x="4524" y="3013"/>
                    </a:lnTo>
                    <a:lnTo>
                      <a:pt x="3358" y="1822"/>
                    </a:lnTo>
                    <a:close/>
                    <a:moveTo>
                      <a:pt x="1369" y="1715"/>
                    </a:moveTo>
                    <a:lnTo>
                      <a:pt x="167" y="3120"/>
                    </a:lnTo>
                    <a:lnTo>
                      <a:pt x="1965" y="2156"/>
                    </a:lnTo>
                    <a:lnTo>
                      <a:pt x="1893" y="1787"/>
                    </a:lnTo>
                    <a:lnTo>
                      <a:pt x="1369" y="1715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4" name="Google Shape;804;p48"/>
              <p:cNvSpPr/>
              <p:nvPr/>
            </p:nvSpPr>
            <p:spPr>
              <a:xfrm>
                <a:off x="1668650" y="6739313"/>
                <a:ext cx="169375" cy="107950"/>
              </a:xfrm>
              <a:custGeom>
                <a:rect b="b" l="l" r="r" t="t"/>
                <a:pathLst>
                  <a:path extrusionOk="0" h="4318" w="6775">
                    <a:moveTo>
                      <a:pt x="3689" y="0"/>
                    </a:moveTo>
                    <a:cubicBezTo>
                      <a:pt x="2372" y="0"/>
                      <a:pt x="1374" y="547"/>
                      <a:pt x="1358" y="555"/>
                    </a:cubicBezTo>
                    <a:lnTo>
                      <a:pt x="1417" y="650"/>
                    </a:lnTo>
                    <a:cubicBezTo>
                      <a:pt x="1425" y="650"/>
                      <a:pt x="2398" y="117"/>
                      <a:pt x="3685" y="117"/>
                    </a:cubicBezTo>
                    <a:cubicBezTo>
                      <a:pt x="4213" y="117"/>
                      <a:pt x="4793" y="207"/>
                      <a:pt x="5382" y="460"/>
                    </a:cubicBezTo>
                    <a:lnTo>
                      <a:pt x="5429" y="353"/>
                    </a:lnTo>
                    <a:cubicBezTo>
                      <a:pt x="4826" y="92"/>
                      <a:pt x="4230" y="0"/>
                      <a:pt x="3689" y="0"/>
                    </a:cubicBezTo>
                    <a:close/>
                    <a:moveTo>
                      <a:pt x="5846" y="615"/>
                    </a:moveTo>
                    <a:lnTo>
                      <a:pt x="5799" y="722"/>
                    </a:lnTo>
                    <a:cubicBezTo>
                      <a:pt x="6251" y="936"/>
                      <a:pt x="6501" y="1210"/>
                      <a:pt x="6537" y="1543"/>
                    </a:cubicBezTo>
                    <a:cubicBezTo>
                      <a:pt x="6644" y="2377"/>
                      <a:pt x="5489" y="3341"/>
                      <a:pt x="5477" y="3353"/>
                    </a:cubicBezTo>
                    <a:lnTo>
                      <a:pt x="5549" y="3448"/>
                    </a:lnTo>
                    <a:cubicBezTo>
                      <a:pt x="5596" y="3401"/>
                      <a:pt x="6775" y="2424"/>
                      <a:pt x="6656" y="1531"/>
                    </a:cubicBezTo>
                    <a:cubicBezTo>
                      <a:pt x="6608" y="1150"/>
                      <a:pt x="6334" y="841"/>
                      <a:pt x="5846" y="615"/>
                    </a:cubicBezTo>
                    <a:close/>
                    <a:moveTo>
                      <a:pt x="655" y="1138"/>
                    </a:moveTo>
                    <a:cubicBezTo>
                      <a:pt x="631" y="1162"/>
                      <a:pt x="0" y="1817"/>
                      <a:pt x="48" y="2603"/>
                    </a:cubicBezTo>
                    <a:cubicBezTo>
                      <a:pt x="72" y="3020"/>
                      <a:pt x="274" y="3389"/>
                      <a:pt x="667" y="3710"/>
                    </a:cubicBezTo>
                    <a:lnTo>
                      <a:pt x="738" y="3615"/>
                    </a:lnTo>
                    <a:cubicBezTo>
                      <a:pt x="381" y="3317"/>
                      <a:pt x="179" y="2972"/>
                      <a:pt x="167" y="2591"/>
                    </a:cubicBezTo>
                    <a:cubicBezTo>
                      <a:pt x="119" y="1865"/>
                      <a:pt x="726" y="1222"/>
                      <a:pt x="738" y="1222"/>
                    </a:cubicBezTo>
                    <a:lnTo>
                      <a:pt x="655" y="1138"/>
                    </a:lnTo>
                    <a:close/>
                    <a:moveTo>
                      <a:pt x="4882" y="3782"/>
                    </a:moveTo>
                    <a:cubicBezTo>
                      <a:pt x="4344" y="4105"/>
                      <a:pt x="3718" y="4205"/>
                      <a:pt x="3148" y="4205"/>
                    </a:cubicBezTo>
                    <a:cubicBezTo>
                      <a:pt x="2228" y="4205"/>
                      <a:pt x="1456" y="3944"/>
                      <a:pt x="1441" y="3936"/>
                    </a:cubicBezTo>
                    <a:lnTo>
                      <a:pt x="1405" y="4044"/>
                    </a:lnTo>
                    <a:cubicBezTo>
                      <a:pt x="1417" y="4055"/>
                      <a:pt x="2203" y="4317"/>
                      <a:pt x="3143" y="4317"/>
                    </a:cubicBezTo>
                    <a:cubicBezTo>
                      <a:pt x="3727" y="4317"/>
                      <a:pt x="4382" y="4222"/>
                      <a:pt x="4941" y="3877"/>
                    </a:cubicBezTo>
                    <a:lnTo>
                      <a:pt x="4882" y="378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5" name="Google Shape;805;p48"/>
              <p:cNvSpPr/>
              <p:nvPr/>
            </p:nvSpPr>
            <p:spPr>
              <a:xfrm>
                <a:off x="1624875" y="6771038"/>
                <a:ext cx="247400" cy="88725"/>
              </a:xfrm>
              <a:custGeom>
                <a:rect b="b" l="l" r="r" t="t"/>
                <a:pathLst>
                  <a:path extrusionOk="0" h="3549" w="9896">
                    <a:moveTo>
                      <a:pt x="9788" y="0"/>
                    </a:moveTo>
                    <a:cubicBezTo>
                      <a:pt x="8800" y="1751"/>
                      <a:pt x="7478" y="2846"/>
                      <a:pt x="5871" y="3251"/>
                    </a:cubicBezTo>
                    <a:cubicBezTo>
                      <a:pt x="5376" y="3377"/>
                      <a:pt x="4881" y="3430"/>
                      <a:pt x="4401" y="3430"/>
                    </a:cubicBezTo>
                    <a:cubicBezTo>
                      <a:pt x="2075" y="3430"/>
                      <a:pt x="90" y="2199"/>
                      <a:pt x="61" y="2179"/>
                    </a:cubicBezTo>
                    <a:lnTo>
                      <a:pt x="1" y="2286"/>
                    </a:lnTo>
                    <a:cubicBezTo>
                      <a:pt x="25" y="2298"/>
                      <a:pt x="2049" y="3548"/>
                      <a:pt x="4418" y="3548"/>
                    </a:cubicBezTo>
                    <a:cubicBezTo>
                      <a:pt x="4906" y="3548"/>
                      <a:pt x="5406" y="3489"/>
                      <a:pt x="5906" y="3370"/>
                    </a:cubicBezTo>
                    <a:cubicBezTo>
                      <a:pt x="7538" y="2953"/>
                      <a:pt x="8883" y="1846"/>
                      <a:pt x="9895" y="60"/>
                    </a:cubicBezTo>
                    <a:lnTo>
                      <a:pt x="9788" y="0"/>
                    </a:lnTo>
                    <a:close/>
                  </a:path>
                </a:pathLst>
              </a:custGeom>
              <a:solidFill>
                <a:srgbClr val="FFB31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6" name="Google Shape;806;p48"/>
              <p:cNvSpPr/>
              <p:nvPr/>
            </p:nvSpPr>
            <p:spPr>
              <a:xfrm>
                <a:off x="1643925" y="6857813"/>
                <a:ext cx="30100" cy="19675"/>
              </a:xfrm>
              <a:custGeom>
                <a:rect b="b" l="l" r="r" t="t"/>
                <a:pathLst>
                  <a:path extrusionOk="0" h="787" w="1204">
                    <a:moveTo>
                      <a:pt x="460" y="0"/>
                    </a:moveTo>
                    <a:cubicBezTo>
                      <a:pt x="268" y="0"/>
                      <a:pt x="111" y="78"/>
                      <a:pt x="61" y="220"/>
                    </a:cubicBezTo>
                    <a:cubicBezTo>
                      <a:pt x="1" y="411"/>
                      <a:pt x="191" y="649"/>
                      <a:pt x="489" y="744"/>
                    </a:cubicBezTo>
                    <a:cubicBezTo>
                      <a:pt x="574" y="773"/>
                      <a:pt x="661" y="786"/>
                      <a:pt x="741" y="786"/>
                    </a:cubicBezTo>
                    <a:cubicBezTo>
                      <a:pt x="931" y="786"/>
                      <a:pt x="1090" y="711"/>
                      <a:pt x="1132" y="578"/>
                    </a:cubicBezTo>
                    <a:cubicBezTo>
                      <a:pt x="1204" y="387"/>
                      <a:pt x="1013" y="149"/>
                      <a:pt x="715" y="42"/>
                    </a:cubicBezTo>
                    <a:cubicBezTo>
                      <a:pt x="628" y="14"/>
                      <a:pt x="541" y="0"/>
                      <a:pt x="46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7" name="Google Shape;807;p48"/>
              <p:cNvSpPr/>
              <p:nvPr/>
            </p:nvSpPr>
            <p:spPr>
              <a:xfrm>
                <a:off x="1696025" y="6871588"/>
                <a:ext cx="25325" cy="16200"/>
              </a:xfrm>
              <a:custGeom>
                <a:rect b="b" l="l" r="r" t="t"/>
                <a:pathLst>
                  <a:path extrusionOk="0" h="648" w="1013">
                    <a:moveTo>
                      <a:pt x="377" y="1"/>
                    </a:moveTo>
                    <a:cubicBezTo>
                      <a:pt x="216" y="1"/>
                      <a:pt x="89" y="62"/>
                      <a:pt x="48" y="169"/>
                    </a:cubicBezTo>
                    <a:cubicBezTo>
                      <a:pt x="1" y="324"/>
                      <a:pt x="155" y="527"/>
                      <a:pt x="417" y="610"/>
                    </a:cubicBezTo>
                    <a:cubicBezTo>
                      <a:pt x="494" y="636"/>
                      <a:pt x="571" y="648"/>
                      <a:pt x="642" y="648"/>
                    </a:cubicBezTo>
                    <a:cubicBezTo>
                      <a:pt x="802" y="648"/>
                      <a:pt x="932" y="586"/>
                      <a:pt x="965" y="479"/>
                    </a:cubicBezTo>
                    <a:cubicBezTo>
                      <a:pt x="1013" y="324"/>
                      <a:pt x="858" y="122"/>
                      <a:pt x="608" y="38"/>
                    </a:cubicBezTo>
                    <a:cubicBezTo>
                      <a:pt x="527" y="13"/>
                      <a:pt x="449" y="1"/>
                      <a:pt x="3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8" name="Google Shape;808;p48"/>
              <p:cNvSpPr/>
              <p:nvPr/>
            </p:nvSpPr>
            <p:spPr>
              <a:xfrm>
                <a:off x="1752575" y="6870788"/>
                <a:ext cx="27125" cy="18000"/>
              </a:xfrm>
              <a:custGeom>
                <a:rect b="b" l="l" r="r" t="t"/>
                <a:pathLst>
                  <a:path extrusionOk="0" h="720" w="1085">
                    <a:moveTo>
                      <a:pt x="427" y="0"/>
                    </a:moveTo>
                    <a:cubicBezTo>
                      <a:pt x="250" y="0"/>
                      <a:pt x="103" y="73"/>
                      <a:pt x="60" y="201"/>
                    </a:cubicBezTo>
                    <a:cubicBezTo>
                      <a:pt x="1" y="380"/>
                      <a:pt x="167" y="594"/>
                      <a:pt x="429" y="678"/>
                    </a:cubicBezTo>
                    <a:cubicBezTo>
                      <a:pt x="512" y="706"/>
                      <a:pt x="594" y="720"/>
                      <a:pt x="669" y="720"/>
                    </a:cubicBezTo>
                    <a:cubicBezTo>
                      <a:pt x="843" y="720"/>
                      <a:pt x="983" y="648"/>
                      <a:pt x="1025" y="523"/>
                    </a:cubicBezTo>
                    <a:cubicBezTo>
                      <a:pt x="1084" y="344"/>
                      <a:pt x="918" y="130"/>
                      <a:pt x="644" y="35"/>
                    </a:cubicBezTo>
                    <a:cubicBezTo>
                      <a:pt x="570" y="11"/>
                      <a:pt x="496" y="0"/>
                      <a:pt x="42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9" name="Google Shape;809;p48"/>
              <p:cNvSpPr/>
              <p:nvPr/>
            </p:nvSpPr>
            <p:spPr>
              <a:xfrm>
                <a:off x="1804675" y="6855538"/>
                <a:ext cx="18775" cy="12600"/>
              </a:xfrm>
              <a:custGeom>
                <a:rect b="b" l="l" r="r" t="t"/>
                <a:pathLst>
                  <a:path extrusionOk="0" h="504" w="751">
                    <a:moveTo>
                      <a:pt x="300" y="0"/>
                    </a:moveTo>
                    <a:cubicBezTo>
                      <a:pt x="178" y="0"/>
                      <a:pt x="73" y="51"/>
                      <a:pt x="48" y="145"/>
                    </a:cubicBezTo>
                    <a:cubicBezTo>
                      <a:pt x="0" y="264"/>
                      <a:pt x="119" y="419"/>
                      <a:pt x="298" y="478"/>
                    </a:cubicBezTo>
                    <a:cubicBezTo>
                      <a:pt x="353" y="495"/>
                      <a:pt x="406" y="503"/>
                      <a:pt x="456" y="503"/>
                    </a:cubicBezTo>
                    <a:cubicBezTo>
                      <a:pt x="580" y="503"/>
                      <a:pt x="681" y="452"/>
                      <a:pt x="715" y="359"/>
                    </a:cubicBezTo>
                    <a:cubicBezTo>
                      <a:pt x="750" y="240"/>
                      <a:pt x="643" y="85"/>
                      <a:pt x="453" y="26"/>
                    </a:cubicBezTo>
                    <a:cubicBezTo>
                      <a:pt x="402" y="9"/>
                      <a:pt x="349" y="0"/>
                      <a:pt x="3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0" name="Google Shape;810;p48"/>
              <p:cNvSpPr/>
              <p:nvPr/>
            </p:nvSpPr>
            <p:spPr>
              <a:xfrm>
                <a:off x="1838300" y="6828688"/>
                <a:ext cx="22050" cy="16275"/>
              </a:xfrm>
              <a:custGeom>
                <a:rect b="b" l="l" r="r" t="t"/>
                <a:pathLst>
                  <a:path extrusionOk="0" h="651" w="882">
                    <a:moveTo>
                      <a:pt x="371" y="0"/>
                    </a:moveTo>
                    <a:cubicBezTo>
                      <a:pt x="221" y="0"/>
                      <a:pt x="92" y="72"/>
                      <a:pt x="48" y="195"/>
                    </a:cubicBezTo>
                    <a:cubicBezTo>
                      <a:pt x="1" y="361"/>
                      <a:pt x="120" y="552"/>
                      <a:pt x="334" y="623"/>
                    </a:cubicBezTo>
                    <a:cubicBezTo>
                      <a:pt x="390" y="642"/>
                      <a:pt x="446" y="651"/>
                      <a:pt x="499" y="651"/>
                    </a:cubicBezTo>
                    <a:cubicBezTo>
                      <a:pt x="650" y="651"/>
                      <a:pt x="778" y="580"/>
                      <a:pt x="822" y="457"/>
                    </a:cubicBezTo>
                    <a:cubicBezTo>
                      <a:pt x="882" y="290"/>
                      <a:pt x="751" y="99"/>
                      <a:pt x="537" y="28"/>
                    </a:cubicBezTo>
                    <a:cubicBezTo>
                      <a:pt x="481" y="9"/>
                      <a:pt x="424" y="0"/>
                      <a:pt x="37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1" name="Google Shape;811;p48"/>
              <p:cNvSpPr/>
              <p:nvPr/>
            </p:nvSpPr>
            <p:spPr>
              <a:xfrm>
                <a:off x="1847825" y="6523088"/>
                <a:ext cx="175950" cy="216725"/>
              </a:xfrm>
              <a:custGeom>
                <a:rect b="b" l="l" r="r" t="t"/>
                <a:pathLst>
                  <a:path extrusionOk="0" h="8669" w="7038">
                    <a:moveTo>
                      <a:pt x="3037" y="1"/>
                    </a:moveTo>
                    <a:lnTo>
                      <a:pt x="2977" y="108"/>
                    </a:lnTo>
                    <a:cubicBezTo>
                      <a:pt x="5156" y="1286"/>
                      <a:pt x="6275" y="3525"/>
                      <a:pt x="5644" y="5430"/>
                    </a:cubicBezTo>
                    <a:cubicBezTo>
                      <a:pt x="5076" y="7115"/>
                      <a:pt x="3321" y="8158"/>
                      <a:pt x="1248" y="8158"/>
                    </a:cubicBezTo>
                    <a:cubicBezTo>
                      <a:pt x="846" y="8158"/>
                      <a:pt x="432" y="8118"/>
                      <a:pt x="13" y="8037"/>
                    </a:cubicBezTo>
                    <a:lnTo>
                      <a:pt x="1" y="8144"/>
                    </a:lnTo>
                    <a:cubicBezTo>
                      <a:pt x="429" y="8240"/>
                      <a:pt x="858" y="8275"/>
                      <a:pt x="1263" y="8275"/>
                    </a:cubicBezTo>
                    <a:cubicBezTo>
                      <a:pt x="1406" y="8275"/>
                      <a:pt x="1537" y="8275"/>
                      <a:pt x="1668" y="8263"/>
                    </a:cubicBezTo>
                    <a:lnTo>
                      <a:pt x="2311" y="8668"/>
                    </a:lnTo>
                    <a:lnTo>
                      <a:pt x="2370" y="8573"/>
                    </a:lnTo>
                    <a:lnTo>
                      <a:pt x="1858" y="8252"/>
                    </a:lnTo>
                    <a:cubicBezTo>
                      <a:pt x="2370" y="8192"/>
                      <a:pt x="2858" y="8085"/>
                      <a:pt x="3311" y="7906"/>
                    </a:cubicBezTo>
                    <a:lnTo>
                      <a:pt x="3846" y="8442"/>
                    </a:lnTo>
                    <a:lnTo>
                      <a:pt x="3930" y="8359"/>
                    </a:lnTo>
                    <a:lnTo>
                      <a:pt x="3430" y="7859"/>
                    </a:lnTo>
                    <a:cubicBezTo>
                      <a:pt x="3811" y="7704"/>
                      <a:pt x="4156" y="7501"/>
                      <a:pt x="4466" y="7251"/>
                    </a:cubicBezTo>
                    <a:lnTo>
                      <a:pt x="5228" y="7918"/>
                    </a:lnTo>
                    <a:lnTo>
                      <a:pt x="5311" y="7835"/>
                    </a:lnTo>
                    <a:lnTo>
                      <a:pt x="4561" y="7180"/>
                    </a:lnTo>
                    <a:cubicBezTo>
                      <a:pt x="4847" y="6942"/>
                      <a:pt x="5097" y="6668"/>
                      <a:pt x="5311" y="6370"/>
                    </a:cubicBezTo>
                    <a:lnTo>
                      <a:pt x="6311" y="6978"/>
                    </a:lnTo>
                    <a:lnTo>
                      <a:pt x="6371" y="6882"/>
                    </a:lnTo>
                    <a:lnTo>
                      <a:pt x="5370" y="6263"/>
                    </a:lnTo>
                    <a:cubicBezTo>
                      <a:pt x="5525" y="6013"/>
                      <a:pt x="5656" y="5751"/>
                      <a:pt x="5751" y="5465"/>
                    </a:cubicBezTo>
                    <a:cubicBezTo>
                      <a:pt x="5799" y="5323"/>
                      <a:pt x="5835" y="5180"/>
                      <a:pt x="5871" y="5037"/>
                    </a:cubicBezTo>
                    <a:lnTo>
                      <a:pt x="6978" y="5585"/>
                    </a:lnTo>
                    <a:lnTo>
                      <a:pt x="7037" y="5477"/>
                    </a:lnTo>
                    <a:lnTo>
                      <a:pt x="5882" y="4918"/>
                    </a:lnTo>
                    <a:cubicBezTo>
                      <a:pt x="5978" y="4370"/>
                      <a:pt x="5942" y="3822"/>
                      <a:pt x="5787" y="3275"/>
                    </a:cubicBezTo>
                    <a:lnTo>
                      <a:pt x="5787" y="3275"/>
                    </a:lnTo>
                    <a:lnTo>
                      <a:pt x="6835" y="3572"/>
                    </a:lnTo>
                    <a:lnTo>
                      <a:pt x="6859" y="3465"/>
                    </a:lnTo>
                    <a:lnTo>
                      <a:pt x="5751" y="3144"/>
                    </a:lnTo>
                    <a:cubicBezTo>
                      <a:pt x="5609" y="2668"/>
                      <a:pt x="5370" y="2203"/>
                      <a:pt x="5073" y="1775"/>
                    </a:cubicBezTo>
                    <a:lnTo>
                      <a:pt x="5073" y="1775"/>
                    </a:lnTo>
                    <a:lnTo>
                      <a:pt x="6002" y="2072"/>
                    </a:lnTo>
                    <a:lnTo>
                      <a:pt x="6037" y="1965"/>
                    </a:lnTo>
                    <a:lnTo>
                      <a:pt x="4954" y="1620"/>
                    </a:lnTo>
                    <a:cubicBezTo>
                      <a:pt x="4466" y="989"/>
                      <a:pt x="3823" y="429"/>
                      <a:pt x="303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812" name="Google Shape;812;p48"/>
          <p:cNvGrpSpPr/>
          <p:nvPr/>
        </p:nvGrpSpPr>
        <p:grpSpPr>
          <a:xfrm>
            <a:off x="257751" y="597429"/>
            <a:ext cx="1059010" cy="599942"/>
            <a:chOff x="96100" y="539500"/>
            <a:chExt cx="880162" cy="498622"/>
          </a:xfrm>
        </p:grpSpPr>
        <p:sp>
          <p:nvSpPr>
            <p:cNvPr id="813" name="Google Shape;813;p48"/>
            <p:cNvSpPr/>
            <p:nvPr/>
          </p:nvSpPr>
          <p:spPr>
            <a:xfrm>
              <a:off x="552205" y="912034"/>
              <a:ext cx="165739" cy="126088"/>
            </a:xfrm>
            <a:custGeom>
              <a:rect b="b" l="l" r="r" t="t"/>
              <a:pathLst>
                <a:path extrusionOk="0" h="2156" w="2834">
                  <a:moveTo>
                    <a:pt x="2834" y="1"/>
                  </a:moveTo>
                  <a:lnTo>
                    <a:pt x="0" y="441"/>
                  </a:lnTo>
                  <a:lnTo>
                    <a:pt x="905" y="2156"/>
                  </a:lnTo>
                  <a:lnTo>
                    <a:pt x="2691" y="1775"/>
                  </a:lnTo>
                  <a:lnTo>
                    <a:pt x="283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48"/>
            <p:cNvSpPr/>
            <p:nvPr/>
          </p:nvSpPr>
          <p:spPr>
            <a:xfrm>
              <a:off x="587704" y="958001"/>
              <a:ext cx="114216" cy="45324"/>
            </a:xfrm>
            <a:custGeom>
              <a:rect b="b" l="l" r="r" t="t"/>
              <a:pathLst>
                <a:path extrusionOk="0" h="775" w="1953">
                  <a:moveTo>
                    <a:pt x="1917" y="0"/>
                  </a:moveTo>
                  <a:lnTo>
                    <a:pt x="1393" y="119"/>
                  </a:lnTo>
                  <a:lnTo>
                    <a:pt x="1489" y="477"/>
                  </a:lnTo>
                  <a:lnTo>
                    <a:pt x="1953" y="381"/>
                  </a:lnTo>
                  <a:lnTo>
                    <a:pt x="1917" y="0"/>
                  </a:lnTo>
                  <a:close/>
                  <a:moveTo>
                    <a:pt x="1227" y="155"/>
                  </a:moveTo>
                  <a:lnTo>
                    <a:pt x="703" y="262"/>
                  </a:lnTo>
                  <a:lnTo>
                    <a:pt x="798" y="631"/>
                  </a:lnTo>
                  <a:lnTo>
                    <a:pt x="1262" y="524"/>
                  </a:lnTo>
                  <a:lnTo>
                    <a:pt x="1227" y="155"/>
                  </a:lnTo>
                  <a:close/>
                  <a:moveTo>
                    <a:pt x="524" y="298"/>
                  </a:moveTo>
                  <a:lnTo>
                    <a:pt x="0" y="405"/>
                  </a:lnTo>
                  <a:lnTo>
                    <a:pt x="131" y="774"/>
                  </a:lnTo>
                  <a:lnTo>
                    <a:pt x="560" y="667"/>
                  </a:lnTo>
                  <a:lnTo>
                    <a:pt x="524" y="29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48"/>
            <p:cNvSpPr/>
            <p:nvPr/>
          </p:nvSpPr>
          <p:spPr>
            <a:xfrm>
              <a:off x="96100" y="539909"/>
              <a:ext cx="880162" cy="435578"/>
            </a:xfrm>
            <a:custGeom>
              <a:rect b="b" l="l" r="r" t="t"/>
              <a:pathLst>
                <a:path extrusionOk="0" h="7448" w="15050">
                  <a:moveTo>
                    <a:pt x="703" y="4685"/>
                  </a:moveTo>
                  <a:lnTo>
                    <a:pt x="1596" y="5506"/>
                  </a:lnTo>
                  <a:lnTo>
                    <a:pt x="512" y="5625"/>
                  </a:lnTo>
                  <a:lnTo>
                    <a:pt x="262" y="4792"/>
                  </a:lnTo>
                  <a:lnTo>
                    <a:pt x="703" y="4685"/>
                  </a:lnTo>
                  <a:close/>
                  <a:moveTo>
                    <a:pt x="1691" y="5780"/>
                  </a:moveTo>
                  <a:lnTo>
                    <a:pt x="1370" y="6947"/>
                  </a:lnTo>
                  <a:lnTo>
                    <a:pt x="715" y="6995"/>
                  </a:lnTo>
                  <a:lnTo>
                    <a:pt x="631" y="6042"/>
                  </a:lnTo>
                  <a:lnTo>
                    <a:pt x="1691" y="5780"/>
                  </a:lnTo>
                  <a:close/>
                  <a:moveTo>
                    <a:pt x="9744" y="0"/>
                  </a:moveTo>
                  <a:cubicBezTo>
                    <a:pt x="7476" y="0"/>
                    <a:pt x="4637" y="1108"/>
                    <a:pt x="1536" y="4875"/>
                  </a:cubicBezTo>
                  <a:lnTo>
                    <a:pt x="727" y="4304"/>
                  </a:lnTo>
                  <a:lnTo>
                    <a:pt x="0" y="4482"/>
                  </a:lnTo>
                  <a:lnTo>
                    <a:pt x="560" y="7447"/>
                  </a:lnTo>
                  <a:lnTo>
                    <a:pt x="1584" y="7268"/>
                  </a:lnTo>
                  <a:lnTo>
                    <a:pt x="1882" y="6387"/>
                  </a:lnTo>
                  <a:cubicBezTo>
                    <a:pt x="3691" y="6768"/>
                    <a:pt x="5257" y="6928"/>
                    <a:pt x="6610" y="6928"/>
                  </a:cubicBezTo>
                  <a:cubicBezTo>
                    <a:pt x="6948" y="6928"/>
                    <a:pt x="7273" y="6918"/>
                    <a:pt x="7585" y="6899"/>
                  </a:cubicBezTo>
                  <a:lnTo>
                    <a:pt x="7740" y="7304"/>
                  </a:lnTo>
                  <a:lnTo>
                    <a:pt x="10823" y="6518"/>
                  </a:lnTo>
                  <a:lnTo>
                    <a:pt x="10752" y="6292"/>
                  </a:lnTo>
                  <a:cubicBezTo>
                    <a:pt x="14359" y="5006"/>
                    <a:pt x="15050" y="2256"/>
                    <a:pt x="15050" y="2256"/>
                  </a:cubicBezTo>
                  <a:cubicBezTo>
                    <a:pt x="15050" y="2256"/>
                    <a:pt x="12979" y="0"/>
                    <a:pt x="97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48"/>
            <p:cNvSpPr/>
            <p:nvPr/>
          </p:nvSpPr>
          <p:spPr>
            <a:xfrm>
              <a:off x="197041" y="539500"/>
              <a:ext cx="767407" cy="410898"/>
            </a:xfrm>
            <a:custGeom>
              <a:rect b="b" l="l" r="r" t="t"/>
              <a:pathLst>
                <a:path extrusionOk="0" h="7026" w="13122">
                  <a:moveTo>
                    <a:pt x="8778" y="1214"/>
                  </a:moveTo>
                  <a:cubicBezTo>
                    <a:pt x="8825" y="1214"/>
                    <a:pt x="8872" y="1215"/>
                    <a:pt x="8919" y="1215"/>
                  </a:cubicBezTo>
                  <a:lnTo>
                    <a:pt x="9276" y="3204"/>
                  </a:lnTo>
                  <a:lnTo>
                    <a:pt x="3096" y="4751"/>
                  </a:lnTo>
                  <a:lnTo>
                    <a:pt x="2489" y="3168"/>
                  </a:lnTo>
                  <a:cubicBezTo>
                    <a:pt x="4953" y="1618"/>
                    <a:pt x="7169" y="1214"/>
                    <a:pt x="8778" y="1214"/>
                  </a:cubicBezTo>
                  <a:close/>
                  <a:moveTo>
                    <a:pt x="9288" y="3323"/>
                  </a:moveTo>
                  <a:lnTo>
                    <a:pt x="9609" y="5097"/>
                  </a:lnTo>
                  <a:cubicBezTo>
                    <a:pt x="8276" y="5680"/>
                    <a:pt x="6311" y="6216"/>
                    <a:pt x="3656" y="6240"/>
                  </a:cubicBezTo>
                  <a:lnTo>
                    <a:pt x="3132" y="4870"/>
                  </a:lnTo>
                  <a:lnTo>
                    <a:pt x="9288" y="3323"/>
                  </a:lnTo>
                  <a:close/>
                  <a:moveTo>
                    <a:pt x="8704" y="1"/>
                  </a:moveTo>
                  <a:lnTo>
                    <a:pt x="8895" y="1096"/>
                  </a:lnTo>
                  <a:cubicBezTo>
                    <a:pt x="8871" y="1096"/>
                    <a:pt x="8846" y="1096"/>
                    <a:pt x="8822" y="1096"/>
                  </a:cubicBezTo>
                  <a:cubicBezTo>
                    <a:pt x="7207" y="1096"/>
                    <a:pt x="4952" y="1489"/>
                    <a:pt x="2454" y="3061"/>
                  </a:cubicBezTo>
                  <a:lnTo>
                    <a:pt x="2180" y="2358"/>
                  </a:lnTo>
                  <a:lnTo>
                    <a:pt x="2025" y="2501"/>
                  </a:lnTo>
                  <a:lnTo>
                    <a:pt x="2275" y="3168"/>
                  </a:lnTo>
                  <a:cubicBezTo>
                    <a:pt x="1525" y="3644"/>
                    <a:pt x="763" y="4239"/>
                    <a:pt x="1" y="4942"/>
                  </a:cubicBezTo>
                  <a:lnTo>
                    <a:pt x="72" y="5037"/>
                  </a:lnTo>
                  <a:cubicBezTo>
                    <a:pt x="834" y="4335"/>
                    <a:pt x="1584" y="3763"/>
                    <a:pt x="2311" y="3287"/>
                  </a:cubicBezTo>
                  <a:lnTo>
                    <a:pt x="2870" y="4811"/>
                  </a:lnTo>
                  <a:lnTo>
                    <a:pt x="60" y="5513"/>
                  </a:lnTo>
                  <a:lnTo>
                    <a:pt x="84" y="5632"/>
                  </a:lnTo>
                  <a:lnTo>
                    <a:pt x="2906" y="4918"/>
                  </a:lnTo>
                  <a:lnTo>
                    <a:pt x="3382" y="6240"/>
                  </a:lnTo>
                  <a:cubicBezTo>
                    <a:pt x="2418" y="6228"/>
                    <a:pt x="1370" y="6156"/>
                    <a:pt x="227" y="5978"/>
                  </a:cubicBezTo>
                  <a:lnTo>
                    <a:pt x="203" y="6097"/>
                  </a:lnTo>
                  <a:cubicBezTo>
                    <a:pt x="1382" y="6275"/>
                    <a:pt x="2454" y="6347"/>
                    <a:pt x="3430" y="6359"/>
                  </a:cubicBezTo>
                  <a:lnTo>
                    <a:pt x="3668" y="7025"/>
                  </a:lnTo>
                  <a:lnTo>
                    <a:pt x="3930" y="6978"/>
                  </a:lnTo>
                  <a:lnTo>
                    <a:pt x="3692" y="6359"/>
                  </a:lnTo>
                  <a:cubicBezTo>
                    <a:pt x="6335" y="6335"/>
                    <a:pt x="8288" y="5799"/>
                    <a:pt x="9621" y="5216"/>
                  </a:cubicBezTo>
                  <a:lnTo>
                    <a:pt x="9776" y="6085"/>
                  </a:lnTo>
                  <a:lnTo>
                    <a:pt x="10097" y="5918"/>
                  </a:lnTo>
                  <a:lnTo>
                    <a:pt x="9931" y="5073"/>
                  </a:lnTo>
                  <a:cubicBezTo>
                    <a:pt x="9954" y="5061"/>
                    <a:pt x="9990" y="5049"/>
                    <a:pt x="10014" y="5037"/>
                  </a:cubicBezTo>
                  <a:cubicBezTo>
                    <a:pt x="11990" y="4085"/>
                    <a:pt x="12848" y="2953"/>
                    <a:pt x="12848" y="2942"/>
                  </a:cubicBezTo>
                  <a:lnTo>
                    <a:pt x="12752" y="2870"/>
                  </a:lnTo>
                  <a:cubicBezTo>
                    <a:pt x="12752" y="2870"/>
                    <a:pt x="11919" y="3989"/>
                    <a:pt x="9954" y="4930"/>
                  </a:cubicBezTo>
                  <a:cubicBezTo>
                    <a:pt x="9943" y="4942"/>
                    <a:pt x="9931" y="4954"/>
                    <a:pt x="9907" y="4954"/>
                  </a:cubicBezTo>
                  <a:lnTo>
                    <a:pt x="9562" y="3251"/>
                  </a:lnTo>
                  <a:lnTo>
                    <a:pt x="13122" y="2358"/>
                  </a:lnTo>
                  <a:lnTo>
                    <a:pt x="13098" y="2239"/>
                  </a:lnTo>
                  <a:lnTo>
                    <a:pt x="9538" y="3132"/>
                  </a:lnTo>
                  <a:lnTo>
                    <a:pt x="9145" y="1227"/>
                  </a:lnTo>
                  <a:lnTo>
                    <a:pt x="9145" y="1227"/>
                  </a:lnTo>
                  <a:cubicBezTo>
                    <a:pt x="11312" y="1299"/>
                    <a:pt x="12705" y="2037"/>
                    <a:pt x="12717" y="2049"/>
                  </a:cubicBezTo>
                  <a:lnTo>
                    <a:pt x="12776" y="1941"/>
                  </a:lnTo>
                  <a:cubicBezTo>
                    <a:pt x="12764" y="1941"/>
                    <a:pt x="11324" y="1168"/>
                    <a:pt x="9121" y="1108"/>
                  </a:cubicBezTo>
                  <a:lnTo>
                    <a:pt x="88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7" name="Google Shape;817;p48"/>
          <p:cNvGrpSpPr/>
          <p:nvPr/>
        </p:nvGrpSpPr>
        <p:grpSpPr>
          <a:xfrm>
            <a:off x="7986280" y="357890"/>
            <a:ext cx="1003283" cy="1158056"/>
            <a:chOff x="6836250" y="6659075"/>
            <a:chExt cx="279225" cy="322300"/>
          </a:xfrm>
        </p:grpSpPr>
        <p:sp>
          <p:nvSpPr>
            <p:cNvPr id="818" name="Google Shape;818;p48"/>
            <p:cNvSpPr/>
            <p:nvPr/>
          </p:nvSpPr>
          <p:spPr>
            <a:xfrm>
              <a:off x="6911275" y="6937900"/>
              <a:ext cx="61025" cy="43475"/>
            </a:xfrm>
            <a:custGeom>
              <a:rect b="b" l="l" r="r" t="t"/>
              <a:pathLst>
                <a:path extrusionOk="0" h="1739" w="2441">
                  <a:moveTo>
                    <a:pt x="107" y="0"/>
                  </a:moveTo>
                  <a:lnTo>
                    <a:pt x="0" y="1441"/>
                  </a:lnTo>
                  <a:lnTo>
                    <a:pt x="2179" y="1739"/>
                  </a:lnTo>
                  <a:lnTo>
                    <a:pt x="2441" y="274"/>
                  </a:lnTo>
                  <a:lnTo>
                    <a:pt x="10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48"/>
            <p:cNvSpPr/>
            <p:nvPr/>
          </p:nvSpPr>
          <p:spPr>
            <a:xfrm>
              <a:off x="6836250" y="6659075"/>
              <a:ext cx="279225" cy="244325"/>
            </a:xfrm>
            <a:custGeom>
              <a:rect b="b" l="l" r="r" t="t"/>
              <a:pathLst>
                <a:path extrusionOk="0" h="9773" w="11169">
                  <a:moveTo>
                    <a:pt x="5126" y="1"/>
                  </a:moveTo>
                  <a:cubicBezTo>
                    <a:pt x="2777" y="1"/>
                    <a:pt x="616" y="834"/>
                    <a:pt x="346" y="3295"/>
                  </a:cubicBezTo>
                  <a:cubicBezTo>
                    <a:pt x="1" y="6438"/>
                    <a:pt x="2894" y="8772"/>
                    <a:pt x="2894" y="8772"/>
                  </a:cubicBezTo>
                  <a:lnTo>
                    <a:pt x="2894" y="9427"/>
                  </a:lnTo>
                  <a:lnTo>
                    <a:pt x="6025" y="9772"/>
                  </a:lnTo>
                  <a:lnTo>
                    <a:pt x="6180" y="9082"/>
                  </a:lnTo>
                  <a:cubicBezTo>
                    <a:pt x="6180" y="9082"/>
                    <a:pt x="9895" y="7284"/>
                    <a:pt x="10538" y="5403"/>
                  </a:cubicBezTo>
                  <a:cubicBezTo>
                    <a:pt x="11169" y="3521"/>
                    <a:pt x="10050" y="688"/>
                    <a:pt x="7085" y="176"/>
                  </a:cubicBezTo>
                  <a:cubicBezTo>
                    <a:pt x="6442" y="65"/>
                    <a:pt x="5777" y="1"/>
                    <a:pt x="51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48"/>
            <p:cNvSpPr/>
            <p:nvPr/>
          </p:nvSpPr>
          <p:spPr>
            <a:xfrm>
              <a:off x="6867800" y="6662575"/>
              <a:ext cx="204225" cy="240225"/>
            </a:xfrm>
            <a:custGeom>
              <a:rect b="b" l="l" r="r" t="t"/>
              <a:pathLst>
                <a:path extrusionOk="0" h="9609" w="8169">
                  <a:moveTo>
                    <a:pt x="3347" y="607"/>
                  </a:moveTo>
                  <a:cubicBezTo>
                    <a:pt x="3561" y="774"/>
                    <a:pt x="3823" y="964"/>
                    <a:pt x="4156" y="1107"/>
                  </a:cubicBezTo>
                  <a:cubicBezTo>
                    <a:pt x="739" y="3893"/>
                    <a:pt x="2549" y="8049"/>
                    <a:pt x="2858" y="8704"/>
                  </a:cubicBezTo>
                  <a:lnTo>
                    <a:pt x="2239" y="8644"/>
                  </a:lnTo>
                  <a:cubicBezTo>
                    <a:pt x="2061" y="8394"/>
                    <a:pt x="72" y="5525"/>
                    <a:pt x="751" y="3143"/>
                  </a:cubicBezTo>
                  <a:cubicBezTo>
                    <a:pt x="1084" y="2024"/>
                    <a:pt x="1954" y="1167"/>
                    <a:pt x="3347" y="607"/>
                  </a:cubicBezTo>
                  <a:close/>
                  <a:moveTo>
                    <a:pt x="4263" y="1155"/>
                  </a:moveTo>
                  <a:cubicBezTo>
                    <a:pt x="4561" y="1262"/>
                    <a:pt x="4894" y="1334"/>
                    <a:pt x="5275" y="1334"/>
                  </a:cubicBezTo>
                  <a:cubicBezTo>
                    <a:pt x="5418" y="1334"/>
                    <a:pt x="5573" y="1322"/>
                    <a:pt x="5740" y="1298"/>
                  </a:cubicBezTo>
                  <a:lnTo>
                    <a:pt x="5740" y="1298"/>
                  </a:lnTo>
                  <a:lnTo>
                    <a:pt x="5716" y="1310"/>
                  </a:lnTo>
                  <a:cubicBezTo>
                    <a:pt x="7204" y="4858"/>
                    <a:pt x="3918" y="8489"/>
                    <a:pt x="3656" y="8775"/>
                  </a:cubicBezTo>
                  <a:lnTo>
                    <a:pt x="2989" y="8715"/>
                  </a:lnTo>
                  <a:cubicBezTo>
                    <a:pt x="2799" y="8346"/>
                    <a:pt x="715" y="4001"/>
                    <a:pt x="4263" y="1155"/>
                  </a:cubicBezTo>
                  <a:close/>
                  <a:moveTo>
                    <a:pt x="6942" y="881"/>
                  </a:moveTo>
                  <a:cubicBezTo>
                    <a:pt x="7764" y="1988"/>
                    <a:pt x="8061" y="3131"/>
                    <a:pt x="7835" y="4298"/>
                  </a:cubicBezTo>
                  <a:cubicBezTo>
                    <a:pt x="7347" y="6846"/>
                    <a:pt x="4466" y="8692"/>
                    <a:pt x="4240" y="8834"/>
                  </a:cubicBezTo>
                  <a:lnTo>
                    <a:pt x="3787" y="8787"/>
                  </a:lnTo>
                  <a:cubicBezTo>
                    <a:pt x="4287" y="8227"/>
                    <a:pt x="7252" y="4727"/>
                    <a:pt x="5823" y="1286"/>
                  </a:cubicBezTo>
                  <a:cubicBezTo>
                    <a:pt x="6168" y="1215"/>
                    <a:pt x="6537" y="1095"/>
                    <a:pt x="6942" y="881"/>
                  </a:cubicBezTo>
                  <a:close/>
                  <a:moveTo>
                    <a:pt x="2918" y="0"/>
                  </a:moveTo>
                  <a:lnTo>
                    <a:pt x="2835" y="60"/>
                  </a:lnTo>
                  <a:cubicBezTo>
                    <a:pt x="2835" y="60"/>
                    <a:pt x="2977" y="274"/>
                    <a:pt x="3251" y="524"/>
                  </a:cubicBezTo>
                  <a:cubicBezTo>
                    <a:pt x="1858" y="1095"/>
                    <a:pt x="977" y="1977"/>
                    <a:pt x="656" y="3120"/>
                  </a:cubicBezTo>
                  <a:cubicBezTo>
                    <a:pt x="1" y="5394"/>
                    <a:pt x="1739" y="8096"/>
                    <a:pt x="2108" y="8620"/>
                  </a:cubicBezTo>
                  <a:lnTo>
                    <a:pt x="1501" y="8561"/>
                  </a:lnTo>
                  <a:lnTo>
                    <a:pt x="1489" y="8668"/>
                  </a:lnTo>
                  <a:lnTo>
                    <a:pt x="1918" y="8715"/>
                  </a:lnTo>
                  <a:lnTo>
                    <a:pt x="1894" y="9323"/>
                  </a:lnTo>
                  <a:lnTo>
                    <a:pt x="2001" y="9323"/>
                  </a:lnTo>
                  <a:lnTo>
                    <a:pt x="2025" y="8727"/>
                  </a:lnTo>
                  <a:lnTo>
                    <a:pt x="2549" y="8775"/>
                  </a:lnTo>
                  <a:lnTo>
                    <a:pt x="2489" y="9382"/>
                  </a:lnTo>
                  <a:lnTo>
                    <a:pt x="2596" y="9394"/>
                  </a:lnTo>
                  <a:lnTo>
                    <a:pt x="2656" y="8787"/>
                  </a:lnTo>
                  <a:lnTo>
                    <a:pt x="3287" y="8846"/>
                  </a:lnTo>
                  <a:lnTo>
                    <a:pt x="3228" y="9466"/>
                  </a:lnTo>
                  <a:lnTo>
                    <a:pt x="3335" y="9477"/>
                  </a:lnTo>
                  <a:lnTo>
                    <a:pt x="3394" y="8858"/>
                  </a:lnTo>
                  <a:lnTo>
                    <a:pt x="3942" y="8906"/>
                  </a:lnTo>
                  <a:lnTo>
                    <a:pt x="3870" y="9537"/>
                  </a:lnTo>
                  <a:lnTo>
                    <a:pt x="3978" y="9549"/>
                  </a:lnTo>
                  <a:lnTo>
                    <a:pt x="4049" y="8918"/>
                  </a:lnTo>
                  <a:lnTo>
                    <a:pt x="4513" y="8965"/>
                  </a:lnTo>
                  <a:lnTo>
                    <a:pt x="4382" y="9585"/>
                  </a:lnTo>
                  <a:lnTo>
                    <a:pt x="4478" y="9608"/>
                  </a:lnTo>
                  <a:lnTo>
                    <a:pt x="4621" y="8977"/>
                  </a:lnTo>
                  <a:lnTo>
                    <a:pt x="5061" y="9013"/>
                  </a:lnTo>
                  <a:lnTo>
                    <a:pt x="5073" y="8906"/>
                  </a:lnTo>
                  <a:lnTo>
                    <a:pt x="4406" y="8846"/>
                  </a:lnTo>
                  <a:cubicBezTo>
                    <a:pt x="5013" y="8453"/>
                    <a:pt x="7490" y="6691"/>
                    <a:pt x="7942" y="4322"/>
                  </a:cubicBezTo>
                  <a:cubicBezTo>
                    <a:pt x="8169" y="3131"/>
                    <a:pt x="7859" y="1953"/>
                    <a:pt x="7026" y="834"/>
                  </a:cubicBezTo>
                  <a:cubicBezTo>
                    <a:pt x="7109" y="786"/>
                    <a:pt x="7192" y="738"/>
                    <a:pt x="7276" y="679"/>
                  </a:cubicBezTo>
                  <a:lnTo>
                    <a:pt x="7216" y="595"/>
                  </a:lnTo>
                  <a:cubicBezTo>
                    <a:pt x="6467" y="1067"/>
                    <a:pt x="5808" y="1239"/>
                    <a:pt x="5245" y="1239"/>
                  </a:cubicBezTo>
                  <a:cubicBezTo>
                    <a:pt x="3776" y="1239"/>
                    <a:pt x="2961" y="69"/>
                    <a:pt x="291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48"/>
            <p:cNvSpPr/>
            <p:nvPr/>
          </p:nvSpPr>
          <p:spPr>
            <a:xfrm>
              <a:off x="6910675" y="6891450"/>
              <a:ext cx="74725" cy="60750"/>
            </a:xfrm>
            <a:custGeom>
              <a:rect b="b" l="l" r="r" t="t"/>
              <a:pathLst>
                <a:path extrusionOk="0" h="2430" w="2989">
                  <a:moveTo>
                    <a:pt x="48" y="1"/>
                  </a:moveTo>
                  <a:lnTo>
                    <a:pt x="0" y="13"/>
                  </a:lnTo>
                  <a:lnTo>
                    <a:pt x="453" y="1846"/>
                  </a:lnTo>
                  <a:lnTo>
                    <a:pt x="24" y="1787"/>
                  </a:lnTo>
                  <a:lnTo>
                    <a:pt x="24" y="2108"/>
                  </a:lnTo>
                  <a:lnTo>
                    <a:pt x="2465" y="2430"/>
                  </a:lnTo>
                  <a:lnTo>
                    <a:pt x="2536" y="2120"/>
                  </a:lnTo>
                  <a:lnTo>
                    <a:pt x="2144" y="2061"/>
                  </a:lnTo>
                  <a:lnTo>
                    <a:pt x="2989" y="322"/>
                  </a:lnTo>
                  <a:lnTo>
                    <a:pt x="2941" y="311"/>
                  </a:lnTo>
                  <a:lnTo>
                    <a:pt x="2096" y="2061"/>
                  </a:lnTo>
                  <a:lnTo>
                    <a:pt x="1953" y="2037"/>
                  </a:lnTo>
                  <a:lnTo>
                    <a:pt x="2465" y="239"/>
                  </a:lnTo>
                  <a:lnTo>
                    <a:pt x="2417" y="227"/>
                  </a:lnTo>
                  <a:lnTo>
                    <a:pt x="1905" y="2037"/>
                  </a:lnTo>
                  <a:lnTo>
                    <a:pt x="679" y="1870"/>
                  </a:lnTo>
                  <a:lnTo>
                    <a:pt x="631" y="13"/>
                  </a:lnTo>
                  <a:lnTo>
                    <a:pt x="572" y="13"/>
                  </a:lnTo>
                  <a:lnTo>
                    <a:pt x="620" y="1858"/>
                  </a:lnTo>
                  <a:lnTo>
                    <a:pt x="512" y="1846"/>
                  </a:lnTo>
                  <a:lnTo>
                    <a:pt x="48" y="1"/>
                  </a:lnTo>
                  <a:close/>
                </a:path>
              </a:pathLst>
            </a:custGeom>
            <a:solidFill>
              <a:srgbClr val="003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22" name="Google Shape;822;p48"/>
          <p:cNvGrpSpPr/>
          <p:nvPr/>
        </p:nvGrpSpPr>
        <p:grpSpPr>
          <a:xfrm>
            <a:off x="249940" y="4242083"/>
            <a:ext cx="789682" cy="723827"/>
            <a:chOff x="249940" y="4242083"/>
            <a:chExt cx="789682" cy="723827"/>
          </a:xfrm>
        </p:grpSpPr>
        <p:sp>
          <p:nvSpPr>
            <p:cNvPr id="823" name="Google Shape;823;p48"/>
            <p:cNvSpPr/>
            <p:nvPr/>
          </p:nvSpPr>
          <p:spPr>
            <a:xfrm>
              <a:off x="389475" y="4862400"/>
              <a:ext cx="258300" cy="103500"/>
            </a:xfrm>
            <a:prstGeom prst="ellipse">
              <a:avLst/>
            </a:prstGeom>
            <a:solidFill>
              <a:srgbClr val="033342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48"/>
            <p:cNvSpPr/>
            <p:nvPr/>
          </p:nvSpPr>
          <p:spPr>
            <a:xfrm>
              <a:off x="720000" y="4627825"/>
              <a:ext cx="258300" cy="103500"/>
            </a:xfrm>
            <a:prstGeom prst="ellipse">
              <a:avLst/>
            </a:prstGeom>
            <a:solidFill>
              <a:srgbClr val="033342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25" name="Google Shape;825;p48"/>
            <p:cNvGrpSpPr/>
            <p:nvPr/>
          </p:nvGrpSpPr>
          <p:grpSpPr>
            <a:xfrm flipH="1">
              <a:off x="249940" y="4242083"/>
              <a:ext cx="789682" cy="723827"/>
              <a:chOff x="4896425" y="6632275"/>
              <a:chExt cx="319425" cy="279125"/>
            </a:xfrm>
          </p:grpSpPr>
          <p:sp>
            <p:nvSpPr>
              <p:cNvPr id="826" name="Google Shape;826;p48"/>
              <p:cNvSpPr/>
              <p:nvPr/>
            </p:nvSpPr>
            <p:spPr>
              <a:xfrm>
                <a:off x="5083950" y="6632275"/>
                <a:ext cx="46175" cy="31500"/>
              </a:xfrm>
              <a:custGeom>
                <a:rect b="b" l="l" r="r" t="t"/>
                <a:pathLst>
                  <a:path extrusionOk="0" h="1260" w="1847">
                    <a:moveTo>
                      <a:pt x="461" y="0"/>
                    </a:moveTo>
                    <a:cubicBezTo>
                      <a:pt x="367" y="0"/>
                      <a:pt x="310" y="10"/>
                      <a:pt x="310" y="10"/>
                    </a:cubicBezTo>
                    <a:lnTo>
                      <a:pt x="1" y="617"/>
                    </a:lnTo>
                    <a:lnTo>
                      <a:pt x="1191" y="1260"/>
                    </a:lnTo>
                    <a:lnTo>
                      <a:pt x="1846" y="795"/>
                    </a:lnTo>
                    <a:cubicBezTo>
                      <a:pt x="1380" y="88"/>
                      <a:pt x="746" y="0"/>
                      <a:pt x="4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7" name="Google Shape;827;p48"/>
              <p:cNvSpPr/>
              <p:nvPr/>
            </p:nvSpPr>
            <p:spPr>
              <a:xfrm>
                <a:off x="5172075" y="6684900"/>
                <a:ext cx="39600" cy="37825"/>
              </a:xfrm>
              <a:custGeom>
                <a:rect b="b" l="l" r="r" t="t"/>
                <a:pathLst>
                  <a:path extrusionOk="0" h="1513" w="1584">
                    <a:moveTo>
                      <a:pt x="548" y="0"/>
                    </a:moveTo>
                    <a:lnTo>
                      <a:pt x="0" y="405"/>
                    </a:lnTo>
                    <a:lnTo>
                      <a:pt x="786" y="1512"/>
                    </a:lnTo>
                    <a:lnTo>
                      <a:pt x="1584" y="1393"/>
                    </a:lnTo>
                    <a:cubicBezTo>
                      <a:pt x="1441" y="274"/>
                      <a:pt x="548" y="0"/>
                      <a:pt x="54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8" name="Google Shape;828;p48"/>
              <p:cNvSpPr/>
              <p:nvPr/>
            </p:nvSpPr>
            <p:spPr>
              <a:xfrm>
                <a:off x="4896425" y="6635175"/>
                <a:ext cx="319425" cy="276225"/>
              </a:xfrm>
              <a:custGeom>
                <a:rect b="b" l="l" r="r" t="t"/>
                <a:pathLst>
                  <a:path extrusionOk="0" h="11049" w="12777">
                    <a:moveTo>
                      <a:pt x="6573" y="1"/>
                    </a:moveTo>
                    <a:lnTo>
                      <a:pt x="1" y="4442"/>
                    </a:lnTo>
                    <a:cubicBezTo>
                      <a:pt x="346" y="7088"/>
                      <a:pt x="2248" y="7133"/>
                      <a:pt x="2375" y="7133"/>
                    </a:cubicBezTo>
                    <a:cubicBezTo>
                      <a:pt x="2380" y="7133"/>
                      <a:pt x="2382" y="7133"/>
                      <a:pt x="2382" y="7133"/>
                    </a:cubicBezTo>
                    <a:lnTo>
                      <a:pt x="5490" y="4061"/>
                    </a:lnTo>
                    <a:cubicBezTo>
                      <a:pt x="6311" y="4073"/>
                      <a:pt x="7454" y="4406"/>
                      <a:pt x="8299" y="5930"/>
                    </a:cubicBezTo>
                    <a:lnTo>
                      <a:pt x="5537" y="8728"/>
                    </a:lnTo>
                    <a:cubicBezTo>
                      <a:pt x="6093" y="10805"/>
                      <a:pt x="7534" y="11049"/>
                      <a:pt x="8180" y="11049"/>
                    </a:cubicBezTo>
                    <a:cubicBezTo>
                      <a:pt x="8378" y="11049"/>
                      <a:pt x="8502" y="11026"/>
                      <a:pt x="8502" y="11026"/>
                    </a:cubicBezTo>
                    <a:lnTo>
                      <a:pt x="12776" y="4906"/>
                    </a:lnTo>
                    <a:cubicBezTo>
                      <a:pt x="11836" y="822"/>
                      <a:pt x="6573" y="1"/>
                      <a:pt x="657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9" name="Google Shape;829;p48"/>
              <p:cNvSpPr/>
              <p:nvPr/>
            </p:nvSpPr>
            <p:spPr>
              <a:xfrm>
                <a:off x="4902100" y="6738800"/>
                <a:ext cx="69950" cy="68950"/>
              </a:xfrm>
              <a:custGeom>
                <a:rect b="b" l="l" r="r" t="t"/>
                <a:pathLst>
                  <a:path extrusionOk="0" h="2758" w="2798">
                    <a:moveTo>
                      <a:pt x="870" y="0"/>
                    </a:moveTo>
                    <a:cubicBezTo>
                      <a:pt x="704" y="0"/>
                      <a:pt x="552" y="46"/>
                      <a:pt x="429" y="142"/>
                    </a:cubicBezTo>
                    <a:cubicBezTo>
                      <a:pt x="0" y="475"/>
                      <a:pt x="83" y="1309"/>
                      <a:pt x="619" y="1987"/>
                    </a:cubicBezTo>
                    <a:cubicBezTo>
                      <a:pt x="1003" y="2473"/>
                      <a:pt x="1515" y="2758"/>
                      <a:pt x="1932" y="2758"/>
                    </a:cubicBezTo>
                    <a:cubicBezTo>
                      <a:pt x="2097" y="2758"/>
                      <a:pt x="2248" y="2713"/>
                      <a:pt x="2369" y="2618"/>
                    </a:cubicBezTo>
                    <a:cubicBezTo>
                      <a:pt x="2798" y="2273"/>
                      <a:pt x="2703" y="1452"/>
                      <a:pt x="2167" y="773"/>
                    </a:cubicBezTo>
                    <a:cubicBezTo>
                      <a:pt x="1785" y="281"/>
                      <a:pt x="1283" y="0"/>
                      <a:pt x="87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0" name="Google Shape;830;p48"/>
              <p:cNvSpPr/>
              <p:nvPr/>
            </p:nvSpPr>
            <p:spPr>
              <a:xfrm>
                <a:off x="5038725" y="6840600"/>
                <a:ext cx="77700" cy="65750"/>
              </a:xfrm>
              <a:custGeom>
                <a:rect b="b" l="l" r="r" t="t"/>
                <a:pathLst>
                  <a:path extrusionOk="0" h="2630" w="3108">
                    <a:moveTo>
                      <a:pt x="967" y="0"/>
                    </a:moveTo>
                    <a:cubicBezTo>
                      <a:pt x="731" y="0"/>
                      <a:pt x="524" y="73"/>
                      <a:pt x="381" y="225"/>
                    </a:cubicBezTo>
                    <a:cubicBezTo>
                      <a:pt x="0" y="630"/>
                      <a:pt x="214" y="1452"/>
                      <a:pt x="869" y="2047"/>
                    </a:cubicBezTo>
                    <a:cubicBezTo>
                      <a:pt x="1271" y="2426"/>
                      <a:pt x="1747" y="2629"/>
                      <a:pt x="2141" y="2629"/>
                    </a:cubicBezTo>
                    <a:cubicBezTo>
                      <a:pt x="2377" y="2629"/>
                      <a:pt x="2584" y="2556"/>
                      <a:pt x="2727" y="2404"/>
                    </a:cubicBezTo>
                    <a:cubicBezTo>
                      <a:pt x="3108" y="1999"/>
                      <a:pt x="2881" y="1178"/>
                      <a:pt x="2238" y="582"/>
                    </a:cubicBezTo>
                    <a:cubicBezTo>
                      <a:pt x="1837" y="203"/>
                      <a:pt x="1361" y="0"/>
                      <a:pt x="96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1" name="Google Shape;831;p48"/>
              <p:cNvSpPr/>
              <p:nvPr/>
            </p:nvSpPr>
            <p:spPr>
              <a:xfrm>
                <a:off x="4924700" y="6640250"/>
                <a:ext cx="284000" cy="247075"/>
              </a:xfrm>
              <a:custGeom>
                <a:rect b="b" l="l" r="r" t="t"/>
                <a:pathLst>
                  <a:path extrusionOk="0" h="9883" w="11360">
                    <a:moveTo>
                      <a:pt x="6287" y="3298"/>
                    </a:moveTo>
                    <a:cubicBezTo>
                      <a:pt x="6192" y="3298"/>
                      <a:pt x="6121" y="3453"/>
                      <a:pt x="6121" y="3655"/>
                    </a:cubicBezTo>
                    <a:cubicBezTo>
                      <a:pt x="6121" y="3846"/>
                      <a:pt x="6192" y="4013"/>
                      <a:pt x="6287" y="4013"/>
                    </a:cubicBezTo>
                    <a:cubicBezTo>
                      <a:pt x="6371" y="4013"/>
                      <a:pt x="6454" y="3846"/>
                      <a:pt x="6454" y="3655"/>
                    </a:cubicBezTo>
                    <a:cubicBezTo>
                      <a:pt x="6454" y="3453"/>
                      <a:pt x="6371" y="3298"/>
                      <a:pt x="6287" y="3298"/>
                    </a:cubicBezTo>
                    <a:close/>
                    <a:moveTo>
                      <a:pt x="6264" y="2893"/>
                    </a:moveTo>
                    <a:cubicBezTo>
                      <a:pt x="6454" y="2893"/>
                      <a:pt x="6621" y="3215"/>
                      <a:pt x="6621" y="3584"/>
                    </a:cubicBezTo>
                    <a:cubicBezTo>
                      <a:pt x="6621" y="3965"/>
                      <a:pt x="6454" y="4274"/>
                      <a:pt x="6264" y="4274"/>
                    </a:cubicBezTo>
                    <a:cubicBezTo>
                      <a:pt x="6061" y="4274"/>
                      <a:pt x="5906" y="3965"/>
                      <a:pt x="5906" y="3584"/>
                    </a:cubicBezTo>
                    <a:cubicBezTo>
                      <a:pt x="5906" y="3215"/>
                      <a:pt x="6061" y="2893"/>
                      <a:pt x="6264" y="2893"/>
                    </a:cubicBezTo>
                    <a:close/>
                    <a:moveTo>
                      <a:pt x="6264" y="2798"/>
                    </a:moveTo>
                    <a:cubicBezTo>
                      <a:pt x="6002" y="2798"/>
                      <a:pt x="5799" y="3143"/>
                      <a:pt x="5799" y="3584"/>
                    </a:cubicBezTo>
                    <a:cubicBezTo>
                      <a:pt x="5799" y="4024"/>
                      <a:pt x="6002" y="4382"/>
                      <a:pt x="6264" y="4382"/>
                    </a:cubicBezTo>
                    <a:cubicBezTo>
                      <a:pt x="6514" y="4382"/>
                      <a:pt x="6716" y="4036"/>
                      <a:pt x="6716" y="3584"/>
                    </a:cubicBezTo>
                    <a:cubicBezTo>
                      <a:pt x="6716" y="3143"/>
                      <a:pt x="6514" y="2798"/>
                      <a:pt x="6264" y="2798"/>
                    </a:cubicBezTo>
                    <a:close/>
                    <a:moveTo>
                      <a:pt x="5061" y="0"/>
                    </a:moveTo>
                    <a:lnTo>
                      <a:pt x="5049" y="107"/>
                    </a:lnTo>
                    <a:cubicBezTo>
                      <a:pt x="5109" y="107"/>
                      <a:pt x="10645" y="834"/>
                      <a:pt x="11264" y="5191"/>
                    </a:cubicBezTo>
                    <a:lnTo>
                      <a:pt x="11359" y="5167"/>
                    </a:lnTo>
                    <a:cubicBezTo>
                      <a:pt x="10728" y="750"/>
                      <a:pt x="5121" y="12"/>
                      <a:pt x="5061" y="0"/>
                    </a:cubicBezTo>
                    <a:close/>
                    <a:moveTo>
                      <a:pt x="3015" y="1619"/>
                    </a:moveTo>
                    <a:cubicBezTo>
                      <a:pt x="2984" y="1619"/>
                      <a:pt x="2967" y="1619"/>
                      <a:pt x="2966" y="1619"/>
                    </a:cubicBezTo>
                    <a:lnTo>
                      <a:pt x="2966" y="1715"/>
                    </a:lnTo>
                    <a:cubicBezTo>
                      <a:pt x="2968" y="1715"/>
                      <a:pt x="2981" y="1714"/>
                      <a:pt x="3003" y="1714"/>
                    </a:cubicBezTo>
                    <a:cubicBezTo>
                      <a:pt x="3480" y="1714"/>
                      <a:pt x="8310" y="1823"/>
                      <a:pt x="10038" y="6596"/>
                    </a:cubicBezTo>
                    <a:lnTo>
                      <a:pt x="10133" y="6572"/>
                    </a:lnTo>
                    <a:cubicBezTo>
                      <a:pt x="9181" y="3917"/>
                      <a:pt x="7276" y="2715"/>
                      <a:pt x="5859" y="2167"/>
                    </a:cubicBezTo>
                    <a:cubicBezTo>
                      <a:pt x="4480" y="1647"/>
                      <a:pt x="3271" y="1619"/>
                      <a:pt x="3015" y="1619"/>
                    </a:cubicBezTo>
                    <a:close/>
                    <a:moveTo>
                      <a:pt x="275" y="3395"/>
                    </a:moveTo>
                    <a:cubicBezTo>
                      <a:pt x="117" y="3395"/>
                      <a:pt x="13" y="3413"/>
                      <a:pt x="1" y="3417"/>
                    </a:cubicBezTo>
                    <a:lnTo>
                      <a:pt x="25" y="3512"/>
                    </a:lnTo>
                    <a:cubicBezTo>
                      <a:pt x="25" y="3512"/>
                      <a:pt x="116" y="3497"/>
                      <a:pt x="261" y="3497"/>
                    </a:cubicBezTo>
                    <a:cubicBezTo>
                      <a:pt x="544" y="3497"/>
                      <a:pt x="1032" y="3555"/>
                      <a:pt x="1442" y="3893"/>
                    </a:cubicBezTo>
                    <a:cubicBezTo>
                      <a:pt x="1918" y="4298"/>
                      <a:pt x="2168" y="4989"/>
                      <a:pt x="2168" y="5941"/>
                    </a:cubicBezTo>
                    <a:lnTo>
                      <a:pt x="1215" y="6894"/>
                    </a:lnTo>
                    <a:lnTo>
                      <a:pt x="1287" y="6965"/>
                    </a:lnTo>
                    <a:lnTo>
                      <a:pt x="4394" y="3893"/>
                    </a:lnTo>
                    <a:lnTo>
                      <a:pt x="4323" y="3822"/>
                    </a:lnTo>
                    <a:lnTo>
                      <a:pt x="2275" y="5846"/>
                    </a:lnTo>
                    <a:cubicBezTo>
                      <a:pt x="2251" y="4917"/>
                      <a:pt x="2001" y="4227"/>
                      <a:pt x="1501" y="3822"/>
                    </a:cubicBezTo>
                    <a:cubicBezTo>
                      <a:pt x="1078" y="3462"/>
                      <a:pt x="578" y="3395"/>
                      <a:pt x="275" y="3395"/>
                    </a:cubicBezTo>
                    <a:close/>
                    <a:moveTo>
                      <a:pt x="7728" y="5072"/>
                    </a:moveTo>
                    <a:lnTo>
                      <a:pt x="4371" y="8489"/>
                    </a:lnTo>
                    <a:lnTo>
                      <a:pt x="4442" y="8561"/>
                    </a:lnTo>
                    <a:lnTo>
                      <a:pt x="5442" y="7549"/>
                    </a:lnTo>
                    <a:cubicBezTo>
                      <a:pt x="5680" y="7549"/>
                      <a:pt x="7740" y="7668"/>
                      <a:pt x="7978" y="9882"/>
                    </a:cubicBezTo>
                    <a:lnTo>
                      <a:pt x="8073" y="9870"/>
                    </a:lnTo>
                    <a:cubicBezTo>
                      <a:pt x="7847" y="7787"/>
                      <a:pt x="6014" y="7489"/>
                      <a:pt x="5537" y="7453"/>
                    </a:cubicBezTo>
                    <a:lnTo>
                      <a:pt x="7800" y="5144"/>
                    </a:lnTo>
                    <a:lnTo>
                      <a:pt x="7728" y="507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2" name="Google Shape;832;p48"/>
              <p:cNvSpPr/>
              <p:nvPr/>
            </p:nvSpPr>
            <p:spPr>
              <a:xfrm>
                <a:off x="5041700" y="6658100"/>
                <a:ext cx="152700" cy="108375"/>
              </a:xfrm>
              <a:custGeom>
                <a:rect b="b" l="l" r="r" t="t"/>
                <a:pathLst>
                  <a:path extrusionOk="0" h="4335" w="6108">
                    <a:moveTo>
                      <a:pt x="369" y="0"/>
                    </a:moveTo>
                    <a:cubicBezTo>
                      <a:pt x="167" y="0"/>
                      <a:pt x="0" y="84"/>
                      <a:pt x="0" y="179"/>
                    </a:cubicBezTo>
                    <a:cubicBezTo>
                      <a:pt x="0" y="274"/>
                      <a:pt x="167" y="346"/>
                      <a:pt x="369" y="346"/>
                    </a:cubicBezTo>
                    <a:cubicBezTo>
                      <a:pt x="572" y="346"/>
                      <a:pt x="738" y="274"/>
                      <a:pt x="738" y="179"/>
                    </a:cubicBezTo>
                    <a:cubicBezTo>
                      <a:pt x="738" y="84"/>
                      <a:pt x="572" y="0"/>
                      <a:pt x="369" y="0"/>
                    </a:cubicBezTo>
                    <a:close/>
                    <a:moveTo>
                      <a:pt x="2417" y="548"/>
                    </a:moveTo>
                    <a:cubicBezTo>
                      <a:pt x="2215" y="548"/>
                      <a:pt x="2048" y="643"/>
                      <a:pt x="2048" y="751"/>
                    </a:cubicBezTo>
                    <a:cubicBezTo>
                      <a:pt x="2048" y="858"/>
                      <a:pt x="2215" y="953"/>
                      <a:pt x="2417" y="953"/>
                    </a:cubicBezTo>
                    <a:cubicBezTo>
                      <a:pt x="2631" y="953"/>
                      <a:pt x="2798" y="858"/>
                      <a:pt x="2798" y="751"/>
                    </a:cubicBezTo>
                    <a:cubicBezTo>
                      <a:pt x="2798" y="643"/>
                      <a:pt x="2619" y="548"/>
                      <a:pt x="2417" y="548"/>
                    </a:cubicBezTo>
                    <a:close/>
                    <a:moveTo>
                      <a:pt x="4655" y="2132"/>
                    </a:moveTo>
                    <a:cubicBezTo>
                      <a:pt x="4465" y="2132"/>
                      <a:pt x="4310" y="2227"/>
                      <a:pt x="4310" y="2358"/>
                    </a:cubicBezTo>
                    <a:cubicBezTo>
                      <a:pt x="4310" y="2477"/>
                      <a:pt x="4465" y="2572"/>
                      <a:pt x="4655" y="2572"/>
                    </a:cubicBezTo>
                    <a:cubicBezTo>
                      <a:pt x="4666" y="2573"/>
                      <a:pt x="4676" y="2573"/>
                      <a:pt x="4686" y="2573"/>
                    </a:cubicBezTo>
                    <a:cubicBezTo>
                      <a:pt x="4873" y="2573"/>
                      <a:pt x="5013" y="2471"/>
                      <a:pt x="5013" y="2358"/>
                    </a:cubicBezTo>
                    <a:cubicBezTo>
                      <a:pt x="5013" y="2227"/>
                      <a:pt x="4858" y="2132"/>
                      <a:pt x="4655" y="2132"/>
                    </a:cubicBezTo>
                    <a:close/>
                    <a:moveTo>
                      <a:pt x="5763" y="3906"/>
                    </a:moveTo>
                    <a:cubicBezTo>
                      <a:pt x="5572" y="3906"/>
                      <a:pt x="5406" y="4001"/>
                      <a:pt x="5406" y="4120"/>
                    </a:cubicBezTo>
                    <a:cubicBezTo>
                      <a:pt x="5406" y="4227"/>
                      <a:pt x="5572" y="4334"/>
                      <a:pt x="5763" y="4334"/>
                    </a:cubicBezTo>
                    <a:cubicBezTo>
                      <a:pt x="5953" y="4334"/>
                      <a:pt x="6108" y="4227"/>
                      <a:pt x="6108" y="4120"/>
                    </a:cubicBezTo>
                    <a:cubicBezTo>
                      <a:pt x="6108" y="4001"/>
                      <a:pt x="5953" y="3906"/>
                      <a:pt x="5763" y="390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3" name="Google Shape;833;p48"/>
              <p:cNvSpPr/>
              <p:nvPr/>
            </p:nvSpPr>
            <p:spPr>
              <a:xfrm>
                <a:off x="4935125" y="6752050"/>
                <a:ext cx="29800" cy="35375"/>
              </a:xfrm>
              <a:custGeom>
                <a:rect b="b" l="l" r="r" t="t"/>
                <a:pathLst>
                  <a:path extrusionOk="0" h="1415" w="1192">
                    <a:moveTo>
                      <a:pt x="189" y="0"/>
                    </a:moveTo>
                    <a:cubicBezTo>
                      <a:pt x="167" y="0"/>
                      <a:pt x="148" y="6"/>
                      <a:pt x="132" y="17"/>
                    </a:cubicBezTo>
                    <a:cubicBezTo>
                      <a:pt x="1" y="100"/>
                      <a:pt x="120" y="481"/>
                      <a:pt x="382" y="862"/>
                    </a:cubicBezTo>
                    <a:cubicBezTo>
                      <a:pt x="598" y="1192"/>
                      <a:pt x="859" y="1414"/>
                      <a:pt x="1010" y="1414"/>
                    </a:cubicBezTo>
                    <a:cubicBezTo>
                      <a:pt x="1034" y="1414"/>
                      <a:pt x="1055" y="1409"/>
                      <a:pt x="1072" y="1398"/>
                    </a:cubicBezTo>
                    <a:cubicBezTo>
                      <a:pt x="1191" y="1315"/>
                      <a:pt x="1084" y="934"/>
                      <a:pt x="822" y="553"/>
                    </a:cubicBezTo>
                    <a:cubicBezTo>
                      <a:pt x="596" y="223"/>
                      <a:pt x="333" y="0"/>
                      <a:pt x="1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4" name="Google Shape;834;p48"/>
              <p:cNvSpPr/>
              <p:nvPr/>
            </p:nvSpPr>
            <p:spPr>
              <a:xfrm>
                <a:off x="5079800" y="6853250"/>
                <a:ext cx="29775" cy="35375"/>
              </a:xfrm>
              <a:custGeom>
                <a:rect b="b" l="l" r="r" t="t"/>
                <a:pathLst>
                  <a:path extrusionOk="0" h="1415" w="1191">
                    <a:moveTo>
                      <a:pt x="189" y="0"/>
                    </a:moveTo>
                    <a:cubicBezTo>
                      <a:pt x="167" y="0"/>
                      <a:pt x="147" y="6"/>
                      <a:pt x="131" y="17"/>
                    </a:cubicBezTo>
                    <a:cubicBezTo>
                      <a:pt x="0" y="100"/>
                      <a:pt x="119" y="481"/>
                      <a:pt x="381" y="862"/>
                    </a:cubicBezTo>
                    <a:cubicBezTo>
                      <a:pt x="597" y="1192"/>
                      <a:pt x="858" y="1415"/>
                      <a:pt x="1010" y="1415"/>
                    </a:cubicBezTo>
                    <a:cubicBezTo>
                      <a:pt x="1033" y="1415"/>
                      <a:pt x="1054" y="1409"/>
                      <a:pt x="1072" y="1398"/>
                    </a:cubicBezTo>
                    <a:cubicBezTo>
                      <a:pt x="1191" y="1315"/>
                      <a:pt x="1084" y="934"/>
                      <a:pt x="822" y="553"/>
                    </a:cubicBezTo>
                    <a:cubicBezTo>
                      <a:pt x="595" y="223"/>
                      <a:pt x="333" y="0"/>
                      <a:pt x="1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9" name="Google Shape;839;p50"/>
          <p:cNvGrpSpPr/>
          <p:nvPr/>
        </p:nvGrpSpPr>
        <p:grpSpPr>
          <a:xfrm>
            <a:off x="0" y="0"/>
            <a:ext cx="9144003" cy="5143501"/>
            <a:chOff x="0" y="0"/>
            <a:chExt cx="9144003" cy="5143501"/>
          </a:xfrm>
        </p:grpSpPr>
        <p:pic>
          <p:nvPicPr>
            <p:cNvPr id="840" name="Google Shape;840;p50"/>
            <p:cNvPicPr preferRelativeResize="0"/>
            <p:nvPr/>
          </p:nvPicPr>
          <p:blipFill rotWithShape="1">
            <a:blip r:embed="rId2">
              <a:alphaModFix/>
            </a:blip>
            <a:srcRect b="8068" l="0" r="0" t="8060"/>
            <a:stretch/>
          </p:blipFill>
          <p:spPr>
            <a:xfrm>
              <a:off x="0" y="0"/>
              <a:ext cx="9144003" cy="5143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1" name="Google Shape;841;p50"/>
            <p:cNvSpPr/>
            <p:nvPr/>
          </p:nvSpPr>
          <p:spPr>
            <a:xfrm>
              <a:off x="209980" y="194500"/>
              <a:ext cx="8763466" cy="4752275"/>
            </a:xfrm>
            <a:custGeom>
              <a:rect b="b" l="l" r="r" t="t"/>
              <a:pathLst>
                <a:path extrusionOk="0" h="147209" w="271904">
                  <a:moveTo>
                    <a:pt x="596" y="0"/>
                  </a:moveTo>
                  <a:lnTo>
                    <a:pt x="596" y="0"/>
                  </a:lnTo>
                  <a:cubicBezTo>
                    <a:pt x="2025" y="5965"/>
                    <a:pt x="3072" y="13895"/>
                    <a:pt x="3644" y="22312"/>
                  </a:cubicBezTo>
                  <a:cubicBezTo>
                    <a:pt x="7942" y="23515"/>
                    <a:pt x="13609" y="23932"/>
                    <a:pt x="5085" y="25063"/>
                  </a:cubicBezTo>
                  <a:cubicBezTo>
                    <a:pt x="5096" y="25110"/>
                    <a:pt x="5108" y="25146"/>
                    <a:pt x="5120" y="25194"/>
                  </a:cubicBezTo>
                  <a:cubicBezTo>
                    <a:pt x="5263" y="25301"/>
                    <a:pt x="5394" y="25396"/>
                    <a:pt x="5525" y="25503"/>
                  </a:cubicBezTo>
                  <a:cubicBezTo>
                    <a:pt x="5692" y="25539"/>
                    <a:pt x="5954" y="25479"/>
                    <a:pt x="6037" y="25658"/>
                  </a:cubicBezTo>
                  <a:cubicBezTo>
                    <a:pt x="8561" y="26230"/>
                    <a:pt x="4561" y="26670"/>
                    <a:pt x="3894" y="26789"/>
                  </a:cubicBezTo>
                  <a:cubicBezTo>
                    <a:pt x="4203" y="33719"/>
                    <a:pt x="4192" y="40803"/>
                    <a:pt x="3787" y="47256"/>
                  </a:cubicBezTo>
                  <a:cubicBezTo>
                    <a:pt x="2560" y="47137"/>
                    <a:pt x="1298" y="47006"/>
                    <a:pt x="1" y="46875"/>
                  </a:cubicBezTo>
                  <a:lnTo>
                    <a:pt x="1" y="46875"/>
                  </a:lnTo>
                  <a:cubicBezTo>
                    <a:pt x="1429" y="52840"/>
                    <a:pt x="2477" y="60770"/>
                    <a:pt x="3049" y="69199"/>
                  </a:cubicBezTo>
                  <a:cubicBezTo>
                    <a:pt x="7347" y="70402"/>
                    <a:pt x="13014" y="70818"/>
                    <a:pt x="4489" y="71949"/>
                  </a:cubicBezTo>
                  <a:cubicBezTo>
                    <a:pt x="4501" y="71985"/>
                    <a:pt x="4513" y="72033"/>
                    <a:pt x="4525" y="72069"/>
                  </a:cubicBezTo>
                  <a:cubicBezTo>
                    <a:pt x="4668" y="72176"/>
                    <a:pt x="4787" y="72283"/>
                    <a:pt x="4930" y="72390"/>
                  </a:cubicBezTo>
                  <a:cubicBezTo>
                    <a:pt x="5096" y="72414"/>
                    <a:pt x="5358" y="72366"/>
                    <a:pt x="5442" y="72545"/>
                  </a:cubicBezTo>
                  <a:cubicBezTo>
                    <a:pt x="7966" y="73104"/>
                    <a:pt x="3965" y="73557"/>
                    <a:pt x="3299" y="73664"/>
                  </a:cubicBezTo>
                  <a:cubicBezTo>
                    <a:pt x="3513" y="78510"/>
                    <a:pt x="3572" y="83427"/>
                    <a:pt x="3453" y="88154"/>
                  </a:cubicBezTo>
                  <a:cubicBezTo>
                    <a:pt x="2322" y="88047"/>
                    <a:pt x="1179" y="87928"/>
                    <a:pt x="1" y="87809"/>
                  </a:cubicBezTo>
                  <a:lnTo>
                    <a:pt x="1" y="87809"/>
                  </a:lnTo>
                  <a:cubicBezTo>
                    <a:pt x="989" y="91940"/>
                    <a:pt x="1798" y="97036"/>
                    <a:pt x="2394" y="102584"/>
                  </a:cubicBezTo>
                  <a:cubicBezTo>
                    <a:pt x="2239" y="103727"/>
                    <a:pt x="2072" y="104834"/>
                    <a:pt x="1882" y="105894"/>
                  </a:cubicBezTo>
                  <a:cubicBezTo>
                    <a:pt x="2156" y="105870"/>
                    <a:pt x="2429" y="105846"/>
                    <a:pt x="2715" y="105811"/>
                  </a:cubicBezTo>
                  <a:cubicBezTo>
                    <a:pt x="2834" y="107228"/>
                    <a:pt x="2953" y="108668"/>
                    <a:pt x="3049" y="110121"/>
                  </a:cubicBezTo>
                  <a:cubicBezTo>
                    <a:pt x="7347" y="111323"/>
                    <a:pt x="13014" y="111740"/>
                    <a:pt x="4489" y="112871"/>
                  </a:cubicBezTo>
                  <a:cubicBezTo>
                    <a:pt x="4501" y="112919"/>
                    <a:pt x="4513" y="112954"/>
                    <a:pt x="4525" y="113002"/>
                  </a:cubicBezTo>
                  <a:cubicBezTo>
                    <a:pt x="4668" y="113109"/>
                    <a:pt x="4799" y="113205"/>
                    <a:pt x="4930" y="113312"/>
                  </a:cubicBezTo>
                  <a:cubicBezTo>
                    <a:pt x="5096" y="113347"/>
                    <a:pt x="5358" y="113288"/>
                    <a:pt x="5442" y="113466"/>
                  </a:cubicBezTo>
                  <a:cubicBezTo>
                    <a:pt x="7966" y="114038"/>
                    <a:pt x="3965" y="114478"/>
                    <a:pt x="3299" y="114598"/>
                  </a:cubicBezTo>
                  <a:cubicBezTo>
                    <a:pt x="3822" y="126123"/>
                    <a:pt x="4668" y="127147"/>
                    <a:pt x="3120" y="135886"/>
                  </a:cubicBezTo>
                  <a:cubicBezTo>
                    <a:pt x="4608" y="136338"/>
                    <a:pt x="14133" y="147209"/>
                    <a:pt x="14133" y="147209"/>
                  </a:cubicBezTo>
                  <a:cubicBezTo>
                    <a:pt x="14133" y="147209"/>
                    <a:pt x="16765" y="146220"/>
                    <a:pt x="20479" y="146137"/>
                  </a:cubicBezTo>
                  <a:cubicBezTo>
                    <a:pt x="20503" y="146054"/>
                    <a:pt x="20539" y="145959"/>
                    <a:pt x="20563" y="145875"/>
                  </a:cubicBezTo>
                  <a:lnTo>
                    <a:pt x="20563" y="145875"/>
                  </a:lnTo>
                  <a:cubicBezTo>
                    <a:pt x="20491" y="146340"/>
                    <a:pt x="23242" y="146363"/>
                    <a:pt x="23158" y="146816"/>
                  </a:cubicBezTo>
                  <a:cubicBezTo>
                    <a:pt x="29516" y="146220"/>
                    <a:pt x="36481" y="145875"/>
                    <a:pt x="44589" y="145697"/>
                  </a:cubicBezTo>
                  <a:cubicBezTo>
                    <a:pt x="44613" y="145625"/>
                    <a:pt x="44637" y="145554"/>
                    <a:pt x="44661" y="145494"/>
                  </a:cubicBezTo>
                  <a:cubicBezTo>
                    <a:pt x="45090" y="145494"/>
                    <a:pt x="45530" y="145494"/>
                    <a:pt x="45959" y="145482"/>
                  </a:cubicBezTo>
                  <a:cubicBezTo>
                    <a:pt x="45959" y="145542"/>
                    <a:pt x="45959" y="145601"/>
                    <a:pt x="45959" y="145661"/>
                  </a:cubicBezTo>
                  <a:cubicBezTo>
                    <a:pt x="46173" y="145661"/>
                    <a:pt x="46387" y="145661"/>
                    <a:pt x="46602" y="145649"/>
                  </a:cubicBezTo>
                  <a:cubicBezTo>
                    <a:pt x="46637" y="145601"/>
                    <a:pt x="46661" y="145542"/>
                    <a:pt x="46685" y="145482"/>
                  </a:cubicBezTo>
                  <a:cubicBezTo>
                    <a:pt x="47197" y="145482"/>
                    <a:pt x="47709" y="145482"/>
                    <a:pt x="48221" y="145494"/>
                  </a:cubicBezTo>
                  <a:cubicBezTo>
                    <a:pt x="48221" y="145530"/>
                    <a:pt x="48221" y="145578"/>
                    <a:pt x="48221" y="145625"/>
                  </a:cubicBezTo>
                  <a:cubicBezTo>
                    <a:pt x="50912" y="145578"/>
                    <a:pt x="53900" y="145542"/>
                    <a:pt x="57031" y="145518"/>
                  </a:cubicBezTo>
                  <a:cubicBezTo>
                    <a:pt x="59651" y="145542"/>
                    <a:pt x="62151" y="145566"/>
                    <a:pt x="64461" y="145601"/>
                  </a:cubicBezTo>
                  <a:cubicBezTo>
                    <a:pt x="64461" y="145566"/>
                    <a:pt x="64461" y="145530"/>
                    <a:pt x="64461" y="145494"/>
                  </a:cubicBezTo>
                  <a:cubicBezTo>
                    <a:pt x="65592" y="145488"/>
                    <a:pt x="66726" y="145485"/>
                    <a:pt x="67860" y="145485"/>
                  </a:cubicBezTo>
                  <a:cubicBezTo>
                    <a:pt x="68994" y="145485"/>
                    <a:pt x="70128" y="145488"/>
                    <a:pt x="71259" y="145494"/>
                  </a:cubicBezTo>
                  <a:cubicBezTo>
                    <a:pt x="71402" y="145578"/>
                    <a:pt x="71545" y="145661"/>
                    <a:pt x="71700" y="145744"/>
                  </a:cubicBezTo>
                  <a:cubicBezTo>
                    <a:pt x="78891" y="145947"/>
                    <a:pt x="85190" y="146268"/>
                    <a:pt x="90976" y="146816"/>
                  </a:cubicBezTo>
                  <a:cubicBezTo>
                    <a:pt x="90845" y="146054"/>
                    <a:pt x="90714" y="145256"/>
                    <a:pt x="90595" y="144435"/>
                  </a:cubicBezTo>
                  <a:lnTo>
                    <a:pt x="90595" y="144435"/>
                  </a:lnTo>
                  <a:cubicBezTo>
                    <a:pt x="91429" y="144792"/>
                    <a:pt x="92191" y="145304"/>
                    <a:pt x="92976" y="145744"/>
                  </a:cubicBezTo>
                  <a:cubicBezTo>
                    <a:pt x="96596" y="145851"/>
                    <a:pt x="99989" y="145982"/>
                    <a:pt x="103204" y="146161"/>
                  </a:cubicBezTo>
                  <a:cubicBezTo>
                    <a:pt x="103156" y="146375"/>
                    <a:pt x="103121" y="146601"/>
                    <a:pt x="103085" y="146828"/>
                  </a:cubicBezTo>
                  <a:cubicBezTo>
                    <a:pt x="104573" y="146685"/>
                    <a:pt x="106109" y="146554"/>
                    <a:pt x="107669" y="146447"/>
                  </a:cubicBezTo>
                  <a:cubicBezTo>
                    <a:pt x="109240" y="146554"/>
                    <a:pt x="110764" y="146685"/>
                    <a:pt x="112265" y="146828"/>
                  </a:cubicBezTo>
                  <a:cubicBezTo>
                    <a:pt x="112217" y="146601"/>
                    <a:pt x="112181" y="146375"/>
                    <a:pt x="112146" y="146161"/>
                  </a:cubicBezTo>
                  <a:cubicBezTo>
                    <a:pt x="115979" y="145947"/>
                    <a:pt x="120075" y="145792"/>
                    <a:pt x="124504" y="145697"/>
                  </a:cubicBezTo>
                  <a:cubicBezTo>
                    <a:pt x="125022" y="144156"/>
                    <a:pt x="125413" y="143165"/>
                    <a:pt x="125645" y="143165"/>
                  </a:cubicBezTo>
                  <a:cubicBezTo>
                    <a:pt x="125846" y="143165"/>
                    <a:pt x="125929" y="143902"/>
                    <a:pt x="125873" y="145661"/>
                  </a:cubicBezTo>
                  <a:cubicBezTo>
                    <a:pt x="126100" y="145661"/>
                    <a:pt x="126302" y="145661"/>
                    <a:pt x="126528" y="145649"/>
                  </a:cubicBezTo>
                  <a:cubicBezTo>
                    <a:pt x="127181" y="144357"/>
                    <a:pt x="127670" y="143321"/>
                    <a:pt x="127939" y="143321"/>
                  </a:cubicBezTo>
                  <a:cubicBezTo>
                    <a:pt x="128150" y="143321"/>
                    <a:pt x="128225" y="143963"/>
                    <a:pt x="128136" y="145625"/>
                  </a:cubicBezTo>
                  <a:cubicBezTo>
                    <a:pt x="130541" y="145589"/>
                    <a:pt x="133184" y="145554"/>
                    <a:pt x="135946" y="145530"/>
                  </a:cubicBezTo>
                  <a:cubicBezTo>
                    <a:pt x="138720" y="145554"/>
                    <a:pt x="141352" y="145589"/>
                    <a:pt x="143757" y="145625"/>
                  </a:cubicBezTo>
                  <a:cubicBezTo>
                    <a:pt x="143667" y="143963"/>
                    <a:pt x="143745" y="143321"/>
                    <a:pt x="143959" y="143321"/>
                  </a:cubicBezTo>
                  <a:cubicBezTo>
                    <a:pt x="144230" y="143321"/>
                    <a:pt x="144723" y="144357"/>
                    <a:pt x="145376" y="145649"/>
                  </a:cubicBezTo>
                  <a:cubicBezTo>
                    <a:pt x="145590" y="145661"/>
                    <a:pt x="145804" y="145661"/>
                    <a:pt x="146019" y="145661"/>
                  </a:cubicBezTo>
                  <a:cubicBezTo>
                    <a:pt x="145964" y="143902"/>
                    <a:pt x="146046" y="143165"/>
                    <a:pt x="146247" y="143165"/>
                  </a:cubicBezTo>
                  <a:cubicBezTo>
                    <a:pt x="146479" y="143165"/>
                    <a:pt x="146870" y="144156"/>
                    <a:pt x="147388" y="145697"/>
                  </a:cubicBezTo>
                  <a:cubicBezTo>
                    <a:pt x="151817" y="145792"/>
                    <a:pt x="155913" y="145947"/>
                    <a:pt x="159759" y="146161"/>
                  </a:cubicBezTo>
                  <a:cubicBezTo>
                    <a:pt x="159711" y="146375"/>
                    <a:pt x="159675" y="146601"/>
                    <a:pt x="159640" y="146828"/>
                  </a:cubicBezTo>
                  <a:cubicBezTo>
                    <a:pt x="161128" y="146685"/>
                    <a:pt x="162664" y="146554"/>
                    <a:pt x="164223" y="146447"/>
                  </a:cubicBezTo>
                  <a:cubicBezTo>
                    <a:pt x="165795" y="146554"/>
                    <a:pt x="167319" y="146685"/>
                    <a:pt x="168819" y="146828"/>
                  </a:cubicBezTo>
                  <a:cubicBezTo>
                    <a:pt x="168772" y="146601"/>
                    <a:pt x="168736" y="146375"/>
                    <a:pt x="168700" y="146161"/>
                  </a:cubicBezTo>
                  <a:cubicBezTo>
                    <a:pt x="171915" y="145982"/>
                    <a:pt x="175296" y="145851"/>
                    <a:pt x="178916" y="145744"/>
                  </a:cubicBezTo>
                  <a:cubicBezTo>
                    <a:pt x="179702" y="145304"/>
                    <a:pt x="180464" y="144792"/>
                    <a:pt x="181309" y="144435"/>
                  </a:cubicBezTo>
                  <a:lnTo>
                    <a:pt x="181309" y="144435"/>
                  </a:lnTo>
                  <a:cubicBezTo>
                    <a:pt x="181190" y="145256"/>
                    <a:pt x="181059" y="146054"/>
                    <a:pt x="180916" y="146816"/>
                  </a:cubicBezTo>
                  <a:cubicBezTo>
                    <a:pt x="186714" y="146268"/>
                    <a:pt x="193001" y="145947"/>
                    <a:pt x="200204" y="145744"/>
                  </a:cubicBezTo>
                  <a:cubicBezTo>
                    <a:pt x="200347" y="145661"/>
                    <a:pt x="200490" y="145578"/>
                    <a:pt x="200645" y="145494"/>
                  </a:cubicBezTo>
                  <a:cubicBezTo>
                    <a:pt x="201770" y="145488"/>
                    <a:pt x="202904" y="145485"/>
                    <a:pt x="204039" y="145485"/>
                  </a:cubicBezTo>
                  <a:cubicBezTo>
                    <a:pt x="205175" y="145485"/>
                    <a:pt x="206312" y="145488"/>
                    <a:pt x="207443" y="145494"/>
                  </a:cubicBezTo>
                  <a:cubicBezTo>
                    <a:pt x="207443" y="145530"/>
                    <a:pt x="207443" y="145566"/>
                    <a:pt x="207431" y="145601"/>
                  </a:cubicBezTo>
                  <a:cubicBezTo>
                    <a:pt x="209741" y="145566"/>
                    <a:pt x="212253" y="145542"/>
                    <a:pt x="214873" y="145518"/>
                  </a:cubicBezTo>
                  <a:cubicBezTo>
                    <a:pt x="218004" y="145542"/>
                    <a:pt x="220981" y="145578"/>
                    <a:pt x="223683" y="145625"/>
                  </a:cubicBezTo>
                  <a:cubicBezTo>
                    <a:pt x="223671" y="145578"/>
                    <a:pt x="223671" y="145530"/>
                    <a:pt x="223671" y="145494"/>
                  </a:cubicBezTo>
                  <a:cubicBezTo>
                    <a:pt x="224183" y="145494"/>
                    <a:pt x="224695" y="145482"/>
                    <a:pt x="225207" y="145482"/>
                  </a:cubicBezTo>
                  <a:cubicBezTo>
                    <a:pt x="225243" y="145542"/>
                    <a:pt x="225267" y="145601"/>
                    <a:pt x="225291" y="145649"/>
                  </a:cubicBezTo>
                  <a:cubicBezTo>
                    <a:pt x="225517" y="145661"/>
                    <a:pt x="225731" y="145661"/>
                    <a:pt x="225945" y="145661"/>
                  </a:cubicBezTo>
                  <a:cubicBezTo>
                    <a:pt x="225945" y="145601"/>
                    <a:pt x="225934" y="145542"/>
                    <a:pt x="225934" y="145482"/>
                  </a:cubicBezTo>
                  <a:cubicBezTo>
                    <a:pt x="226374" y="145482"/>
                    <a:pt x="226803" y="145482"/>
                    <a:pt x="227243" y="145494"/>
                  </a:cubicBezTo>
                  <a:cubicBezTo>
                    <a:pt x="227267" y="145554"/>
                    <a:pt x="227291" y="145625"/>
                    <a:pt x="227315" y="145697"/>
                  </a:cubicBezTo>
                  <a:cubicBezTo>
                    <a:pt x="235411" y="145875"/>
                    <a:pt x="242376" y="146220"/>
                    <a:pt x="248734" y="146816"/>
                  </a:cubicBezTo>
                  <a:cubicBezTo>
                    <a:pt x="248651" y="146363"/>
                    <a:pt x="248579" y="145899"/>
                    <a:pt x="248508" y="145423"/>
                  </a:cubicBezTo>
                  <a:lnTo>
                    <a:pt x="248508" y="145423"/>
                  </a:lnTo>
                  <a:cubicBezTo>
                    <a:pt x="248532" y="145506"/>
                    <a:pt x="248567" y="145601"/>
                    <a:pt x="248591" y="145697"/>
                  </a:cubicBezTo>
                  <a:cubicBezTo>
                    <a:pt x="256699" y="145875"/>
                    <a:pt x="263664" y="146220"/>
                    <a:pt x="270022" y="146816"/>
                  </a:cubicBezTo>
                  <a:cubicBezTo>
                    <a:pt x="268463" y="138065"/>
                    <a:pt x="268082" y="126123"/>
                    <a:pt x="268606" y="114598"/>
                  </a:cubicBezTo>
                  <a:cubicBezTo>
                    <a:pt x="267939" y="114478"/>
                    <a:pt x="263926" y="114038"/>
                    <a:pt x="266462" y="113466"/>
                  </a:cubicBezTo>
                  <a:cubicBezTo>
                    <a:pt x="266546" y="113288"/>
                    <a:pt x="266808" y="113347"/>
                    <a:pt x="266974" y="113312"/>
                  </a:cubicBezTo>
                  <a:cubicBezTo>
                    <a:pt x="267105" y="113205"/>
                    <a:pt x="267236" y="113109"/>
                    <a:pt x="267367" y="113002"/>
                  </a:cubicBezTo>
                  <a:cubicBezTo>
                    <a:pt x="267391" y="112954"/>
                    <a:pt x="267403" y="112919"/>
                    <a:pt x="267415" y="112871"/>
                  </a:cubicBezTo>
                  <a:cubicBezTo>
                    <a:pt x="258878" y="111740"/>
                    <a:pt x="264557" y="111323"/>
                    <a:pt x="268856" y="110121"/>
                  </a:cubicBezTo>
                  <a:cubicBezTo>
                    <a:pt x="268951" y="108668"/>
                    <a:pt x="269070" y="107228"/>
                    <a:pt x="269189" y="105811"/>
                  </a:cubicBezTo>
                  <a:cubicBezTo>
                    <a:pt x="269463" y="105846"/>
                    <a:pt x="269749" y="105870"/>
                    <a:pt x="270022" y="105894"/>
                  </a:cubicBezTo>
                  <a:cubicBezTo>
                    <a:pt x="269832" y="104834"/>
                    <a:pt x="269653" y="103727"/>
                    <a:pt x="269510" y="102584"/>
                  </a:cubicBezTo>
                  <a:cubicBezTo>
                    <a:pt x="270094" y="97036"/>
                    <a:pt x="270903" y="91940"/>
                    <a:pt x="271904" y="87809"/>
                  </a:cubicBezTo>
                  <a:lnTo>
                    <a:pt x="271904" y="87809"/>
                  </a:lnTo>
                  <a:cubicBezTo>
                    <a:pt x="270725" y="87928"/>
                    <a:pt x="269570" y="88047"/>
                    <a:pt x="268451" y="88154"/>
                  </a:cubicBezTo>
                  <a:cubicBezTo>
                    <a:pt x="268320" y="83427"/>
                    <a:pt x="268379" y="78510"/>
                    <a:pt x="268606" y="73664"/>
                  </a:cubicBezTo>
                  <a:cubicBezTo>
                    <a:pt x="267939" y="73557"/>
                    <a:pt x="263926" y="73104"/>
                    <a:pt x="266462" y="72545"/>
                  </a:cubicBezTo>
                  <a:cubicBezTo>
                    <a:pt x="266546" y="72366"/>
                    <a:pt x="266808" y="72426"/>
                    <a:pt x="266974" y="72390"/>
                  </a:cubicBezTo>
                  <a:cubicBezTo>
                    <a:pt x="267105" y="72283"/>
                    <a:pt x="267236" y="72176"/>
                    <a:pt x="267367" y="72069"/>
                  </a:cubicBezTo>
                  <a:cubicBezTo>
                    <a:pt x="267391" y="72033"/>
                    <a:pt x="267403" y="71985"/>
                    <a:pt x="267415" y="71949"/>
                  </a:cubicBezTo>
                  <a:cubicBezTo>
                    <a:pt x="258878" y="70818"/>
                    <a:pt x="264557" y="70402"/>
                    <a:pt x="268856" y="69199"/>
                  </a:cubicBezTo>
                  <a:cubicBezTo>
                    <a:pt x="269415" y="60770"/>
                    <a:pt x="270463" y="52840"/>
                    <a:pt x="271904" y="46875"/>
                  </a:cubicBezTo>
                  <a:lnTo>
                    <a:pt x="271904" y="46875"/>
                  </a:lnTo>
                  <a:cubicBezTo>
                    <a:pt x="270606" y="47006"/>
                    <a:pt x="269344" y="47137"/>
                    <a:pt x="268105" y="47256"/>
                  </a:cubicBezTo>
                  <a:cubicBezTo>
                    <a:pt x="267713" y="40803"/>
                    <a:pt x="267689" y="33719"/>
                    <a:pt x="268010" y="26789"/>
                  </a:cubicBezTo>
                  <a:cubicBezTo>
                    <a:pt x="267343" y="26670"/>
                    <a:pt x="263331" y="26230"/>
                    <a:pt x="265867" y="25658"/>
                  </a:cubicBezTo>
                  <a:cubicBezTo>
                    <a:pt x="265950" y="25479"/>
                    <a:pt x="266212" y="25539"/>
                    <a:pt x="266379" y="25503"/>
                  </a:cubicBezTo>
                  <a:cubicBezTo>
                    <a:pt x="266510" y="25396"/>
                    <a:pt x="266641" y="25301"/>
                    <a:pt x="266772" y="25194"/>
                  </a:cubicBezTo>
                  <a:cubicBezTo>
                    <a:pt x="266796" y="25146"/>
                    <a:pt x="266808" y="25110"/>
                    <a:pt x="266820" y="25063"/>
                  </a:cubicBezTo>
                  <a:cubicBezTo>
                    <a:pt x="258283" y="23932"/>
                    <a:pt x="263962" y="23515"/>
                    <a:pt x="268260" y="22312"/>
                  </a:cubicBezTo>
                  <a:cubicBezTo>
                    <a:pt x="268415" y="19919"/>
                    <a:pt x="268856" y="15300"/>
                    <a:pt x="268856" y="15300"/>
                  </a:cubicBezTo>
                  <a:lnTo>
                    <a:pt x="254901" y="1453"/>
                  </a:lnTo>
                  <a:cubicBezTo>
                    <a:pt x="254901" y="1453"/>
                    <a:pt x="251413" y="1679"/>
                    <a:pt x="249615" y="1774"/>
                  </a:cubicBezTo>
                  <a:cubicBezTo>
                    <a:pt x="249746" y="1167"/>
                    <a:pt x="249889" y="572"/>
                    <a:pt x="250020" y="0"/>
                  </a:cubicBezTo>
                  <a:lnTo>
                    <a:pt x="250020" y="0"/>
                  </a:lnTo>
                  <a:cubicBezTo>
                    <a:pt x="240828" y="929"/>
                    <a:pt x="233577" y="1572"/>
                    <a:pt x="225017" y="1929"/>
                  </a:cubicBezTo>
                  <a:cubicBezTo>
                    <a:pt x="224814" y="2179"/>
                    <a:pt x="224600" y="2441"/>
                    <a:pt x="224386" y="2715"/>
                  </a:cubicBezTo>
                  <a:cubicBezTo>
                    <a:pt x="223731" y="2953"/>
                    <a:pt x="223112" y="3274"/>
                    <a:pt x="222647" y="3751"/>
                  </a:cubicBezTo>
                  <a:cubicBezTo>
                    <a:pt x="222755" y="3346"/>
                    <a:pt x="222945" y="2774"/>
                    <a:pt x="223219" y="2000"/>
                  </a:cubicBezTo>
                  <a:cubicBezTo>
                    <a:pt x="223094" y="1992"/>
                    <a:pt x="222968" y="1988"/>
                    <a:pt x="222843" y="1988"/>
                  </a:cubicBezTo>
                  <a:cubicBezTo>
                    <a:pt x="221740" y="1988"/>
                    <a:pt x="220632" y="2285"/>
                    <a:pt x="219537" y="2285"/>
                  </a:cubicBezTo>
                  <a:cubicBezTo>
                    <a:pt x="219371" y="2285"/>
                    <a:pt x="219205" y="2278"/>
                    <a:pt x="219040" y="2262"/>
                  </a:cubicBezTo>
                  <a:cubicBezTo>
                    <a:pt x="218567" y="2506"/>
                    <a:pt x="218202" y="2952"/>
                    <a:pt x="217926" y="2952"/>
                  </a:cubicBezTo>
                  <a:cubicBezTo>
                    <a:pt x="217744" y="2952"/>
                    <a:pt x="217601" y="2757"/>
                    <a:pt x="217492" y="2179"/>
                  </a:cubicBezTo>
                  <a:cubicBezTo>
                    <a:pt x="216420" y="2203"/>
                    <a:pt x="215337" y="2227"/>
                    <a:pt x="214218" y="2239"/>
                  </a:cubicBezTo>
                  <a:cubicBezTo>
                    <a:pt x="210515" y="2179"/>
                    <a:pt x="207169" y="2084"/>
                    <a:pt x="204002" y="1965"/>
                  </a:cubicBezTo>
                  <a:cubicBezTo>
                    <a:pt x="203967" y="2131"/>
                    <a:pt x="203943" y="2298"/>
                    <a:pt x="203919" y="2453"/>
                  </a:cubicBezTo>
                  <a:cubicBezTo>
                    <a:pt x="203550" y="2560"/>
                    <a:pt x="203181" y="2679"/>
                    <a:pt x="202824" y="2822"/>
                  </a:cubicBezTo>
                  <a:cubicBezTo>
                    <a:pt x="202776" y="2548"/>
                    <a:pt x="202728" y="2239"/>
                    <a:pt x="202681" y="1905"/>
                  </a:cubicBezTo>
                  <a:cubicBezTo>
                    <a:pt x="194453" y="1524"/>
                    <a:pt x="187357" y="905"/>
                    <a:pt x="178440" y="0"/>
                  </a:cubicBezTo>
                  <a:lnTo>
                    <a:pt x="178440" y="0"/>
                  </a:lnTo>
                  <a:cubicBezTo>
                    <a:pt x="178582" y="572"/>
                    <a:pt x="178713" y="1167"/>
                    <a:pt x="178844" y="1774"/>
                  </a:cubicBezTo>
                  <a:cubicBezTo>
                    <a:pt x="175773" y="1607"/>
                    <a:pt x="172832" y="1417"/>
                    <a:pt x="169831" y="1179"/>
                  </a:cubicBezTo>
                  <a:cubicBezTo>
                    <a:pt x="169927" y="774"/>
                    <a:pt x="170010" y="381"/>
                    <a:pt x="170105" y="0"/>
                  </a:cubicBezTo>
                  <a:lnTo>
                    <a:pt x="170105" y="0"/>
                  </a:lnTo>
                  <a:cubicBezTo>
                    <a:pt x="167843" y="226"/>
                    <a:pt x="165700" y="441"/>
                    <a:pt x="163628" y="631"/>
                  </a:cubicBezTo>
                  <a:cubicBezTo>
                    <a:pt x="161556" y="441"/>
                    <a:pt x="159413" y="226"/>
                    <a:pt x="157163" y="0"/>
                  </a:cubicBezTo>
                  <a:lnTo>
                    <a:pt x="157163" y="0"/>
                  </a:lnTo>
                  <a:cubicBezTo>
                    <a:pt x="157246" y="381"/>
                    <a:pt x="157342" y="774"/>
                    <a:pt x="157425" y="1179"/>
                  </a:cubicBezTo>
                  <a:cubicBezTo>
                    <a:pt x="153377" y="1500"/>
                    <a:pt x="149400" y="1750"/>
                    <a:pt x="145102" y="1929"/>
                  </a:cubicBezTo>
                  <a:cubicBezTo>
                    <a:pt x="144154" y="3043"/>
                    <a:pt x="143049" y="4616"/>
                    <a:pt x="142712" y="4616"/>
                  </a:cubicBezTo>
                  <a:cubicBezTo>
                    <a:pt x="142491" y="4616"/>
                    <a:pt x="142601" y="3936"/>
                    <a:pt x="143304" y="2000"/>
                  </a:cubicBezTo>
                  <a:cubicBezTo>
                    <a:pt x="143179" y="1992"/>
                    <a:pt x="143053" y="1988"/>
                    <a:pt x="142928" y="1988"/>
                  </a:cubicBezTo>
                  <a:cubicBezTo>
                    <a:pt x="141825" y="1988"/>
                    <a:pt x="140718" y="2285"/>
                    <a:pt x="139622" y="2285"/>
                  </a:cubicBezTo>
                  <a:cubicBezTo>
                    <a:pt x="139456" y="2285"/>
                    <a:pt x="139290" y="2278"/>
                    <a:pt x="139125" y="2262"/>
                  </a:cubicBezTo>
                  <a:cubicBezTo>
                    <a:pt x="138780" y="2441"/>
                    <a:pt x="138494" y="2715"/>
                    <a:pt x="138256" y="2858"/>
                  </a:cubicBezTo>
                  <a:lnTo>
                    <a:pt x="138256" y="2250"/>
                  </a:lnTo>
                  <a:cubicBezTo>
                    <a:pt x="138030" y="2250"/>
                    <a:pt x="137803" y="2239"/>
                    <a:pt x="137589" y="2239"/>
                  </a:cubicBezTo>
                  <a:cubicBezTo>
                    <a:pt x="137577" y="2215"/>
                    <a:pt x="137577" y="2203"/>
                    <a:pt x="137565" y="2179"/>
                  </a:cubicBezTo>
                  <a:cubicBezTo>
                    <a:pt x="137041" y="2191"/>
                    <a:pt x="136494" y="2203"/>
                    <a:pt x="135946" y="2215"/>
                  </a:cubicBezTo>
                  <a:cubicBezTo>
                    <a:pt x="135410" y="2203"/>
                    <a:pt x="134863" y="2191"/>
                    <a:pt x="134327" y="2179"/>
                  </a:cubicBezTo>
                  <a:cubicBezTo>
                    <a:pt x="134327" y="2203"/>
                    <a:pt x="134327" y="2215"/>
                    <a:pt x="134315" y="2239"/>
                  </a:cubicBezTo>
                  <a:cubicBezTo>
                    <a:pt x="134089" y="2239"/>
                    <a:pt x="133874" y="2250"/>
                    <a:pt x="133648" y="2250"/>
                  </a:cubicBezTo>
                  <a:lnTo>
                    <a:pt x="133648" y="2858"/>
                  </a:lnTo>
                  <a:cubicBezTo>
                    <a:pt x="133410" y="2715"/>
                    <a:pt x="133124" y="2441"/>
                    <a:pt x="132779" y="2262"/>
                  </a:cubicBezTo>
                  <a:cubicBezTo>
                    <a:pt x="132604" y="2280"/>
                    <a:pt x="132429" y="2288"/>
                    <a:pt x="132254" y="2288"/>
                  </a:cubicBezTo>
                  <a:cubicBezTo>
                    <a:pt x="131165" y="2288"/>
                    <a:pt x="130064" y="1988"/>
                    <a:pt x="128968" y="1988"/>
                  </a:cubicBezTo>
                  <a:cubicBezTo>
                    <a:pt x="128845" y="1988"/>
                    <a:pt x="128723" y="1992"/>
                    <a:pt x="128600" y="2000"/>
                  </a:cubicBezTo>
                  <a:cubicBezTo>
                    <a:pt x="129303" y="3936"/>
                    <a:pt x="129413" y="4616"/>
                    <a:pt x="129192" y="4616"/>
                  </a:cubicBezTo>
                  <a:cubicBezTo>
                    <a:pt x="128855" y="4616"/>
                    <a:pt x="127750" y="3043"/>
                    <a:pt x="126802" y="1929"/>
                  </a:cubicBezTo>
                  <a:cubicBezTo>
                    <a:pt x="122492" y="1750"/>
                    <a:pt x="118527" y="1500"/>
                    <a:pt x="114467" y="1179"/>
                  </a:cubicBezTo>
                  <a:cubicBezTo>
                    <a:pt x="114562" y="774"/>
                    <a:pt x="114646" y="381"/>
                    <a:pt x="114741" y="0"/>
                  </a:cubicBezTo>
                  <a:lnTo>
                    <a:pt x="114741" y="0"/>
                  </a:lnTo>
                  <a:cubicBezTo>
                    <a:pt x="112491" y="226"/>
                    <a:pt x="110348" y="441"/>
                    <a:pt x="108276" y="631"/>
                  </a:cubicBezTo>
                  <a:cubicBezTo>
                    <a:pt x="106192" y="441"/>
                    <a:pt x="104061" y="226"/>
                    <a:pt x="101799" y="0"/>
                  </a:cubicBezTo>
                  <a:lnTo>
                    <a:pt x="101799" y="0"/>
                  </a:lnTo>
                  <a:cubicBezTo>
                    <a:pt x="101894" y="381"/>
                    <a:pt x="101978" y="774"/>
                    <a:pt x="102073" y="1179"/>
                  </a:cubicBezTo>
                  <a:cubicBezTo>
                    <a:pt x="99072" y="1417"/>
                    <a:pt x="96132" y="1607"/>
                    <a:pt x="93060" y="1774"/>
                  </a:cubicBezTo>
                  <a:cubicBezTo>
                    <a:pt x="93191" y="1167"/>
                    <a:pt x="93322" y="572"/>
                    <a:pt x="93465" y="0"/>
                  </a:cubicBezTo>
                  <a:lnTo>
                    <a:pt x="93465" y="0"/>
                  </a:lnTo>
                  <a:cubicBezTo>
                    <a:pt x="84535" y="905"/>
                    <a:pt x="77439" y="1524"/>
                    <a:pt x="69212" y="1905"/>
                  </a:cubicBezTo>
                  <a:cubicBezTo>
                    <a:pt x="69164" y="2239"/>
                    <a:pt x="69116" y="2548"/>
                    <a:pt x="69081" y="2822"/>
                  </a:cubicBezTo>
                  <a:cubicBezTo>
                    <a:pt x="68723" y="2667"/>
                    <a:pt x="68342" y="2548"/>
                    <a:pt x="67973" y="2453"/>
                  </a:cubicBezTo>
                  <a:cubicBezTo>
                    <a:pt x="67950" y="2298"/>
                    <a:pt x="67926" y="2131"/>
                    <a:pt x="67902" y="1953"/>
                  </a:cubicBezTo>
                  <a:cubicBezTo>
                    <a:pt x="64735" y="2084"/>
                    <a:pt x="61377" y="2179"/>
                    <a:pt x="57686" y="2239"/>
                  </a:cubicBezTo>
                  <a:cubicBezTo>
                    <a:pt x="56567" y="2227"/>
                    <a:pt x="55472" y="2203"/>
                    <a:pt x="54412" y="2179"/>
                  </a:cubicBezTo>
                  <a:cubicBezTo>
                    <a:pt x="54303" y="2757"/>
                    <a:pt x="54160" y="2952"/>
                    <a:pt x="53977" y="2952"/>
                  </a:cubicBezTo>
                  <a:cubicBezTo>
                    <a:pt x="53701" y="2952"/>
                    <a:pt x="53333" y="2506"/>
                    <a:pt x="52852" y="2262"/>
                  </a:cubicBezTo>
                  <a:cubicBezTo>
                    <a:pt x="52687" y="2278"/>
                    <a:pt x="52522" y="2285"/>
                    <a:pt x="52356" y="2285"/>
                  </a:cubicBezTo>
                  <a:cubicBezTo>
                    <a:pt x="51262" y="2285"/>
                    <a:pt x="50161" y="1988"/>
                    <a:pt x="49052" y="1988"/>
                  </a:cubicBezTo>
                  <a:cubicBezTo>
                    <a:pt x="48926" y="1988"/>
                    <a:pt x="48800" y="1992"/>
                    <a:pt x="48673" y="2000"/>
                  </a:cubicBezTo>
                  <a:cubicBezTo>
                    <a:pt x="48959" y="2774"/>
                    <a:pt x="49138" y="3346"/>
                    <a:pt x="49257" y="3751"/>
                  </a:cubicBezTo>
                  <a:cubicBezTo>
                    <a:pt x="48792" y="3274"/>
                    <a:pt x="48173" y="2953"/>
                    <a:pt x="47518" y="2703"/>
                  </a:cubicBezTo>
                  <a:cubicBezTo>
                    <a:pt x="47304" y="2441"/>
                    <a:pt x="47090" y="2179"/>
                    <a:pt x="46875" y="1929"/>
                  </a:cubicBezTo>
                  <a:cubicBezTo>
                    <a:pt x="38315" y="1572"/>
                    <a:pt x="31064" y="929"/>
                    <a:pt x="21872" y="0"/>
                  </a:cubicBezTo>
                  <a:lnTo>
                    <a:pt x="21872" y="0"/>
                  </a:lnTo>
                  <a:cubicBezTo>
                    <a:pt x="22015" y="572"/>
                    <a:pt x="22146" y="1167"/>
                    <a:pt x="22277" y="1774"/>
                  </a:cubicBezTo>
                  <a:cubicBezTo>
                    <a:pt x="15098" y="1393"/>
                    <a:pt x="8573" y="810"/>
                    <a:pt x="5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50"/>
            <p:cNvSpPr/>
            <p:nvPr/>
          </p:nvSpPr>
          <p:spPr>
            <a:xfrm>
              <a:off x="283950" y="193150"/>
              <a:ext cx="8615526" cy="4752359"/>
            </a:xfrm>
            <a:custGeom>
              <a:rect b="b" l="l" r="r" t="t"/>
              <a:pathLst>
                <a:path extrusionOk="0" h="146757" w="269046">
                  <a:moveTo>
                    <a:pt x="21241" y="131"/>
                  </a:moveTo>
                  <a:cubicBezTo>
                    <a:pt x="20884" y="346"/>
                    <a:pt x="20527" y="572"/>
                    <a:pt x="20170" y="798"/>
                  </a:cubicBezTo>
                  <a:cubicBezTo>
                    <a:pt x="20217" y="953"/>
                    <a:pt x="20253" y="1120"/>
                    <a:pt x="20289" y="1286"/>
                  </a:cubicBezTo>
                  <a:cubicBezTo>
                    <a:pt x="20860" y="929"/>
                    <a:pt x="21432" y="560"/>
                    <a:pt x="22015" y="203"/>
                  </a:cubicBezTo>
                  <a:cubicBezTo>
                    <a:pt x="21753" y="179"/>
                    <a:pt x="21503" y="155"/>
                    <a:pt x="21241" y="131"/>
                  </a:cubicBezTo>
                  <a:close/>
                  <a:moveTo>
                    <a:pt x="18777" y="1691"/>
                  </a:moveTo>
                  <a:cubicBezTo>
                    <a:pt x="18515" y="1858"/>
                    <a:pt x="18265" y="2012"/>
                    <a:pt x="18015" y="2179"/>
                  </a:cubicBezTo>
                  <a:cubicBezTo>
                    <a:pt x="11788" y="6263"/>
                    <a:pt x="6156" y="10644"/>
                    <a:pt x="1155" y="15252"/>
                  </a:cubicBezTo>
                  <a:cubicBezTo>
                    <a:pt x="1179" y="15455"/>
                    <a:pt x="1203" y="15657"/>
                    <a:pt x="1215" y="15848"/>
                  </a:cubicBezTo>
                  <a:cubicBezTo>
                    <a:pt x="6263" y="11156"/>
                    <a:pt x="11966" y="6727"/>
                    <a:pt x="18277" y="2584"/>
                  </a:cubicBezTo>
                  <a:cubicBezTo>
                    <a:pt x="18705" y="2298"/>
                    <a:pt x="19146" y="2012"/>
                    <a:pt x="19574" y="1739"/>
                  </a:cubicBezTo>
                  <a:cubicBezTo>
                    <a:pt x="19312" y="1727"/>
                    <a:pt x="19039" y="1703"/>
                    <a:pt x="18777" y="1691"/>
                  </a:cubicBezTo>
                  <a:close/>
                  <a:moveTo>
                    <a:pt x="257199" y="5608"/>
                  </a:moveTo>
                  <a:cubicBezTo>
                    <a:pt x="259819" y="11180"/>
                    <a:pt x="262128" y="16943"/>
                    <a:pt x="264105" y="22884"/>
                  </a:cubicBezTo>
                  <a:cubicBezTo>
                    <a:pt x="264307" y="22836"/>
                    <a:pt x="264522" y="22789"/>
                    <a:pt x="264736" y="22741"/>
                  </a:cubicBezTo>
                  <a:cubicBezTo>
                    <a:pt x="262950" y="17360"/>
                    <a:pt x="260890" y="12085"/>
                    <a:pt x="258557" y="6942"/>
                  </a:cubicBezTo>
                  <a:lnTo>
                    <a:pt x="257199" y="5608"/>
                  </a:lnTo>
                  <a:close/>
                  <a:moveTo>
                    <a:pt x="234685" y="1239"/>
                  </a:moveTo>
                  <a:cubicBezTo>
                    <a:pt x="234423" y="1262"/>
                    <a:pt x="234149" y="1286"/>
                    <a:pt x="233887" y="1298"/>
                  </a:cubicBezTo>
                  <a:cubicBezTo>
                    <a:pt x="234554" y="1727"/>
                    <a:pt x="235220" y="2143"/>
                    <a:pt x="235875" y="2584"/>
                  </a:cubicBezTo>
                  <a:cubicBezTo>
                    <a:pt x="245662" y="9001"/>
                    <a:pt x="253961" y="16145"/>
                    <a:pt x="260676" y="23813"/>
                  </a:cubicBezTo>
                  <a:cubicBezTo>
                    <a:pt x="260783" y="23741"/>
                    <a:pt x="260938" y="23682"/>
                    <a:pt x="261140" y="23610"/>
                  </a:cubicBezTo>
                  <a:cubicBezTo>
                    <a:pt x="254377" y="15871"/>
                    <a:pt x="246007" y="8656"/>
                    <a:pt x="236137" y="2179"/>
                  </a:cubicBezTo>
                  <a:cubicBezTo>
                    <a:pt x="235649" y="1870"/>
                    <a:pt x="235173" y="1548"/>
                    <a:pt x="234685" y="1239"/>
                  </a:cubicBezTo>
                  <a:close/>
                  <a:moveTo>
                    <a:pt x="264807" y="25051"/>
                  </a:moveTo>
                  <a:lnTo>
                    <a:pt x="264867" y="25218"/>
                  </a:lnTo>
                  <a:cubicBezTo>
                    <a:pt x="264879" y="25218"/>
                    <a:pt x="264879" y="25206"/>
                    <a:pt x="264891" y="25194"/>
                  </a:cubicBezTo>
                  <a:cubicBezTo>
                    <a:pt x="264914" y="25158"/>
                    <a:pt x="264926" y="25111"/>
                    <a:pt x="264938" y="25075"/>
                  </a:cubicBezTo>
                  <a:cubicBezTo>
                    <a:pt x="264891" y="25063"/>
                    <a:pt x="264855" y="25063"/>
                    <a:pt x="264807" y="25051"/>
                  </a:cubicBezTo>
                  <a:close/>
                  <a:moveTo>
                    <a:pt x="265319" y="26670"/>
                  </a:moveTo>
                  <a:lnTo>
                    <a:pt x="265319" y="26670"/>
                  </a:lnTo>
                  <a:cubicBezTo>
                    <a:pt x="265557" y="27480"/>
                    <a:pt x="265807" y="28290"/>
                    <a:pt x="266034" y="29099"/>
                  </a:cubicBezTo>
                  <a:cubicBezTo>
                    <a:pt x="266057" y="28444"/>
                    <a:pt x="266081" y="27789"/>
                    <a:pt x="266117" y="27135"/>
                  </a:cubicBezTo>
                  <a:cubicBezTo>
                    <a:pt x="266081" y="27016"/>
                    <a:pt x="266046" y="26896"/>
                    <a:pt x="266010" y="26777"/>
                  </a:cubicBezTo>
                  <a:cubicBezTo>
                    <a:pt x="265843" y="26754"/>
                    <a:pt x="265593" y="26718"/>
                    <a:pt x="265319" y="26670"/>
                  </a:cubicBezTo>
                  <a:close/>
                  <a:moveTo>
                    <a:pt x="261188" y="24408"/>
                  </a:moveTo>
                  <a:lnTo>
                    <a:pt x="261188" y="24408"/>
                  </a:lnTo>
                  <a:cubicBezTo>
                    <a:pt x="262902" y="26396"/>
                    <a:pt x="264498" y="28409"/>
                    <a:pt x="265998" y="30456"/>
                  </a:cubicBezTo>
                  <a:cubicBezTo>
                    <a:pt x="265998" y="30195"/>
                    <a:pt x="266010" y="29944"/>
                    <a:pt x="266022" y="29683"/>
                  </a:cubicBezTo>
                  <a:cubicBezTo>
                    <a:pt x="265153" y="28516"/>
                    <a:pt x="264260" y="27361"/>
                    <a:pt x="263331" y="26218"/>
                  </a:cubicBezTo>
                  <a:cubicBezTo>
                    <a:pt x="263200" y="26158"/>
                    <a:pt x="263140" y="26087"/>
                    <a:pt x="263164" y="26015"/>
                  </a:cubicBezTo>
                  <a:cubicBezTo>
                    <a:pt x="262771" y="25539"/>
                    <a:pt x="262378" y="25075"/>
                    <a:pt x="261986" y="24599"/>
                  </a:cubicBezTo>
                  <a:cubicBezTo>
                    <a:pt x="261664" y="24539"/>
                    <a:pt x="261402" y="24468"/>
                    <a:pt x="261188" y="24408"/>
                  </a:cubicBezTo>
                  <a:close/>
                  <a:moveTo>
                    <a:pt x="127076" y="17431"/>
                  </a:moveTo>
                  <a:cubicBezTo>
                    <a:pt x="133339" y="17431"/>
                    <a:pt x="139506" y="17574"/>
                    <a:pt x="145578" y="17848"/>
                  </a:cubicBezTo>
                  <a:cubicBezTo>
                    <a:pt x="146150" y="29278"/>
                    <a:pt x="146554" y="41363"/>
                    <a:pt x="146769" y="53924"/>
                  </a:cubicBezTo>
                  <a:cubicBezTo>
                    <a:pt x="140292" y="53816"/>
                    <a:pt x="133720" y="53769"/>
                    <a:pt x="127076" y="53769"/>
                  </a:cubicBezTo>
                  <a:cubicBezTo>
                    <a:pt x="120432" y="53769"/>
                    <a:pt x="113860" y="53816"/>
                    <a:pt x="107371" y="53924"/>
                  </a:cubicBezTo>
                  <a:cubicBezTo>
                    <a:pt x="107585" y="41363"/>
                    <a:pt x="107990" y="29278"/>
                    <a:pt x="108562" y="17848"/>
                  </a:cubicBezTo>
                  <a:cubicBezTo>
                    <a:pt x="114634" y="17574"/>
                    <a:pt x="120813" y="17431"/>
                    <a:pt x="127076" y="17431"/>
                  </a:cubicBezTo>
                  <a:close/>
                  <a:moveTo>
                    <a:pt x="108359" y="17848"/>
                  </a:moveTo>
                  <a:cubicBezTo>
                    <a:pt x="107776" y="29385"/>
                    <a:pt x="107371" y="41482"/>
                    <a:pt x="107169" y="53924"/>
                  </a:cubicBezTo>
                  <a:cubicBezTo>
                    <a:pt x="94727" y="54138"/>
                    <a:pt x="82630" y="54531"/>
                    <a:pt x="71093" y="55114"/>
                  </a:cubicBezTo>
                  <a:cubicBezTo>
                    <a:pt x="71617" y="43244"/>
                    <a:pt x="72640" y="31766"/>
                    <a:pt x="74117" y="20872"/>
                  </a:cubicBezTo>
                  <a:cubicBezTo>
                    <a:pt x="85011" y="19407"/>
                    <a:pt x="96477" y="18384"/>
                    <a:pt x="108359" y="17848"/>
                  </a:cubicBezTo>
                  <a:close/>
                  <a:moveTo>
                    <a:pt x="145792" y="17860"/>
                  </a:moveTo>
                  <a:lnTo>
                    <a:pt x="145792" y="17860"/>
                  </a:lnTo>
                  <a:cubicBezTo>
                    <a:pt x="157675" y="18384"/>
                    <a:pt x="169141" y="19407"/>
                    <a:pt x="180035" y="20884"/>
                  </a:cubicBezTo>
                  <a:cubicBezTo>
                    <a:pt x="181499" y="31766"/>
                    <a:pt x="182523" y="43244"/>
                    <a:pt x="183059" y="55114"/>
                  </a:cubicBezTo>
                  <a:cubicBezTo>
                    <a:pt x="171522" y="54531"/>
                    <a:pt x="159425" y="54138"/>
                    <a:pt x="146983" y="53924"/>
                  </a:cubicBezTo>
                  <a:cubicBezTo>
                    <a:pt x="146781" y="41482"/>
                    <a:pt x="146376" y="29385"/>
                    <a:pt x="145792" y="17860"/>
                  </a:cubicBezTo>
                  <a:close/>
                  <a:moveTo>
                    <a:pt x="73724" y="20931"/>
                  </a:moveTo>
                  <a:lnTo>
                    <a:pt x="73724" y="20931"/>
                  </a:lnTo>
                  <a:cubicBezTo>
                    <a:pt x="72259" y="31909"/>
                    <a:pt x="71247" y="43375"/>
                    <a:pt x="70724" y="55138"/>
                  </a:cubicBezTo>
                  <a:cubicBezTo>
                    <a:pt x="54805" y="55948"/>
                    <a:pt x="39958" y="57103"/>
                    <a:pt x="26742" y="58579"/>
                  </a:cubicBezTo>
                  <a:cubicBezTo>
                    <a:pt x="27373" y="48816"/>
                    <a:pt x="28599" y="39255"/>
                    <a:pt x="30397" y="29992"/>
                  </a:cubicBezTo>
                  <a:cubicBezTo>
                    <a:pt x="43292" y="26158"/>
                    <a:pt x="57901" y="23086"/>
                    <a:pt x="73724" y="20931"/>
                  </a:cubicBezTo>
                  <a:close/>
                  <a:moveTo>
                    <a:pt x="180416" y="20931"/>
                  </a:moveTo>
                  <a:lnTo>
                    <a:pt x="180416" y="20931"/>
                  </a:lnTo>
                  <a:cubicBezTo>
                    <a:pt x="196251" y="23086"/>
                    <a:pt x="210860" y="26170"/>
                    <a:pt x="223755" y="29992"/>
                  </a:cubicBezTo>
                  <a:cubicBezTo>
                    <a:pt x="225552" y="39255"/>
                    <a:pt x="226779" y="48816"/>
                    <a:pt x="227410" y="58579"/>
                  </a:cubicBezTo>
                  <a:cubicBezTo>
                    <a:pt x="214194" y="57103"/>
                    <a:pt x="199335" y="55948"/>
                    <a:pt x="183416" y="55138"/>
                  </a:cubicBezTo>
                  <a:cubicBezTo>
                    <a:pt x="182904" y="43375"/>
                    <a:pt x="181892" y="31909"/>
                    <a:pt x="180416" y="20931"/>
                  </a:cubicBezTo>
                  <a:close/>
                  <a:moveTo>
                    <a:pt x="70724" y="55352"/>
                  </a:moveTo>
                  <a:cubicBezTo>
                    <a:pt x="70450" y="61436"/>
                    <a:pt x="70319" y="67616"/>
                    <a:pt x="70319" y="73843"/>
                  </a:cubicBezTo>
                  <a:cubicBezTo>
                    <a:pt x="70319" y="80070"/>
                    <a:pt x="70450" y="86237"/>
                    <a:pt x="70724" y="92321"/>
                  </a:cubicBezTo>
                  <a:cubicBezTo>
                    <a:pt x="54543" y="91500"/>
                    <a:pt x="39696" y="90333"/>
                    <a:pt x="26730" y="88892"/>
                  </a:cubicBezTo>
                  <a:cubicBezTo>
                    <a:pt x="26420" y="83915"/>
                    <a:pt x="26254" y="78891"/>
                    <a:pt x="26254" y="73843"/>
                  </a:cubicBezTo>
                  <a:cubicBezTo>
                    <a:pt x="26254" y="68783"/>
                    <a:pt x="26420" y="63758"/>
                    <a:pt x="26730" y="58781"/>
                  </a:cubicBezTo>
                  <a:cubicBezTo>
                    <a:pt x="39696" y="57341"/>
                    <a:pt x="54543" y="56174"/>
                    <a:pt x="70724" y="55352"/>
                  </a:cubicBezTo>
                  <a:close/>
                  <a:moveTo>
                    <a:pt x="183428" y="55352"/>
                  </a:moveTo>
                  <a:cubicBezTo>
                    <a:pt x="199609" y="56174"/>
                    <a:pt x="214444" y="57341"/>
                    <a:pt x="227410" y="58781"/>
                  </a:cubicBezTo>
                  <a:cubicBezTo>
                    <a:pt x="227731" y="63758"/>
                    <a:pt x="227886" y="68783"/>
                    <a:pt x="227886" y="73843"/>
                  </a:cubicBezTo>
                  <a:cubicBezTo>
                    <a:pt x="227886" y="78903"/>
                    <a:pt x="227731" y="83915"/>
                    <a:pt x="227410" y="88892"/>
                  </a:cubicBezTo>
                  <a:cubicBezTo>
                    <a:pt x="214444" y="90333"/>
                    <a:pt x="199609" y="91500"/>
                    <a:pt x="183428" y="92321"/>
                  </a:cubicBezTo>
                  <a:cubicBezTo>
                    <a:pt x="183690" y="86237"/>
                    <a:pt x="183833" y="80070"/>
                    <a:pt x="183833" y="73843"/>
                  </a:cubicBezTo>
                  <a:cubicBezTo>
                    <a:pt x="183833" y="67616"/>
                    <a:pt x="183690" y="61436"/>
                    <a:pt x="183428" y="55352"/>
                  </a:cubicBezTo>
                  <a:close/>
                  <a:moveTo>
                    <a:pt x="107157" y="54138"/>
                  </a:moveTo>
                  <a:cubicBezTo>
                    <a:pt x="107050" y="60627"/>
                    <a:pt x="107002" y="67199"/>
                    <a:pt x="107002" y="73843"/>
                  </a:cubicBezTo>
                  <a:cubicBezTo>
                    <a:pt x="107002" y="80475"/>
                    <a:pt x="107050" y="87047"/>
                    <a:pt x="107157" y="93536"/>
                  </a:cubicBezTo>
                  <a:cubicBezTo>
                    <a:pt x="94596" y="93321"/>
                    <a:pt x="82511" y="92917"/>
                    <a:pt x="71081" y="92345"/>
                  </a:cubicBezTo>
                  <a:cubicBezTo>
                    <a:pt x="70807" y="86273"/>
                    <a:pt x="70676" y="80105"/>
                    <a:pt x="70676" y="73843"/>
                  </a:cubicBezTo>
                  <a:cubicBezTo>
                    <a:pt x="70676" y="67580"/>
                    <a:pt x="70807" y="61401"/>
                    <a:pt x="71081" y="55329"/>
                  </a:cubicBezTo>
                  <a:cubicBezTo>
                    <a:pt x="82511" y="54757"/>
                    <a:pt x="94596" y="54352"/>
                    <a:pt x="107157" y="54138"/>
                  </a:cubicBezTo>
                  <a:close/>
                  <a:moveTo>
                    <a:pt x="146983" y="54138"/>
                  </a:moveTo>
                  <a:cubicBezTo>
                    <a:pt x="159544" y="54352"/>
                    <a:pt x="171641" y="54757"/>
                    <a:pt x="183071" y="55329"/>
                  </a:cubicBezTo>
                  <a:cubicBezTo>
                    <a:pt x="183333" y="61401"/>
                    <a:pt x="183476" y="67568"/>
                    <a:pt x="183476" y="73831"/>
                  </a:cubicBezTo>
                  <a:cubicBezTo>
                    <a:pt x="183476" y="80094"/>
                    <a:pt x="183333" y="86273"/>
                    <a:pt x="183071" y="92345"/>
                  </a:cubicBezTo>
                  <a:cubicBezTo>
                    <a:pt x="171641" y="92917"/>
                    <a:pt x="159544" y="93321"/>
                    <a:pt x="146983" y="93536"/>
                  </a:cubicBezTo>
                  <a:cubicBezTo>
                    <a:pt x="147090" y="87047"/>
                    <a:pt x="147150" y="80475"/>
                    <a:pt x="147150" y="73843"/>
                  </a:cubicBezTo>
                  <a:cubicBezTo>
                    <a:pt x="147150" y="67199"/>
                    <a:pt x="147090" y="60627"/>
                    <a:pt x="146983" y="54138"/>
                  </a:cubicBezTo>
                  <a:close/>
                  <a:moveTo>
                    <a:pt x="127076" y="53971"/>
                  </a:moveTo>
                  <a:cubicBezTo>
                    <a:pt x="133743" y="53971"/>
                    <a:pt x="140327" y="54031"/>
                    <a:pt x="146781" y="54138"/>
                  </a:cubicBezTo>
                  <a:cubicBezTo>
                    <a:pt x="146876" y="60591"/>
                    <a:pt x="146935" y="67163"/>
                    <a:pt x="146935" y="73843"/>
                  </a:cubicBezTo>
                  <a:cubicBezTo>
                    <a:pt x="146935" y="80510"/>
                    <a:pt x="146888" y="87082"/>
                    <a:pt x="146781" y="93536"/>
                  </a:cubicBezTo>
                  <a:cubicBezTo>
                    <a:pt x="140327" y="93643"/>
                    <a:pt x="133743" y="93702"/>
                    <a:pt x="127076" y="93702"/>
                  </a:cubicBezTo>
                  <a:cubicBezTo>
                    <a:pt x="120396" y="93702"/>
                    <a:pt x="113824" y="93643"/>
                    <a:pt x="107371" y="93536"/>
                  </a:cubicBezTo>
                  <a:cubicBezTo>
                    <a:pt x="107264" y="87082"/>
                    <a:pt x="107204" y="80510"/>
                    <a:pt x="107204" y="73843"/>
                  </a:cubicBezTo>
                  <a:cubicBezTo>
                    <a:pt x="107204" y="67163"/>
                    <a:pt x="107264" y="60591"/>
                    <a:pt x="107371" y="54138"/>
                  </a:cubicBezTo>
                  <a:cubicBezTo>
                    <a:pt x="113824" y="54031"/>
                    <a:pt x="120396" y="53971"/>
                    <a:pt x="127076" y="53971"/>
                  </a:cubicBezTo>
                  <a:close/>
                  <a:moveTo>
                    <a:pt x="48" y="105632"/>
                  </a:moveTo>
                  <a:cubicBezTo>
                    <a:pt x="36" y="105716"/>
                    <a:pt x="12" y="105811"/>
                    <a:pt x="0" y="105894"/>
                  </a:cubicBezTo>
                  <a:cubicBezTo>
                    <a:pt x="155" y="105882"/>
                    <a:pt x="310" y="105870"/>
                    <a:pt x="477" y="105859"/>
                  </a:cubicBezTo>
                  <a:cubicBezTo>
                    <a:pt x="334" y="105775"/>
                    <a:pt x="191" y="105704"/>
                    <a:pt x="48" y="105632"/>
                  </a:cubicBezTo>
                  <a:close/>
                  <a:moveTo>
                    <a:pt x="26742" y="89095"/>
                  </a:moveTo>
                  <a:cubicBezTo>
                    <a:pt x="39958" y="90571"/>
                    <a:pt x="54805" y="91726"/>
                    <a:pt x="70724" y="92536"/>
                  </a:cubicBezTo>
                  <a:cubicBezTo>
                    <a:pt x="71247" y="104299"/>
                    <a:pt x="72259" y="115765"/>
                    <a:pt x="73724" y="126742"/>
                  </a:cubicBezTo>
                  <a:cubicBezTo>
                    <a:pt x="57901" y="124587"/>
                    <a:pt x="43292" y="121515"/>
                    <a:pt x="30397" y="117681"/>
                  </a:cubicBezTo>
                  <a:cubicBezTo>
                    <a:pt x="28599" y="108418"/>
                    <a:pt x="27373" y="98858"/>
                    <a:pt x="26742" y="89095"/>
                  </a:cubicBezTo>
                  <a:close/>
                  <a:moveTo>
                    <a:pt x="227410" y="89095"/>
                  </a:moveTo>
                  <a:cubicBezTo>
                    <a:pt x="226779" y="98858"/>
                    <a:pt x="225552" y="108418"/>
                    <a:pt x="223755" y="117681"/>
                  </a:cubicBezTo>
                  <a:cubicBezTo>
                    <a:pt x="210860" y="121515"/>
                    <a:pt x="196251" y="124587"/>
                    <a:pt x="180416" y="126742"/>
                  </a:cubicBezTo>
                  <a:cubicBezTo>
                    <a:pt x="181892" y="115765"/>
                    <a:pt x="182904" y="104299"/>
                    <a:pt x="183416" y="92536"/>
                  </a:cubicBezTo>
                  <a:cubicBezTo>
                    <a:pt x="199347" y="91726"/>
                    <a:pt x="214194" y="90571"/>
                    <a:pt x="227410" y="89095"/>
                  </a:cubicBezTo>
                  <a:close/>
                  <a:moveTo>
                    <a:pt x="71093" y="92559"/>
                  </a:moveTo>
                  <a:lnTo>
                    <a:pt x="71093" y="92559"/>
                  </a:lnTo>
                  <a:cubicBezTo>
                    <a:pt x="82630" y="93143"/>
                    <a:pt x="94715" y="93536"/>
                    <a:pt x="107169" y="93750"/>
                  </a:cubicBezTo>
                  <a:cubicBezTo>
                    <a:pt x="107371" y="106192"/>
                    <a:pt x="107776" y="118289"/>
                    <a:pt x="108347" y="129826"/>
                  </a:cubicBezTo>
                  <a:cubicBezTo>
                    <a:pt x="96477" y="129290"/>
                    <a:pt x="85011" y="128266"/>
                    <a:pt x="74117" y="126790"/>
                  </a:cubicBezTo>
                  <a:cubicBezTo>
                    <a:pt x="72640" y="115907"/>
                    <a:pt x="71617" y="104442"/>
                    <a:pt x="71093" y="92559"/>
                  </a:cubicBezTo>
                  <a:close/>
                  <a:moveTo>
                    <a:pt x="183059" y="92559"/>
                  </a:moveTo>
                  <a:lnTo>
                    <a:pt x="183059" y="92559"/>
                  </a:lnTo>
                  <a:cubicBezTo>
                    <a:pt x="182523" y="104442"/>
                    <a:pt x="181499" y="115907"/>
                    <a:pt x="180035" y="126802"/>
                  </a:cubicBezTo>
                  <a:cubicBezTo>
                    <a:pt x="169141" y="128266"/>
                    <a:pt x="157675" y="129290"/>
                    <a:pt x="145792" y="129826"/>
                  </a:cubicBezTo>
                  <a:cubicBezTo>
                    <a:pt x="146376" y="118289"/>
                    <a:pt x="146769" y="106192"/>
                    <a:pt x="146983" y="93750"/>
                  </a:cubicBezTo>
                  <a:cubicBezTo>
                    <a:pt x="159425" y="93536"/>
                    <a:pt x="171522" y="93143"/>
                    <a:pt x="183059" y="92559"/>
                  </a:cubicBezTo>
                  <a:close/>
                  <a:moveTo>
                    <a:pt x="107371" y="93750"/>
                  </a:moveTo>
                  <a:cubicBezTo>
                    <a:pt x="113860" y="93857"/>
                    <a:pt x="120432" y="93917"/>
                    <a:pt x="127076" y="93917"/>
                  </a:cubicBezTo>
                  <a:cubicBezTo>
                    <a:pt x="133708" y="93917"/>
                    <a:pt x="140292" y="93857"/>
                    <a:pt x="146769" y="93750"/>
                  </a:cubicBezTo>
                  <a:lnTo>
                    <a:pt x="146769" y="93750"/>
                  </a:lnTo>
                  <a:cubicBezTo>
                    <a:pt x="146566" y="106311"/>
                    <a:pt x="146150" y="118396"/>
                    <a:pt x="145578" y="129826"/>
                  </a:cubicBezTo>
                  <a:cubicBezTo>
                    <a:pt x="139506" y="130100"/>
                    <a:pt x="133339" y="130243"/>
                    <a:pt x="127076" y="130243"/>
                  </a:cubicBezTo>
                  <a:cubicBezTo>
                    <a:pt x="120813" y="130243"/>
                    <a:pt x="114634" y="130100"/>
                    <a:pt x="108574" y="129826"/>
                  </a:cubicBezTo>
                  <a:cubicBezTo>
                    <a:pt x="107990" y="118396"/>
                    <a:pt x="107585" y="106311"/>
                    <a:pt x="107371" y="93750"/>
                  </a:cubicBezTo>
                  <a:close/>
                  <a:moveTo>
                    <a:pt x="266653" y="116300"/>
                  </a:moveTo>
                  <a:lnTo>
                    <a:pt x="266653" y="116300"/>
                  </a:lnTo>
                  <a:cubicBezTo>
                    <a:pt x="259152" y="126861"/>
                    <a:pt x="248817" y="136600"/>
                    <a:pt x="235875" y="145101"/>
                  </a:cubicBezTo>
                  <a:cubicBezTo>
                    <a:pt x="235411" y="145399"/>
                    <a:pt x="234946" y="145697"/>
                    <a:pt x="234482" y="145994"/>
                  </a:cubicBezTo>
                  <a:cubicBezTo>
                    <a:pt x="234756" y="146006"/>
                    <a:pt x="235030" y="146018"/>
                    <a:pt x="235304" y="146030"/>
                  </a:cubicBezTo>
                  <a:cubicBezTo>
                    <a:pt x="235577" y="145852"/>
                    <a:pt x="235851" y="145673"/>
                    <a:pt x="236137" y="145494"/>
                  </a:cubicBezTo>
                  <a:cubicBezTo>
                    <a:pt x="248710" y="137243"/>
                    <a:pt x="258854" y="127814"/>
                    <a:pt x="266319" y="117586"/>
                  </a:cubicBezTo>
                  <a:lnTo>
                    <a:pt x="266319" y="117586"/>
                  </a:lnTo>
                  <a:cubicBezTo>
                    <a:pt x="263533" y="127504"/>
                    <a:pt x="259831" y="137005"/>
                    <a:pt x="255306" y="145971"/>
                  </a:cubicBezTo>
                  <a:cubicBezTo>
                    <a:pt x="255544" y="145983"/>
                    <a:pt x="255794" y="145994"/>
                    <a:pt x="256032" y="146006"/>
                  </a:cubicBezTo>
                  <a:cubicBezTo>
                    <a:pt x="260354" y="137374"/>
                    <a:pt x="263879" y="128338"/>
                    <a:pt x="266569" y="118991"/>
                  </a:cubicBezTo>
                  <a:cubicBezTo>
                    <a:pt x="266593" y="118098"/>
                    <a:pt x="266617" y="117193"/>
                    <a:pt x="266653" y="116300"/>
                  </a:cubicBezTo>
                  <a:close/>
                  <a:moveTo>
                    <a:pt x="1798" y="132362"/>
                  </a:moveTo>
                  <a:cubicBezTo>
                    <a:pt x="1774" y="132540"/>
                    <a:pt x="1739" y="132731"/>
                    <a:pt x="1715" y="132933"/>
                  </a:cubicBezTo>
                  <a:cubicBezTo>
                    <a:pt x="6573" y="137362"/>
                    <a:pt x="12014" y="141553"/>
                    <a:pt x="18015" y="145494"/>
                  </a:cubicBezTo>
                  <a:cubicBezTo>
                    <a:pt x="18229" y="145637"/>
                    <a:pt x="18455" y="145780"/>
                    <a:pt x="18669" y="145923"/>
                  </a:cubicBezTo>
                  <a:cubicBezTo>
                    <a:pt x="18681" y="145899"/>
                    <a:pt x="18681" y="145887"/>
                    <a:pt x="18693" y="145875"/>
                  </a:cubicBezTo>
                  <a:lnTo>
                    <a:pt x="18693" y="145875"/>
                  </a:lnTo>
                  <a:cubicBezTo>
                    <a:pt x="18681" y="145899"/>
                    <a:pt x="18693" y="145911"/>
                    <a:pt x="18693" y="145935"/>
                  </a:cubicBezTo>
                  <a:cubicBezTo>
                    <a:pt x="18800" y="146006"/>
                    <a:pt x="18908" y="146066"/>
                    <a:pt x="19015" y="146137"/>
                  </a:cubicBezTo>
                  <a:cubicBezTo>
                    <a:pt x="19348" y="146256"/>
                    <a:pt x="19872" y="146328"/>
                    <a:pt x="20336" y="146423"/>
                  </a:cubicBezTo>
                  <a:cubicBezTo>
                    <a:pt x="19646" y="145983"/>
                    <a:pt x="18955" y="145542"/>
                    <a:pt x="18277" y="145090"/>
                  </a:cubicBezTo>
                  <a:cubicBezTo>
                    <a:pt x="12204" y="141113"/>
                    <a:pt x="6692" y="136850"/>
                    <a:pt x="1798" y="132362"/>
                  </a:cubicBezTo>
                  <a:close/>
                  <a:moveTo>
                    <a:pt x="176558" y="0"/>
                  </a:moveTo>
                  <a:cubicBezTo>
                    <a:pt x="176701" y="572"/>
                    <a:pt x="176832" y="1167"/>
                    <a:pt x="176963" y="1774"/>
                  </a:cubicBezTo>
                  <a:lnTo>
                    <a:pt x="176903" y="1774"/>
                  </a:lnTo>
                  <a:cubicBezTo>
                    <a:pt x="178070" y="7787"/>
                    <a:pt x="179106" y="14038"/>
                    <a:pt x="179975" y="20491"/>
                  </a:cubicBezTo>
                  <a:cubicBezTo>
                    <a:pt x="168998" y="19015"/>
                    <a:pt x="157544" y="18003"/>
                    <a:pt x="145781" y="17491"/>
                  </a:cubicBezTo>
                  <a:cubicBezTo>
                    <a:pt x="145507" y="12157"/>
                    <a:pt x="145197" y="6942"/>
                    <a:pt x="144852" y="1858"/>
                  </a:cubicBezTo>
                  <a:cubicBezTo>
                    <a:pt x="144780" y="1870"/>
                    <a:pt x="144697" y="1870"/>
                    <a:pt x="144626" y="1870"/>
                  </a:cubicBezTo>
                  <a:cubicBezTo>
                    <a:pt x="144971" y="6918"/>
                    <a:pt x="145292" y="12121"/>
                    <a:pt x="145554" y="17479"/>
                  </a:cubicBezTo>
                  <a:cubicBezTo>
                    <a:pt x="139470" y="17217"/>
                    <a:pt x="133303" y="17074"/>
                    <a:pt x="127076" y="17074"/>
                  </a:cubicBezTo>
                  <a:cubicBezTo>
                    <a:pt x="120849" y="17074"/>
                    <a:pt x="114681" y="17217"/>
                    <a:pt x="108585" y="17479"/>
                  </a:cubicBezTo>
                  <a:cubicBezTo>
                    <a:pt x="108895" y="11573"/>
                    <a:pt x="109240" y="5846"/>
                    <a:pt x="109621" y="322"/>
                  </a:cubicBezTo>
                  <a:lnTo>
                    <a:pt x="109621" y="322"/>
                  </a:lnTo>
                  <a:cubicBezTo>
                    <a:pt x="109550" y="334"/>
                    <a:pt x="109478" y="334"/>
                    <a:pt x="109407" y="346"/>
                  </a:cubicBezTo>
                  <a:cubicBezTo>
                    <a:pt x="109014" y="5894"/>
                    <a:pt x="108669" y="11621"/>
                    <a:pt x="108371" y="17491"/>
                  </a:cubicBezTo>
                  <a:cubicBezTo>
                    <a:pt x="96608" y="18003"/>
                    <a:pt x="85142" y="19015"/>
                    <a:pt x="74164" y="20491"/>
                  </a:cubicBezTo>
                  <a:cubicBezTo>
                    <a:pt x="75069" y="13871"/>
                    <a:pt x="76129" y="7454"/>
                    <a:pt x="77343" y="1298"/>
                  </a:cubicBezTo>
                  <a:lnTo>
                    <a:pt x="77343" y="1298"/>
                  </a:lnTo>
                  <a:cubicBezTo>
                    <a:pt x="77212" y="1310"/>
                    <a:pt x="77081" y="1322"/>
                    <a:pt x="76951" y="1334"/>
                  </a:cubicBezTo>
                  <a:cubicBezTo>
                    <a:pt x="75724" y="7537"/>
                    <a:pt x="74665" y="13954"/>
                    <a:pt x="73783" y="20539"/>
                  </a:cubicBezTo>
                  <a:cubicBezTo>
                    <a:pt x="58198" y="22646"/>
                    <a:pt x="43601" y="25682"/>
                    <a:pt x="30480" y="29575"/>
                  </a:cubicBezTo>
                  <a:cubicBezTo>
                    <a:pt x="32374" y="19872"/>
                    <a:pt x="34910" y="10502"/>
                    <a:pt x="38029" y="1560"/>
                  </a:cubicBezTo>
                  <a:cubicBezTo>
                    <a:pt x="37874" y="1548"/>
                    <a:pt x="37708" y="1548"/>
                    <a:pt x="37541" y="1536"/>
                  </a:cubicBezTo>
                  <a:cubicBezTo>
                    <a:pt x="34409" y="10525"/>
                    <a:pt x="31862" y="19955"/>
                    <a:pt x="29968" y="29718"/>
                  </a:cubicBezTo>
                  <a:cubicBezTo>
                    <a:pt x="25849" y="30957"/>
                    <a:pt x="21884" y="32266"/>
                    <a:pt x="18086" y="33659"/>
                  </a:cubicBezTo>
                  <a:cubicBezTo>
                    <a:pt x="12252" y="35802"/>
                    <a:pt x="6942" y="38088"/>
                    <a:pt x="2191" y="40493"/>
                  </a:cubicBezTo>
                  <a:lnTo>
                    <a:pt x="2179" y="40934"/>
                  </a:lnTo>
                  <a:cubicBezTo>
                    <a:pt x="10097" y="36910"/>
                    <a:pt x="19420" y="33278"/>
                    <a:pt x="29885" y="30147"/>
                  </a:cubicBezTo>
                  <a:lnTo>
                    <a:pt x="29885" y="30147"/>
                  </a:lnTo>
                  <a:cubicBezTo>
                    <a:pt x="28111" y="39386"/>
                    <a:pt x="26885" y="48911"/>
                    <a:pt x="26266" y="58627"/>
                  </a:cubicBezTo>
                  <a:cubicBezTo>
                    <a:pt x="23480" y="58948"/>
                    <a:pt x="20765" y="59270"/>
                    <a:pt x="18134" y="59615"/>
                  </a:cubicBezTo>
                  <a:cubicBezTo>
                    <a:pt x="11621" y="60460"/>
                    <a:pt x="5763" y="61365"/>
                    <a:pt x="584" y="62329"/>
                  </a:cubicBezTo>
                  <a:cubicBezTo>
                    <a:pt x="596" y="62389"/>
                    <a:pt x="596" y="62460"/>
                    <a:pt x="608" y="62520"/>
                  </a:cubicBezTo>
                  <a:cubicBezTo>
                    <a:pt x="7942" y="61163"/>
                    <a:pt x="16574" y="59924"/>
                    <a:pt x="26254" y="58841"/>
                  </a:cubicBezTo>
                  <a:lnTo>
                    <a:pt x="26254" y="58841"/>
                  </a:lnTo>
                  <a:cubicBezTo>
                    <a:pt x="25944" y="63794"/>
                    <a:pt x="25777" y="68794"/>
                    <a:pt x="25777" y="73843"/>
                  </a:cubicBezTo>
                  <a:cubicBezTo>
                    <a:pt x="25777" y="78879"/>
                    <a:pt x="25944" y="83880"/>
                    <a:pt x="26254" y="88833"/>
                  </a:cubicBezTo>
                  <a:cubicBezTo>
                    <a:pt x="17014" y="87797"/>
                    <a:pt x="8740" y="86618"/>
                    <a:pt x="1620" y="85332"/>
                  </a:cubicBezTo>
                  <a:cubicBezTo>
                    <a:pt x="1620" y="85404"/>
                    <a:pt x="1620" y="85475"/>
                    <a:pt x="1620" y="85535"/>
                  </a:cubicBezTo>
                  <a:cubicBezTo>
                    <a:pt x="6537" y="86428"/>
                    <a:pt x="12050" y="87273"/>
                    <a:pt x="18134" y="88059"/>
                  </a:cubicBezTo>
                  <a:cubicBezTo>
                    <a:pt x="20765" y="88404"/>
                    <a:pt x="23480" y="88726"/>
                    <a:pt x="26266" y="89047"/>
                  </a:cubicBezTo>
                  <a:cubicBezTo>
                    <a:pt x="26885" y="98762"/>
                    <a:pt x="28099" y="108287"/>
                    <a:pt x="29885" y="117527"/>
                  </a:cubicBezTo>
                  <a:cubicBezTo>
                    <a:pt x="18824" y="114217"/>
                    <a:pt x="9037" y="110359"/>
                    <a:pt x="846" y="106049"/>
                  </a:cubicBezTo>
                  <a:lnTo>
                    <a:pt x="846" y="106049"/>
                  </a:lnTo>
                  <a:cubicBezTo>
                    <a:pt x="858" y="106204"/>
                    <a:pt x="870" y="106359"/>
                    <a:pt x="881" y="106513"/>
                  </a:cubicBezTo>
                  <a:cubicBezTo>
                    <a:pt x="5977" y="109169"/>
                    <a:pt x="11716" y="111669"/>
                    <a:pt x="18086" y="114014"/>
                  </a:cubicBezTo>
                  <a:cubicBezTo>
                    <a:pt x="21884" y="115407"/>
                    <a:pt x="25849" y="116717"/>
                    <a:pt x="29968" y="117955"/>
                  </a:cubicBezTo>
                  <a:cubicBezTo>
                    <a:pt x="31850" y="127611"/>
                    <a:pt x="34350" y="136946"/>
                    <a:pt x="37446" y="145852"/>
                  </a:cubicBezTo>
                  <a:cubicBezTo>
                    <a:pt x="37600" y="145840"/>
                    <a:pt x="37767" y="145840"/>
                    <a:pt x="37934" y="145828"/>
                  </a:cubicBezTo>
                  <a:cubicBezTo>
                    <a:pt x="34862" y="136981"/>
                    <a:pt x="32362" y="127706"/>
                    <a:pt x="30480" y="118098"/>
                  </a:cubicBezTo>
                  <a:lnTo>
                    <a:pt x="30480" y="118098"/>
                  </a:lnTo>
                  <a:cubicBezTo>
                    <a:pt x="43589" y="121992"/>
                    <a:pt x="58198" y="125028"/>
                    <a:pt x="73783" y="127135"/>
                  </a:cubicBezTo>
                  <a:cubicBezTo>
                    <a:pt x="74653" y="133600"/>
                    <a:pt x="75688" y="139910"/>
                    <a:pt x="76879" y="146006"/>
                  </a:cubicBezTo>
                  <a:cubicBezTo>
                    <a:pt x="77010" y="146006"/>
                    <a:pt x="77141" y="146018"/>
                    <a:pt x="77272" y="146018"/>
                  </a:cubicBezTo>
                  <a:cubicBezTo>
                    <a:pt x="76093" y="139970"/>
                    <a:pt x="75046" y="133683"/>
                    <a:pt x="74164" y="127183"/>
                  </a:cubicBezTo>
                  <a:lnTo>
                    <a:pt x="74164" y="127183"/>
                  </a:lnTo>
                  <a:cubicBezTo>
                    <a:pt x="85154" y="128659"/>
                    <a:pt x="96608" y="129659"/>
                    <a:pt x="108371" y="130183"/>
                  </a:cubicBezTo>
                  <a:cubicBezTo>
                    <a:pt x="108657" y="135850"/>
                    <a:pt x="108990" y="141375"/>
                    <a:pt x="109371" y="146733"/>
                  </a:cubicBezTo>
                  <a:cubicBezTo>
                    <a:pt x="109443" y="146745"/>
                    <a:pt x="109514" y="146745"/>
                    <a:pt x="109586" y="146756"/>
                  </a:cubicBezTo>
                  <a:cubicBezTo>
                    <a:pt x="109205" y="141411"/>
                    <a:pt x="108883" y="135886"/>
                    <a:pt x="108585" y="130195"/>
                  </a:cubicBezTo>
                  <a:lnTo>
                    <a:pt x="108585" y="130195"/>
                  </a:lnTo>
                  <a:cubicBezTo>
                    <a:pt x="114681" y="130457"/>
                    <a:pt x="120849" y="130600"/>
                    <a:pt x="127076" y="130600"/>
                  </a:cubicBezTo>
                  <a:cubicBezTo>
                    <a:pt x="133303" y="130600"/>
                    <a:pt x="139470" y="130457"/>
                    <a:pt x="145554" y="130195"/>
                  </a:cubicBezTo>
                  <a:lnTo>
                    <a:pt x="145554" y="130195"/>
                  </a:lnTo>
                  <a:cubicBezTo>
                    <a:pt x="145328" y="134815"/>
                    <a:pt x="145066" y="139327"/>
                    <a:pt x="144769" y="143720"/>
                  </a:cubicBezTo>
                  <a:cubicBezTo>
                    <a:pt x="144828" y="143851"/>
                    <a:pt x="144888" y="143994"/>
                    <a:pt x="144959" y="144161"/>
                  </a:cubicBezTo>
                  <a:cubicBezTo>
                    <a:pt x="145257" y="139613"/>
                    <a:pt x="145531" y="134945"/>
                    <a:pt x="145781" y="130183"/>
                  </a:cubicBezTo>
                  <a:cubicBezTo>
                    <a:pt x="157544" y="129671"/>
                    <a:pt x="168998" y="128659"/>
                    <a:pt x="179975" y="127183"/>
                  </a:cubicBezTo>
                  <a:lnTo>
                    <a:pt x="179975" y="127183"/>
                  </a:lnTo>
                  <a:cubicBezTo>
                    <a:pt x="179106" y="133588"/>
                    <a:pt x="178094" y="139791"/>
                    <a:pt x="176927" y="145756"/>
                  </a:cubicBezTo>
                  <a:lnTo>
                    <a:pt x="177034" y="145756"/>
                  </a:lnTo>
                  <a:cubicBezTo>
                    <a:pt x="177142" y="145697"/>
                    <a:pt x="177249" y="145625"/>
                    <a:pt x="177356" y="145566"/>
                  </a:cubicBezTo>
                  <a:cubicBezTo>
                    <a:pt x="178511" y="139601"/>
                    <a:pt x="179511" y="133445"/>
                    <a:pt x="180368" y="127135"/>
                  </a:cubicBezTo>
                  <a:cubicBezTo>
                    <a:pt x="195953" y="125028"/>
                    <a:pt x="210551" y="121992"/>
                    <a:pt x="223671" y="118098"/>
                  </a:cubicBezTo>
                  <a:lnTo>
                    <a:pt x="223671" y="118098"/>
                  </a:lnTo>
                  <a:cubicBezTo>
                    <a:pt x="221814" y="127599"/>
                    <a:pt x="219337" y="136791"/>
                    <a:pt x="216301" y="145554"/>
                  </a:cubicBezTo>
                  <a:lnTo>
                    <a:pt x="216801" y="145554"/>
                  </a:lnTo>
                  <a:cubicBezTo>
                    <a:pt x="219849" y="136743"/>
                    <a:pt x="222326" y="127504"/>
                    <a:pt x="224183" y="117943"/>
                  </a:cubicBezTo>
                  <a:cubicBezTo>
                    <a:pt x="228291" y="116717"/>
                    <a:pt x="232268" y="115407"/>
                    <a:pt x="236066" y="114002"/>
                  </a:cubicBezTo>
                  <a:cubicBezTo>
                    <a:pt x="249877" y="108930"/>
                    <a:pt x="260747" y="103073"/>
                    <a:pt x="268367" y="96679"/>
                  </a:cubicBezTo>
                  <a:cubicBezTo>
                    <a:pt x="268391" y="96476"/>
                    <a:pt x="268427" y="96286"/>
                    <a:pt x="268451" y="96084"/>
                  </a:cubicBezTo>
                  <a:lnTo>
                    <a:pt x="268451" y="96084"/>
                  </a:lnTo>
                  <a:cubicBezTo>
                    <a:pt x="258592" y="104477"/>
                    <a:pt x="243317" y="111824"/>
                    <a:pt x="224267" y="117527"/>
                  </a:cubicBezTo>
                  <a:cubicBezTo>
                    <a:pt x="226041" y="108287"/>
                    <a:pt x="227267" y="98762"/>
                    <a:pt x="227886" y="89047"/>
                  </a:cubicBezTo>
                  <a:cubicBezTo>
                    <a:pt x="230672" y="88726"/>
                    <a:pt x="233387" y="88404"/>
                    <a:pt x="236018" y="88059"/>
                  </a:cubicBezTo>
                  <a:cubicBezTo>
                    <a:pt x="248770" y="86404"/>
                    <a:pt x="259009" y="84511"/>
                    <a:pt x="266510" y="82451"/>
                  </a:cubicBezTo>
                  <a:cubicBezTo>
                    <a:pt x="266510" y="82379"/>
                    <a:pt x="266510" y="82308"/>
                    <a:pt x="266510" y="82249"/>
                  </a:cubicBezTo>
                  <a:cubicBezTo>
                    <a:pt x="257306" y="84773"/>
                    <a:pt x="244079" y="87023"/>
                    <a:pt x="227898" y="88833"/>
                  </a:cubicBezTo>
                  <a:cubicBezTo>
                    <a:pt x="228208" y="83880"/>
                    <a:pt x="228362" y="78867"/>
                    <a:pt x="228362" y="73831"/>
                  </a:cubicBezTo>
                  <a:cubicBezTo>
                    <a:pt x="228362" y="68794"/>
                    <a:pt x="228208" y="63782"/>
                    <a:pt x="227898" y="58829"/>
                  </a:cubicBezTo>
                  <a:lnTo>
                    <a:pt x="227898" y="58829"/>
                  </a:lnTo>
                  <a:cubicBezTo>
                    <a:pt x="244519" y="60698"/>
                    <a:pt x="258009" y="63008"/>
                    <a:pt x="267248" y="65627"/>
                  </a:cubicBezTo>
                  <a:cubicBezTo>
                    <a:pt x="267248" y="65556"/>
                    <a:pt x="267260" y="65496"/>
                    <a:pt x="267260" y="65425"/>
                  </a:cubicBezTo>
                  <a:cubicBezTo>
                    <a:pt x="259711" y="63282"/>
                    <a:pt x="249210" y="61317"/>
                    <a:pt x="236018" y="59603"/>
                  </a:cubicBezTo>
                  <a:cubicBezTo>
                    <a:pt x="233387" y="59270"/>
                    <a:pt x="230672" y="58936"/>
                    <a:pt x="227886" y="58627"/>
                  </a:cubicBezTo>
                  <a:cubicBezTo>
                    <a:pt x="227267" y="48899"/>
                    <a:pt x="226041" y="39374"/>
                    <a:pt x="224267" y="30135"/>
                  </a:cubicBezTo>
                  <a:lnTo>
                    <a:pt x="224267" y="30135"/>
                  </a:lnTo>
                  <a:cubicBezTo>
                    <a:pt x="243650" y="35945"/>
                    <a:pt x="259116" y="43446"/>
                    <a:pt x="268963" y="52019"/>
                  </a:cubicBezTo>
                  <a:cubicBezTo>
                    <a:pt x="268986" y="51864"/>
                    <a:pt x="269010" y="51709"/>
                    <a:pt x="269046" y="51566"/>
                  </a:cubicBezTo>
                  <a:cubicBezTo>
                    <a:pt x="261390" y="44946"/>
                    <a:pt x="250294" y="38886"/>
                    <a:pt x="236066" y="33659"/>
                  </a:cubicBezTo>
                  <a:cubicBezTo>
                    <a:pt x="232268" y="32266"/>
                    <a:pt x="228291" y="30945"/>
                    <a:pt x="224183" y="29718"/>
                  </a:cubicBezTo>
                  <a:cubicBezTo>
                    <a:pt x="222338" y="20277"/>
                    <a:pt x="219909" y="11133"/>
                    <a:pt x="216908" y="2417"/>
                  </a:cubicBezTo>
                  <a:cubicBezTo>
                    <a:pt x="216766" y="2513"/>
                    <a:pt x="216635" y="2620"/>
                    <a:pt x="216504" y="2715"/>
                  </a:cubicBezTo>
                  <a:cubicBezTo>
                    <a:pt x="219456" y="11299"/>
                    <a:pt x="221850" y="20277"/>
                    <a:pt x="223671" y="29563"/>
                  </a:cubicBezTo>
                  <a:cubicBezTo>
                    <a:pt x="210551" y="25682"/>
                    <a:pt x="195953" y="22646"/>
                    <a:pt x="180368" y="20539"/>
                  </a:cubicBezTo>
                  <a:cubicBezTo>
                    <a:pt x="179416" y="13490"/>
                    <a:pt x="178273" y="6644"/>
                    <a:pt x="176951" y="36"/>
                  </a:cubicBezTo>
                  <a:cubicBezTo>
                    <a:pt x="176820" y="24"/>
                    <a:pt x="176689" y="12"/>
                    <a:pt x="176558" y="0"/>
                  </a:cubicBezTo>
                  <a:close/>
                </a:path>
              </a:pathLst>
            </a:custGeom>
            <a:solidFill>
              <a:srgbClr val="E3C98E">
                <a:alpha val="246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3" name="Google Shape;843;p50"/>
          <p:cNvSpPr txBox="1"/>
          <p:nvPr>
            <p:ph type="ctrTitle"/>
          </p:nvPr>
        </p:nvSpPr>
        <p:spPr>
          <a:xfrm>
            <a:off x="1686000" y="1070225"/>
            <a:ext cx="5772000" cy="238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844" name="Google Shape;844;p50"/>
          <p:cNvSpPr txBox="1"/>
          <p:nvPr>
            <p:ph idx="1" type="subTitle"/>
          </p:nvPr>
        </p:nvSpPr>
        <p:spPr>
          <a:xfrm>
            <a:off x="1686000" y="3454023"/>
            <a:ext cx="57720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6" name="Google Shape;846;p51"/>
          <p:cNvGrpSpPr/>
          <p:nvPr/>
        </p:nvGrpSpPr>
        <p:grpSpPr>
          <a:xfrm>
            <a:off x="0" y="0"/>
            <a:ext cx="9144003" cy="5143501"/>
            <a:chOff x="0" y="0"/>
            <a:chExt cx="9144003" cy="5143501"/>
          </a:xfrm>
        </p:grpSpPr>
        <p:pic>
          <p:nvPicPr>
            <p:cNvPr id="847" name="Google Shape;847;p51"/>
            <p:cNvPicPr preferRelativeResize="0"/>
            <p:nvPr/>
          </p:nvPicPr>
          <p:blipFill rotWithShape="1">
            <a:blip r:embed="rId2">
              <a:alphaModFix/>
            </a:blip>
            <a:srcRect b="8068" l="0" r="0" t="8060"/>
            <a:stretch/>
          </p:blipFill>
          <p:spPr>
            <a:xfrm>
              <a:off x="0" y="0"/>
              <a:ext cx="9144003" cy="5143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8" name="Google Shape;848;p51"/>
            <p:cNvSpPr/>
            <p:nvPr/>
          </p:nvSpPr>
          <p:spPr>
            <a:xfrm>
              <a:off x="209980" y="194500"/>
              <a:ext cx="8763466" cy="4752275"/>
            </a:xfrm>
            <a:custGeom>
              <a:rect b="b" l="l" r="r" t="t"/>
              <a:pathLst>
                <a:path extrusionOk="0" h="147209" w="271904">
                  <a:moveTo>
                    <a:pt x="596" y="0"/>
                  </a:moveTo>
                  <a:lnTo>
                    <a:pt x="596" y="0"/>
                  </a:lnTo>
                  <a:cubicBezTo>
                    <a:pt x="2025" y="5965"/>
                    <a:pt x="3072" y="13895"/>
                    <a:pt x="3644" y="22312"/>
                  </a:cubicBezTo>
                  <a:cubicBezTo>
                    <a:pt x="7942" y="23515"/>
                    <a:pt x="13609" y="23932"/>
                    <a:pt x="5085" y="25063"/>
                  </a:cubicBezTo>
                  <a:cubicBezTo>
                    <a:pt x="5096" y="25110"/>
                    <a:pt x="5108" y="25146"/>
                    <a:pt x="5120" y="25194"/>
                  </a:cubicBezTo>
                  <a:cubicBezTo>
                    <a:pt x="5263" y="25301"/>
                    <a:pt x="5394" y="25396"/>
                    <a:pt x="5525" y="25503"/>
                  </a:cubicBezTo>
                  <a:cubicBezTo>
                    <a:pt x="5692" y="25539"/>
                    <a:pt x="5954" y="25479"/>
                    <a:pt x="6037" y="25658"/>
                  </a:cubicBezTo>
                  <a:cubicBezTo>
                    <a:pt x="8561" y="26230"/>
                    <a:pt x="4561" y="26670"/>
                    <a:pt x="3894" y="26789"/>
                  </a:cubicBezTo>
                  <a:cubicBezTo>
                    <a:pt x="4203" y="33719"/>
                    <a:pt x="4192" y="40803"/>
                    <a:pt x="3787" y="47256"/>
                  </a:cubicBezTo>
                  <a:cubicBezTo>
                    <a:pt x="2560" y="47137"/>
                    <a:pt x="1298" y="47006"/>
                    <a:pt x="1" y="46875"/>
                  </a:cubicBezTo>
                  <a:lnTo>
                    <a:pt x="1" y="46875"/>
                  </a:lnTo>
                  <a:cubicBezTo>
                    <a:pt x="1429" y="52840"/>
                    <a:pt x="2477" y="60770"/>
                    <a:pt x="3049" y="69199"/>
                  </a:cubicBezTo>
                  <a:cubicBezTo>
                    <a:pt x="7347" y="70402"/>
                    <a:pt x="13014" y="70818"/>
                    <a:pt x="4489" y="71949"/>
                  </a:cubicBezTo>
                  <a:cubicBezTo>
                    <a:pt x="4501" y="71985"/>
                    <a:pt x="4513" y="72033"/>
                    <a:pt x="4525" y="72069"/>
                  </a:cubicBezTo>
                  <a:cubicBezTo>
                    <a:pt x="4668" y="72176"/>
                    <a:pt x="4787" y="72283"/>
                    <a:pt x="4930" y="72390"/>
                  </a:cubicBezTo>
                  <a:cubicBezTo>
                    <a:pt x="5096" y="72414"/>
                    <a:pt x="5358" y="72366"/>
                    <a:pt x="5442" y="72545"/>
                  </a:cubicBezTo>
                  <a:cubicBezTo>
                    <a:pt x="7966" y="73104"/>
                    <a:pt x="3965" y="73557"/>
                    <a:pt x="3299" y="73664"/>
                  </a:cubicBezTo>
                  <a:cubicBezTo>
                    <a:pt x="3513" y="78510"/>
                    <a:pt x="3572" y="83427"/>
                    <a:pt x="3453" y="88154"/>
                  </a:cubicBezTo>
                  <a:cubicBezTo>
                    <a:pt x="2322" y="88047"/>
                    <a:pt x="1179" y="87928"/>
                    <a:pt x="1" y="87809"/>
                  </a:cubicBezTo>
                  <a:lnTo>
                    <a:pt x="1" y="87809"/>
                  </a:lnTo>
                  <a:cubicBezTo>
                    <a:pt x="989" y="91940"/>
                    <a:pt x="1798" y="97036"/>
                    <a:pt x="2394" y="102584"/>
                  </a:cubicBezTo>
                  <a:cubicBezTo>
                    <a:pt x="2239" y="103727"/>
                    <a:pt x="2072" y="104834"/>
                    <a:pt x="1882" y="105894"/>
                  </a:cubicBezTo>
                  <a:cubicBezTo>
                    <a:pt x="2156" y="105870"/>
                    <a:pt x="2429" y="105846"/>
                    <a:pt x="2715" y="105811"/>
                  </a:cubicBezTo>
                  <a:cubicBezTo>
                    <a:pt x="2834" y="107228"/>
                    <a:pt x="2953" y="108668"/>
                    <a:pt x="3049" y="110121"/>
                  </a:cubicBezTo>
                  <a:cubicBezTo>
                    <a:pt x="7347" y="111323"/>
                    <a:pt x="13014" y="111740"/>
                    <a:pt x="4489" y="112871"/>
                  </a:cubicBezTo>
                  <a:cubicBezTo>
                    <a:pt x="4501" y="112919"/>
                    <a:pt x="4513" y="112954"/>
                    <a:pt x="4525" y="113002"/>
                  </a:cubicBezTo>
                  <a:cubicBezTo>
                    <a:pt x="4668" y="113109"/>
                    <a:pt x="4799" y="113205"/>
                    <a:pt x="4930" y="113312"/>
                  </a:cubicBezTo>
                  <a:cubicBezTo>
                    <a:pt x="5096" y="113347"/>
                    <a:pt x="5358" y="113288"/>
                    <a:pt x="5442" y="113466"/>
                  </a:cubicBezTo>
                  <a:cubicBezTo>
                    <a:pt x="7966" y="114038"/>
                    <a:pt x="3965" y="114478"/>
                    <a:pt x="3299" y="114598"/>
                  </a:cubicBezTo>
                  <a:cubicBezTo>
                    <a:pt x="3822" y="126123"/>
                    <a:pt x="4668" y="127147"/>
                    <a:pt x="3120" y="135886"/>
                  </a:cubicBezTo>
                  <a:cubicBezTo>
                    <a:pt x="4608" y="136338"/>
                    <a:pt x="14133" y="147209"/>
                    <a:pt x="14133" y="147209"/>
                  </a:cubicBezTo>
                  <a:cubicBezTo>
                    <a:pt x="14133" y="147209"/>
                    <a:pt x="16765" y="146220"/>
                    <a:pt x="20479" y="146137"/>
                  </a:cubicBezTo>
                  <a:cubicBezTo>
                    <a:pt x="20503" y="146054"/>
                    <a:pt x="20539" y="145959"/>
                    <a:pt x="20563" y="145875"/>
                  </a:cubicBezTo>
                  <a:lnTo>
                    <a:pt x="20563" y="145875"/>
                  </a:lnTo>
                  <a:cubicBezTo>
                    <a:pt x="20491" y="146340"/>
                    <a:pt x="23242" y="146363"/>
                    <a:pt x="23158" y="146816"/>
                  </a:cubicBezTo>
                  <a:cubicBezTo>
                    <a:pt x="29516" y="146220"/>
                    <a:pt x="36481" y="145875"/>
                    <a:pt x="44589" y="145697"/>
                  </a:cubicBezTo>
                  <a:cubicBezTo>
                    <a:pt x="44613" y="145625"/>
                    <a:pt x="44637" y="145554"/>
                    <a:pt x="44661" y="145494"/>
                  </a:cubicBezTo>
                  <a:cubicBezTo>
                    <a:pt x="45090" y="145494"/>
                    <a:pt x="45530" y="145494"/>
                    <a:pt x="45959" y="145482"/>
                  </a:cubicBezTo>
                  <a:cubicBezTo>
                    <a:pt x="45959" y="145542"/>
                    <a:pt x="45959" y="145601"/>
                    <a:pt x="45959" y="145661"/>
                  </a:cubicBezTo>
                  <a:cubicBezTo>
                    <a:pt x="46173" y="145661"/>
                    <a:pt x="46387" y="145661"/>
                    <a:pt x="46602" y="145649"/>
                  </a:cubicBezTo>
                  <a:cubicBezTo>
                    <a:pt x="46637" y="145601"/>
                    <a:pt x="46661" y="145542"/>
                    <a:pt x="46685" y="145482"/>
                  </a:cubicBezTo>
                  <a:cubicBezTo>
                    <a:pt x="47197" y="145482"/>
                    <a:pt x="47709" y="145482"/>
                    <a:pt x="48221" y="145494"/>
                  </a:cubicBezTo>
                  <a:cubicBezTo>
                    <a:pt x="48221" y="145530"/>
                    <a:pt x="48221" y="145578"/>
                    <a:pt x="48221" y="145625"/>
                  </a:cubicBezTo>
                  <a:cubicBezTo>
                    <a:pt x="50912" y="145578"/>
                    <a:pt x="53900" y="145542"/>
                    <a:pt x="57031" y="145518"/>
                  </a:cubicBezTo>
                  <a:cubicBezTo>
                    <a:pt x="59651" y="145542"/>
                    <a:pt x="62151" y="145566"/>
                    <a:pt x="64461" y="145601"/>
                  </a:cubicBezTo>
                  <a:cubicBezTo>
                    <a:pt x="64461" y="145566"/>
                    <a:pt x="64461" y="145530"/>
                    <a:pt x="64461" y="145494"/>
                  </a:cubicBezTo>
                  <a:cubicBezTo>
                    <a:pt x="65592" y="145488"/>
                    <a:pt x="66726" y="145485"/>
                    <a:pt x="67860" y="145485"/>
                  </a:cubicBezTo>
                  <a:cubicBezTo>
                    <a:pt x="68994" y="145485"/>
                    <a:pt x="70128" y="145488"/>
                    <a:pt x="71259" y="145494"/>
                  </a:cubicBezTo>
                  <a:cubicBezTo>
                    <a:pt x="71402" y="145578"/>
                    <a:pt x="71545" y="145661"/>
                    <a:pt x="71700" y="145744"/>
                  </a:cubicBezTo>
                  <a:cubicBezTo>
                    <a:pt x="78891" y="145947"/>
                    <a:pt x="85190" y="146268"/>
                    <a:pt x="90976" y="146816"/>
                  </a:cubicBezTo>
                  <a:cubicBezTo>
                    <a:pt x="90845" y="146054"/>
                    <a:pt x="90714" y="145256"/>
                    <a:pt x="90595" y="144435"/>
                  </a:cubicBezTo>
                  <a:lnTo>
                    <a:pt x="90595" y="144435"/>
                  </a:lnTo>
                  <a:cubicBezTo>
                    <a:pt x="91429" y="144792"/>
                    <a:pt x="92191" y="145304"/>
                    <a:pt x="92976" y="145744"/>
                  </a:cubicBezTo>
                  <a:cubicBezTo>
                    <a:pt x="96596" y="145851"/>
                    <a:pt x="99989" y="145982"/>
                    <a:pt x="103204" y="146161"/>
                  </a:cubicBezTo>
                  <a:cubicBezTo>
                    <a:pt x="103156" y="146375"/>
                    <a:pt x="103121" y="146601"/>
                    <a:pt x="103085" y="146828"/>
                  </a:cubicBezTo>
                  <a:cubicBezTo>
                    <a:pt x="104573" y="146685"/>
                    <a:pt x="106109" y="146554"/>
                    <a:pt x="107669" y="146447"/>
                  </a:cubicBezTo>
                  <a:cubicBezTo>
                    <a:pt x="109240" y="146554"/>
                    <a:pt x="110764" y="146685"/>
                    <a:pt x="112265" y="146828"/>
                  </a:cubicBezTo>
                  <a:cubicBezTo>
                    <a:pt x="112217" y="146601"/>
                    <a:pt x="112181" y="146375"/>
                    <a:pt x="112146" y="146161"/>
                  </a:cubicBezTo>
                  <a:cubicBezTo>
                    <a:pt x="115979" y="145947"/>
                    <a:pt x="120075" y="145792"/>
                    <a:pt x="124504" y="145697"/>
                  </a:cubicBezTo>
                  <a:cubicBezTo>
                    <a:pt x="125022" y="144156"/>
                    <a:pt x="125413" y="143165"/>
                    <a:pt x="125645" y="143165"/>
                  </a:cubicBezTo>
                  <a:cubicBezTo>
                    <a:pt x="125846" y="143165"/>
                    <a:pt x="125929" y="143902"/>
                    <a:pt x="125873" y="145661"/>
                  </a:cubicBezTo>
                  <a:cubicBezTo>
                    <a:pt x="126100" y="145661"/>
                    <a:pt x="126302" y="145661"/>
                    <a:pt x="126528" y="145649"/>
                  </a:cubicBezTo>
                  <a:cubicBezTo>
                    <a:pt x="127181" y="144357"/>
                    <a:pt x="127670" y="143321"/>
                    <a:pt x="127939" y="143321"/>
                  </a:cubicBezTo>
                  <a:cubicBezTo>
                    <a:pt x="128150" y="143321"/>
                    <a:pt x="128225" y="143963"/>
                    <a:pt x="128136" y="145625"/>
                  </a:cubicBezTo>
                  <a:cubicBezTo>
                    <a:pt x="130541" y="145589"/>
                    <a:pt x="133184" y="145554"/>
                    <a:pt x="135946" y="145530"/>
                  </a:cubicBezTo>
                  <a:cubicBezTo>
                    <a:pt x="138720" y="145554"/>
                    <a:pt x="141352" y="145589"/>
                    <a:pt x="143757" y="145625"/>
                  </a:cubicBezTo>
                  <a:cubicBezTo>
                    <a:pt x="143667" y="143963"/>
                    <a:pt x="143745" y="143321"/>
                    <a:pt x="143959" y="143321"/>
                  </a:cubicBezTo>
                  <a:cubicBezTo>
                    <a:pt x="144230" y="143321"/>
                    <a:pt x="144723" y="144357"/>
                    <a:pt x="145376" y="145649"/>
                  </a:cubicBezTo>
                  <a:cubicBezTo>
                    <a:pt x="145590" y="145661"/>
                    <a:pt x="145804" y="145661"/>
                    <a:pt x="146019" y="145661"/>
                  </a:cubicBezTo>
                  <a:cubicBezTo>
                    <a:pt x="145964" y="143902"/>
                    <a:pt x="146046" y="143165"/>
                    <a:pt x="146247" y="143165"/>
                  </a:cubicBezTo>
                  <a:cubicBezTo>
                    <a:pt x="146479" y="143165"/>
                    <a:pt x="146870" y="144156"/>
                    <a:pt x="147388" y="145697"/>
                  </a:cubicBezTo>
                  <a:cubicBezTo>
                    <a:pt x="151817" y="145792"/>
                    <a:pt x="155913" y="145947"/>
                    <a:pt x="159759" y="146161"/>
                  </a:cubicBezTo>
                  <a:cubicBezTo>
                    <a:pt x="159711" y="146375"/>
                    <a:pt x="159675" y="146601"/>
                    <a:pt x="159640" y="146828"/>
                  </a:cubicBezTo>
                  <a:cubicBezTo>
                    <a:pt x="161128" y="146685"/>
                    <a:pt x="162664" y="146554"/>
                    <a:pt x="164223" y="146447"/>
                  </a:cubicBezTo>
                  <a:cubicBezTo>
                    <a:pt x="165795" y="146554"/>
                    <a:pt x="167319" y="146685"/>
                    <a:pt x="168819" y="146828"/>
                  </a:cubicBezTo>
                  <a:cubicBezTo>
                    <a:pt x="168772" y="146601"/>
                    <a:pt x="168736" y="146375"/>
                    <a:pt x="168700" y="146161"/>
                  </a:cubicBezTo>
                  <a:cubicBezTo>
                    <a:pt x="171915" y="145982"/>
                    <a:pt x="175296" y="145851"/>
                    <a:pt x="178916" y="145744"/>
                  </a:cubicBezTo>
                  <a:cubicBezTo>
                    <a:pt x="179702" y="145304"/>
                    <a:pt x="180464" y="144792"/>
                    <a:pt x="181309" y="144435"/>
                  </a:cubicBezTo>
                  <a:lnTo>
                    <a:pt x="181309" y="144435"/>
                  </a:lnTo>
                  <a:cubicBezTo>
                    <a:pt x="181190" y="145256"/>
                    <a:pt x="181059" y="146054"/>
                    <a:pt x="180916" y="146816"/>
                  </a:cubicBezTo>
                  <a:cubicBezTo>
                    <a:pt x="186714" y="146268"/>
                    <a:pt x="193001" y="145947"/>
                    <a:pt x="200204" y="145744"/>
                  </a:cubicBezTo>
                  <a:cubicBezTo>
                    <a:pt x="200347" y="145661"/>
                    <a:pt x="200490" y="145578"/>
                    <a:pt x="200645" y="145494"/>
                  </a:cubicBezTo>
                  <a:cubicBezTo>
                    <a:pt x="201770" y="145488"/>
                    <a:pt x="202904" y="145485"/>
                    <a:pt x="204039" y="145485"/>
                  </a:cubicBezTo>
                  <a:cubicBezTo>
                    <a:pt x="205175" y="145485"/>
                    <a:pt x="206312" y="145488"/>
                    <a:pt x="207443" y="145494"/>
                  </a:cubicBezTo>
                  <a:cubicBezTo>
                    <a:pt x="207443" y="145530"/>
                    <a:pt x="207443" y="145566"/>
                    <a:pt x="207431" y="145601"/>
                  </a:cubicBezTo>
                  <a:cubicBezTo>
                    <a:pt x="209741" y="145566"/>
                    <a:pt x="212253" y="145542"/>
                    <a:pt x="214873" y="145518"/>
                  </a:cubicBezTo>
                  <a:cubicBezTo>
                    <a:pt x="218004" y="145542"/>
                    <a:pt x="220981" y="145578"/>
                    <a:pt x="223683" y="145625"/>
                  </a:cubicBezTo>
                  <a:cubicBezTo>
                    <a:pt x="223671" y="145578"/>
                    <a:pt x="223671" y="145530"/>
                    <a:pt x="223671" y="145494"/>
                  </a:cubicBezTo>
                  <a:cubicBezTo>
                    <a:pt x="224183" y="145494"/>
                    <a:pt x="224695" y="145482"/>
                    <a:pt x="225207" y="145482"/>
                  </a:cubicBezTo>
                  <a:cubicBezTo>
                    <a:pt x="225243" y="145542"/>
                    <a:pt x="225267" y="145601"/>
                    <a:pt x="225291" y="145649"/>
                  </a:cubicBezTo>
                  <a:cubicBezTo>
                    <a:pt x="225517" y="145661"/>
                    <a:pt x="225731" y="145661"/>
                    <a:pt x="225945" y="145661"/>
                  </a:cubicBezTo>
                  <a:cubicBezTo>
                    <a:pt x="225945" y="145601"/>
                    <a:pt x="225934" y="145542"/>
                    <a:pt x="225934" y="145482"/>
                  </a:cubicBezTo>
                  <a:cubicBezTo>
                    <a:pt x="226374" y="145482"/>
                    <a:pt x="226803" y="145482"/>
                    <a:pt x="227243" y="145494"/>
                  </a:cubicBezTo>
                  <a:cubicBezTo>
                    <a:pt x="227267" y="145554"/>
                    <a:pt x="227291" y="145625"/>
                    <a:pt x="227315" y="145697"/>
                  </a:cubicBezTo>
                  <a:cubicBezTo>
                    <a:pt x="235411" y="145875"/>
                    <a:pt x="242376" y="146220"/>
                    <a:pt x="248734" y="146816"/>
                  </a:cubicBezTo>
                  <a:cubicBezTo>
                    <a:pt x="248651" y="146363"/>
                    <a:pt x="248579" y="145899"/>
                    <a:pt x="248508" y="145423"/>
                  </a:cubicBezTo>
                  <a:lnTo>
                    <a:pt x="248508" y="145423"/>
                  </a:lnTo>
                  <a:cubicBezTo>
                    <a:pt x="248532" y="145506"/>
                    <a:pt x="248567" y="145601"/>
                    <a:pt x="248591" y="145697"/>
                  </a:cubicBezTo>
                  <a:cubicBezTo>
                    <a:pt x="256699" y="145875"/>
                    <a:pt x="263664" y="146220"/>
                    <a:pt x="270022" y="146816"/>
                  </a:cubicBezTo>
                  <a:cubicBezTo>
                    <a:pt x="268463" y="138065"/>
                    <a:pt x="268082" y="126123"/>
                    <a:pt x="268606" y="114598"/>
                  </a:cubicBezTo>
                  <a:cubicBezTo>
                    <a:pt x="267939" y="114478"/>
                    <a:pt x="263926" y="114038"/>
                    <a:pt x="266462" y="113466"/>
                  </a:cubicBezTo>
                  <a:cubicBezTo>
                    <a:pt x="266546" y="113288"/>
                    <a:pt x="266808" y="113347"/>
                    <a:pt x="266974" y="113312"/>
                  </a:cubicBezTo>
                  <a:cubicBezTo>
                    <a:pt x="267105" y="113205"/>
                    <a:pt x="267236" y="113109"/>
                    <a:pt x="267367" y="113002"/>
                  </a:cubicBezTo>
                  <a:cubicBezTo>
                    <a:pt x="267391" y="112954"/>
                    <a:pt x="267403" y="112919"/>
                    <a:pt x="267415" y="112871"/>
                  </a:cubicBezTo>
                  <a:cubicBezTo>
                    <a:pt x="258878" y="111740"/>
                    <a:pt x="264557" y="111323"/>
                    <a:pt x="268856" y="110121"/>
                  </a:cubicBezTo>
                  <a:cubicBezTo>
                    <a:pt x="268951" y="108668"/>
                    <a:pt x="269070" y="107228"/>
                    <a:pt x="269189" y="105811"/>
                  </a:cubicBezTo>
                  <a:cubicBezTo>
                    <a:pt x="269463" y="105846"/>
                    <a:pt x="269749" y="105870"/>
                    <a:pt x="270022" y="105894"/>
                  </a:cubicBezTo>
                  <a:cubicBezTo>
                    <a:pt x="269832" y="104834"/>
                    <a:pt x="269653" y="103727"/>
                    <a:pt x="269510" y="102584"/>
                  </a:cubicBezTo>
                  <a:cubicBezTo>
                    <a:pt x="270094" y="97036"/>
                    <a:pt x="270903" y="91940"/>
                    <a:pt x="271904" y="87809"/>
                  </a:cubicBezTo>
                  <a:lnTo>
                    <a:pt x="271904" y="87809"/>
                  </a:lnTo>
                  <a:cubicBezTo>
                    <a:pt x="270725" y="87928"/>
                    <a:pt x="269570" y="88047"/>
                    <a:pt x="268451" y="88154"/>
                  </a:cubicBezTo>
                  <a:cubicBezTo>
                    <a:pt x="268320" y="83427"/>
                    <a:pt x="268379" y="78510"/>
                    <a:pt x="268606" y="73664"/>
                  </a:cubicBezTo>
                  <a:cubicBezTo>
                    <a:pt x="267939" y="73557"/>
                    <a:pt x="263926" y="73104"/>
                    <a:pt x="266462" y="72545"/>
                  </a:cubicBezTo>
                  <a:cubicBezTo>
                    <a:pt x="266546" y="72366"/>
                    <a:pt x="266808" y="72426"/>
                    <a:pt x="266974" y="72390"/>
                  </a:cubicBezTo>
                  <a:cubicBezTo>
                    <a:pt x="267105" y="72283"/>
                    <a:pt x="267236" y="72176"/>
                    <a:pt x="267367" y="72069"/>
                  </a:cubicBezTo>
                  <a:cubicBezTo>
                    <a:pt x="267391" y="72033"/>
                    <a:pt x="267403" y="71985"/>
                    <a:pt x="267415" y="71949"/>
                  </a:cubicBezTo>
                  <a:cubicBezTo>
                    <a:pt x="258878" y="70818"/>
                    <a:pt x="264557" y="70402"/>
                    <a:pt x="268856" y="69199"/>
                  </a:cubicBezTo>
                  <a:cubicBezTo>
                    <a:pt x="269415" y="60770"/>
                    <a:pt x="270463" y="52840"/>
                    <a:pt x="271904" y="46875"/>
                  </a:cubicBezTo>
                  <a:lnTo>
                    <a:pt x="271904" y="46875"/>
                  </a:lnTo>
                  <a:cubicBezTo>
                    <a:pt x="270606" y="47006"/>
                    <a:pt x="269344" y="47137"/>
                    <a:pt x="268105" y="47256"/>
                  </a:cubicBezTo>
                  <a:cubicBezTo>
                    <a:pt x="267713" y="40803"/>
                    <a:pt x="267689" y="33719"/>
                    <a:pt x="268010" y="26789"/>
                  </a:cubicBezTo>
                  <a:cubicBezTo>
                    <a:pt x="267343" y="26670"/>
                    <a:pt x="263331" y="26230"/>
                    <a:pt x="265867" y="25658"/>
                  </a:cubicBezTo>
                  <a:cubicBezTo>
                    <a:pt x="265950" y="25479"/>
                    <a:pt x="266212" y="25539"/>
                    <a:pt x="266379" y="25503"/>
                  </a:cubicBezTo>
                  <a:cubicBezTo>
                    <a:pt x="266510" y="25396"/>
                    <a:pt x="266641" y="25301"/>
                    <a:pt x="266772" y="25194"/>
                  </a:cubicBezTo>
                  <a:cubicBezTo>
                    <a:pt x="266796" y="25146"/>
                    <a:pt x="266808" y="25110"/>
                    <a:pt x="266820" y="25063"/>
                  </a:cubicBezTo>
                  <a:cubicBezTo>
                    <a:pt x="258283" y="23932"/>
                    <a:pt x="263962" y="23515"/>
                    <a:pt x="268260" y="22312"/>
                  </a:cubicBezTo>
                  <a:cubicBezTo>
                    <a:pt x="268415" y="19919"/>
                    <a:pt x="268856" y="15300"/>
                    <a:pt x="268856" y="15300"/>
                  </a:cubicBezTo>
                  <a:lnTo>
                    <a:pt x="254901" y="1453"/>
                  </a:lnTo>
                  <a:cubicBezTo>
                    <a:pt x="254901" y="1453"/>
                    <a:pt x="251413" y="1679"/>
                    <a:pt x="249615" y="1774"/>
                  </a:cubicBezTo>
                  <a:cubicBezTo>
                    <a:pt x="249746" y="1167"/>
                    <a:pt x="249889" y="572"/>
                    <a:pt x="250020" y="0"/>
                  </a:cubicBezTo>
                  <a:lnTo>
                    <a:pt x="250020" y="0"/>
                  </a:lnTo>
                  <a:cubicBezTo>
                    <a:pt x="240828" y="929"/>
                    <a:pt x="233577" y="1572"/>
                    <a:pt x="225017" y="1929"/>
                  </a:cubicBezTo>
                  <a:cubicBezTo>
                    <a:pt x="224814" y="2179"/>
                    <a:pt x="224600" y="2441"/>
                    <a:pt x="224386" y="2715"/>
                  </a:cubicBezTo>
                  <a:cubicBezTo>
                    <a:pt x="223731" y="2953"/>
                    <a:pt x="223112" y="3274"/>
                    <a:pt x="222647" y="3751"/>
                  </a:cubicBezTo>
                  <a:cubicBezTo>
                    <a:pt x="222755" y="3346"/>
                    <a:pt x="222945" y="2774"/>
                    <a:pt x="223219" y="2000"/>
                  </a:cubicBezTo>
                  <a:cubicBezTo>
                    <a:pt x="223094" y="1992"/>
                    <a:pt x="222968" y="1988"/>
                    <a:pt x="222843" y="1988"/>
                  </a:cubicBezTo>
                  <a:cubicBezTo>
                    <a:pt x="221740" y="1988"/>
                    <a:pt x="220632" y="2285"/>
                    <a:pt x="219537" y="2285"/>
                  </a:cubicBezTo>
                  <a:cubicBezTo>
                    <a:pt x="219371" y="2285"/>
                    <a:pt x="219205" y="2278"/>
                    <a:pt x="219040" y="2262"/>
                  </a:cubicBezTo>
                  <a:cubicBezTo>
                    <a:pt x="218567" y="2506"/>
                    <a:pt x="218202" y="2952"/>
                    <a:pt x="217926" y="2952"/>
                  </a:cubicBezTo>
                  <a:cubicBezTo>
                    <a:pt x="217744" y="2952"/>
                    <a:pt x="217601" y="2757"/>
                    <a:pt x="217492" y="2179"/>
                  </a:cubicBezTo>
                  <a:cubicBezTo>
                    <a:pt x="216420" y="2203"/>
                    <a:pt x="215337" y="2227"/>
                    <a:pt x="214218" y="2239"/>
                  </a:cubicBezTo>
                  <a:cubicBezTo>
                    <a:pt x="210515" y="2179"/>
                    <a:pt x="207169" y="2084"/>
                    <a:pt x="204002" y="1965"/>
                  </a:cubicBezTo>
                  <a:cubicBezTo>
                    <a:pt x="203967" y="2131"/>
                    <a:pt x="203943" y="2298"/>
                    <a:pt x="203919" y="2453"/>
                  </a:cubicBezTo>
                  <a:cubicBezTo>
                    <a:pt x="203550" y="2560"/>
                    <a:pt x="203181" y="2679"/>
                    <a:pt x="202824" y="2822"/>
                  </a:cubicBezTo>
                  <a:cubicBezTo>
                    <a:pt x="202776" y="2548"/>
                    <a:pt x="202728" y="2239"/>
                    <a:pt x="202681" y="1905"/>
                  </a:cubicBezTo>
                  <a:cubicBezTo>
                    <a:pt x="194453" y="1524"/>
                    <a:pt x="187357" y="905"/>
                    <a:pt x="178440" y="0"/>
                  </a:cubicBezTo>
                  <a:lnTo>
                    <a:pt x="178440" y="0"/>
                  </a:lnTo>
                  <a:cubicBezTo>
                    <a:pt x="178582" y="572"/>
                    <a:pt x="178713" y="1167"/>
                    <a:pt x="178844" y="1774"/>
                  </a:cubicBezTo>
                  <a:cubicBezTo>
                    <a:pt x="175773" y="1607"/>
                    <a:pt x="172832" y="1417"/>
                    <a:pt x="169831" y="1179"/>
                  </a:cubicBezTo>
                  <a:cubicBezTo>
                    <a:pt x="169927" y="774"/>
                    <a:pt x="170010" y="381"/>
                    <a:pt x="170105" y="0"/>
                  </a:cubicBezTo>
                  <a:lnTo>
                    <a:pt x="170105" y="0"/>
                  </a:lnTo>
                  <a:cubicBezTo>
                    <a:pt x="167843" y="226"/>
                    <a:pt x="165700" y="441"/>
                    <a:pt x="163628" y="631"/>
                  </a:cubicBezTo>
                  <a:cubicBezTo>
                    <a:pt x="161556" y="441"/>
                    <a:pt x="159413" y="226"/>
                    <a:pt x="157163" y="0"/>
                  </a:cubicBezTo>
                  <a:lnTo>
                    <a:pt x="157163" y="0"/>
                  </a:lnTo>
                  <a:cubicBezTo>
                    <a:pt x="157246" y="381"/>
                    <a:pt x="157342" y="774"/>
                    <a:pt x="157425" y="1179"/>
                  </a:cubicBezTo>
                  <a:cubicBezTo>
                    <a:pt x="153377" y="1500"/>
                    <a:pt x="149400" y="1750"/>
                    <a:pt x="145102" y="1929"/>
                  </a:cubicBezTo>
                  <a:cubicBezTo>
                    <a:pt x="144154" y="3043"/>
                    <a:pt x="143049" y="4616"/>
                    <a:pt x="142712" y="4616"/>
                  </a:cubicBezTo>
                  <a:cubicBezTo>
                    <a:pt x="142491" y="4616"/>
                    <a:pt x="142601" y="3936"/>
                    <a:pt x="143304" y="2000"/>
                  </a:cubicBezTo>
                  <a:cubicBezTo>
                    <a:pt x="143179" y="1992"/>
                    <a:pt x="143053" y="1988"/>
                    <a:pt x="142928" y="1988"/>
                  </a:cubicBezTo>
                  <a:cubicBezTo>
                    <a:pt x="141825" y="1988"/>
                    <a:pt x="140718" y="2285"/>
                    <a:pt x="139622" y="2285"/>
                  </a:cubicBezTo>
                  <a:cubicBezTo>
                    <a:pt x="139456" y="2285"/>
                    <a:pt x="139290" y="2278"/>
                    <a:pt x="139125" y="2262"/>
                  </a:cubicBezTo>
                  <a:cubicBezTo>
                    <a:pt x="138780" y="2441"/>
                    <a:pt x="138494" y="2715"/>
                    <a:pt x="138256" y="2858"/>
                  </a:cubicBezTo>
                  <a:lnTo>
                    <a:pt x="138256" y="2250"/>
                  </a:lnTo>
                  <a:cubicBezTo>
                    <a:pt x="138030" y="2250"/>
                    <a:pt x="137803" y="2239"/>
                    <a:pt x="137589" y="2239"/>
                  </a:cubicBezTo>
                  <a:cubicBezTo>
                    <a:pt x="137577" y="2215"/>
                    <a:pt x="137577" y="2203"/>
                    <a:pt x="137565" y="2179"/>
                  </a:cubicBezTo>
                  <a:cubicBezTo>
                    <a:pt x="137041" y="2191"/>
                    <a:pt x="136494" y="2203"/>
                    <a:pt x="135946" y="2215"/>
                  </a:cubicBezTo>
                  <a:cubicBezTo>
                    <a:pt x="135410" y="2203"/>
                    <a:pt x="134863" y="2191"/>
                    <a:pt x="134327" y="2179"/>
                  </a:cubicBezTo>
                  <a:cubicBezTo>
                    <a:pt x="134327" y="2203"/>
                    <a:pt x="134327" y="2215"/>
                    <a:pt x="134315" y="2239"/>
                  </a:cubicBezTo>
                  <a:cubicBezTo>
                    <a:pt x="134089" y="2239"/>
                    <a:pt x="133874" y="2250"/>
                    <a:pt x="133648" y="2250"/>
                  </a:cubicBezTo>
                  <a:lnTo>
                    <a:pt x="133648" y="2858"/>
                  </a:lnTo>
                  <a:cubicBezTo>
                    <a:pt x="133410" y="2715"/>
                    <a:pt x="133124" y="2441"/>
                    <a:pt x="132779" y="2262"/>
                  </a:cubicBezTo>
                  <a:cubicBezTo>
                    <a:pt x="132604" y="2280"/>
                    <a:pt x="132429" y="2288"/>
                    <a:pt x="132254" y="2288"/>
                  </a:cubicBezTo>
                  <a:cubicBezTo>
                    <a:pt x="131165" y="2288"/>
                    <a:pt x="130064" y="1988"/>
                    <a:pt x="128968" y="1988"/>
                  </a:cubicBezTo>
                  <a:cubicBezTo>
                    <a:pt x="128845" y="1988"/>
                    <a:pt x="128723" y="1992"/>
                    <a:pt x="128600" y="2000"/>
                  </a:cubicBezTo>
                  <a:cubicBezTo>
                    <a:pt x="129303" y="3936"/>
                    <a:pt x="129413" y="4616"/>
                    <a:pt x="129192" y="4616"/>
                  </a:cubicBezTo>
                  <a:cubicBezTo>
                    <a:pt x="128855" y="4616"/>
                    <a:pt x="127750" y="3043"/>
                    <a:pt x="126802" y="1929"/>
                  </a:cubicBezTo>
                  <a:cubicBezTo>
                    <a:pt x="122492" y="1750"/>
                    <a:pt x="118527" y="1500"/>
                    <a:pt x="114467" y="1179"/>
                  </a:cubicBezTo>
                  <a:cubicBezTo>
                    <a:pt x="114562" y="774"/>
                    <a:pt x="114646" y="381"/>
                    <a:pt x="114741" y="0"/>
                  </a:cubicBezTo>
                  <a:lnTo>
                    <a:pt x="114741" y="0"/>
                  </a:lnTo>
                  <a:cubicBezTo>
                    <a:pt x="112491" y="226"/>
                    <a:pt x="110348" y="441"/>
                    <a:pt x="108276" y="631"/>
                  </a:cubicBezTo>
                  <a:cubicBezTo>
                    <a:pt x="106192" y="441"/>
                    <a:pt x="104061" y="226"/>
                    <a:pt x="101799" y="0"/>
                  </a:cubicBezTo>
                  <a:lnTo>
                    <a:pt x="101799" y="0"/>
                  </a:lnTo>
                  <a:cubicBezTo>
                    <a:pt x="101894" y="381"/>
                    <a:pt x="101978" y="774"/>
                    <a:pt x="102073" y="1179"/>
                  </a:cubicBezTo>
                  <a:cubicBezTo>
                    <a:pt x="99072" y="1417"/>
                    <a:pt x="96132" y="1607"/>
                    <a:pt x="93060" y="1774"/>
                  </a:cubicBezTo>
                  <a:cubicBezTo>
                    <a:pt x="93191" y="1167"/>
                    <a:pt x="93322" y="572"/>
                    <a:pt x="93465" y="0"/>
                  </a:cubicBezTo>
                  <a:lnTo>
                    <a:pt x="93465" y="0"/>
                  </a:lnTo>
                  <a:cubicBezTo>
                    <a:pt x="84535" y="905"/>
                    <a:pt x="77439" y="1524"/>
                    <a:pt x="69212" y="1905"/>
                  </a:cubicBezTo>
                  <a:cubicBezTo>
                    <a:pt x="69164" y="2239"/>
                    <a:pt x="69116" y="2548"/>
                    <a:pt x="69081" y="2822"/>
                  </a:cubicBezTo>
                  <a:cubicBezTo>
                    <a:pt x="68723" y="2667"/>
                    <a:pt x="68342" y="2548"/>
                    <a:pt x="67973" y="2453"/>
                  </a:cubicBezTo>
                  <a:cubicBezTo>
                    <a:pt x="67950" y="2298"/>
                    <a:pt x="67926" y="2131"/>
                    <a:pt x="67902" y="1953"/>
                  </a:cubicBezTo>
                  <a:cubicBezTo>
                    <a:pt x="64735" y="2084"/>
                    <a:pt x="61377" y="2179"/>
                    <a:pt x="57686" y="2239"/>
                  </a:cubicBezTo>
                  <a:cubicBezTo>
                    <a:pt x="56567" y="2227"/>
                    <a:pt x="55472" y="2203"/>
                    <a:pt x="54412" y="2179"/>
                  </a:cubicBezTo>
                  <a:cubicBezTo>
                    <a:pt x="54303" y="2757"/>
                    <a:pt x="54160" y="2952"/>
                    <a:pt x="53977" y="2952"/>
                  </a:cubicBezTo>
                  <a:cubicBezTo>
                    <a:pt x="53701" y="2952"/>
                    <a:pt x="53333" y="2506"/>
                    <a:pt x="52852" y="2262"/>
                  </a:cubicBezTo>
                  <a:cubicBezTo>
                    <a:pt x="52687" y="2278"/>
                    <a:pt x="52522" y="2285"/>
                    <a:pt x="52356" y="2285"/>
                  </a:cubicBezTo>
                  <a:cubicBezTo>
                    <a:pt x="51262" y="2285"/>
                    <a:pt x="50161" y="1988"/>
                    <a:pt x="49052" y="1988"/>
                  </a:cubicBezTo>
                  <a:cubicBezTo>
                    <a:pt x="48926" y="1988"/>
                    <a:pt x="48800" y="1992"/>
                    <a:pt x="48673" y="2000"/>
                  </a:cubicBezTo>
                  <a:cubicBezTo>
                    <a:pt x="48959" y="2774"/>
                    <a:pt x="49138" y="3346"/>
                    <a:pt x="49257" y="3751"/>
                  </a:cubicBezTo>
                  <a:cubicBezTo>
                    <a:pt x="48792" y="3274"/>
                    <a:pt x="48173" y="2953"/>
                    <a:pt x="47518" y="2703"/>
                  </a:cubicBezTo>
                  <a:cubicBezTo>
                    <a:pt x="47304" y="2441"/>
                    <a:pt x="47090" y="2179"/>
                    <a:pt x="46875" y="1929"/>
                  </a:cubicBezTo>
                  <a:cubicBezTo>
                    <a:pt x="38315" y="1572"/>
                    <a:pt x="31064" y="929"/>
                    <a:pt x="21872" y="0"/>
                  </a:cubicBezTo>
                  <a:lnTo>
                    <a:pt x="21872" y="0"/>
                  </a:lnTo>
                  <a:cubicBezTo>
                    <a:pt x="22015" y="572"/>
                    <a:pt x="22146" y="1167"/>
                    <a:pt x="22277" y="1774"/>
                  </a:cubicBezTo>
                  <a:cubicBezTo>
                    <a:pt x="15098" y="1393"/>
                    <a:pt x="8573" y="810"/>
                    <a:pt x="5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51"/>
            <p:cNvSpPr/>
            <p:nvPr/>
          </p:nvSpPr>
          <p:spPr>
            <a:xfrm>
              <a:off x="283950" y="193150"/>
              <a:ext cx="8615526" cy="4752359"/>
            </a:xfrm>
            <a:custGeom>
              <a:rect b="b" l="l" r="r" t="t"/>
              <a:pathLst>
                <a:path extrusionOk="0" h="146757" w="269046">
                  <a:moveTo>
                    <a:pt x="21241" y="131"/>
                  </a:moveTo>
                  <a:cubicBezTo>
                    <a:pt x="20884" y="346"/>
                    <a:pt x="20527" y="572"/>
                    <a:pt x="20170" y="798"/>
                  </a:cubicBezTo>
                  <a:cubicBezTo>
                    <a:pt x="20217" y="953"/>
                    <a:pt x="20253" y="1120"/>
                    <a:pt x="20289" y="1286"/>
                  </a:cubicBezTo>
                  <a:cubicBezTo>
                    <a:pt x="20860" y="929"/>
                    <a:pt x="21432" y="560"/>
                    <a:pt x="22015" y="203"/>
                  </a:cubicBezTo>
                  <a:cubicBezTo>
                    <a:pt x="21753" y="179"/>
                    <a:pt x="21503" y="155"/>
                    <a:pt x="21241" y="131"/>
                  </a:cubicBezTo>
                  <a:close/>
                  <a:moveTo>
                    <a:pt x="18777" y="1691"/>
                  </a:moveTo>
                  <a:cubicBezTo>
                    <a:pt x="18515" y="1858"/>
                    <a:pt x="18265" y="2012"/>
                    <a:pt x="18015" y="2179"/>
                  </a:cubicBezTo>
                  <a:cubicBezTo>
                    <a:pt x="11788" y="6263"/>
                    <a:pt x="6156" y="10644"/>
                    <a:pt x="1155" y="15252"/>
                  </a:cubicBezTo>
                  <a:cubicBezTo>
                    <a:pt x="1179" y="15455"/>
                    <a:pt x="1203" y="15657"/>
                    <a:pt x="1215" y="15848"/>
                  </a:cubicBezTo>
                  <a:cubicBezTo>
                    <a:pt x="6263" y="11156"/>
                    <a:pt x="11966" y="6727"/>
                    <a:pt x="18277" y="2584"/>
                  </a:cubicBezTo>
                  <a:cubicBezTo>
                    <a:pt x="18705" y="2298"/>
                    <a:pt x="19146" y="2012"/>
                    <a:pt x="19574" y="1739"/>
                  </a:cubicBezTo>
                  <a:cubicBezTo>
                    <a:pt x="19312" y="1727"/>
                    <a:pt x="19039" y="1703"/>
                    <a:pt x="18777" y="1691"/>
                  </a:cubicBezTo>
                  <a:close/>
                  <a:moveTo>
                    <a:pt x="257199" y="5608"/>
                  </a:moveTo>
                  <a:cubicBezTo>
                    <a:pt x="259819" y="11180"/>
                    <a:pt x="262128" y="16943"/>
                    <a:pt x="264105" y="22884"/>
                  </a:cubicBezTo>
                  <a:cubicBezTo>
                    <a:pt x="264307" y="22836"/>
                    <a:pt x="264522" y="22789"/>
                    <a:pt x="264736" y="22741"/>
                  </a:cubicBezTo>
                  <a:cubicBezTo>
                    <a:pt x="262950" y="17360"/>
                    <a:pt x="260890" y="12085"/>
                    <a:pt x="258557" y="6942"/>
                  </a:cubicBezTo>
                  <a:lnTo>
                    <a:pt x="257199" y="5608"/>
                  </a:lnTo>
                  <a:close/>
                  <a:moveTo>
                    <a:pt x="234685" y="1239"/>
                  </a:moveTo>
                  <a:cubicBezTo>
                    <a:pt x="234423" y="1262"/>
                    <a:pt x="234149" y="1286"/>
                    <a:pt x="233887" y="1298"/>
                  </a:cubicBezTo>
                  <a:cubicBezTo>
                    <a:pt x="234554" y="1727"/>
                    <a:pt x="235220" y="2143"/>
                    <a:pt x="235875" y="2584"/>
                  </a:cubicBezTo>
                  <a:cubicBezTo>
                    <a:pt x="245662" y="9001"/>
                    <a:pt x="253961" y="16145"/>
                    <a:pt x="260676" y="23813"/>
                  </a:cubicBezTo>
                  <a:cubicBezTo>
                    <a:pt x="260783" y="23741"/>
                    <a:pt x="260938" y="23682"/>
                    <a:pt x="261140" y="23610"/>
                  </a:cubicBezTo>
                  <a:cubicBezTo>
                    <a:pt x="254377" y="15871"/>
                    <a:pt x="246007" y="8656"/>
                    <a:pt x="236137" y="2179"/>
                  </a:cubicBezTo>
                  <a:cubicBezTo>
                    <a:pt x="235649" y="1870"/>
                    <a:pt x="235173" y="1548"/>
                    <a:pt x="234685" y="1239"/>
                  </a:cubicBezTo>
                  <a:close/>
                  <a:moveTo>
                    <a:pt x="264807" y="25051"/>
                  </a:moveTo>
                  <a:lnTo>
                    <a:pt x="264867" y="25218"/>
                  </a:lnTo>
                  <a:cubicBezTo>
                    <a:pt x="264879" y="25218"/>
                    <a:pt x="264879" y="25206"/>
                    <a:pt x="264891" y="25194"/>
                  </a:cubicBezTo>
                  <a:cubicBezTo>
                    <a:pt x="264914" y="25158"/>
                    <a:pt x="264926" y="25111"/>
                    <a:pt x="264938" y="25075"/>
                  </a:cubicBezTo>
                  <a:cubicBezTo>
                    <a:pt x="264891" y="25063"/>
                    <a:pt x="264855" y="25063"/>
                    <a:pt x="264807" y="25051"/>
                  </a:cubicBezTo>
                  <a:close/>
                  <a:moveTo>
                    <a:pt x="265319" y="26670"/>
                  </a:moveTo>
                  <a:lnTo>
                    <a:pt x="265319" y="26670"/>
                  </a:lnTo>
                  <a:cubicBezTo>
                    <a:pt x="265557" y="27480"/>
                    <a:pt x="265807" y="28290"/>
                    <a:pt x="266034" y="29099"/>
                  </a:cubicBezTo>
                  <a:cubicBezTo>
                    <a:pt x="266057" y="28444"/>
                    <a:pt x="266081" y="27789"/>
                    <a:pt x="266117" y="27135"/>
                  </a:cubicBezTo>
                  <a:cubicBezTo>
                    <a:pt x="266081" y="27016"/>
                    <a:pt x="266046" y="26896"/>
                    <a:pt x="266010" y="26777"/>
                  </a:cubicBezTo>
                  <a:cubicBezTo>
                    <a:pt x="265843" y="26754"/>
                    <a:pt x="265593" y="26718"/>
                    <a:pt x="265319" y="26670"/>
                  </a:cubicBezTo>
                  <a:close/>
                  <a:moveTo>
                    <a:pt x="261188" y="24408"/>
                  </a:moveTo>
                  <a:lnTo>
                    <a:pt x="261188" y="24408"/>
                  </a:lnTo>
                  <a:cubicBezTo>
                    <a:pt x="262902" y="26396"/>
                    <a:pt x="264498" y="28409"/>
                    <a:pt x="265998" y="30456"/>
                  </a:cubicBezTo>
                  <a:cubicBezTo>
                    <a:pt x="265998" y="30195"/>
                    <a:pt x="266010" y="29944"/>
                    <a:pt x="266022" y="29683"/>
                  </a:cubicBezTo>
                  <a:cubicBezTo>
                    <a:pt x="265153" y="28516"/>
                    <a:pt x="264260" y="27361"/>
                    <a:pt x="263331" y="26218"/>
                  </a:cubicBezTo>
                  <a:cubicBezTo>
                    <a:pt x="263200" y="26158"/>
                    <a:pt x="263140" y="26087"/>
                    <a:pt x="263164" y="26015"/>
                  </a:cubicBezTo>
                  <a:cubicBezTo>
                    <a:pt x="262771" y="25539"/>
                    <a:pt x="262378" y="25075"/>
                    <a:pt x="261986" y="24599"/>
                  </a:cubicBezTo>
                  <a:cubicBezTo>
                    <a:pt x="261664" y="24539"/>
                    <a:pt x="261402" y="24468"/>
                    <a:pt x="261188" y="24408"/>
                  </a:cubicBezTo>
                  <a:close/>
                  <a:moveTo>
                    <a:pt x="127076" y="17431"/>
                  </a:moveTo>
                  <a:cubicBezTo>
                    <a:pt x="133339" y="17431"/>
                    <a:pt x="139506" y="17574"/>
                    <a:pt x="145578" y="17848"/>
                  </a:cubicBezTo>
                  <a:cubicBezTo>
                    <a:pt x="146150" y="29278"/>
                    <a:pt x="146554" y="41363"/>
                    <a:pt x="146769" y="53924"/>
                  </a:cubicBezTo>
                  <a:cubicBezTo>
                    <a:pt x="140292" y="53816"/>
                    <a:pt x="133720" y="53769"/>
                    <a:pt x="127076" y="53769"/>
                  </a:cubicBezTo>
                  <a:cubicBezTo>
                    <a:pt x="120432" y="53769"/>
                    <a:pt x="113860" y="53816"/>
                    <a:pt x="107371" y="53924"/>
                  </a:cubicBezTo>
                  <a:cubicBezTo>
                    <a:pt x="107585" y="41363"/>
                    <a:pt x="107990" y="29278"/>
                    <a:pt x="108562" y="17848"/>
                  </a:cubicBezTo>
                  <a:cubicBezTo>
                    <a:pt x="114634" y="17574"/>
                    <a:pt x="120813" y="17431"/>
                    <a:pt x="127076" y="17431"/>
                  </a:cubicBezTo>
                  <a:close/>
                  <a:moveTo>
                    <a:pt x="108359" y="17848"/>
                  </a:moveTo>
                  <a:cubicBezTo>
                    <a:pt x="107776" y="29385"/>
                    <a:pt x="107371" y="41482"/>
                    <a:pt x="107169" y="53924"/>
                  </a:cubicBezTo>
                  <a:cubicBezTo>
                    <a:pt x="94727" y="54138"/>
                    <a:pt x="82630" y="54531"/>
                    <a:pt x="71093" y="55114"/>
                  </a:cubicBezTo>
                  <a:cubicBezTo>
                    <a:pt x="71617" y="43244"/>
                    <a:pt x="72640" y="31766"/>
                    <a:pt x="74117" y="20872"/>
                  </a:cubicBezTo>
                  <a:cubicBezTo>
                    <a:pt x="85011" y="19407"/>
                    <a:pt x="96477" y="18384"/>
                    <a:pt x="108359" y="17848"/>
                  </a:cubicBezTo>
                  <a:close/>
                  <a:moveTo>
                    <a:pt x="145792" y="17860"/>
                  </a:moveTo>
                  <a:lnTo>
                    <a:pt x="145792" y="17860"/>
                  </a:lnTo>
                  <a:cubicBezTo>
                    <a:pt x="157675" y="18384"/>
                    <a:pt x="169141" y="19407"/>
                    <a:pt x="180035" y="20884"/>
                  </a:cubicBezTo>
                  <a:cubicBezTo>
                    <a:pt x="181499" y="31766"/>
                    <a:pt x="182523" y="43244"/>
                    <a:pt x="183059" y="55114"/>
                  </a:cubicBezTo>
                  <a:cubicBezTo>
                    <a:pt x="171522" y="54531"/>
                    <a:pt x="159425" y="54138"/>
                    <a:pt x="146983" y="53924"/>
                  </a:cubicBezTo>
                  <a:cubicBezTo>
                    <a:pt x="146781" y="41482"/>
                    <a:pt x="146376" y="29385"/>
                    <a:pt x="145792" y="17860"/>
                  </a:cubicBezTo>
                  <a:close/>
                  <a:moveTo>
                    <a:pt x="73724" y="20931"/>
                  </a:moveTo>
                  <a:lnTo>
                    <a:pt x="73724" y="20931"/>
                  </a:lnTo>
                  <a:cubicBezTo>
                    <a:pt x="72259" y="31909"/>
                    <a:pt x="71247" y="43375"/>
                    <a:pt x="70724" y="55138"/>
                  </a:cubicBezTo>
                  <a:cubicBezTo>
                    <a:pt x="54805" y="55948"/>
                    <a:pt x="39958" y="57103"/>
                    <a:pt x="26742" y="58579"/>
                  </a:cubicBezTo>
                  <a:cubicBezTo>
                    <a:pt x="27373" y="48816"/>
                    <a:pt x="28599" y="39255"/>
                    <a:pt x="30397" y="29992"/>
                  </a:cubicBezTo>
                  <a:cubicBezTo>
                    <a:pt x="43292" y="26158"/>
                    <a:pt x="57901" y="23086"/>
                    <a:pt x="73724" y="20931"/>
                  </a:cubicBezTo>
                  <a:close/>
                  <a:moveTo>
                    <a:pt x="180416" y="20931"/>
                  </a:moveTo>
                  <a:lnTo>
                    <a:pt x="180416" y="20931"/>
                  </a:lnTo>
                  <a:cubicBezTo>
                    <a:pt x="196251" y="23086"/>
                    <a:pt x="210860" y="26170"/>
                    <a:pt x="223755" y="29992"/>
                  </a:cubicBezTo>
                  <a:cubicBezTo>
                    <a:pt x="225552" y="39255"/>
                    <a:pt x="226779" y="48816"/>
                    <a:pt x="227410" y="58579"/>
                  </a:cubicBezTo>
                  <a:cubicBezTo>
                    <a:pt x="214194" y="57103"/>
                    <a:pt x="199335" y="55948"/>
                    <a:pt x="183416" y="55138"/>
                  </a:cubicBezTo>
                  <a:cubicBezTo>
                    <a:pt x="182904" y="43375"/>
                    <a:pt x="181892" y="31909"/>
                    <a:pt x="180416" y="20931"/>
                  </a:cubicBezTo>
                  <a:close/>
                  <a:moveTo>
                    <a:pt x="70724" y="55352"/>
                  </a:moveTo>
                  <a:cubicBezTo>
                    <a:pt x="70450" y="61436"/>
                    <a:pt x="70319" y="67616"/>
                    <a:pt x="70319" y="73843"/>
                  </a:cubicBezTo>
                  <a:cubicBezTo>
                    <a:pt x="70319" y="80070"/>
                    <a:pt x="70450" y="86237"/>
                    <a:pt x="70724" y="92321"/>
                  </a:cubicBezTo>
                  <a:cubicBezTo>
                    <a:pt x="54543" y="91500"/>
                    <a:pt x="39696" y="90333"/>
                    <a:pt x="26730" y="88892"/>
                  </a:cubicBezTo>
                  <a:cubicBezTo>
                    <a:pt x="26420" y="83915"/>
                    <a:pt x="26254" y="78891"/>
                    <a:pt x="26254" y="73843"/>
                  </a:cubicBezTo>
                  <a:cubicBezTo>
                    <a:pt x="26254" y="68783"/>
                    <a:pt x="26420" y="63758"/>
                    <a:pt x="26730" y="58781"/>
                  </a:cubicBezTo>
                  <a:cubicBezTo>
                    <a:pt x="39696" y="57341"/>
                    <a:pt x="54543" y="56174"/>
                    <a:pt x="70724" y="55352"/>
                  </a:cubicBezTo>
                  <a:close/>
                  <a:moveTo>
                    <a:pt x="183428" y="55352"/>
                  </a:moveTo>
                  <a:cubicBezTo>
                    <a:pt x="199609" y="56174"/>
                    <a:pt x="214444" y="57341"/>
                    <a:pt x="227410" y="58781"/>
                  </a:cubicBezTo>
                  <a:cubicBezTo>
                    <a:pt x="227731" y="63758"/>
                    <a:pt x="227886" y="68783"/>
                    <a:pt x="227886" y="73843"/>
                  </a:cubicBezTo>
                  <a:cubicBezTo>
                    <a:pt x="227886" y="78903"/>
                    <a:pt x="227731" y="83915"/>
                    <a:pt x="227410" y="88892"/>
                  </a:cubicBezTo>
                  <a:cubicBezTo>
                    <a:pt x="214444" y="90333"/>
                    <a:pt x="199609" y="91500"/>
                    <a:pt x="183428" y="92321"/>
                  </a:cubicBezTo>
                  <a:cubicBezTo>
                    <a:pt x="183690" y="86237"/>
                    <a:pt x="183833" y="80070"/>
                    <a:pt x="183833" y="73843"/>
                  </a:cubicBezTo>
                  <a:cubicBezTo>
                    <a:pt x="183833" y="67616"/>
                    <a:pt x="183690" y="61436"/>
                    <a:pt x="183428" y="55352"/>
                  </a:cubicBezTo>
                  <a:close/>
                  <a:moveTo>
                    <a:pt x="107157" y="54138"/>
                  </a:moveTo>
                  <a:cubicBezTo>
                    <a:pt x="107050" y="60627"/>
                    <a:pt x="107002" y="67199"/>
                    <a:pt x="107002" y="73843"/>
                  </a:cubicBezTo>
                  <a:cubicBezTo>
                    <a:pt x="107002" y="80475"/>
                    <a:pt x="107050" y="87047"/>
                    <a:pt x="107157" y="93536"/>
                  </a:cubicBezTo>
                  <a:cubicBezTo>
                    <a:pt x="94596" y="93321"/>
                    <a:pt x="82511" y="92917"/>
                    <a:pt x="71081" y="92345"/>
                  </a:cubicBezTo>
                  <a:cubicBezTo>
                    <a:pt x="70807" y="86273"/>
                    <a:pt x="70676" y="80105"/>
                    <a:pt x="70676" y="73843"/>
                  </a:cubicBezTo>
                  <a:cubicBezTo>
                    <a:pt x="70676" y="67580"/>
                    <a:pt x="70807" y="61401"/>
                    <a:pt x="71081" y="55329"/>
                  </a:cubicBezTo>
                  <a:cubicBezTo>
                    <a:pt x="82511" y="54757"/>
                    <a:pt x="94596" y="54352"/>
                    <a:pt x="107157" y="54138"/>
                  </a:cubicBezTo>
                  <a:close/>
                  <a:moveTo>
                    <a:pt x="146983" y="54138"/>
                  </a:moveTo>
                  <a:cubicBezTo>
                    <a:pt x="159544" y="54352"/>
                    <a:pt x="171641" y="54757"/>
                    <a:pt x="183071" y="55329"/>
                  </a:cubicBezTo>
                  <a:cubicBezTo>
                    <a:pt x="183333" y="61401"/>
                    <a:pt x="183476" y="67568"/>
                    <a:pt x="183476" y="73831"/>
                  </a:cubicBezTo>
                  <a:cubicBezTo>
                    <a:pt x="183476" y="80094"/>
                    <a:pt x="183333" y="86273"/>
                    <a:pt x="183071" y="92345"/>
                  </a:cubicBezTo>
                  <a:cubicBezTo>
                    <a:pt x="171641" y="92917"/>
                    <a:pt x="159544" y="93321"/>
                    <a:pt x="146983" y="93536"/>
                  </a:cubicBezTo>
                  <a:cubicBezTo>
                    <a:pt x="147090" y="87047"/>
                    <a:pt x="147150" y="80475"/>
                    <a:pt x="147150" y="73843"/>
                  </a:cubicBezTo>
                  <a:cubicBezTo>
                    <a:pt x="147150" y="67199"/>
                    <a:pt x="147090" y="60627"/>
                    <a:pt x="146983" y="54138"/>
                  </a:cubicBezTo>
                  <a:close/>
                  <a:moveTo>
                    <a:pt x="127076" y="53971"/>
                  </a:moveTo>
                  <a:cubicBezTo>
                    <a:pt x="133743" y="53971"/>
                    <a:pt x="140327" y="54031"/>
                    <a:pt x="146781" y="54138"/>
                  </a:cubicBezTo>
                  <a:cubicBezTo>
                    <a:pt x="146876" y="60591"/>
                    <a:pt x="146935" y="67163"/>
                    <a:pt x="146935" y="73843"/>
                  </a:cubicBezTo>
                  <a:cubicBezTo>
                    <a:pt x="146935" y="80510"/>
                    <a:pt x="146888" y="87082"/>
                    <a:pt x="146781" y="93536"/>
                  </a:cubicBezTo>
                  <a:cubicBezTo>
                    <a:pt x="140327" y="93643"/>
                    <a:pt x="133743" y="93702"/>
                    <a:pt x="127076" y="93702"/>
                  </a:cubicBezTo>
                  <a:cubicBezTo>
                    <a:pt x="120396" y="93702"/>
                    <a:pt x="113824" y="93643"/>
                    <a:pt x="107371" y="93536"/>
                  </a:cubicBezTo>
                  <a:cubicBezTo>
                    <a:pt x="107264" y="87082"/>
                    <a:pt x="107204" y="80510"/>
                    <a:pt x="107204" y="73843"/>
                  </a:cubicBezTo>
                  <a:cubicBezTo>
                    <a:pt x="107204" y="67163"/>
                    <a:pt x="107264" y="60591"/>
                    <a:pt x="107371" y="54138"/>
                  </a:cubicBezTo>
                  <a:cubicBezTo>
                    <a:pt x="113824" y="54031"/>
                    <a:pt x="120396" y="53971"/>
                    <a:pt x="127076" y="53971"/>
                  </a:cubicBezTo>
                  <a:close/>
                  <a:moveTo>
                    <a:pt x="48" y="105632"/>
                  </a:moveTo>
                  <a:cubicBezTo>
                    <a:pt x="36" y="105716"/>
                    <a:pt x="12" y="105811"/>
                    <a:pt x="0" y="105894"/>
                  </a:cubicBezTo>
                  <a:cubicBezTo>
                    <a:pt x="155" y="105882"/>
                    <a:pt x="310" y="105870"/>
                    <a:pt x="477" y="105859"/>
                  </a:cubicBezTo>
                  <a:cubicBezTo>
                    <a:pt x="334" y="105775"/>
                    <a:pt x="191" y="105704"/>
                    <a:pt x="48" y="105632"/>
                  </a:cubicBezTo>
                  <a:close/>
                  <a:moveTo>
                    <a:pt x="26742" y="89095"/>
                  </a:moveTo>
                  <a:cubicBezTo>
                    <a:pt x="39958" y="90571"/>
                    <a:pt x="54805" y="91726"/>
                    <a:pt x="70724" y="92536"/>
                  </a:cubicBezTo>
                  <a:cubicBezTo>
                    <a:pt x="71247" y="104299"/>
                    <a:pt x="72259" y="115765"/>
                    <a:pt x="73724" y="126742"/>
                  </a:cubicBezTo>
                  <a:cubicBezTo>
                    <a:pt x="57901" y="124587"/>
                    <a:pt x="43292" y="121515"/>
                    <a:pt x="30397" y="117681"/>
                  </a:cubicBezTo>
                  <a:cubicBezTo>
                    <a:pt x="28599" y="108418"/>
                    <a:pt x="27373" y="98858"/>
                    <a:pt x="26742" y="89095"/>
                  </a:cubicBezTo>
                  <a:close/>
                  <a:moveTo>
                    <a:pt x="227410" y="89095"/>
                  </a:moveTo>
                  <a:cubicBezTo>
                    <a:pt x="226779" y="98858"/>
                    <a:pt x="225552" y="108418"/>
                    <a:pt x="223755" y="117681"/>
                  </a:cubicBezTo>
                  <a:cubicBezTo>
                    <a:pt x="210860" y="121515"/>
                    <a:pt x="196251" y="124587"/>
                    <a:pt x="180416" y="126742"/>
                  </a:cubicBezTo>
                  <a:cubicBezTo>
                    <a:pt x="181892" y="115765"/>
                    <a:pt x="182904" y="104299"/>
                    <a:pt x="183416" y="92536"/>
                  </a:cubicBezTo>
                  <a:cubicBezTo>
                    <a:pt x="199347" y="91726"/>
                    <a:pt x="214194" y="90571"/>
                    <a:pt x="227410" y="89095"/>
                  </a:cubicBezTo>
                  <a:close/>
                  <a:moveTo>
                    <a:pt x="71093" y="92559"/>
                  </a:moveTo>
                  <a:lnTo>
                    <a:pt x="71093" y="92559"/>
                  </a:lnTo>
                  <a:cubicBezTo>
                    <a:pt x="82630" y="93143"/>
                    <a:pt x="94715" y="93536"/>
                    <a:pt x="107169" y="93750"/>
                  </a:cubicBezTo>
                  <a:cubicBezTo>
                    <a:pt x="107371" y="106192"/>
                    <a:pt x="107776" y="118289"/>
                    <a:pt x="108347" y="129826"/>
                  </a:cubicBezTo>
                  <a:cubicBezTo>
                    <a:pt x="96477" y="129290"/>
                    <a:pt x="85011" y="128266"/>
                    <a:pt x="74117" y="126790"/>
                  </a:cubicBezTo>
                  <a:cubicBezTo>
                    <a:pt x="72640" y="115907"/>
                    <a:pt x="71617" y="104442"/>
                    <a:pt x="71093" y="92559"/>
                  </a:cubicBezTo>
                  <a:close/>
                  <a:moveTo>
                    <a:pt x="183059" y="92559"/>
                  </a:moveTo>
                  <a:lnTo>
                    <a:pt x="183059" y="92559"/>
                  </a:lnTo>
                  <a:cubicBezTo>
                    <a:pt x="182523" y="104442"/>
                    <a:pt x="181499" y="115907"/>
                    <a:pt x="180035" y="126802"/>
                  </a:cubicBezTo>
                  <a:cubicBezTo>
                    <a:pt x="169141" y="128266"/>
                    <a:pt x="157675" y="129290"/>
                    <a:pt x="145792" y="129826"/>
                  </a:cubicBezTo>
                  <a:cubicBezTo>
                    <a:pt x="146376" y="118289"/>
                    <a:pt x="146769" y="106192"/>
                    <a:pt x="146983" y="93750"/>
                  </a:cubicBezTo>
                  <a:cubicBezTo>
                    <a:pt x="159425" y="93536"/>
                    <a:pt x="171522" y="93143"/>
                    <a:pt x="183059" y="92559"/>
                  </a:cubicBezTo>
                  <a:close/>
                  <a:moveTo>
                    <a:pt x="107371" y="93750"/>
                  </a:moveTo>
                  <a:cubicBezTo>
                    <a:pt x="113860" y="93857"/>
                    <a:pt x="120432" y="93917"/>
                    <a:pt x="127076" y="93917"/>
                  </a:cubicBezTo>
                  <a:cubicBezTo>
                    <a:pt x="133708" y="93917"/>
                    <a:pt x="140292" y="93857"/>
                    <a:pt x="146769" y="93750"/>
                  </a:cubicBezTo>
                  <a:lnTo>
                    <a:pt x="146769" y="93750"/>
                  </a:lnTo>
                  <a:cubicBezTo>
                    <a:pt x="146566" y="106311"/>
                    <a:pt x="146150" y="118396"/>
                    <a:pt x="145578" y="129826"/>
                  </a:cubicBezTo>
                  <a:cubicBezTo>
                    <a:pt x="139506" y="130100"/>
                    <a:pt x="133339" y="130243"/>
                    <a:pt x="127076" y="130243"/>
                  </a:cubicBezTo>
                  <a:cubicBezTo>
                    <a:pt x="120813" y="130243"/>
                    <a:pt x="114634" y="130100"/>
                    <a:pt x="108574" y="129826"/>
                  </a:cubicBezTo>
                  <a:cubicBezTo>
                    <a:pt x="107990" y="118396"/>
                    <a:pt x="107585" y="106311"/>
                    <a:pt x="107371" y="93750"/>
                  </a:cubicBezTo>
                  <a:close/>
                  <a:moveTo>
                    <a:pt x="266653" y="116300"/>
                  </a:moveTo>
                  <a:lnTo>
                    <a:pt x="266653" y="116300"/>
                  </a:lnTo>
                  <a:cubicBezTo>
                    <a:pt x="259152" y="126861"/>
                    <a:pt x="248817" y="136600"/>
                    <a:pt x="235875" y="145101"/>
                  </a:cubicBezTo>
                  <a:cubicBezTo>
                    <a:pt x="235411" y="145399"/>
                    <a:pt x="234946" y="145697"/>
                    <a:pt x="234482" y="145994"/>
                  </a:cubicBezTo>
                  <a:cubicBezTo>
                    <a:pt x="234756" y="146006"/>
                    <a:pt x="235030" y="146018"/>
                    <a:pt x="235304" y="146030"/>
                  </a:cubicBezTo>
                  <a:cubicBezTo>
                    <a:pt x="235577" y="145852"/>
                    <a:pt x="235851" y="145673"/>
                    <a:pt x="236137" y="145494"/>
                  </a:cubicBezTo>
                  <a:cubicBezTo>
                    <a:pt x="248710" y="137243"/>
                    <a:pt x="258854" y="127814"/>
                    <a:pt x="266319" y="117586"/>
                  </a:cubicBezTo>
                  <a:lnTo>
                    <a:pt x="266319" y="117586"/>
                  </a:lnTo>
                  <a:cubicBezTo>
                    <a:pt x="263533" y="127504"/>
                    <a:pt x="259831" y="137005"/>
                    <a:pt x="255306" y="145971"/>
                  </a:cubicBezTo>
                  <a:cubicBezTo>
                    <a:pt x="255544" y="145983"/>
                    <a:pt x="255794" y="145994"/>
                    <a:pt x="256032" y="146006"/>
                  </a:cubicBezTo>
                  <a:cubicBezTo>
                    <a:pt x="260354" y="137374"/>
                    <a:pt x="263879" y="128338"/>
                    <a:pt x="266569" y="118991"/>
                  </a:cubicBezTo>
                  <a:cubicBezTo>
                    <a:pt x="266593" y="118098"/>
                    <a:pt x="266617" y="117193"/>
                    <a:pt x="266653" y="116300"/>
                  </a:cubicBezTo>
                  <a:close/>
                  <a:moveTo>
                    <a:pt x="1798" y="132362"/>
                  </a:moveTo>
                  <a:cubicBezTo>
                    <a:pt x="1774" y="132540"/>
                    <a:pt x="1739" y="132731"/>
                    <a:pt x="1715" y="132933"/>
                  </a:cubicBezTo>
                  <a:cubicBezTo>
                    <a:pt x="6573" y="137362"/>
                    <a:pt x="12014" y="141553"/>
                    <a:pt x="18015" y="145494"/>
                  </a:cubicBezTo>
                  <a:cubicBezTo>
                    <a:pt x="18229" y="145637"/>
                    <a:pt x="18455" y="145780"/>
                    <a:pt x="18669" y="145923"/>
                  </a:cubicBezTo>
                  <a:cubicBezTo>
                    <a:pt x="18681" y="145899"/>
                    <a:pt x="18681" y="145887"/>
                    <a:pt x="18693" y="145875"/>
                  </a:cubicBezTo>
                  <a:lnTo>
                    <a:pt x="18693" y="145875"/>
                  </a:lnTo>
                  <a:cubicBezTo>
                    <a:pt x="18681" y="145899"/>
                    <a:pt x="18693" y="145911"/>
                    <a:pt x="18693" y="145935"/>
                  </a:cubicBezTo>
                  <a:cubicBezTo>
                    <a:pt x="18800" y="146006"/>
                    <a:pt x="18908" y="146066"/>
                    <a:pt x="19015" y="146137"/>
                  </a:cubicBezTo>
                  <a:cubicBezTo>
                    <a:pt x="19348" y="146256"/>
                    <a:pt x="19872" y="146328"/>
                    <a:pt x="20336" y="146423"/>
                  </a:cubicBezTo>
                  <a:cubicBezTo>
                    <a:pt x="19646" y="145983"/>
                    <a:pt x="18955" y="145542"/>
                    <a:pt x="18277" y="145090"/>
                  </a:cubicBezTo>
                  <a:cubicBezTo>
                    <a:pt x="12204" y="141113"/>
                    <a:pt x="6692" y="136850"/>
                    <a:pt x="1798" y="132362"/>
                  </a:cubicBezTo>
                  <a:close/>
                  <a:moveTo>
                    <a:pt x="176558" y="0"/>
                  </a:moveTo>
                  <a:cubicBezTo>
                    <a:pt x="176701" y="572"/>
                    <a:pt x="176832" y="1167"/>
                    <a:pt x="176963" y="1774"/>
                  </a:cubicBezTo>
                  <a:lnTo>
                    <a:pt x="176903" y="1774"/>
                  </a:lnTo>
                  <a:cubicBezTo>
                    <a:pt x="178070" y="7787"/>
                    <a:pt x="179106" y="14038"/>
                    <a:pt x="179975" y="20491"/>
                  </a:cubicBezTo>
                  <a:cubicBezTo>
                    <a:pt x="168998" y="19015"/>
                    <a:pt x="157544" y="18003"/>
                    <a:pt x="145781" y="17491"/>
                  </a:cubicBezTo>
                  <a:cubicBezTo>
                    <a:pt x="145507" y="12157"/>
                    <a:pt x="145197" y="6942"/>
                    <a:pt x="144852" y="1858"/>
                  </a:cubicBezTo>
                  <a:cubicBezTo>
                    <a:pt x="144780" y="1870"/>
                    <a:pt x="144697" y="1870"/>
                    <a:pt x="144626" y="1870"/>
                  </a:cubicBezTo>
                  <a:cubicBezTo>
                    <a:pt x="144971" y="6918"/>
                    <a:pt x="145292" y="12121"/>
                    <a:pt x="145554" y="17479"/>
                  </a:cubicBezTo>
                  <a:cubicBezTo>
                    <a:pt x="139470" y="17217"/>
                    <a:pt x="133303" y="17074"/>
                    <a:pt x="127076" y="17074"/>
                  </a:cubicBezTo>
                  <a:cubicBezTo>
                    <a:pt x="120849" y="17074"/>
                    <a:pt x="114681" y="17217"/>
                    <a:pt x="108585" y="17479"/>
                  </a:cubicBezTo>
                  <a:cubicBezTo>
                    <a:pt x="108895" y="11573"/>
                    <a:pt x="109240" y="5846"/>
                    <a:pt x="109621" y="322"/>
                  </a:cubicBezTo>
                  <a:lnTo>
                    <a:pt x="109621" y="322"/>
                  </a:lnTo>
                  <a:cubicBezTo>
                    <a:pt x="109550" y="334"/>
                    <a:pt x="109478" y="334"/>
                    <a:pt x="109407" y="346"/>
                  </a:cubicBezTo>
                  <a:cubicBezTo>
                    <a:pt x="109014" y="5894"/>
                    <a:pt x="108669" y="11621"/>
                    <a:pt x="108371" y="17491"/>
                  </a:cubicBezTo>
                  <a:cubicBezTo>
                    <a:pt x="96608" y="18003"/>
                    <a:pt x="85142" y="19015"/>
                    <a:pt x="74164" y="20491"/>
                  </a:cubicBezTo>
                  <a:cubicBezTo>
                    <a:pt x="75069" y="13871"/>
                    <a:pt x="76129" y="7454"/>
                    <a:pt x="77343" y="1298"/>
                  </a:cubicBezTo>
                  <a:lnTo>
                    <a:pt x="77343" y="1298"/>
                  </a:lnTo>
                  <a:cubicBezTo>
                    <a:pt x="77212" y="1310"/>
                    <a:pt x="77081" y="1322"/>
                    <a:pt x="76951" y="1334"/>
                  </a:cubicBezTo>
                  <a:cubicBezTo>
                    <a:pt x="75724" y="7537"/>
                    <a:pt x="74665" y="13954"/>
                    <a:pt x="73783" y="20539"/>
                  </a:cubicBezTo>
                  <a:cubicBezTo>
                    <a:pt x="58198" y="22646"/>
                    <a:pt x="43601" y="25682"/>
                    <a:pt x="30480" y="29575"/>
                  </a:cubicBezTo>
                  <a:cubicBezTo>
                    <a:pt x="32374" y="19872"/>
                    <a:pt x="34910" y="10502"/>
                    <a:pt x="38029" y="1560"/>
                  </a:cubicBezTo>
                  <a:cubicBezTo>
                    <a:pt x="37874" y="1548"/>
                    <a:pt x="37708" y="1548"/>
                    <a:pt x="37541" y="1536"/>
                  </a:cubicBezTo>
                  <a:cubicBezTo>
                    <a:pt x="34409" y="10525"/>
                    <a:pt x="31862" y="19955"/>
                    <a:pt x="29968" y="29718"/>
                  </a:cubicBezTo>
                  <a:cubicBezTo>
                    <a:pt x="25849" y="30957"/>
                    <a:pt x="21884" y="32266"/>
                    <a:pt x="18086" y="33659"/>
                  </a:cubicBezTo>
                  <a:cubicBezTo>
                    <a:pt x="12252" y="35802"/>
                    <a:pt x="6942" y="38088"/>
                    <a:pt x="2191" y="40493"/>
                  </a:cubicBezTo>
                  <a:lnTo>
                    <a:pt x="2179" y="40934"/>
                  </a:lnTo>
                  <a:cubicBezTo>
                    <a:pt x="10097" y="36910"/>
                    <a:pt x="19420" y="33278"/>
                    <a:pt x="29885" y="30147"/>
                  </a:cubicBezTo>
                  <a:lnTo>
                    <a:pt x="29885" y="30147"/>
                  </a:lnTo>
                  <a:cubicBezTo>
                    <a:pt x="28111" y="39386"/>
                    <a:pt x="26885" y="48911"/>
                    <a:pt x="26266" y="58627"/>
                  </a:cubicBezTo>
                  <a:cubicBezTo>
                    <a:pt x="23480" y="58948"/>
                    <a:pt x="20765" y="59270"/>
                    <a:pt x="18134" y="59615"/>
                  </a:cubicBezTo>
                  <a:cubicBezTo>
                    <a:pt x="11621" y="60460"/>
                    <a:pt x="5763" y="61365"/>
                    <a:pt x="584" y="62329"/>
                  </a:cubicBezTo>
                  <a:cubicBezTo>
                    <a:pt x="596" y="62389"/>
                    <a:pt x="596" y="62460"/>
                    <a:pt x="608" y="62520"/>
                  </a:cubicBezTo>
                  <a:cubicBezTo>
                    <a:pt x="7942" y="61163"/>
                    <a:pt x="16574" y="59924"/>
                    <a:pt x="26254" y="58841"/>
                  </a:cubicBezTo>
                  <a:lnTo>
                    <a:pt x="26254" y="58841"/>
                  </a:lnTo>
                  <a:cubicBezTo>
                    <a:pt x="25944" y="63794"/>
                    <a:pt x="25777" y="68794"/>
                    <a:pt x="25777" y="73843"/>
                  </a:cubicBezTo>
                  <a:cubicBezTo>
                    <a:pt x="25777" y="78879"/>
                    <a:pt x="25944" y="83880"/>
                    <a:pt x="26254" y="88833"/>
                  </a:cubicBezTo>
                  <a:cubicBezTo>
                    <a:pt x="17014" y="87797"/>
                    <a:pt x="8740" y="86618"/>
                    <a:pt x="1620" y="85332"/>
                  </a:cubicBezTo>
                  <a:cubicBezTo>
                    <a:pt x="1620" y="85404"/>
                    <a:pt x="1620" y="85475"/>
                    <a:pt x="1620" y="85535"/>
                  </a:cubicBezTo>
                  <a:cubicBezTo>
                    <a:pt x="6537" y="86428"/>
                    <a:pt x="12050" y="87273"/>
                    <a:pt x="18134" y="88059"/>
                  </a:cubicBezTo>
                  <a:cubicBezTo>
                    <a:pt x="20765" y="88404"/>
                    <a:pt x="23480" y="88726"/>
                    <a:pt x="26266" y="89047"/>
                  </a:cubicBezTo>
                  <a:cubicBezTo>
                    <a:pt x="26885" y="98762"/>
                    <a:pt x="28099" y="108287"/>
                    <a:pt x="29885" y="117527"/>
                  </a:cubicBezTo>
                  <a:cubicBezTo>
                    <a:pt x="18824" y="114217"/>
                    <a:pt x="9037" y="110359"/>
                    <a:pt x="846" y="106049"/>
                  </a:cubicBezTo>
                  <a:lnTo>
                    <a:pt x="846" y="106049"/>
                  </a:lnTo>
                  <a:cubicBezTo>
                    <a:pt x="858" y="106204"/>
                    <a:pt x="870" y="106359"/>
                    <a:pt x="881" y="106513"/>
                  </a:cubicBezTo>
                  <a:cubicBezTo>
                    <a:pt x="5977" y="109169"/>
                    <a:pt x="11716" y="111669"/>
                    <a:pt x="18086" y="114014"/>
                  </a:cubicBezTo>
                  <a:cubicBezTo>
                    <a:pt x="21884" y="115407"/>
                    <a:pt x="25849" y="116717"/>
                    <a:pt x="29968" y="117955"/>
                  </a:cubicBezTo>
                  <a:cubicBezTo>
                    <a:pt x="31850" y="127611"/>
                    <a:pt x="34350" y="136946"/>
                    <a:pt x="37446" y="145852"/>
                  </a:cubicBezTo>
                  <a:cubicBezTo>
                    <a:pt x="37600" y="145840"/>
                    <a:pt x="37767" y="145840"/>
                    <a:pt x="37934" y="145828"/>
                  </a:cubicBezTo>
                  <a:cubicBezTo>
                    <a:pt x="34862" y="136981"/>
                    <a:pt x="32362" y="127706"/>
                    <a:pt x="30480" y="118098"/>
                  </a:cubicBezTo>
                  <a:lnTo>
                    <a:pt x="30480" y="118098"/>
                  </a:lnTo>
                  <a:cubicBezTo>
                    <a:pt x="43589" y="121992"/>
                    <a:pt x="58198" y="125028"/>
                    <a:pt x="73783" y="127135"/>
                  </a:cubicBezTo>
                  <a:cubicBezTo>
                    <a:pt x="74653" y="133600"/>
                    <a:pt x="75688" y="139910"/>
                    <a:pt x="76879" y="146006"/>
                  </a:cubicBezTo>
                  <a:cubicBezTo>
                    <a:pt x="77010" y="146006"/>
                    <a:pt x="77141" y="146018"/>
                    <a:pt x="77272" y="146018"/>
                  </a:cubicBezTo>
                  <a:cubicBezTo>
                    <a:pt x="76093" y="139970"/>
                    <a:pt x="75046" y="133683"/>
                    <a:pt x="74164" y="127183"/>
                  </a:cubicBezTo>
                  <a:lnTo>
                    <a:pt x="74164" y="127183"/>
                  </a:lnTo>
                  <a:cubicBezTo>
                    <a:pt x="85154" y="128659"/>
                    <a:pt x="96608" y="129659"/>
                    <a:pt x="108371" y="130183"/>
                  </a:cubicBezTo>
                  <a:cubicBezTo>
                    <a:pt x="108657" y="135850"/>
                    <a:pt x="108990" y="141375"/>
                    <a:pt x="109371" y="146733"/>
                  </a:cubicBezTo>
                  <a:cubicBezTo>
                    <a:pt x="109443" y="146745"/>
                    <a:pt x="109514" y="146745"/>
                    <a:pt x="109586" y="146756"/>
                  </a:cubicBezTo>
                  <a:cubicBezTo>
                    <a:pt x="109205" y="141411"/>
                    <a:pt x="108883" y="135886"/>
                    <a:pt x="108585" y="130195"/>
                  </a:cubicBezTo>
                  <a:lnTo>
                    <a:pt x="108585" y="130195"/>
                  </a:lnTo>
                  <a:cubicBezTo>
                    <a:pt x="114681" y="130457"/>
                    <a:pt x="120849" y="130600"/>
                    <a:pt x="127076" y="130600"/>
                  </a:cubicBezTo>
                  <a:cubicBezTo>
                    <a:pt x="133303" y="130600"/>
                    <a:pt x="139470" y="130457"/>
                    <a:pt x="145554" y="130195"/>
                  </a:cubicBezTo>
                  <a:lnTo>
                    <a:pt x="145554" y="130195"/>
                  </a:lnTo>
                  <a:cubicBezTo>
                    <a:pt x="145328" y="134815"/>
                    <a:pt x="145066" y="139327"/>
                    <a:pt x="144769" y="143720"/>
                  </a:cubicBezTo>
                  <a:cubicBezTo>
                    <a:pt x="144828" y="143851"/>
                    <a:pt x="144888" y="143994"/>
                    <a:pt x="144959" y="144161"/>
                  </a:cubicBezTo>
                  <a:cubicBezTo>
                    <a:pt x="145257" y="139613"/>
                    <a:pt x="145531" y="134945"/>
                    <a:pt x="145781" y="130183"/>
                  </a:cubicBezTo>
                  <a:cubicBezTo>
                    <a:pt x="157544" y="129671"/>
                    <a:pt x="168998" y="128659"/>
                    <a:pt x="179975" y="127183"/>
                  </a:cubicBezTo>
                  <a:lnTo>
                    <a:pt x="179975" y="127183"/>
                  </a:lnTo>
                  <a:cubicBezTo>
                    <a:pt x="179106" y="133588"/>
                    <a:pt x="178094" y="139791"/>
                    <a:pt x="176927" y="145756"/>
                  </a:cubicBezTo>
                  <a:lnTo>
                    <a:pt x="177034" y="145756"/>
                  </a:lnTo>
                  <a:cubicBezTo>
                    <a:pt x="177142" y="145697"/>
                    <a:pt x="177249" y="145625"/>
                    <a:pt x="177356" y="145566"/>
                  </a:cubicBezTo>
                  <a:cubicBezTo>
                    <a:pt x="178511" y="139601"/>
                    <a:pt x="179511" y="133445"/>
                    <a:pt x="180368" y="127135"/>
                  </a:cubicBezTo>
                  <a:cubicBezTo>
                    <a:pt x="195953" y="125028"/>
                    <a:pt x="210551" y="121992"/>
                    <a:pt x="223671" y="118098"/>
                  </a:cubicBezTo>
                  <a:lnTo>
                    <a:pt x="223671" y="118098"/>
                  </a:lnTo>
                  <a:cubicBezTo>
                    <a:pt x="221814" y="127599"/>
                    <a:pt x="219337" y="136791"/>
                    <a:pt x="216301" y="145554"/>
                  </a:cubicBezTo>
                  <a:lnTo>
                    <a:pt x="216801" y="145554"/>
                  </a:lnTo>
                  <a:cubicBezTo>
                    <a:pt x="219849" y="136743"/>
                    <a:pt x="222326" y="127504"/>
                    <a:pt x="224183" y="117943"/>
                  </a:cubicBezTo>
                  <a:cubicBezTo>
                    <a:pt x="228291" y="116717"/>
                    <a:pt x="232268" y="115407"/>
                    <a:pt x="236066" y="114002"/>
                  </a:cubicBezTo>
                  <a:cubicBezTo>
                    <a:pt x="249877" y="108930"/>
                    <a:pt x="260747" y="103073"/>
                    <a:pt x="268367" y="96679"/>
                  </a:cubicBezTo>
                  <a:cubicBezTo>
                    <a:pt x="268391" y="96476"/>
                    <a:pt x="268427" y="96286"/>
                    <a:pt x="268451" y="96084"/>
                  </a:cubicBezTo>
                  <a:lnTo>
                    <a:pt x="268451" y="96084"/>
                  </a:lnTo>
                  <a:cubicBezTo>
                    <a:pt x="258592" y="104477"/>
                    <a:pt x="243317" y="111824"/>
                    <a:pt x="224267" y="117527"/>
                  </a:cubicBezTo>
                  <a:cubicBezTo>
                    <a:pt x="226041" y="108287"/>
                    <a:pt x="227267" y="98762"/>
                    <a:pt x="227886" y="89047"/>
                  </a:cubicBezTo>
                  <a:cubicBezTo>
                    <a:pt x="230672" y="88726"/>
                    <a:pt x="233387" y="88404"/>
                    <a:pt x="236018" y="88059"/>
                  </a:cubicBezTo>
                  <a:cubicBezTo>
                    <a:pt x="248770" y="86404"/>
                    <a:pt x="259009" y="84511"/>
                    <a:pt x="266510" y="82451"/>
                  </a:cubicBezTo>
                  <a:cubicBezTo>
                    <a:pt x="266510" y="82379"/>
                    <a:pt x="266510" y="82308"/>
                    <a:pt x="266510" y="82249"/>
                  </a:cubicBezTo>
                  <a:cubicBezTo>
                    <a:pt x="257306" y="84773"/>
                    <a:pt x="244079" y="87023"/>
                    <a:pt x="227898" y="88833"/>
                  </a:cubicBezTo>
                  <a:cubicBezTo>
                    <a:pt x="228208" y="83880"/>
                    <a:pt x="228362" y="78867"/>
                    <a:pt x="228362" y="73831"/>
                  </a:cubicBezTo>
                  <a:cubicBezTo>
                    <a:pt x="228362" y="68794"/>
                    <a:pt x="228208" y="63782"/>
                    <a:pt x="227898" y="58829"/>
                  </a:cubicBezTo>
                  <a:lnTo>
                    <a:pt x="227898" y="58829"/>
                  </a:lnTo>
                  <a:cubicBezTo>
                    <a:pt x="244519" y="60698"/>
                    <a:pt x="258009" y="63008"/>
                    <a:pt x="267248" y="65627"/>
                  </a:cubicBezTo>
                  <a:cubicBezTo>
                    <a:pt x="267248" y="65556"/>
                    <a:pt x="267260" y="65496"/>
                    <a:pt x="267260" y="65425"/>
                  </a:cubicBezTo>
                  <a:cubicBezTo>
                    <a:pt x="259711" y="63282"/>
                    <a:pt x="249210" y="61317"/>
                    <a:pt x="236018" y="59603"/>
                  </a:cubicBezTo>
                  <a:cubicBezTo>
                    <a:pt x="233387" y="59270"/>
                    <a:pt x="230672" y="58936"/>
                    <a:pt x="227886" y="58627"/>
                  </a:cubicBezTo>
                  <a:cubicBezTo>
                    <a:pt x="227267" y="48899"/>
                    <a:pt x="226041" y="39374"/>
                    <a:pt x="224267" y="30135"/>
                  </a:cubicBezTo>
                  <a:lnTo>
                    <a:pt x="224267" y="30135"/>
                  </a:lnTo>
                  <a:cubicBezTo>
                    <a:pt x="243650" y="35945"/>
                    <a:pt x="259116" y="43446"/>
                    <a:pt x="268963" y="52019"/>
                  </a:cubicBezTo>
                  <a:cubicBezTo>
                    <a:pt x="268986" y="51864"/>
                    <a:pt x="269010" y="51709"/>
                    <a:pt x="269046" y="51566"/>
                  </a:cubicBezTo>
                  <a:cubicBezTo>
                    <a:pt x="261390" y="44946"/>
                    <a:pt x="250294" y="38886"/>
                    <a:pt x="236066" y="33659"/>
                  </a:cubicBezTo>
                  <a:cubicBezTo>
                    <a:pt x="232268" y="32266"/>
                    <a:pt x="228291" y="30945"/>
                    <a:pt x="224183" y="29718"/>
                  </a:cubicBezTo>
                  <a:cubicBezTo>
                    <a:pt x="222338" y="20277"/>
                    <a:pt x="219909" y="11133"/>
                    <a:pt x="216908" y="2417"/>
                  </a:cubicBezTo>
                  <a:cubicBezTo>
                    <a:pt x="216766" y="2513"/>
                    <a:pt x="216635" y="2620"/>
                    <a:pt x="216504" y="2715"/>
                  </a:cubicBezTo>
                  <a:cubicBezTo>
                    <a:pt x="219456" y="11299"/>
                    <a:pt x="221850" y="20277"/>
                    <a:pt x="223671" y="29563"/>
                  </a:cubicBezTo>
                  <a:cubicBezTo>
                    <a:pt x="210551" y="25682"/>
                    <a:pt x="195953" y="22646"/>
                    <a:pt x="180368" y="20539"/>
                  </a:cubicBezTo>
                  <a:cubicBezTo>
                    <a:pt x="179416" y="13490"/>
                    <a:pt x="178273" y="6644"/>
                    <a:pt x="176951" y="36"/>
                  </a:cubicBezTo>
                  <a:cubicBezTo>
                    <a:pt x="176820" y="24"/>
                    <a:pt x="176689" y="12"/>
                    <a:pt x="176558" y="0"/>
                  </a:cubicBezTo>
                  <a:close/>
                </a:path>
              </a:pathLst>
            </a:custGeom>
            <a:solidFill>
              <a:srgbClr val="E3C98E">
                <a:alpha val="246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50" name="Google Shape;850;p51"/>
          <p:cNvSpPr txBox="1"/>
          <p:nvPr>
            <p:ph type="title"/>
          </p:nvPr>
        </p:nvSpPr>
        <p:spPr>
          <a:xfrm>
            <a:off x="2038200" y="2128850"/>
            <a:ext cx="5067600" cy="113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b="1"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51" name="Google Shape;851;p51"/>
          <p:cNvSpPr txBox="1"/>
          <p:nvPr>
            <p:ph hasCustomPrompt="1" idx="2" type="title"/>
          </p:nvPr>
        </p:nvSpPr>
        <p:spPr>
          <a:xfrm>
            <a:off x="3388950" y="995450"/>
            <a:ext cx="2366100" cy="11334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104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2" name="Google Shape;852;p51"/>
          <p:cNvSpPr txBox="1"/>
          <p:nvPr>
            <p:ph idx="1" type="subTitle"/>
          </p:nvPr>
        </p:nvSpPr>
        <p:spPr>
          <a:xfrm>
            <a:off x="2038200" y="3219375"/>
            <a:ext cx="50676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4" name="Google Shape;854;p52"/>
          <p:cNvGrpSpPr/>
          <p:nvPr/>
        </p:nvGrpSpPr>
        <p:grpSpPr>
          <a:xfrm>
            <a:off x="0" y="0"/>
            <a:ext cx="9144003" cy="5143501"/>
            <a:chOff x="0" y="0"/>
            <a:chExt cx="9144003" cy="5143501"/>
          </a:xfrm>
        </p:grpSpPr>
        <p:pic>
          <p:nvPicPr>
            <p:cNvPr id="855" name="Google Shape;855;p52"/>
            <p:cNvPicPr preferRelativeResize="0"/>
            <p:nvPr/>
          </p:nvPicPr>
          <p:blipFill rotWithShape="1">
            <a:blip r:embed="rId2">
              <a:alphaModFix/>
            </a:blip>
            <a:srcRect b="8068" l="0" r="0" t="8060"/>
            <a:stretch/>
          </p:blipFill>
          <p:spPr>
            <a:xfrm>
              <a:off x="0" y="0"/>
              <a:ext cx="9144003" cy="5143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6" name="Google Shape;856;p52"/>
            <p:cNvSpPr/>
            <p:nvPr/>
          </p:nvSpPr>
          <p:spPr>
            <a:xfrm>
              <a:off x="209980" y="194500"/>
              <a:ext cx="8763466" cy="4752275"/>
            </a:xfrm>
            <a:custGeom>
              <a:rect b="b" l="l" r="r" t="t"/>
              <a:pathLst>
                <a:path extrusionOk="0" h="147209" w="271904">
                  <a:moveTo>
                    <a:pt x="596" y="0"/>
                  </a:moveTo>
                  <a:lnTo>
                    <a:pt x="596" y="0"/>
                  </a:lnTo>
                  <a:cubicBezTo>
                    <a:pt x="2025" y="5965"/>
                    <a:pt x="3072" y="13895"/>
                    <a:pt x="3644" y="22312"/>
                  </a:cubicBezTo>
                  <a:cubicBezTo>
                    <a:pt x="7942" y="23515"/>
                    <a:pt x="13609" y="23932"/>
                    <a:pt x="5085" y="25063"/>
                  </a:cubicBezTo>
                  <a:cubicBezTo>
                    <a:pt x="5096" y="25110"/>
                    <a:pt x="5108" y="25146"/>
                    <a:pt x="5120" y="25194"/>
                  </a:cubicBezTo>
                  <a:cubicBezTo>
                    <a:pt x="5263" y="25301"/>
                    <a:pt x="5394" y="25396"/>
                    <a:pt x="5525" y="25503"/>
                  </a:cubicBezTo>
                  <a:cubicBezTo>
                    <a:pt x="5692" y="25539"/>
                    <a:pt x="5954" y="25479"/>
                    <a:pt x="6037" y="25658"/>
                  </a:cubicBezTo>
                  <a:cubicBezTo>
                    <a:pt x="8561" y="26230"/>
                    <a:pt x="4561" y="26670"/>
                    <a:pt x="3894" y="26789"/>
                  </a:cubicBezTo>
                  <a:cubicBezTo>
                    <a:pt x="4203" y="33719"/>
                    <a:pt x="4192" y="40803"/>
                    <a:pt x="3787" y="47256"/>
                  </a:cubicBezTo>
                  <a:cubicBezTo>
                    <a:pt x="2560" y="47137"/>
                    <a:pt x="1298" y="47006"/>
                    <a:pt x="1" y="46875"/>
                  </a:cubicBezTo>
                  <a:lnTo>
                    <a:pt x="1" y="46875"/>
                  </a:lnTo>
                  <a:cubicBezTo>
                    <a:pt x="1429" y="52840"/>
                    <a:pt x="2477" y="60770"/>
                    <a:pt x="3049" y="69199"/>
                  </a:cubicBezTo>
                  <a:cubicBezTo>
                    <a:pt x="7347" y="70402"/>
                    <a:pt x="13014" y="70818"/>
                    <a:pt x="4489" y="71949"/>
                  </a:cubicBezTo>
                  <a:cubicBezTo>
                    <a:pt x="4501" y="71985"/>
                    <a:pt x="4513" y="72033"/>
                    <a:pt x="4525" y="72069"/>
                  </a:cubicBezTo>
                  <a:cubicBezTo>
                    <a:pt x="4668" y="72176"/>
                    <a:pt x="4787" y="72283"/>
                    <a:pt x="4930" y="72390"/>
                  </a:cubicBezTo>
                  <a:cubicBezTo>
                    <a:pt x="5096" y="72414"/>
                    <a:pt x="5358" y="72366"/>
                    <a:pt x="5442" y="72545"/>
                  </a:cubicBezTo>
                  <a:cubicBezTo>
                    <a:pt x="7966" y="73104"/>
                    <a:pt x="3965" y="73557"/>
                    <a:pt x="3299" y="73664"/>
                  </a:cubicBezTo>
                  <a:cubicBezTo>
                    <a:pt x="3513" y="78510"/>
                    <a:pt x="3572" y="83427"/>
                    <a:pt x="3453" y="88154"/>
                  </a:cubicBezTo>
                  <a:cubicBezTo>
                    <a:pt x="2322" y="88047"/>
                    <a:pt x="1179" y="87928"/>
                    <a:pt x="1" y="87809"/>
                  </a:cubicBezTo>
                  <a:lnTo>
                    <a:pt x="1" y="87809"/>
                  </a:lnTo>
                  <a:cubicBezTo>
                    <a:pt x="989" y="91940"/>
                    <a:pt x="1798" y="97036"/>
                    <a:pt x="2394" y="102584"/>
                  </a:cubicBezTo>
                  <a:cubicBezTo>
                    <a:pt x="2239" y="103727"/>
                    <a:pt x="2072" y="104834"/>
                    <a:pt x="1882" y="105894"/>
                  </a:cubicBezTo>
                  <a:cubicBezTo>
                    <a:pt x="2156" y="105870"/>
                    <a:pt x="2429" y="105846"/>
                    <a:pt x="2715" y="105811"/>
                  </a:cubicBezTo>
                  <a:cubicBezTo>
                    <a:pt x="2834" y="107228"/>
                    <a:pt x="2953" y="108668"/>
                    <a:pt x="3049" y="110121"/>
                  </a:cubicBezTo>
                  <a:cubicBezTo>
                    <a:pt x="7347" y="111323"/>
                    <a:pt x="13014" y="111740"/>
                    <a:pt x="4489" y="112871"/>
                  </a:cubicBezTo>
                  <a:cubicBezTo>
                    <a:pt x="4501" y="112919"/>
                    <a:pt x="4513" y="112954"/>
                    <a:pt x="4525" y="113002"/>
                  </a:cubicBezTo>
                  <a:cubicBezTo>
                    <a:pt x="4668" y="113109"/>
                    <a:pt x="4799" y="113205"/>
                    <a:pt x="4930" y="113312"/>
                  </a:cubicBezTo>
                  <a:cubicBezTo>
                    <a:pt x="5096" y="113347"/>
                    <a:pt x="5358" y="113288"/>
                    <a:pt x="5442" y="113466"/>
                  </a:cubicBezTo>
                  <a:cubicBezTo>
                    <a:pt x="7966" y="114038"/>
                    <a:pt x="3965" y="114478"/>
                    <a:pt x="3299" y="114598"/>
                  </a:cubicBezTo>
                  <a:cubicBezTo>
                    <a:pt x="3822" y="126123"/>
                    <a:pt x="4668" y="127147"/>
                    <a:pt x="3120" y="135886"/>
                  </a:cubicBezTo>
                  <a:cubicBezTo>
                    <a:pt x="4608" y="136338"/>
                    <a:pt x="14133" y="147209"/>
                    <a:pt x="14133" y="147209"/>
                  </a:cubicBezTo>
                  <a:cubicBezTo>
                    <a:pt x="14133" y="147209"/>
                    <a:pt x="16765" y="146220"/>
                    <a:pt x="20479" y="146137"/>
                  </a:cubicBezTo>
                  <a:cubicBezTo>
                    <a:pt x="20503" y="146054"/>
                    <a:pt x="20539" y="145959"/>
                    <a:pt x="20563" y="145875"/>
                  </a:cubicBezTo>
                  <a:lnTo>
                    <a:pt x="20563" y="145875"/>
                  </a:lnTo>
                  <a:cubicBezTo>
                    <a:pt x="20491" y="146340"/>
                    <a:pt x="23242" y="146363"/>
                    <a:pt x="23158" y="146816"/>
                  </a:cubicBezTo>
                  <a:cubicBezTo>
                    <a:pt x="29516" y="146220"/>
                    <a:pt x="36481" y="145875"/>
                    <a:pt x="44589" y="145697"/>
                  </a:cubicBezTo>
                  <a:cubicBezTo>
                    <a:pt x="44613" y="145625"/>
                    <a:pt x="44637" y="145554"/>
                    <a:pt x="44661" y="145494"/>
                  </a:cubicBezTo>
                  <a:cubicBezTo>
                    <a:pt x="45090" y="145494"/>
                    <a:pt x="45530" y="145494"/>
                    <a:pt x="45959" y="145482"/>
                  </a:cubicBezTo>
                  <a:cubicBezTo>
                    <a:pt x="45959" y="145542"/>
                    <a:pt x="45959" y="145601"/>
                    <a:pt x="45959" y="145661"/>
                  </a:cubicBezTo>
                  <a:cubicBezTo>
                    <a:pt x="46173" y="145661"/>
                    <a:pt x="46387" y="145661"/>
                    <a:pt x="46602" y="145649"/>
                  </a:cubicBezTo>
                  <a:cubicBezTo>
                    <a:pt x="46637" y="145601"/>
                    <a:pt x="46661" y="145542"/>
                    <a:pt x="46685" y="145482"/>
                  </a:cubicBezTo>
                  <a:cubicBezTo>
                    <a:pt x="47197" y="145482"/>
                    <a:pt x="47709" y="145482"/>
                    <a:pt x="48221" y="145494"/>
                  </a:cubicBezTo>
                  <a:cubicBezTo>
                    <a:pt x="48221" y="145530"/>
                    <a:pt x="48221" y="145578"/>
                    <a:pt x="48221" y="145625"/>
                  </a:cubicBezTo>
                  <a:cubicBezTo>
                    <a:pt x="50912" y="145578"/>
                    <a:pt x="53900" y="145542"/>
                    <a:pt x="57031" y="145518"/>
                  </a:cubicBezTo>
                  <a:cubicBezTo>
                    <a:pt x="59651" y="145542"/>
                    <a:pt x="62151" y="145566"/>
                    <a:pt x="64461" y="145601"/>
                  </a:cubicBezTo>
                  <a:cubicBezTo>
                    <a:pt x="64461" y="145566"/>
                    <a:pt x="64461" y="145530"/>
                    <a:pt x="64461" y="145494"/>
                  </a:cubicBezTo>
                  <a:cubicBezTo>
                    <a:pt x="65592" y="145488"/>
                    <a:pt x="66726" y="145485"/>
                    <a:pt x="67860" y="145485"/>
                  </a:cubicBezTo>
                  <a:cubicBezTo>
                    <a:pt x="68994" y="145485"/>
                    <a:pt x="70128" y="145488"/>
                    <a:pt x="71259" y="145494"/>
                  </a:cubicBezTo>
                  <a:cubicBezTo>
                    <a:pt x="71402" y="145578"/>
                    <a:pt x="71545" y="145661"/>
                    <a:pt x="71700" y="145744"/>
                  </a:cubicBezTo>
                  <a:cubicBezTo>
                    <a:pt x="78891" y="145947"/>
                    <a:pt x="85190" y="146268"/>
                    <a:pt x="90976" y="146816"/>
                  </a:cubicBezTo>
                  <a:cubicBezTo>
                    <a:pt x="90845" y="146054"/>
                    <a:pt x="90714" y="145256"/>
                    <a:pt x="90595" y="144435"/>
                  </a:cubicBezTo>
                  <a:lnTo>
                    <a:pt x="90595" y="144435"/>
                  </a:lnTo>
                  <a:cubicBezTo>
                    <a:pt x="91429" y="144792"/>
                    <a:pt x="92191" y="145304"/>
                    <a:pt x="92976" y="145744"/>
                  </a:cubicBezTo>
                  <a:cubicBezTo>
                    <a:pt x="96596" y="145851"/>
                    <a:pt x="99989" y="145982"/>
                    <a:pt x="103204" y="146161"/>
                  </a:cubicBezTo>
                  <a:cubicBezTo>
                    <a:pt x="103156" y="146375"/>
                    <a:pt x="103121" y="146601"/>
                    <a:pt x="103085" y="146828"/>
                  </a:cubicBezTo>
                  <a:cubicBezTo>
                    <a:pt x="104573" y="146685"/>
                    <a:pt x="106109" y="146554"/>
                    <a:pt x="107669" y="146447"/>
                  </a:cubicBezTo>
                  <a:cubicBezTo>
                    <a:pt x="109240" y="146554"/>
                    <a:pt x="110764" y="146685"/>
                    <a:pt x="112265" y="146828"/>
                  </a:cubicBezTo>
                  <a:cubicBezTo>
                    <a:pt x="112217" y="146601"/>
                    <a:pt x="112181" y="146375"/>
                    <a:pt x="112146" y="146161"/>
                  </a:cubicBezTo>
                  <a:cubicBezTo>
                    <a:pt x="115979" y="145947"/>
                    <a:pt x="120075" y="145792"/>
                    <a:pt x="124504" y="145697"/>
                  </a:cubicBezTo>
                  <a:cubicBezTo>
                    <a:pt x="125022" y="144156"/>
                    <a:pt x="125413" y="143165"/>
                    <a:pt x="125645" y="143165"/>
                  </a:cubicBezTo>
                  <a:cubicBezTo>
                    <a:pt x="125846" y="143165"/>
                    <a:pt x="125929" y="143902"/>
                    <a:pt x="125873" y="145661"/>
                  </a:cubicBezTo>
                  <a:cubicBezTo>
                    <a:pt x="126100" y="145661"/>
                    <a:pt x="126302" y="145661"/>
                    <a:pt x="126528" y="145649"/>
                  </a:cubicBezTo>
                  <a:cubicBezTo>
                    <a:pt x="127181" y="144357"/>
                    <a:pt x="127670" y="143321"/>
                    <a:pt x="127939" y="143321"/>
                  </a:cubicBezTo>
                  <a:cubicBezTo>
                    <a:pt x="128150" y="143321"/>
                    <a:pt x="128225" y="143963"/>
                    <a:pt x="128136" y="145625"/>
                  </a:cubicBezTo>
                  <a:cubicBezTo>
                    <a:pt x="130541" y="145589"/>
                    <a:pt x="133184" y="145554"/>
                    <a:pt x="135946" y="145530"/>
                  </a:cubicBezTo>
                  <a:cubicBezTo>
                    <a:pt x="138720" y="145554"/>
                    <a:pt x="141352" y="145589"/>
                    <a:pt x="143757" y="145625"/>
                  </a:cubicBezTo>
                  <a:cubicBezTo>
                    <a:pt x="143667" y="143963"/>
                    <a:pt x="143745" y="143321"/>
                    <a:pt x="143959" y="143321"/>
                  </a:cubicBezTo>
                  <a:cubicBezTo>
                    <a:pt x="144230" y="143321"/>
                    <a:pt x="144723" y="144357"/>
                    <a:pt x="145376" y="145649"/>
                  </a:cubicBezTo>
                  <a:cubicBezTo>
                    <a:pt x="145590" y="145661"/>
                    <a:pt x="145804" y="145661"/>
                    <a:pt x="146019" y="145661"/>
                  </a:cubicBezTo>
                  <a:cubicBezTo>
                    <a:pt x="145964" y="143902"/>
                    <a:pt x="146046" y="143165"/>
                    <a:pt x="146247" y="143165"/>
                  </a:cubicBezTo>
                  <a:cubicBezTo>
                    <a:pt x="146479" y="143165"/>
                    <a:pt x="146870" y="144156"/>
                    <a:pt x="147388" y="145697"/>
                  </a:cubicBezTo>
                  <a:cubicBezTo>
                    <a:pt x="151817" y="145792"/>
                    <a:pt x="155913" y="145947"/>
                    <a:pt x="159759" y="146161"/>
                  </a:cubicBezTo>
                  <a:cubicBezTo>
                    <a:pt x="159711" y="146375"/>
                    <a:pt x="159675" y="146601"/>
                    <a:pt x="159640" y="146828"/>
                  </a:cubicBezTo>
                  <a:cubicBezTo>
                    <a:pt x="161128" y="146685"/>
                    <a:pt x="162664" y="146554"/>
                    <a:pt x="164223" y="146447"/>
                  </a:cubicBezTo>
                  <a:cubicBezTo>
                    <a:pt x="165795" y="146554"/>
                    <a:pt x="167319" y="146685"/>
                    <a:pt x="168819" y="146828"/>
                  </a:cubicBezTo>
                  <a:cubicBezTo>
                    <a:pt x="168772" y="146601"/>
                    <a:pt x="168736" y="146375"/>
                    <a:pt x="168700" y="146161"/>
                  </a:cubicBezTo>
                  <a:cubicBezTo>
                    <a:pt x="171915" y="145982"/>
                    <a:pt x="175296" y="145851"/>
                    <a:pt x="178916" y="145744"/>
                  </a:cubicBezTo>
                  <a:cubicBezTo>
                    <a:pt x="179702" y="145304"/>
                    <a:pt x="180464" y="144792"/>
                    <a:pt x="181309" y="144435"/>
                  </a:cubicBezTo>
                  <a:lnTo>
                    <a:pt x="181309" y="144435"/>
                  </a:lnTo>
                  <a:cubicBezTo>
                    <a:pt x="181190" y="145256"/>
                    <a:pt x="181059" y="146054"/>
                    <a:pt x="180916" y="146816"/>
                  </a:cubicBezTo>
                  <a:cubicBezTo>
                    <a:pt x="186714" y="146268"/>
                    <a:pt x="193001" y="145947"/>
                    <a:pt x="200204" y="145744"/>
                  </a:cubicBezTo>
                  <a:cubicBezTo>
                    <a:pt x="200347" y="145661"/>
                    <a:pt x="200490" y="145578"/>
                    <a:pt x="200645" y="145494"/>
                  </a:cubicBezTo>
                  <a:cubicBezTo>
                    <a:pt x="201770" y="145488"/>
                    <a:pt x="202904" y="145485"/>
                    <a:pt x="204039" y="145485"/>
                  </a:cubicBezTo>
                  <a:cubicBezTo>
                    <a:pt x="205175" y="145485"/>
                    <a:pt x="206312" y="145488"/>
                    <a:pt x="207443" y="145494"/>
                  </a:cubicBezTo>
                  <a:cubicBezTo>
                    <a:pt x="207443" y="145530"/>
                    <a:pt x="207443" y="145566"/>
                    <a:pt x="207431" y="145601"/>
                  </a:cubicBezTo>
                  <a:cubicBezTo>
                    <a:pt x="209741" y="145566"/>
                    <a:pt x="212253" y="145542"/>
                    <a:pt x="214873" y="145518"/>
                  </a:cubicBezTo>
                  <a:cubicBezTo>
                    <a:pt x="218004" y="145542"/>
                    <a:pt x="220981" y="145578"/>
                    <a:pt x="223683" y="145625"/>
                  </a:cubicBezTo>
                  <a:cubicBezTo>
                    <a:pt x="223671" y="145578"/>
                    <a:pt x="223671" y="145530"/>
                    <a:pt x="223671" y="145494"/>
                  </a:cubicBezTo>
                  <a:cubicBezTo>
                    <a:pt x="224183" y="145494"/>
                    <a:pt x="224695" y="145482"/>
                    <a:pt x="225207" y="145482"/>
                  </a:cubicBezTo>
                  <a:cubicBezTo>
                    <a:pt x="225243" y="145542"/>
                    <a:pt x="225267" y="145601"/>
                    <a:pt x="225291" y="145649"/>
                  </a:cubicBezTo>
                  <a:cubicBezTo>
                    <a:pt x="225517" y="145661"/>
                    <a:pt x="225731" y="145661"/>
                    <a:pt x="225945" y="145661"/>
                  </a:cubicBezTo>
                  <a:cubicBezTo>
                    <a:pt x="225945" y="145601"/>
                    <a:pt x="225934" y="145542"/>
                    <a:pt x="225934" y="145482"/>
                  </a:cubicBezTo>
                  <a:cubicBezTo>
                    <a:pt x="226374" y="145482"/>
                    <a:pt x="226803" y="145482"/>
                    <a:pt x="227243" y="145494"/>
                  </a:cubicBezTo>
                  <a:cubicBezTo>
                    <a:pt x="227267" y="145554"/>
                    <a:pt x="227291" y="145625"/>
                    <a:pt x="227315" y="145697"/>
                  </a:cubicBezTo>
                  <a:cubicBezTo>
                    <a:pt x="235411" y="145875"/>
                    <a:pt x="242376" y="146220"/>
                    <a:pt x="248734" y="146816"/>
                  </a:cubicBezTo>
                  <a:cubicBezTo>
                    <a:pt x="248651" y="146363"/>
                    <a:pt x="248579" y="145899"/>
                    <a:pt x="248508" y="145423"/>
                  </a:cubicBezTo>
                  <a:lnTo>
                    <a:pt x="248508" y="145423"/>
                  </a:lnTo>
                  <a:cubicBezTo>
                    <a:pt x="248532" y="145506"/>
                    <a:pt x="248567" y="145601"/>
                    <a:pt x="248591" y="145697"/>
                  </a:cubicBezTo>
                  <a:cubicBezTo>
                    <a:pt x="256699" y="145875"/>
                    <a:pt x="263664" y="146220"/>
                    <a:pt x="270022" y="146816"/>
                  </a:cubicBezTo>
                  <a:cubicBezTo>
                    <a:pt x="268463" y="138065"/>
                    <a:pt x="268082" y="126123"/>
                    <a:pt x="268606" y="114598"/>
                  </a:cubicBezTo>
                  <a:cubicBezTo>
                    <a:pt x="267939" y="114478"/>
                    <a:pt x="263926" y="114038"/>
                    <a:pt x="266462" y="113466"/>
                  </a:cubicBezTo>
                  <a:cubicBezTo>
                    <a:pt x="266546" y="113288"/>
                    <a:pt x="266808" y="113347"/>
                    <a:pt x="266974" y="113312"/>
                  </a:cubicBezTo>
                  <a:cubicBezTo>
                    <a:pt x="267105" y="113205"/>
                    <a:pt x="267236" y="113109"/>
                    <a:pt x="267367" y="113002"/>
                  </a:cubicBezTo>
                  <a:cubicBezTo>
                    <a:pt x="267391" y="112954"/>
                    <a:pt x="267403" y="112919"/>
                    <a:pt x="267415" y="112871"/>
                  </a:cubicBezTo>
                  <a:cubicBezTo>
                    <a:pt x="258878" y="111740"/>
                    <a:pt x="264557" y="111323"/>
                    <a:pt x="268856" y="110121"/>
                  </a:cubicBezTo>
                  <a:cubicBezTo>
                    <a:pt x="268951" y="108668"/>
                    <a:pt x="269070" y="107228"/>
                    <a:pt x="269189" y="105811"/>
                  </a:cubicBezTo>
                  <a:cubicBezTo>
                    <a:pt x="269463" y="105846"/>
                    <a:pt x="269749" y="105870"/>
                    <a:pt x="270022" y="105894"/>
                  </a:cubicBezTo>
                  <a:cubicBezTo>
                    <a:pt x="269832" y="104834"/>
                    <a:pt x="269653" y="103727"/>
                    <a:pt x="269510" y="102584"/>
                  </a:cubicBezTo>
                  <a:cubicBezTo>
                    <a:pt x="270094" y="97036"/>
                    <a:pt x="270903" y="91940"/>
                    <a:pt x="271904" y="87809"/>
                  </a:cubicBezTo>
                  <a:lnTo>
                    <a:pt x="271904" y="87809"/>
                  </a:lnTo>
                  <a:cubicBezTo>
                    <a:pt x="270725" y="87928"/>
                    <a:pt x="269570" y="88047"/>
                    <a:pt x="268451" y="88154"/>
                  </a:cubicBezTo>
                  <a:cubicBezTo>
                    <a:pt x="268320" y="83427"/>
                    <a:pt x="268379" y="78510"/>
                    <a:pt x="268606" y="73664"/>
                  </a:cubicBezTo>
                  <a:cubicBezTo>
                    <a:pt x="267939" y="73557"/>
                    <a:pt x="263926" y="73104"/>
                    <a:pt x="266462" y="72545"/>
                  </a:cubicBezTo>
                  <a:cubicBezTo>
                    <a:pt x="266546" y="72366"/>
                    <a:pt x="266808" y="72426"/>
                    <a:pt x="266974" y="72390"/>
                  </a:cubicBezTo>
                  <a:cubicBezTo>
                    <a:pt x="267105" y="72283"/>
                    <a:pt x="267236" y="72176"/>
                    <a:pt x="267367" y="72069"/>
                  </a:cubicBezTo>
                  <a:cubicBezTo>
                    <a:pt x="267391" y="72033"/>
                    <a:pt x="267403" y="71985"/>
                    <a:pt x="267415" y="71949"/>
                  </a:cubicBezTo>
                  <a:cubicBezTo>
                    <a:pt x="258878" y="70818"/>
                    <a:pt x="264557" y="70402"/>
                    <a:pt x="268856" y="69199"/>
                  </a:cubicBezTo>
                  <a:cubicBezTo>
                    <a:pt x="269415" y="60770"/>
                    <a:pt x="270463" y="52840"/>
                    <a:pt x="271904" y="46875"/>
                  </a:cubicBezTo>
                  <a:lnTo>
                    <a:pt x="271904" y="46875"/>
                  </a:lnTo>
                  <a:cubicBezTo>
                    <a:pt x="270606" y="47006"/>
                    <a:pt x="269344" y="47137"/>
                    <a:pt x="268105" y="47256"/>
                  </a:cubicBezTo>
                  <a:cubicBezTo>
                    <a:pt x="267713" y="40803"/>
                    <a:pt x="267689" y="33719"/>
                    <a:pt x="268010" y="26789"/>
                  </a:cubicBezTo>
                  <a:cubicBezTo>
                    <a:pt x="267343" y="26670"/>
                    <a:pt x="263331" y="26230"/>
                    <a:pt x="265867" y="25658"/>
                  </a:cubicBezTo>
                  <a:cubicBezTo>
                    <a:pt x="265950" y="25479"/>
                    <a:pt x="266212" y="25539"/>
                    <a:pt x="266379" y="25503"/>
                  </a:cubicBezTo>
                  <a:cubicBezTo>
                    <a:pt x="266510" y="25396"/>
                    <a:pt x="266641" y="25301"/>
                    <a:pt x="266772" y="25194"/>
                  </a:cubicBezTo>
                  <a:cubicBezTo>
                    <a:pt x="266796" y="25146"/>
                    <a:pt x="266808" y="25110"/>
                    <a:pt x="266820" y="25063"/>
                  </a:cubicBezTo>
                  <a:cubicBezTo>
                    <a:pt x="258283" y="23932"/>
                    <a:pt x="263962" y="23515"/>
                    <a:pt x="268260" y="22312"/>
                  </a:cubicBezTo>
                  <a:cubicBezTo>
                    <a:pt x="268415" y="19919"/>
                    <a:pt x="268856" y="15300"/>
                    <a:pt x="268856" y="15300"/>
                  </a:cubicBezTo>
                  <a:lnTo>
                    <a:pt x="254901" y="1453"/>
                  </a:lnTo>
                  <a:cubicBezTo>
                    <a:pt x="254901" y="1453"/>
                    <a:pt x="251413" y="1679"/>
                    <a:pt x="249615" y="1774"/>
                  </a:cubicBezTo>
                  <a:cubicBezTo>
                    <a:pt x="249746" y="1167"/>
                    <a:pt x="249889" y="572"/>
                    <a:pt x="250020" y="0"/>
                  </a:cubicBezTo>
                  <a:lnTo>
                    <a:pt x="250020" y="0"/>
                  </a:lnTo>
                  <a:cubicBezTo>
                    <a:pt x="240828" y="929"/>
                    <a:pt x="233577" y="1572"/>
                    <a:pt x="225017" y="1929"/>
                  </a:cubicBezTo>
                  <a:cubicBezTo>
                    <a:pt x="224814" y="2179"/>
                    <a:pt x="224600" y="2441"/>
                    <a:pt x="224386" y="2715"/>
                  </a:cubicBezTo>
                  <a:cubicBezTo>
                    <a:pt x="223731" y="2953"/>
                    <a:pt x="223112" y="3274"/>
                    <a:pt x="222647" y="3751"/>
                  </a:cubicBezTo>
                  <a:cubicBezTo>
                    <a:pt x="222755" y="3346"/>
                    <a:pt x="222945" y="2774"/>
                    <a:pt x="223219" y="2000"/>
                  </a:cubicBezTo>
                  <a:cubicBezTo>
                    <a:pt x="223094" y="1992"/>
                    <a:pt x="222968" y="1988"/>
                    <a:pt x="222843" y="1988"/>
                  </a:cubicBezTo>
                  <a:cubicBezTo>
                    <a:pt x="221740" y="1988"/>
                    <a:pt x="220632" y="2285"/>
                    <a:pt x="219537" y="2285"/>
                  </a:cubicBezTo>
                  <a:cubicBezTo>
                    <a:pt x="219371" y="2285"/>
                    <a:pt x="219205" y="2278"/>
                    <a:pt x="219040" y="2262"/>
                  </a:cubicBezTo>
                  <a:cubicBezTo>
                    <a:pt x="218567" y="2506"/>
                    <a:pt x="218202" y="2952"/>
                    <a:pt x="217926" y="2952"/>
                  </a:cubicBezTo>
                  <a:cubicBezTo>
                    <a:pt x="217744" y="2952"/>
                    <a:pt x="217601" y="2757"/>
                    <a:pt x="217492" y="2179"/>
                  </a:cubicBezTo>
                  <a:cubicBezTo>
                    <a:pt x="216420" y="2203"/>
                    <a:pt x="215337" y="2227"/>
                    <a:pt x="214218" y="2239"/>
                  </a:cubicBezTo>
                  <a:cubicBezTo>
                    <a:pt x="210515" y="2179"/>
                    <a:pt x="207169" y="2084"/>
                    <a:pt x="204002" y="1965"/>
                  </a:cubicBezTo>
                  <a:cubicBezTo>
                    <a:pt x="203967" y="2131"/>
                    <a:pt x="203943" y="2298"/>
                    <a:pt x="203919" y="2453"/>
                  </a:cubicBezTo>
                  <a:cubicBezTo>
                    <a:pt x="203550" y="2560"/>
                    <a:pt x="203181" y="2679"/>
                    <a:pt x="202824" y="2822"/>
                  </a:cubicBezTo>
                  <a:cubicBezTo>
                    <a:pt x="202776" y="2548"/>
                    <a:pt x="202728" y="2239"/>
                    <a:pt x="202681" y="1905"/>
                  </a:cubicBezTo>
                  <a:cubicBezTo>
                    <a:pt x="194453" y="1524"/>
                    <a:pt x="187357" y="905"/>
                    <a:pt x="178440" y="0"/>
                  </a:cubicBezTo>
                  <a:lnTo>
                    <a:pt x="178440" y="0"/>
                  </a:lnTo>
                  <a:cubicBezTo>
                    <a:pt x="178582" y="572"/>
                    <a:pt x="178713" y="1167"/>
                    <a:pt x="178844" y="1774"/>
                  </a:cubicBezTo>
                  <a:cubicBezTo>
                    <a:pt x="175773" y="1607"/>
                    <a:pt x="172832" y="1417"/>
                    <a:pt x="169831" y="1179"/>
                  </a:cubicBezTo>
                  <a:cubicBezTo>
                    <a:pt x="169927" y="774"/>
                    <a:pt x="170010" y="381"/>
                    <a:pt x="170105" y="0"/>
                  </a:cubicBezTo>
                  <a:lnTo>
                    <a:pt x="170105" y="0"/>
                  </a:lnTo>
                  <a:cubicBezTo>
                    <a:pt x="167843" y="226"/>
                    <a:pt x="165700" y="441"/>
                    <a:pt x="163628" y="631"/>
                  </a:cubicBezTo>
                  <a:cubicBezTo>
                    <a:pt x="161556" y="441"/>
                    <a:pt x="159413" y="226"/>
                    <a:pt x="157163" y="0"/>
                  </a:cubicBezTo>
                  <a:lnTo>
                    <a:pt x="157163" y="0"/>
                  </a:lnTo>
                  <a:cubicBezTo>
                    <a:pt x="157246" y="381"/>
                    <a:pt x="157342" y="774"/>
                    <a:pt x="157425" y="1179"/>
                  </a:cubicBezTo>
                  <a:cubicBezTo>
                    <a:pt x="153377" y="1500"/>
                    <a:pt x="149400" y="1750"/>
                    <a:pt x="145102" y="1929"/>
                  </a:cubicBezTo>
                  <a:cubicBezTo>
                    <a:pt x="144154" y="3043"/>
                    <a:pt x="143049" y="4616"/>
                    <a:pt x="142712" y="4616"/>
                  </a:cubicBezTo>
                  <a:cubicBezTo>
                    <a:pt x="142491" y="4616"/>
                    <a:pt x="142601" y="3936"/>
                    <a:pt x="143304" y="2000"/>
                  </a:cubicBezTo>
                  <a:cubicBezTo>
                    <a:pt x="143179" y="1992"/>
                    <a:pt x="143053" y="1988"/>
                    <a:pt x="142928" y="1988"/>
                  </a:cubicBezTo>
                  <a:cubicBezTo>
                    <a:pt x="141825" y="1988"/>
                    <a:pt x="140718" y="2285"/>
                    <a:pt x="139622" y="2285"/>
                  </a:cubicBezTo>
                  <a:cubicBezTo>
                    <a:pt x="139456" y="2285"/>
                    <a:pt x="139290" y="2278"/>
                    <a:pt x="139125" y="2262"/>
                  </a:cubicBezTo>
                  <a:cubicBezTo>
                    <a:pt x="138780" y="2441"/>
                    <a:pt x="138494" y="2715"/>
                    <a:pt x="138256" y="2858"/>
                  </a:cubicBezTo>
                  <a:lnTo>
                    <a:pt x="138256" y="2250"/>
                  </a:lnTo>
                  <a:cubicBezTo>
                    <a:pt x="138030" y="2250"/>
                    <a:pt x="137803" y="2239"/>
                    <a:pt x="137589" y="2239"/>
                  </a:cubicBezTo>
                  <a:cubicBezTo>
                    <a:pt x="137577" y="2215"/>
                    <a:pt x="137577" y="2203"/>
                    <a:pt x="137565" y="2179"/>
                  </a:cubicBezTo>
                  <a:cubicBezTo>
                    <a:pt x="137041" y="2191"/>
                    <a:pt x="136494" y="2203"/>
                    <a:pt x="135946" y="2215"/>
                  </a:cubicBezTo>
                  <a:cubicBezTo>
                    <a:pt x="135410" y="2203"/>
                    <a:pt x="134863" y="2191"/>
                    <a:pt x="134327" y="2179"/>
                  </a:cubicBezTo>
                  <a:cubicBezTo>
                    <a:pt x="134327" y="2203"/>
                    <a:pt x="134327" y="2215"/>
                    <a:pt x="134315" y="2239"/>
                  </a:cubicBezTo>
                  <a:cubicBezTo>
                    <a:pt x="134089" y="2239"/>
                    <a:pt x="133874" y="2250"/>
                    <a:pt x="133648" y="2250"/>
                  </a:cubicBezTo>
                  <a:lnTo>
                    <a:pt x="133648" y="2858"/>
                  </a:lnTo>
                  <a:cubicBezTo>
                    <a:pt x="133410" y="2715"/>
                    <a:pt x="133124" y="2441"/>
                    <a:pt x="132779" y="2262"/>
                  </a:cubicBezTo>
                  <a:cubicBezTo>
                    <a:pt x="132604" y="2280"/>
                    <a:pt x="132429" y="2288"/>
                    <a:pt x="132254" y="2288"/>
                  </a:cubicBezTo>
                  <a:cubicBezTo>
                    <a:pt x="131165" y="2288"/>
                    <a:pt x="130064" y="1988"/>
                    <a:pt x="128968" y="1988"/>
                  </a:cubicBezTo>
                  <a:cubicBezTo>
                    <a:pt x="128845" y="1988"/>
                    <a:pt x="128723" y="1992"/>
                    <a:pt x="128600" y="2000"/>
                  </a:cubicBezTo>
                  <a:cubicBezTo>
                    <a:pt x="129303" y="3936"/>
                    <a:pt x="129413" y="4616"/>
                    <a:pt x="129192" y="4616"/>
                  </a:cubicBezTo>
                  <a:cubicBezTo>
                    <a:pt x="128855" y="4616"/>
                    <a:pt x="127750" y="3043"/>
                    <a:pt x="126802" y="1929"/>
                  </a:cubicBezTo>
                  <a:cubicBezTo>
                    <a:pt x="122492" y="1750"/>
                    <a:pt x="118527" y="1500"/>
                    <a:pt x="114467" y="1179"/>
                  </a:cubicBezTo>
                  <a:cubicBezTo>
                    <a:pt x="114562" y="774"/>
                    <a:pt x="114646" y="381"/>
                    <a:pt x="114741" y="0"/>
                  </a:cubicBezTo>
                  <a:lnTo>
                    <a:pt x="114741" y="0"/>
                  </a:lnTo>
                  <a:cubicBezTo>
                    <a:pt x="112491" y="226"/>
                    <a:pt x="110348" y="441"/>
                    <a:pt x="108276" y="631"/>
                  </a:cubicBezTo>
                  <a:cubicBezTo>
                    <a:pt x="106192" y="441"/>
                    <a:pt x="104061" y="226"/>
                    <a:pt x="101799" y="0"/>
                  </a:cubicBezTo>
                  <a:lnTo>
                    <a:pt x="101799" y="0"/>
                  </a:lnTo>
                  <a:cubicBezTo>
                    <a:pt x="101894" y="381"/>
                    <a:pt x="101978" y="774"/>
                    <a:pt x="102073" y="1179"/>
                  </a:cubicBezTo>
                  <a:cubicBezTo>
                    <a:pt x="99072" y="1417"/>
                    <a:pt x="96132" y="1607"/>
                    <a:pt x="93060" y="1774"/>
                  </a:cubicBezTo>
                  <a:cubicBezTo>
                    <a:pt x="93191" y="1167"/>
                    <a:pt x="93322" y="572"/>
                    <a:pt x="93465" y="0"/>
                  </a:cubicBezTo>
                  <a:lnTo>
                    <a:pt x="93465" y="0"/>
                  </a:lnTo>
                  <a:cubicBezTo>
                    <a:pt x="84535" y="905"/>
                    <a:pt x="77439" y="1524"/>
                    <a:pt x="69212" y="1905"/>
                  </a:cubicBezTo>
                  <a:cubicBezTo>
                    <a:pt x="69164" y="2239"/>
                    <a:pt x="69116" y="2548"/>
                    <a:pt x="69081" y="2822"/>
                  </a:cubicBezTo>
                  <a:cubicBezTo>
                    <a:pt x="68723" y="2667"/>
                    <a:pt x="68342" y="2548"/>
                    <a:pt x="67973" y="2453"/>
                  </a:cubicBezTo>
                  <a:cubicBezTo>
                    <a:pt x="67950" y="2298"/>
                    <a:pt x="67926" y="2131"/>
                    <a:pt x="67902" y="1953"/>
                  </a:cubicBezTo>
                  <a:cubicBezTo>
                    <a:pt x="64735" y="2084"/>
                    <a:pt x="61377" y="2179"/>
                    <a:pt x="57686" y="2239"/>
                  </a:cubicBezTo>
                  <a:cubicBezTo>
                    <a:pt x="56567" y="2227"/>
                    <a:pt x="55472" y="2203"/>
                    <a:pt x="54412" y="2179"/>
                  </a:cubicBezTo>
                  <a:cubicBezTo>
                    <a:pt x="54303" y="2757"/>
                    <a:pt x="54160" y="2952"/>
                    <a:pt x="53977" y="2952"/>
                  </a:cubicBezTo>
                  <a:cubicBezTo>
                    <a:pt x="53701" y="2952"/>
                    <a:pt x="53333" y="2506"/>
                    <a:pt x="52852" y="2262"/>
                  </a:cubicBezTo>
                  <a:cubicBezTo>
                    <a:pt x="52687" y="2278"/>
                    <a:pt x="52522" y="2285"/>
                    <a:pt x="52356" y="2285"/>
                  </a:cubicBezTo>
                  <a:cubicBezTo>
                    <a:pt x="51262" y="2285"/>
                    <a:pt x="50161" y="1988"/>
                    <a:pt x="49052" y="1988"/>
                  </a:cubicBezTo>
                  <a:cubicBezTo>
                    <a:pt x="48926" y="1988"/>
                    <a:pt x="48800" y="1992"/>
                    <a:pt x="48673" y="2000"/>
                  </a:cubicBezTo>
                  <a:cubicBezTo>
                    <a:pt x="48959" y="2774"/>
                    <a:pt x="49138" y="3346"/>
                    <a:pt x="49257" y="3751"/>
                  </a:cubicBezTo>
                  <a:cubicBezTo>
                    <a:pt x="48792" y="3274"/>
                    <a:pt x="48173" y="2953"/>
                    <a:pt x="47518" y="2703"/>
                  </a:cubicBezTo>
                  <a:cubicBezTo>
                    <a:pt x="47304" y="2441"/>
                    <a:pt x="47090" y="2179"/>
                    <a:pt x="46875" y="1929"/>
                  </a:cubicBezTo>
                  <a:cubicBezTo>
                    <a:pt x="38315" y="1572"/>
                    <a:pt x="31064" y="929"/>
                    <a:pt x="21872" y="0"/>
                  </a:cubicBezTo>
                  <a:lnTo>
                    <a:pt x="21872" y="0"/>
                  </a:lnTo>
                  <a:cubicBezTo>
                    <a:pt x="22015" y="572"/>
                    <a:pt x="22146" y="1167"/>
                    <a:pt x="22277" y="1774"/>
                  </a:cubicBezTo>
                  <a:cubicBezTo>
                    <a:pt x="15098" y="1393"/>
                    <a:pt x="8573" y="810"/>
                    <a:pt x="5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52"/>
            <p:cNvSpPr/>
            <p:nvPr/>
          </p:nvSpPr>
          <p:spPr>
            <a:xfrm>
              <a:off x="283950" y="193150"/>
              <a:ext cx="8615526" cy="4752359"/>
            </a:xfrm>
            <a:custGeom>
              <a:rect b="b" l="l" r="r" t="t"/>
              <a:pathLst>
                <a:path extrusionOk="0" h="146757" w="269046">
                  <a:moveTo>
                    <a:pt x="21241" y="131"/>
                  </a:moveTo>
                  <a:cubicBezTo>
                    <a:pt x="20884" y="346"/>
                    <a:pt x="20527" y="572"/>
                    <a:pt x="20170" y="798"/>
                  </a:cubicBezTo>
                  <a:cubicBezTo>
                    <a:pt x="20217" y="953"/>
                    <a:pt x="20253" y="1120"/>
                    <a:pt x="20289" y="1286"/>
                  </a:cubicBezTo>
                  <a:cubicBezTo>
                    <a:pt x="20860" y="929"/>
                    <a:pt x="21432" y="560"/>
                    <a:pt x="22015" y="203"/>
                  </a:cubicBezTo>
                  <a:cubicBezTo>
                    <a:pt x="21753" y="179"/>
                    <a:pt x="21503" y="155"/>
                    <a:pt x="21241" y="131"/>
                  </a:cubicBezTo>
                  <a:close/>
                  <a:moveTo>
                    <a:pt x="18777" y="1691"/>
                  </a:moveTo>
                  <a:cubicBezTo>
                    <a:pt x="18515" y="1858"/>
                    <a:pt x="18265" y="2012"/>
                    <a:pt x="18015" y="2179"/>
                  </a:cubicBezTo>
                  <a:cubicBezTo>
                    <a:pt x="11788" y="6263"/>
                    <a:pt x="6156" y="10644"/>
                    <a:pt x="1155" y="15252"/>
                  </a:cubicBezTo>
                  <a:cubicBezTo>
                    <a:pt x="1179" y="15455"/>
                    <a:pt x="1203" y="15657"/>
                    <a:pt x="1215" y="15848"/>
                  </a:cubicBezTo>
                  <a:cubicBezTo>
                    <a:pt x="6263" y="11156"/>
                    <a:pt x="11966" y="6727"/>
                    <a:pt x="18277" y="2584"/>
                  </a:cubicBezTo>
                  <a:cubicBezTo>
                    <a:pt x="18705" y="2298"/>
                    <a:pt x="19146" y="2012"/>
                    <a:pt x="19574" y="1739"/>
                  </a:cubicBezTo>
                  <a:cubicBezTo>
                    <a:pt x="19312" y="1727"/>
                    <a:pt x="19039" y="1703"/>
                    <a:pt x="18777" y="1691"/>
                  </a:cubicBezTo>
                  <a:close/>
                  <a:moveTo>
                    <a:pt x="257199" y="5608"/>
                  </a:moveTo>
                  <a:cubicBezTo>
                    <a:pt x="259819" y="11180"/>
                    <a:pt x="262128" y="16943"/>
                    <a:pt x="264105" y="22884"/>
                  </a:cubicBezTo>
                  <a:cubicBezTo>
                    <a:pt x="264307" y="22836"/>
                    <a:pt x="264522" y="22789"/>
                    <a:pt x="264736" y="22741"/>
                  </a:cubicBezTo>
                  <a:cubicBezTo>
                    <a:pt x="262950" y="17360"/>
                    <a:pt x="260890" y="12085"/>
                    <a:pt x="258557" y="6942"/>
                  </a:cubicBezTo>
                  <a:lnTo>
                    <a:pt x="257199" y="5608"/>
                  </a:lnTo>
                  <a:close/>
                  <a:moveTo>
                    <a:pt x="234685" y="1239"/>
                  </a:moveTo>
                  <a:cubicBezTo>
                    <a:pt x="234423" y="1262"/>
                    <a:pt x="234149" y="1286"/>
                    <a:pt x="233887" y="1298"/>
                  </a:cubicBezTo>
                  <a:cubicBezTo>
                    <a:pt x="234554" y="1727"/>
                    <a:pt x="235220" y="2143"/>
                    <a:pt x="235875" y="2584"/>
                  </a:cubicBezTo>
                  <a:cubicBezTo>
                    <a:pt x="245662" y="9001"/>
                    <a:pt x="253961" y="16145"/>
                    <a:pt x="260676" y="23813"/>
                  </a:cubicBezTo>
                  <a:cubicBezTo>
                    <a:pt x="260783" y="23741"/>
                    <a:pt x="260938" y="23682"/>
                    <a:pt x="261140" y="23610"/>
                  </a:cubicBezTo>
                  <a:cubicBezTo>
                    <a:pt x="254377" y="15871"/>
                    <a:pt x="246007" y="8656"/>
                    <a:pt x="236137" y="2179"/>
                  </a:cubicBezTo>
                  <a:cubicBezTo>
                    <a:pt x="235649" y="1870"/>
                    <a:pt x="235173" y="1548"/>
                    <a:pt x="234685" y="1239"/>
                  </a:cubicBezTo>
                  <a:close/>
                  <a:moveTo>
                    <a:pt x="264807" y="25051"/>
                  </a:moveTo>
                  <a:lnTo>
                    <a:pt x="264867" y="25218"/>
                  </a:lnTo>
                  <a:cubicBezTo>
                    <a:pt x="264879" y="25218"/>
                    <a:pt x="264879" y="25206"/>
                    <a:pt x="264891" y="25194"/>
                  </a:cubicBezTo>
                  <a:cubicBezTo>
                    <a:pt x="264914" y="25158"/>
                    <a:pt x="264926" y="25111"/>
                    <a:pt x="264938" y="25075"/>
                  </a:cubicBezTo>
                  <a:cubicBezTo>
                    <a:pt x="264891" y="25063"/>
                    <a:pt x="264855" y="25063"/>
                    <a:pt x="264807" y="25051"/>
                  </a:cubicBezTo>
                  <a:close/>
                  <a:moveTo>
                    <a:pt x="265319" y="26670"/>
                  </a:moveTo>
                  <a:lnTo>
                    <a:pt x="265319" y="26670"/>
                  </a:lnTo>
                  <a:cubicBezTo>
                    <a:pt x="265557" y="27480"/>
                    <a:pt x="265807" y="28290"/>
                    <a:pt x="266034" y="29099"/>
                  </a:cubicBezTo>
                  <a:cubicBezTo>
                    <a:pt x="266057" y="28444"/>
                    <a:pt x="266081" y="27789"/>
                    <a:pt x="266117" y="27135"/>
                  </a:cubicBezTo>
                  <a:cubicBezTo>
                    <a:pt x="266081" y="27016"/>
                    <a:pt x="266046" y="26896"/>
                    <a:pt x="266010" y="26777"/>
                  </a:cubicBezTo>
                  <a:cubicBezTo>
                    <a:pt x="265843" y="26754"/>
                    <a:pt x="265593" y="26718"/>
                    <a:pt x="265319" y="26670"/>
                  </a:cubicBezTo>
                  <a:close/>
                  <a:moveTo>
                    <a:pt x="261188" y="24408"/>
                  </a:moveTo>
                  <a:lnTo>
                    <a:pt x="261188" y="24408"/>
                  </a:lnTo>
                  <a:cubicBezTo>
                    <a:pt x="262902" y="26396"/>
                    <a:pt x="264498" y="28409"/>
                    <a:pt x="265998" y="30456"/>
                  </a:cubicBezTo>
                  <a:cubicBezTo>
                    <a:pt x="265998" y="30195"/>
                    <a:pt x="266010" y="29944"/>
                    <a:pt x="266022" y="29683"/>
                  </a:cubicBezTo>
                  <a:cubicBezTo>
                    <a:pt x="265153" y="28516"/>
                    <a:pt x="264260" y="27361"/>
                    <a:pt x="263331" y="26218"/>
                  </a:cubicBezTo>
                  <a:cubicBezTo>
                    <a:pt x="263200" y="26158"/>
                    <a:pt x="263140" y="26087"/>
                    <a:pt x="263164" y="26015"/>
                  </a:cubicBezTo>
                  <a:cubicBezTo>
                    <a:pt x="262771" y="25539"/>
                    <a:pt x="262378" y="25075"/>
                    <a:pt x="261986" y="24599"/>
                  </a:cubicBezTo>
                  <a:cubicBezTo>
                    <a:pt x="261664" y="24539"/>
                    <a:pt x="261402" y="24468"/>
                    <a:pt x="261188" y="24408"/>
                  </a:cubicBezTo>
                  <a:close/>
                  <a:moveTo>
                    <a:pt x="127076" y="17431"/>
                  </a:moveTo>
                  <a:cubicBezTo>
                    <a:pt x="133339" y="17431"/>
                    <a:pt x="139506" y="17574"/>
                    <a:pt x="145578" y="17848"/>
                  </a:cubicBezTo>
                  <a:cubicBezTo>
                    <a:pt x="146150" y="29278"/>
                    <a:pt x="146554" y="41363"/>
                    <a:pt x="146769" y="53924"/>
                  </a:cubicBezTo>
                  <a:cubicBezTo>
                    <a:pt x="140292" y="53816"/>
                    <a:pt x="133720" y="53769"/>
                    <a:pt x="127076" y="53769"/>
                  </a:cubicBezTo>
                  <a:cubicBezTo>
                    <a:pt x="120432" y="53769"/>
                    <a:pt x="113860" y="53816"/>
                    <a:pt x="107371" y="53924"/>
                  </a:cubicBezTo>
                  <a:cubicBezTo>
                    <a:pt x="107585" y="41363"/>
                    <a:pt x="107990" y="29278"/>
                    <a:pt x="108562" y="17848"/>
                  </a:cubicBezTo>
                  <a:cubicBezTo>
                    <a:pt x="114634" y="17574"/>
                    <a:pt x="120813" y="17431"/>
                    <a:pt x="127076" y="17431"/>
                  </a:cubicBezTo>
                  <a:close/>
                  <a:moveTo>
                    <a:pt x="108359" y="17848"/>
                  </a:moveTo>
                  <a:cubicBezTo>
                    <a:pt x="107776" y="29385"/>
                    <a:pt x="107371" y="41482"/>
                    <a:pt x="107169" y="53924"/>
                  </a:cubicBezTo>
                  <a:cubicBezTo>
                    <a:pt x="94727" y="54138"/>
                    <a:pt x="82630" y="54531"/>
                    <a:pt x="71093" y="55114"/>
                  </a:cubicBezTo>
                  <a:cubicBezTo>
                    <a:pt x="71617" y="43244"/>
                    <a:pt x="72640" y="31766"/>
                    <a:pt x="74117" y="20872"/>
                  </a:cubicBezTo>
                  <a:cubicBezTo>
                    <a:pt x="85011" y="19407"/>
                    <a:pt x="96477" y="18384"/>
                    <a:pt x="108359" y="17848"/>
                  </a:cubicBezTo>
                  <a:close/>
                  <a:moveTo>
                    <a:pt x="145792" y="17860"/>
                  </a:moveTo>
                  <a:lnTo>
                    <a:pt x="145792" y="17860"/>
                  </a:lnTo>
                  <a:cubicBezTo>
                    <a:pt x="157675" y="18384"/>
                    <a:pt x="169141" y="19407"/>
                    <a:pt x="180035" y="20884"/>
                  </a:cubicBezTo>
                  <a:cubicBezTo>
                    <a:pt x="181499" y="31766"/>
                    <a:pt x="182523" y="43244"/>
                    <a:pt x="183059" y="55114"/>
                  </a:cubicBezTo>
                  <a:cubicBezTo>
                    <a:pt x="171522" y="54531"/>
                    <a:pt x="159425" y="54138"/>
                    <a:pt x="146983" y="53924"/>
                  </a:cubicBezTo>
                  <a:cubicBezTo>
                    <a:pt x="146781" y="41482"/>
                    <a:pt x="146376" y="29385"/>
                    <a:pt x="145792" y="17860"/>
                  </a:cubicBezTo>
                  <a:close/>
                  <a:moveTo>
                    <a:pt x="73724" y="20931"/>
                  </a:moveTo>
                  <a:lnTo>
                    <a:pt x="73724" y="20931"/>
                  </a:lnTo>
                  <a:cubicBezTo>
                    <a:pt x="72259" y="31909"/>
                    <a:pt x="71247" y="43375"/>
                    <a:pt x="70724" y="55138"/>
                  </a:cubicBezTo>
                  <a:cubicBezTo>
                    <a:pt x="54805" y="55948"/>
                    <a:pt x="39958" y="57103"/>
                    <a:pt x="26742" y="58579"/>
                  </a:cubicBezTo>
                  <a:cubicBezTo>
                    <a:pt x="27373" y="48816"/>
                    <a:pt x="28599" y="39255"/>
                    <a:pt x="30397" y="29992"/>
                  </a:cubicBezTo>
                  <a:cubicBezTo>
                    <a:pt x="43292" y="26158"/>
                    <a:pt x="57901" y="23086"/>
                    <a:pt x="73724" y="20931"/>
                  </a:cubicBezTo>
                  <a:close/>
                  <a:moveTo>
                    <a:pt x="180416" y="20931"/>
                  </a:moveTo>
                  <a:lnTo>
                    <a:pt x="180416" y="20931"/>
                  </a:lnTo>
                  <a:cubicBezTo>
                    <a:pt x="196251" y="23086"/>
                    <a:pt x="210860" y="26170"/>
                    <a:pt x="223755" y="29992"/>
                  </a:cubicBezTo>
                  <a:cubicBezTo>
                    <a:pt x="225552" y="39255"/>
                    <a:pt x="226779" y="48816"/>
                    <a:pt x="227410" y="58579"/>
                  </a:cubicBezTo>
                  <a:cubicBezTo>
                    <a:pt x="214194" y="57103"/>
                    <a:pt x="199335" y="55948"/>
                    <a:pt x="183416" y="55138"/>
                  </a:cubicBezTo>
                  <a:cubicBezTo>
                    <a:pt x="182904" y="43375"/>
                    <a:pt x="181892" y="31909"/>
                    <a:pt x="180416" y="20931"/>
                  </a:cubicBezTo>
                  <a:close/>
                  <a:moveTo>
                    <a:pt x="70724" y="55352"/>
                  </a:moveTo>
                  <a:cubicBezTo>
                    <a:pt x="70450" y="61436"/>
                    <a:pt x="70319" y="67616"/>
                    <a:pt x="70319" y="73843"/>
                  </a:cubicBezTo>
                  <a:cubicBezTo>
                    <a:pt x="70319" y="80070"/>
                    <a:pt x="70450" y="86237"/>
                    <a:pt x="70724" y="92321"/>
                  </a:cubicBezTo>
                  <a:cubicBezTo>
                    <a:pt x="54543" y="91500"/>
                    <a:pt x="39696" y="90333"/>
                    <a:pt x="26730" y="88892"/>
                  </a:cubicBezTo>
                  <a:cubicBezTo>
                    <a:pt x="26420" y="83915"/>
                    <a:pt x="26254" y="78891"/>
                    <a:pt x="26254" y="73843"/>
                  </a:cubicBezTo>
                  <a:cubicBezTo>
                    <a:pt x="26254" y="68783"/>
                    <a:pt x="26420" y="63758"/>
                    <a:pt x="26730" y="58781"/>
                  </a:cubicBezTo>
                  <a:cubicBezTo>
                    <a:pt x="39696" y="57341"/>
                    <a:pt x="54543" y="56174"/>
                    <a:pt x="70724" y="55352"/>
                  </a:cubicBezTo>
                  <a:close/>
                  <a:moveTo>
                    <a:pt x="183428" y="55352"/>
                  </a:moveTo>
                  <a:cubicBezTo>
                    <a:pt x="199609" y="56174"/>
                    <a:pt x="214444" y="57341"/>
                    <a:pt x="227410" y="58781"/>
                  </a:cubicBezTo>
                  <a:cubicBezTo>
                    <a:pt x="227731" y="63758"/>
                    <a:pt x="227886" y="68783"/>
                    <a:pt x="227886" y="73843"/>
                  </a:cubicBezTo>
                  <a:cubicBezTo>
                    <a:pt x="227886" y="78903"/>
                    <a:pt x="227731" y="83915"/>
                    <a:pt x="227410" y="88892"/>
                  </a:cubicBezTo>
                  <a:cubicBezTo>
                    <a:pt x="214444" y="90333"/>
                    <a:pt x="199609" y="91500"/>
                    <a:pt x="183428" y="92321"/>
                  </a:cubicBezTo>
                  <a:cubicBezTo>
                    <a:pt x="183690" y="86237"/>
                    <a:pt x="183833" y="80070"/>
                    <a:pt x="183833" y="73843"/>
                  </a:cubicBezTo>
                  <a:cubicBezTo>
                    <a:pt x="183833" y="67616"/>
                    <a:pt x="183690" y="61436"/>
                    <a:pt x="183428" y="55352"/>
                  </a:cubicBezTo>
                  <a:close/>
                  <a:moveTo>
                    <a:pt x="107157" y="54138"/>
                  </a:moveTo>
                  <a:cubicBezTo>
                    <a:pt x="107050" y="60627"/>
                    <a:pt x="107002" y="67199"/>
                    <a:pt x="107002" y="73843"/>
                  </a:cubicBezTo>
                  <a:cubicBezTo>
                    <a:pt x="107002" y="80475"/>
                    <a:pt x="107050" y="87047"/>
                    <a:pt x="107157" y="93536"/>
                  </a:cubicBezTo>
                  <a:cubicBezTo>
                    <a:pt x="94596" y="93321"/>
                    <a:pt x="82511" y="92917"/>
                    <a:pt x="71081" y="92345"/>
                  </a:cubicBezTo>
                  <a:cubicBezTo>
                    <a:pt x="70807" y="86273"/>
                    <a:pt x="70676" y="80105"/>
                    <a:pt x="70676" y="73843"/>
                  </a:cubicBezTo>
                  <a:cubicBezTo>
                    <a:pt x="70676" y="67580"/>
                    <a:pt x="70807" y="61401"/>
                    <a:pt x="71081" y="55329"/>
                  </a:cubicBezTo>
                  <a:cubicBezTo>
                    <a:pt x="82511" y="54757"/>
                    <a:pt x="94596" y="54352"/>
                    <a:pt x="107157" y="54138"/>
                  </a:cubicBezTo>
                  <a:close/>
                  <a:moveTo>
                    <a:pt x="146983" y="54138"/>
                  </a:moveTo>
                  <a:cubicBezTo>
                    <a:pt x="159544" y="54352"/>
                    <a:pt x="171641" y="54757"/>
                    <a:pt x="183071" y="55329"/>
                  </a:cubicBezTo>
                  <a:cubicBezTo>
                    <a:pt x="183333" y="61401"/>
                    <a:pt x="183476" y="67568"/>
                    <a:pt x="183476" y="73831"/>
                  </a:cubicBezTo>
                  <a:cubicBezTo>
                    <a:pt x="183476" y="80094"/>
                    <a:pt x="183333" y="86273"/>
                    <a:pt x="183071" y="92345"/>
                  </a:cubicBezTo>
                  <a:cubicBezTo>
                    <a:pt x="171641" y="92917"/>
                    <a:pt x="159544" y="93321"/>
                    <a:pt x="146983" y="93536"/>
                  </a:cubicBezTo>
                  <a:cubicBezTo>
                    <a:pt x="147090" y="87047"/>
                    <a:pt x="147150" y="80475"/>
                    <a:pt x="147150" y="73843"/>
                  </a:cubicBezTo>
                  <a:cubicBezTo>
                    <a:pt x="147150" y="67199"/>
                    <a:pt x="147090" y="60627"/>
                    <a:pt x="146983" y="54138"/>
                  </a:cubicBezTo>
                  <a:close/>
                  <a:moveTo>
                    <a:pt x="127076" y="53971"/>
                  </a:moveTo>
                  <a:cubicBezTo>
                    <a:pt x="133743" y="53971"/>
                    <a:pt x="140327" y="54031"/>
                    <a:pt x="146781" y="54138"/>
                  </a:cubicBezTo>
                  <a:cubicBezTo>
                    <a:pt x="146876" y="60591"/>
                    <a:pt x="146935" y="67163"/>
                    <a:pt x="146935" y="73843"/>
                  </a:cubicBezTo>
                  <a:cubicBezTo>
                    <a:pt x="146935" y="80510"/>
                    <a:pt x="146888" y="87082"/>
                    <a:pt x="146781" y="93536"/>
                  </a:cubicBezTo>
                  <a:cubicBezTo>
                    <a:pt x="140327" y="93643"/>
                    <a:pt x="133743" y="93702"/>
                    <a:pt x="127076" y="93702"/>
                  </a:cubicBezTo>
                  <a:cubicBezTo>
                    <a:pt x="120396" y="93702"/>
                    <a:pt x="113824" y="93643"/>
                    <a:pt x="107371" y="93536"/>
                  </a:cubicBezTo>
                  <a:cubicBezTo>
                    <a:pt x="107264" y="87082"/>
                    <a:pt x="107204" y="80510"/>
                    <a:pt x="107204" y="73843"/>
                  </a:cubicBezTo>
                  <a:cubicBezTo>
                    <a:pt x="107204" y="67163"/>
                    <a:pt x="107264" y="60591"/>
                    <a:pt x="107371" y="54138"/>
                  </a:cubicBezTo>
                  <a:cubicBezTo>
                    <a:pt x="113824" y="54031"/>
                    <a:pt x="120396" y="53971"/>
                    <a:pt x="127076" y="53971"/>
                  </a:cubicBezTo>
                  <a:close/>
                  <a:moveTo>
                    <a:pt x="48" y="105632"/>
                  </a:moveTo>
                  <a:cubicBezTo>
                    <a:pt x="36" y="105716"/>
                    <a:pt x="12" y="105811"/>
                    <a:pt x="0" y="105894"/>
                  </a:cubicBezTo>
                  <a:cubicBezTo>
                    <a:pt x="155" y="105882"/>
                    <a:pt x="310" y="105870"/>
                    <a:pt x="477" y="105859"/>
                  </a:cubicBezTo>
                  <a:cubicBezTo>
                    <a:pt x="334" y="105775"/>
                    <a:pt x="191" y="105704"/>
                    <a:pt x="48" y="105632"/>
                  </a:cubicBezTo>
                  <a:close/>
                  <a:moveTo>
                    <a:pt x="26742" y="89095"/>
                  </a:moveTo>
                  <a:cubicBezTo>
                    <a:pt x="39958" y="90571"/>
                    <a:pt x="54805" y="91726"/>
                    <a:pt x="70724" y="92536"/>
                  </a:cubicBezTo>
                  <a:cubicBezTo>
                    <a:pt x="71247" y="104299"/>
                    <a:pt x="72259" y="115765"/>
                    <a:pt x="73724" y="126742"/>
                  </a:cubicBezTo>
                  <a:cubicBezTo>
                    <a:pt x="57901" y="124587"/>
                    <a:pt x="43292" y="121515"/>
                    <a:pt x="30397" y="117681"/>
                  </a:cubicBezTo>
                  <a:cubicBezTo>
                    <a:pt x="28599" y="108418"/>
                    <a:pt x="27373" y="98858"/>
                    <a:pt x="26742" y="89095"/>
                  </a:cubicBezTo>
                  <a:close/>
                  <a:moveTo>
                    <a:pt x="227410" y="89095"/>
                  </a:moveTo>
                  <a:cubicBezTo>
                    <a:pt x="226779" y="98858"/>
                    <a:pt x="225552" y="108418"/>
                    <a:pt x="223755" y="117681"/>
                  </a:cubicBezTo>
                  <a:cubicBezTo>
                    <a:pt x="210860" y="121515"/>
                    <a:pt x="196251" y="124587"/>
                    <a:pt x="180416" y="126742"/>
                  </a:cubicBezTo>
                  <a:cubicBezTo>
                    <a:pt x="181892" y="115765"/>
                    <a:pt x="182904" y="104299"/>
                    <a:pt x="183416" y="92536"/>
                  </a:cubicBezTo>
                  <a:cubicBezTo>
                    <a:pt x="199347" y="91726"/>
                    <a:pt x="214194" y="90571"/>
                    <a:pt x="227410" y="89095"/>
                  </a:cubicBezTo>
                  <a:close/>
                  <a:moveTo>
                    <a:pt x="71093" y="92559"/>
                  </a:moveTo>
                  <a:lnTo>
                    <a:pt x="71093" y="92559"/>
                  </a:lnTo>
                  <a:cubicBezTo>
                    <a:pt x="82630" y="93143"/>
                    <a:pt x="94715" y="93536"/>
                    <a:pt x="107169" y="93750"/>
                  </a:cubicBezTo>
                  <a:cubicBezTo>
                    <a:pt x="107371" y="106192"/>
                    <a:pt x="107776" y="118289"/>
                    <a:pt x="108347" y="129826"/>
                  </a:cubicBezTo>
                  <a:cubicBezTo>
                    <a:pt x="96477" y="129290"/>
                    <a:pt x="85011" y="128266"/>
                    <a:pt x="74117" y="126790"/>
                  </a:cubicBezTo>
                  <a:cubicBezTo>
                    <a:pt x="72640" y="115907"/>
                    <a:pt x="71617" y="104442"/>
                    <a:pt x="71093" y="92559"/>
                  </a:cubicBezTo>
                  <a:close/>
                  <a:moveTo>
                    <a:pt x="183059" y="92559"/>
                  </a:moveTo>
                  <a:lnTo>
                    <a:pt x="183059" y="92559"/>
                  </a:lnTo>
                  <a:cubicBezTo>
                    <a:pt x="182523" y="104442"/>
                    <a:pt x="181499" y="115907"/>
                    <a:pt x="180035" y="126802"/>
                  </a:cubicBezTo>
                  <a:cubicBezTo>
                    <a:pt x="169141" y="128266"/>
                    <a:pt x="157675" y="129290"/>
                    <a:pt x="145792" y="129826"/>
                  </a:cubicBezTo>
                  <a:cubicBezTo>
                    <a:pt x="146376" y="118289"/>
                    <a:pt x="146769" y="106192"/>
                    <a:pt x="146983" y="93750"/>
                  </a:cubicBezTo>
                  <a:cubicBezTo>
                    <a:pt x="159425" y="93536"/>
                    <a:pt x="171522" y="93143"/>
                    <a:pt x="183059" y="92559"/>
                  </a:cubicBezTo>
                  <a:close/>
                  <a:moveTo>
                    <a:pt x="107371" y="93750"/>
                  </a:moveTo>
                  <a:cubicBezTo>
                    <a:pt x="113860" y="93857"/>
                    <a:pt x="120432" y="93917"/>
                    <a:pt x="127076" y="93917"/>
                  </a:cubicBezTo>
                  <a:cubicBezTo>
                    <a:pt x="133708" y="93917"/>
                    <a:pt x="140292" y="93857"/>
                    <a:pt x="146769" y="93750"/>
                  </a:cubicBezTo>
                  <a:lnTo>
                    <a:pt x="146769" y="93750"/>
                  </a:lnTo>
                  <a:cubicBezTo>
                    <a:pt x="146566" y="106311"/>
                    <a:pt x="146150" y="118396"/>
                    <a:pt x="145578" y="129826"/>
                  </a:cubicBezTo>
                  <a:cubicBezTo>
                    <a:pt x="139506" y="130100"/>
                    <a:pt x="133339" y="130243"/>
                    <a:pt x="127076" y="130243"/>
                  </a:cubicBezTo>
                  <a:cubicBezTo>
                    <a:pt x="120813" y="130243"/>
                    <a:pt x="114634" y="130100"/>
                    <a:pt x="108574" y="129826"/>
                  </a:cubicBezTo>
                  <a:cubicBezTo>
                    <a:pt x="107990" y="118396"/>
                    <a:pt x="107585" y="106311"/>
                    <a:pt x="107371" y="93750"/>
                  </a:cubicBezTo>
                  <a:close/>
                  <a:moveTo>
                    <a:pt x="266653" y="116300"/>
                  </a:moveTo>
                  <a:lnTo>
                    <a:pt x="266653" y="116300"/>
                  </a:lnTo>
                  <a:cubicBezTo>
                    <a:pt x="259152" y="126861"/>
                    <a:pt x="248817" y="136600"/>
                    <a:pt x="235875" y="145101"/>
                  </a:cubicBezTo>
                  <a:cubicBezTo>
                    <a:pt x="235411" y="145399"/>
                    <a:pt x="234946" y="145697"/>
                    <a:pt x="234482" y="145994"/>
                  </a:cubicBezTo>
                  <a:cubicBezTo>
                    <a:pt x="234756" y="146006"/>
                    <a:pt x="235030" y="146018"/>
                    <a:pt x="235304" y="146030"/>
                  </a:cubicBezTo>
                  <a:cubicBezTo>
                    <a:pt x="235577" y="145852"/>
                    <a:pt x="235851" y="145673"/>
                    <a:pt x="236137" y="145494"/>
                  </a:cubicBezTo>
                  <a:cubicBezTo>
                    <a:pt x="248710" y="137243"/>
                    <a:pt x="258854" y="127814"/>
                    <a:pt x="266319" y="117586"/>
                  </a:cubicBezTo>
                  <a:lnTo>
                    <a:pt x="266319" y="117586"/>
                  </a:lnTo>
                  <a:cubicBezTo>
                    <a:pt x="263533" y="127504"/>
                    <a:pt x="259831" y="137005"/>
                    <a:pt x="255306" y="145971"/>
                  </a:cubicBezTo>
                  <a:cubicBezTo>
                    <a:pt x="255544" y="145983"/>
                    <a:pt x="255794" y="145994"/>
                    <a:pt x="256032" y="146006"/>
                  </a:cubicBezTo>
                  <a:cubicBezTo>
                    <a:pt x="260354" y="137374"/>
                    <a:pt x="263879" y="128338"/>
                    <a:pt x="266569" y="118991"/>
                  </a:cubicBezTo>
                  <a:cubicBezTo>
                    <a:pt x="266593" y="118098"/>
                    <a:pt x="266617" y="117193"/>
                    <a:pt x="266653" y="116300"/>
                  </a:cubicBezTo>
                  <a:close/>
                  <a:moveTo>
                    <a:pt x="1798" y="132362"/>
                  </a:moveTo>
                  <a:cubicBezTo>
                    <a:pt x="1774" y="132540"/>
                    <a:pt x="1739" y="132731"/>
                    <a:pt x="1715" y="132933"/>
                  </a:cubicBezTo>
                  <a:cubicBezTo>
                    <a:pt x="6573" y="137362"/>
                    <a:pt x="12014" y="141553"/>
                    <a:pt x="18015" y="145494"/>
                  </a:cubicBezTo>
                  <a:cubicBezTo>
                    <a:pt x="18229" y="145637"/>
                    <a:pt x="18455" y="145780"/>
                    <a:pt x="18669" y="145923"/>
                  </a:cubicBezTo>
                  <a:cubicBezTo>
                    <a:pt x="18681" y="145899"/>
                    <a:pt x="18681" y="145887"/>
                    <a:pt x="18693" y="145875"/>
                  </a:cubicBezTo>
                  <a:lnTo>
                    <a:pt x="18693" y="145875"/>
                  </a:lnTo>
                  <a:cubicBezTo>
                    <a:pt x="18681" y="145899"/>
                    <a:pt x="18693" y="145911"/>
                    <a:pt x="18693" y="145935"/>
                  </a:cubicBezTo>
                  <a:cubicBezTo>
                    <a:pt x="18800" y="146006"/>
                    <a:pt x="18908" y="146066"/>
                    <a:pt x="19015" y="146137"/>
                  </a:cubicBezTo>
                  <a:cubicBezTo>
                    <a:pt x="19348" y="146256"/>
                    <a:pt x="19872" y="146328"/>
                    <a:pt x="20336" y="146423"/>
                  </a:cubicBezTo>
                  <a:cubicBezTo>
                    <a:pt x="19646" y="145983"/>
                    <a:pt x="18955" y="145542"/>
                    <a:pt x="18277" y="145090"/>
                  </a:cubicBezTo>
                  <a:cubicBezTo>
                    <a:pt x="12204" y="141113"/>
                    <a:pt x="6692" y="136850"/>
                    <a:pt x="1798" y="132362"/>
                  </a:cubicBezTo>
                  <a:close/>
                  <a:moveTo>
                    <a:pt x="176558" y="0"/>
                  </a:moveTo>
                  <a:cubicBezTo>
                    <a:pt x="176701" y="572"/>
                    <a:pt x="176832" y="1167"/>
                    <a:pt x="176963" y="1774"/>
                  </a:cubicBezTo>
                  <a:lnTo>
                    <a:pt x="176903" y="1774"/>
                  </a:lnTo>
                  <a:cubicBezTo>
                    <a:pt x="178070" y="7787"/>
                    <a:pt x="179106" y="14038"/>
                    <a:pt x="179975" y="20491"/>
                  </a:cubicBezTo>
                  <a:cubicBezTo>
                    <a:pt x="168998" y="19015"/>
                    <a:pt x="157544" y="18003"/>
                    <a:pt x="145781" y="17491"/>
                  </a:cubicBezTo>
                  <a:cubicBezTo>
                    <a:pt x="145507" y="12157"/>
                    <a:pt x="145197" y="6942"/>
                    <a:pt x="144852" y="1858"/>
                  </a:cubicBezTo>
                  <a:cubicBezTo>
                    <a:pt x="144780" y="1870"/>
                    <a:pt x="144697" y="1870"/>
                    <a:pt x="144626" y="1870"/>
                  </a:cubicBezTo>
                  <a:cubicBezTo>
                    <a:pt x="144971" y="6918"/>
                    <a:pt x="145292" y="12121"/>
                    <a:pt x="145554" y="17479"/>
                  </a:cubicBezTo>
                  <a:cubicBezTo>
                    <a:pt x="139470" y="17217"/>
                    <a:pt x="133303" y="17074"/>
                    <a:pt x="127076" y="17074"/>
                  </a:cubicBezTo>
                  <a:cubicBezTo>
                    <a:pt x="120849" y="17074"/>
                    <a:pt x="114681" y="17217"/>
                    <a:pt x="108585" y="17479"/>
                  </a:cubicBezTo>
                  <a:cubicBezTo>
                    <a:pt x="108895" y="11573"/>
                    <a:pt x="109240" y="5846"/>
                    <a:pt x="109621" y="322"/>
                  </a:cubicBezTo>
                  <a:lnTo>
                    <a:pt x="109621" y="322"/>
                  </a:lnTo>
                  <a:cubicBezTo>
                    <a:pt x="109550" y="334"/>
                    <a:pt x="109478" y="334"/>
                    <a:pt x="109407" y="346"/>
                  </a:cubicBezTo>
                  <a:cubicBezTo>
                    <a:pt x="109014" y="5894"/>
                    <a:pt x="108669" y="11621"/>
                    <a:pt x="108371" y="17491"/>
                  </a:cubicBezTo>
                  <a:cubicBezTo>
                    <a:pt x="96608" y="18003"/>
                    <a:pt x="85142" y="19015"/>
                    <a:pt x="74164" y="20491"/>
                  </a:cubicBezTo>
                  <a:cubicBezTo>
                    <a:pt x="75069" y="13871"/>
                    <a:pt x="76129" y="7454"/>
                    <a:pt x="77343" y="1298"/>
                  </a:cubicBezTo>
                  <a:lnTo>
                    <a:pt x="77343" y="1298"/>
                  </a:lnTo>
                  <a:cubicBezTo>
                    <a:pt x="77212" y="1310"/>
                    <a:pt x="77081" y="1322"/>
                    <a:pt x="76951" y="1334"/>
                  </a:cubicBezTo>
                  <a:cubicBezTo>
                    <a:pt x="75724" y="7537"/>
                    <a:pt x="74665" y="13954"/>
                    <a:pt x="73783" y="20539"/>
                  </a:cubicBezTo>
                  <a:cubicBezTo>
                    <a:pt x="58198" y="22646"/>
                    <a:pt x="43601" y="25682"/>
                    <a:pt x="30480" y="29575"/>
                  </a:cubicBezTo>
                  <a:cubicBezTo>
                    <a:pt x="32374" y="19872"/>
                    <a:pt x="34910" y="10502"/>
                    <a:pt x="38029" y="1560"/>
                  </a:cubicBezTo>
                  <a:cubicBezTo>
                    <a:pt x="37874" y="1548"/>
                    <a:pt x="37708" y="1548"/>
                    <a:pt x="37541" y="1536"/>
                  </a:cubicBezTo>
                  <a:cubicBezTo>
                    <a:pt x="34409" y="10525"/>
                    <a:pt x="31862" y="19955"/>
                    <a:pt x="29968" y="29718"/>
                  </a:cubicBezTo>
                  <a:cubicBezTo>
                    <a:pt x="25849" y="30957"/>
                    <a:pt x="21884" y="32266"/>
                    <a:pt x="18086" y="33659"/>
                  </a:cubicBezTo>
                  <a:cubicBezTo>
                    <a:pt x="12252" y="35802"/>
                    <a:pt x="6942" y="38088"/>
                    <a:pt x="2191" y="40493"/>
                  </a:cubicBezTo>
                  <a:lnTo>
                    <a:pt x="2179" y="40934"/>
                  </a:lnTo>
                  <a:cubicBezTo>
                    <a:pt x="10097" y="36910"/>
                    <a:pt x="19420" y="33278"/>
                    <a:pt x="29885" y="30147"/>
                  </a:cubicBezTo>
                  <a:lnTo>
                    <a:pt x="29885" y="30147"/>
                  </a:lnTo>
                  <a:cubicBezTo>
                    <a:pt x="28111" y="39386"/>
                    <a:pt x="26885" y="48911"/>
                    <a:pt x="26266" y="58627"/>
                  </a:cubicBezTo>
                  <a:cubicBezTo>
                    <a:pt x="23480" y="58948"/>
                    <a:pt x="20765" y="59270"/>
                    <a:pt x="18134" y="59615"/>
                  </a:cubicBezTo>
                  <a:cubicBezTo>
                    <a:pt x="11621" y="60460"/>
                    <a:pt x="5763" y="61365"/>
                    <a:pt x="584" y="62329"/>
                  </a:cubicBezTo>
                  <a:cubicBezTo>
                    <a:pt x="596" y="62389"/>
                    <a:pt x="596" y="62460"/>
                    <a:pt x="608" y="62520"/>
                  </a:cubicBezTo>
                  <a:cubicBezTo>
                    <a:pt x="7942" y="61163"/>
                    <a:pt x="16574" y="59924"/>
                    <a:pt x="26254" y="58841"/>
                  </a:cubicBezTo>
                  <a:lnTo>
                    <a:pt x="26254" y="58841"/>
                  </a:lnTo>
                  <a:cubicBezTo>
                    <a:pt x="25944" y="63794"/>
                    <a:pt x="25777" y="68794"/>
                    <a:pt x="25777" y="73843"/>
                  </a:cubicBezTo>
                  <a:cubicBezTo>
                    <a:pt x="25777" y="78879"/>
                    <a:pt x="25944" y="83880"/>
                    <a:pt x="26254" y="88833"/>
                  </a:cubicBezTo>
                  <a:cubicBezTo>
                    <a:pt x="17014" y="87797"/>
                    <a:pt x="8740" y="86618"/>
                    <a:pt x="1620" y="85332"/>
                  </a:cubicBezTo>
                  <a:cubicBezTo>
                    <a:pt x="1620" y="85404"/>
                    <a:pt x="1620" y="85475"/>
                    <a:pt x="1620" y="85535"/>
                  </a:cubicBezTo>
                  <a:cubicBezTo>
                    <a:pt x="6537" y="86428"/>
                    <a:pt x="12050" y="87273"/>
                    <a:pt x="18134" y="88059"/>
                  </a:cubicBezTo>
                  <a:cubicBezTo>
                    <a:pt x="20765" y="88404"/>
                    <a:pt x="23480" y="88726"/>
                    <a:pt x="26266" y="89047"/>
                  </a:cubicBezTo>
                  <a:cubicBezTo>
                    <a:pt x="26885" y="98762"/>
                    <a:pt x="28099" y="108287"/>
                    <a:pt x="29885" y="117527"/>
                  </a:cubicBezTo>
                  <a:cubicBezTo>
                    <a:pt x="18824" y="114217"/>
                    <a:pt x="9037" y="110359"/>
                    <a:pt x="846" y="106049"/>
                  </a:cubicBezTo>
                  <a:lnTo>
                    <a:pt x="846" y="106049"/>
                  </a:lnTo>
                  <a:cubicBezTo>
                    <a:pt x="858" y="106204"/>
                    <a:pt x="870" y="106359"/>
                    <a:pt x="881" y="106513"/>
                  </a:cubicBezTo>
                  <a:cubicBezTo>
                    <a:pt x="5977" y="109169"/>
                    <a:pt x="11716" y="111669"/>
                    <a:pt x="18086" y="114014"/>
                  </a:cubicBezTo>
                  <a:cubicBezTo>
                    <a:pt x="21884" y="115407"/>
                    <a:pt x="25849" y="116717"/>
                    <a:pt x="29968" y="117955"/>
                  </a:cubicBezTo>
                  <a:cubicBezTo>
                    <a:pt x="31850" y="127611"/>
                    <a:pt x="34350" y="136946"/>
                    <a:pt x="37446" y="145852"/>
                  </a:cubicBezTo>
                  <a:cubicBezTo>
                    <a:pt x="37600" y="145840"/>
                    <a:pt x="37767" y="145840"/>
                    <a:pt x="37934" y="145828"/>
                  </a:cubicBezTo>
                  <a:cubicBezTo>
                    <a:pt x="34862" y="136981"/>
                    <a:pt x="32362" y="127706"/>
                    <a:pt x="30480" y="118098"/>
                  </a:cubicBezTo>
                  <a:lnTo>
                    <a:pt x="30480" y="118098"/>
                  </a:lnTo>
                  <a:cubicBezTo>
                    <a:pt x="43589" y="121992"/>
                    <a:pt x="58198" y="125028"/>
                    <a:pt x="73783" y="127135"/>
                  </a:cubicBezTo>
                  <a:cubicBezTo>
                    <a:pt x="74653" y="133600"/>
                    <a:pt x="75688" y="139910"/>
                    <a:pt x="76879" y="146006"/>
                  </a:cubicBezTo>
                  <a:cubicBezTo>
                    <a:pt x="77010" y="146006"/>
                    <a:pt x="77141" y="146018"/>
                    <a:pt x="77272" y="146018"/>
                  </a:cubicBezTo>
                  <a:cubicBezTo>
                    <a:pt x="76093" y="139970"/>
                    <a:pt x="75046" y="133683"/>
                    <a:pt x="74164" y="127183"/>
                  </a:cubicBezTo>
                  <a:lnTo>
                    <a:pt x="74164" y="127183"/>
                  </a:lnTo>
                  <a:cubicBezTo>
                    <a:pt x="85154" y="128659"/>
                    <a:pt x="96608" y="129659"/>
                    <a:pt x="108371" y="130183"/>
                  </a:cubicBezTo>
                  <a:cubicBezTo>
                    <a:pt x="108657" y="135850"/>
                    <a:pt x="108990" y="141375"/>
                    <a:pt x="109371" y="146733"/>
                  </a:cubicBezTo>
                  <a:cubicBezTo>
                    <a:pt x="109443" y="146745"/>
                    <a:pt x="109514" y="146745"/>
                    <a:pt x="109586" y="146756"/>
                  </a:cubicBezTo>
                  <a:cubicBezTo>
                    <a:pt x="109205" y="141411"/>
                    <a:pt x="108883" y="135886"/>
                    <a:pt x="108585" y="130195"/>
                  </a:cubicBezTo>
                  <a:lnTo>
                    <a:pt x="108585" y="130195"/>
                  </a:lnTo>
                  <a:cubicBezTo>
                    <a:pt x="114681" y="130457"/>
                    <a:pt x="120849" y="130600"/>
                    <a:pt x="127076" y="130600"/>
                  </a:cubicBezTo>
                  <a:cubicBezTo>
                    <a:pt x="133303" y="130600"/>
                    <a:pt x="139470" y="130457"/>
                    <a:pt x="145554" y="130195"/>
                  </a:cubicBezTo>
                  <a:lnTo>
                    <a:pt x="145554" y="130195"/>
                  </a:lnTo>
                  <a:cubicBezTo>
                    <a:pt x="145328" y="134815"/>
                    <a:pt x="145066" y="139327"/>
                    <a:pt x="144769" y="143720"/>
                  </a:cubicBezTo>
                  <a:cubicBezTo>
                    <a:pt x="144828" y="143851"/>
                    <a:pt x="144888" y="143994"/>
                    <a:pt x="144959" y="144161"/>
                  </a:cubicBezTo>
                  <a:cubicBezTo>
                    <a:pt x="145257" y="139613"/>
                    <a:pt x="145531" y="134945"/>
                    <a:pt x="145781" y="130183"/>
                  </a:cubicBezTo>
                  <a:cubicBezTo>
                    <a:pt x="157544" y="129671"/>
                    <a:pt x="168998" y="128659"/>
                    <a:pt x="179975" y="127183"/>
                  </a:cubicBezTo>
                  <a:lnTo>
                    <a:pt x="179975" y="127183"/>
                  </a:lnTo>
                  <a:cubicBezTo>
                    <a:pt x="179106" y="133588"/>
                    <a:pt x="178094" y="139791"/>
                    <a:pt x="176927" y="145756"/>
                  </a:cubicBezTo>
                  <a:lnTo>
                    <a:pt x="177034" y="145756"/>
                  </a:lnTo>
                  <a:cubicBezTo>
                    <a:pt x="177142" y="145697"/>
                    <a:pt x="177249" y="145625"/>
                    <a:pt x="177356" y="145566"/>
                  </a:cubicBezTo>
                  <a:cubicBezTo>
                    <a:pt x="178511" y="139601"/>
                    <a:pt x="179511" y="133445"/>
                    <a:pt x="180368" y="127135"/>
                  </a:cubicBezTo>
                  <a:cubicBezTo>
                    <a:pt x="195953" y="125028"/>
                    <a:pt x="210551" y="121992"/>
                    <a:pt x="223671" y="118098"/>
                  </a:cubicBezTo>
                  <a:lnTo>
                    <a:pt x="223671" y="118098"/>
                  </a:lnTo>
                  <a:cubicBezTo>
                    <a:pt x="221814" y="127599"/>
                    <a:pt x="219337" y="136791"/>
                    <a:pt x="216301" y="145554"/>
                  </a:cubicBezTo>
                  <a:lnTo>
                    <a:pt x="216801" y="145554"/>
                  </a:lnTo>
                  <a:cubicBezTo>
                    <a:pt x="219849" y="136743"/>
                    <a:pt x="222326" y="127504"/>
                    <a:pt x="224183" y="117943"/>
                  </a:cubicBezTo>
                  <a:cubicBezTo>
                    <a:pt x="228291" y="116717"/>
                    <a:pt x="232268" y="115407"/>
                    <a:pt x="236066" y="114002"/>
                  </a:cubicBezTo>
                  <a:cubicBezTo>
                    <a:pt x="249877" y="108930"/>
                    <a:pt x="260747" y="103073"/>
                    <a:pt x="268367" y="96679"/>
                  </a:cubicBezTo>
                  <a:cubicBezTo>
                    <a:pt x="268391" y="96476"/>
                    <a:pt x="268427" y="96286"/>
                    <a:pt x="268451" y="96084"/>
                  </a:cubicBezTo>
                  <a:lnTo>
                    <a:pt x="268451" y="96084"/>
                  </a:lnTo>
                  <a:cubicBezTo>
                    <a:pt x="258592" y="104477"/>
                    <a:pt x="243317" y="111824"/>
                    <a:pt x="224267" y="117527"/>
                  </a:cubicBezTo>
                  <a:cubicBezTo>
                    <a:pt x="226041" y="108287"/>
                    <a:pt x="227267" y="98762"/>
                    <a:pt x="227886" y="89047"/>
                  </a:cubicBezTo>
                  <a:cubicBezTo>
                    <a:pt x="230672" y="88726"/>
                    <a:pt x="233387" y="88404"/>
                    <a:pt x="236018" y="88059"/>
                  </a:cubicBezTo>
                  <a:cubicBezTo>
                    <a:pt x="248770" y="86404"/>
                    <a:pt x="259009" y="84511"/>
                    <a:pt x="266510" y="82451"/>
                  </a:cubicBezTo>
                  <a:cubicBezTo>
                    <a:pt x="266510" y="82379"/>
                    <a:pt x="266510" y="82308"/>
                    <a:pt x="266510" y="82249"/>
                  </a:cubicBezTo>
                  <a:cubicBezTo>
                    <a:pt x="257306" y="84773"/>
                    <a:pt x="244079" y="87023"/>
                    <a:pt x="227898" y="88833"/>
                  </a:cubicBezTo>
                  <a:cubicBezTo>
                    <a:pt x="228208" y="83880"/>
                    <a:pt x="228362" y="78867"/>
                    <a:pt x="228362" y="73831"/>
                  </a:cubicBezTo>
                  <a:cubicBezTo>
                    <a:pt x="228362" y="68794"/>
                    <a:pt x="228208" y="63782"/>
                    <a:pt x="227898" y="58829"/>
                  </a:cubicBezTo>
                  <a:lnTo>
                    <a:pt x="227898" y="58829"/>
                  </a:lnTo>
                  <a:cubicBezTo>
                    <a:pt x="244519" y="60698"/>
                    <a:pt x="258009" y="63008"/>
                    <a:pt x="267248" y="65627"/>
                  </a:cubicBezTo>
                  <a:cubicBezTo>
                    <a:pt x="267248" y="65556"/>
                    <a:pt x="267260" y="65496"/>
                    <a:pt x="267260" y="65425"/>
                  </a:cubicBezTo>
                  <a:cubicBezTo>
                    <a:pt x="259711" y="63282"/>
                    <a:pt x="249210" y="61317"/>
                    <a:pt x="236018" y="59603"/>
                  </a:cubicBezTo>
                  <a:cubicBezTo>
                    <a:pt x="233387" y="59270"/>
                    <a:pt x="230672" y="58936"/>
                    <a:pt x="227886" y="58627"/>
                  </a:cubicBezTo>
                  <a:cubicBezTo>
                    <a:pt x="227267" y="48899"/>
                    <a:pt x="226041" y="39374"/>
                    <a:pt x="224267" y="30135"/>
                  </a:cubicBezTo>
                  <a:lnTo>
                    <a:pt x="224267" y="30135"/>
                  </a:lnTo>
                  <a:cubicBezTo>
                    <a:pt x="243650" y="35945"/>
                    <a:pt x="259116" y="43446"/>
                    <a:pt x="268963" y="52019"/>
                  </a:cubicBezTo>
                  <a:cubicBezTo>
                    <a:pt x="268986" y="51864"/>
                    <a:pt x="269010" y="51709"/>
                    <a:pt x="269046" y="51566"/>
                  </a:cubicBezTo>
                  <a:cubicBezTo>
                    <a:pt x="261390" y="44946"/>
                    <a:pt x="250294" y="38886"/>
                    <a:pt x="236066" y="33659"/>
                  </a:cubicBezTo>
                  <a:cubicBezTo>
                    <a:pt x="232268" y="32266"/>
                    <a:pt x="228291" y="30945"/>
                    <a:pt x="224183" y="29718"/>
                  </a:cubicBezTo>
                  <a:cubicBezTo>
                    <a:pt x="222338" y="20277"/>
                    <a:pt x="219909" y="11133"/>
                    <a:pt x="216908" y="2417"/>
                  </a:cubicBezTo>
                  <a:cubicBezTo>
                    <a:pt x="216766" y="2513"/>
                    <a:pt x="216635" y="2620"/>
                    <a:pt x="216504" y="2715"/>
                  </a:cubicBezTo>
                  <a:cubicBezTo>
                    <a:pt x="219456" y="11299"/>
                    <a:pt x="221850" y="20277"/>
                    <a:pt x="223671" y="29563"/>
                  </a:cubicBezTo>
                  <a:cubicBezTo>
                    <a:pt x="210551" y="25682"/>
                    <a:pt x="195953" y="22646"/>
                    <a:pt x="180368" y="20539"/>
                  </a:cubicBezTo>
                  <a:cubicBezTo>
                    <a:pt x="179416" y="13490"/>
                    <a:pt x="178273" y="6644"/>
                    <a:pt x="176951" y="36"/>
                  </a:cubicBezTo>
                  <a:cubicBezTo>
                    <a:pt x="176820" y="24"/>
                    <a:pt x="176689" y="12"/>
                    <a:pt x="176558" y="0"/>
                  </a:cubicBezTo>
                  <a:close/>
                </a:path>
              </a:pathLst>
            </a:custGeom>
            <a:solidFill>
              <a:srgbClr val="E3C98E">
                <a:alpha val="246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58" name="Google Shape;858;p5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9pPr>
          </a:lstStyle>
          <a:p/>
        </p:txBody>
      </p:sp>
      <p:sp>
        <p:nvSpPr>
          <p:cNvPr id="859" name="Google Shape;859;p52"/>
          <p:cNvSpPr txBox="1"/>
          <p:nvPr>
            <p:ph idx="1" type="body"/>
          </p:nvPr>
        </p:nvSpPr>
        <p:spPr>
          <a:xfrm>
            <a:off x="720000" y="1110976"/>
            <a:ext cx="7704000" cy="36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 sz="1300"/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860" name="Google Shape;860;p52"/>
          <p:cNvGrpSpPr/>
          <p:nvPr/>
        </p:nvGrpSpPr>
        <p:grpSpPr>
          <a:xfrm>
            <a:off x="7830595" y="3841209"/>
            <a:ext cx="1173280" cy="1132954"/>
            <a:chOff x="7830595" y="3841209"/>
            <a:chExt cx="1173280" cy="1132954"/>
          </a:xfrm>
        </p:grpSpPr>
        <p:sp>
          <p:nvSpPr>
            <p:cNvPr id="861" name="Google Shape;861;p52"/>
            <p:cNvSpPr/>
            <p:nvPr/>
          </p:nvSpPr>
          <p:spPr>
            <a:xfrm>
              <a:off x="8000675" y="4907563"/>
              <a:ext cx="1003200" cy="66600"/>
            </a:xfrm>
            <a:prstGeom prst="ellipse">
              <a:avLst/>
            </a:prstGeom>
            <a:solidFill>
              <a:srgbClr val="033342">
                <a:alpha val="208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62" name="Google Shape;862;p52"/>
            <p:cNvGrpSpPr/>
            <p:nvPr/>
          </p:nvGrpSpPr>
          <p:grpSpPr>
            <a:xfrm>
              <a:off x="7830595" y="3841209"/>
              <a:ext cx="1146213" cy="1098808"/>
              <a:chOff x="3309025" y="5456175"/>
              <a:chExt cx="727200" cy="697125"/>
            </a:xfrm>
          </p:grpSpPr>
          <p:sp>
            <p:nvSpPr>
              <p:cNvPr id="863" name="Google Shape;863;p52"/>
              <p:cNvSpPr/>
              <p:nvPr/>
            </p:nvSpPr>
            <p:spPr>
              <a:xfrm>
                <a:off x="3309025" y="5456175"/>
                <a:ext cx="500100" cy="697125"/>
              </a:xfrm>
              <a:custGeom>
                <a:rect b="b" l="l" r="r" t="t"/>
                <a:pathLst>
                  <a:path extrusionOk="0" h="27885" w="20004">
                    <a:moveTo>
                      <a:pt x="13014" y="0"/>
                    </a:moveTo>
                    <a:cubicBezTo>
                      <a:pt x="9002" y="917"/>
                      <a:pt x="5513" y="3072"/>
                      <a:pt x="3192" y="6049"/>
                    </a:cubicBezTo>
                    <a:cubicBezTo>
                      <a:pt x="858" y="9061"/>
                      <a:pt x="1" y="12549"/>
                      <a:pt x="763" y="15883"/>
                    </a:cubicBezTo>
                    <a:cubicBezTo>
                      <a:pt x="1525" y="19217"/>
                      <a:pt x="3811" y="21979"/>
                      <a:pt x="7228" y="23670"/>
                    </a:cubicBezTo>
                    <a:cubicBezTo>
                      <a:pt x="9431" y="24765"/>
                      <a:pt x="11931" y="25325"/>
                      <a:pt x="14526" y="25325"/>
                    </a:cubicBezTo>
                    <a:cubicBezTo>
                      <a:pt x="14919" y="25325"/>
                      <a:pt x="15324" y="25313"/>
                      <a:pt x="15729" y="25289"/>
                    </a:cubicBezTo>
                    <a:lnTo>
                      <a:pt x="15729" y="25289"/>
                    </a:lnTo>
                    <a:lnTo>
                      <a:pt x="15455" y="26765"/>
                    </a:lnTo>
                    <a:lnTo>
                      <a:pt x="12943" y="26837"/>
                    </a:lnTo>
                    <a:lnTo>
                      <a:pt x="13443" y="27885"/>
                    </a:lnTo>
                    <a:lnTo>
                      <a:pt x="19575" y="27885"/>
                    </a:lnTo>
                    <a:lnTo>
                      <a:pt x="20003" y="26634"/>
                    </a:lnTo>
                    <a:lnTo>
                      <a:pt x="16693" y="26730"/>
                    </a:lnTo>
                    <a:lnTo>
                      <a:pt x="16241" y="25241"/>
                    </a:lnTo>
                    <a:cubicBezTo>
                      <a:pt x="17051" y="25170"/>
                      <a:pt x="17884" y="25039"/>
                      <a:pt x="18706" y="24848"/>
                    </a:cubicBezTo>
                    <a:lnTo>
                      <a:pt x="18539" y="24122"/>
                    </a:lnTo>
                    <a:cubicBezTo>
                      <a:pt x="17194" y="24429"/>
                      <a:pt x="15845" y="24582"/>
                      <a:pt x="14520" y="24582"/>
                    </a:cubicBezTo>
                    <a:cubicBezTo>
                      <a:pt x="12046" y="24582"/>
                      <a:pt x="9659" y="24050"/>
                      <a:pt x="7549" y="23003"/>
                    </a:cubicBezTo>
                    <a:cubicBezTo>
                      <a:pt x="4347" y="21408"/>
                      <a:pt x="2192" y="18824"/>
                      <a:pt x="1489" y="15716"/>
                    </a:cubicBezTo>
                    <a:cubicBezTo>
                      <a:pt x="775" y="12609"/>
                      <a:pt x="1584" y="9335"/>
                      <a:pt x="3787" y="6513"/>
                    </a:cubicBezTo>
                    <a:cubicBezTo>
                      <a:pt x="5990" y="3667"/>
                      <a:pt x="9335" y="1607"/>
                      <a:pt x="13181" y="726"/>
                    </a:cubicBezTo>
                    <a:lnTo>
                      <a:pt x="1301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4" name="Google Shape;864;p52"/>
              <p:cNvSpPr/>
              <p:nvPr/>
            </p:nvSpPr>
            <p:spPr>
              <a:xfrm>
                <a:off x="3422150" y="5476625"/>
                <a:ext cx="602775" cy="563975"/>
              </a:xfrm>
              <a:custGeom>
                <a:rect b="b" l="l" r="r" t="t"/>
                <a:pathLst>
                  <a:path extrusionOk="0" h="22559" w="24111">
                    <a:moveTo>
                      <a:pt x="12296" y="0"/>
                    </a:moveTo>
                    <a:cubicBezTo>
                      <a:pt x="11802" y="0"/>
                      <a:pt x="11303" y="25"/>
                      <a:pt x="10799" y="75"/>
                    </a:cubicBezTo>
                    <a:lnTo>
                      <a:pt x="5965" y="3111"/>
                    </a:lnTo>
                    <a:lnTo>
                      <a:pt x="0" y="8469"/>
                    </a:lnTo>
                    <a:lnTo>
                      <a:pt x="310" y="17077"/>
                    </a:lnTo>
                    <a:lnTo>
                      <a:pt x="988" y="18994"/>
                    </a:lnTo>
                    <a:cubicBezTo>
                      <a:pt x="3249" y="21236"/>
                      <a:pt x="6603" y="22558"/>
                      <a:pt x="10264" y="22558"/>
                    </a:cubicBezTo>
                    <a:cubicBezTo>
                      <a:pt x="11405" y="22558"/>
                      <a:pt x="12575" y="22430"/>
                      <a:pt x="13752" y="22161"/>
                    </a:cubicBezTo>
                    <a:cubicBezTo>
                      <a:pt x="13871" y="22125"/>
                      <a:pt x="13990" y="22102"/>
                      <a:pt x="14109" y="22078"/>
                    </a:cubicBezTo>
                    <a:lnTo>
                      <a:pt x="23277" y="15113"/>
                    </a:lnTo>
                    <a:cubicBezTo>
                      <a:pt x="23634" y="14422"/>
                      <a:pt x="23920" y="13696"/>
                      <a:pt x="24110" y="12958"/>
                    </a:cubicBezTo>
                    <a:lnTo>
                      <a:pt x="22182" y="6397"/>
                    </a:lnTo>
                    <a:lnTo>
                      <a:pt x="18372" y="1349"/>
                    </a:lnTo>
                    <a:cubicBezTo>
                      <a:pt x="16564" y="484"/>
                      <a:pt x="14487" y="0"/>
                      <a:pt x="1229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5" name="Google Shape;865;p52"/>
              <p:cNvSpPr/>
              <p:nvPr/>
            </p:nvSpPr>
            <p:spPr>
              <a:xfrm>
                <a:off x="3345650" y="5478200"/>
                <a:ext cx="382200" cy="473300"/>
              </a:xfrm>
              <a:custGeom>
                <a:rect b="b" l="l" r="r" t="t"/>
                <a:pathLst>
                  <a:path extrusionOk="0" h="18932" w="15288">
                    <a:moveTo>
                      <a:pt x="13859" y="0"/>
                    </a:moveTo>
                    <a:cubicBezTo>
                      <a:pt x="13192" y="72"/>
                      <a:pt x="12514" y="179"/>
                      <a:pt x="11835" y="334"/>
                    </a:cubicBezTo>
                    <a:cubicBezTo>
                      <a:pt x="4679" y="1965"/>
                      <a:pt x="0" y="8168"/>
                      <a:pt x="1369" y="14169"/>
                    </a:cubicBezTo>
                    <a:cubicBezTo>
                      <a:pt x="1798" y="16026"/>
                      <a:pt x="2739" y="17633"/>
                      <a:pt x="4048" y="18931"/>
                    </a:cubicBezTo>
                    <a:cubicBezTo>
                      <a:pt x="4072" y="18479"/>
                      <a:pt x="4167" y="18050"/>
                      <a:pt x="4370" y="17764"/>
                    </a:cubicBezTo>
                    <a:cubicBezTo>
                      <a:pt x="4699" y="17335"/>
                      <a:pt x="5132" y="17195"/>
                      <a:pt x="5609" y="17195"/>
                    </a:cubicBezTo>
                    <a:cubicBezTo>
                      <a:pt x="6502" y="17195"/>
                      <a:pt x="7549" y="17685"/>
                      <a:pt x="8356" y="17685"/>
                    </a:cubicBezTo>
                    <a:cubicBezTo>
                      <a:pt x="8397" y="17685"/>
                      <a:pt x="8438" y="17684"/>
                      <a:pt x="8478" y="17681"/>
                    </a:cubicBezTo>
                    <a:cubicBezTo>
                      <a:pt x="10192" y="17550"/>
                      <a:pt x="11168" y="16181"/>
                      <a:pt x="10990" y="14454"/>
                    </a:cubicBezTo>
                    <a:cubicBezTo>
                      <a:pt x="10811" y="13002"/>
                      <a:pt x="8918" y="12871"/>
                      <a:pt x="7811" y="12252"/>
                    </a:cubicBezTo>
                    <a:cubicBezTo>
                      <a:pt x="6668" y="11585"/>
                      <a:pt x="4941" y="10478"/>
                      <a:pt x="4727" y="9073"/>
                    </a:cubicBezTo>
                    <a:cubicBezTo>
                      <a:pt x="4589" y="8284"/>
                      <a:pt x="4869" y="7531"/>
                      <a:pt x="5472" y="7531"/>
                    </a:cubicBezTo>
                    <a:cubicBezTo>
                      <a:pt x="5652" y="7531"/>
                      <a:pt x="5861" y="7598"/>
                      <a:pt x="6096" y="7751"/>
                    </a:cubicBezTo>
                    <a:cubicBezTo>
                      <a:pt x="6437" y="7964"/>
                      <a:pt x="6967" y="8707"/>
                      <a:pt x="7402" y="8707"/>
                    </a:cubicBezTo>
                    <a:cubicBezTo>
                      <a:pt x="7575" y="8707"/>
                      <a:pt x="7733" y="8590"/>
                      <a:pt x="7858" y="8275"/>
                    </a:cubicBezTo>
                    <a:cubicBezTo>
                      <a:pt x="8120" y="7477"/>
                      <a:pt x="7061" y="7168"/>
                      <a:pt x="7239" y="6418"/>
                    </a:cubicBezTo>
                    <a:cubicBezTo>
                      <a:pt x="7372" y="5887"/>
                      <a:pt x="7914" y="5659"/>
                      <a:pt x="8485" y="5659"/>
                    </a:cubicBezTo>
                    <a:cubicBezTo>
                      <a:pt x="9041" y="5659"/>
                      <a:pt x="9624" y="5875"/>
                      <a:pt x="9882" y="6239"/>
                    </a:cubicBezTo>
                    <a:cubicBezTo>
                      <a:pt x="10633" y="7263"/>
                      <a:pt x="9001" y="8680"/>
                      <a:pt x="9621" y="9823"/>
                    </a:cubicBezTo>
                    <a:cubicBezTo>
                      <a:pt x="9916" y="10363"/>
                      <a:pt x="10302" y="10580"/>
                      <a:pt x="10726" y="10580"/>
                    </a:cubicBezTo>
                    <a:cubicBezTo>
                      <a:pt x="12133" y="10580"/>
                      <a:pt x="13961" y="8197"/>
                      <a:pt x="14300" y="7346"/>
                    </a:cubicBezTo>
                    <a:cubicBezTo>
                      <a:pt x="15288" y="4810"/>
                      <a:pt x="14681" y="2381"/>
                      <a:pt x="138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6" name="Google Shape;866;p52"/>
              <p:cNvSpPr/>
              <p:nvPr/>
            </p:nvSpPr>
            <p:spPr>
              <a:xfrm>
                <a:off x="3731325" y="5835000"/>
                <a:ext cx="272750" cy="193575"/>
              </a:xfrm>
              <a:custGeom>
                <a:rect b="b" l="l" r="r" t="t"/>
                <a:pathLst>
                  <a:path extrusionOk="0" h="7743" w="10910">
                    <a:moveTo>
                      <a:pt x="9193" y="0"/>
                    </a:moveTo>
                    <a:cubicBezTo>
                      <a:pt x="6894" y="0"/>
                      <a:pt x="6774" y="3327"/>
                      <a:pt x="4647" y="4016"/>
                    </a:cubicBezTo>
                    <a:cubicBezTo>
                      <a:pt x="4489" y="4066"/>
                      <a:pt x="4294" y="4085"/>
                      <a:pt x="4073" y="4085"/>
                    </a:cubicBezTo>
                    <a:cubicBezTo>
                      <a:pt x="3397" y="4085"/>
                      <a:pt x="2488" y="3907"/>
                      <a:pt x="1729" y="3907"/>
                    </a:cubicBezTo>
                    <a:cubicBezTo>
                      <a:pt x="737" y="3907"/>
                      <a:pt x="1" y="4211"/>
                      <a:pt x="373" y="5612"/>
                    </a:cubicBezTo>
                    <a:cubicBezTo>
                      <a:pt x="623" y="6433"/>
                      <a:pt x="1123" y="7148"/>
                      <a:pt x="1742" y="7743"/>
                    </a:cubicBezTo>
                    <a:cubicBezTo>
                      <a:pt x="5945" y="6671"/>
                      <a:pt x="9255" y="4016"/>
                      <a:pt x="10910" y="778"/>
                    </a:cubicBezTo>
                    <a:cubicBezTo>
                      <a:pt x="10541" y="337"/>
                      <a:pt x="10029" y="39"/>
                      <a:pt x="9326" y="4"/>
                    </a:cubicBezTo>
                    <a:cubicBezTo>
                      <a:pt x="9281" y="1"/>
                      <a:pt x="9237" y="0"/>
                      <a:pt x="919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7" name="Google Shape;867;p52"/>
              <p:cNvSpPr/>
              <p:nvPr/>
            </p:nvSpPr>
            <p:spPr>
              <a:xfrm>
                <a:off x="3754925" y="5510350"/>
                <a:ext cx="281300" cy="294400"/>
              </a:xfrm>
              <a:custGeom>
                <a:rect b="b" l="l" r="r" t="t"/>
                <a:pathLst>
                  <a:path extrusionOk="0" h="11776" w="11252">
                    <a:moveTo>
                      <a:pt x="5061" y="0"/>
                    </a:moveTo>
                    <a:cubicBezTo>
                      <a:pt x="4954" y="442"/>
                      <a:pt x="4667" y="521"/>
                      <a:pt x="4301" y="521"/>
                    </a:cubicBezTo>
                    <a:cubicBezTo>
                      <a:pt x="4097" y="521"/>
                      <a:pt x="3869" y="497"/>
                      <a:pt x="3633" y="497"/>
                    </a:cubicBezTo>
                    <a:cubicBezTo>
                      <a:pt x="3585" y="497"/>
                      <a:pt x="3537" y="498"/>
                      <a:pt x="3489" y="500"/>
                    </a:cubicBezTo>
                    <a:cubicBezTo>
                      <a:pt x="2167" y="595"/>
                      <a:pt x="0" y="1298"/>
                      <a:pt x="846" y="3108"/>
                    </a:cubicBezTo>
                    <a:cubicBezTo>
                      <a:pt x="1024" y="3513"/>
                      <a:pt x="1661" y="4008"/>
                      <a:pt x="2206" y="4008"/>
                    </a:cubicBezTo>
                    <a:cubicBezTo>
                      <a:pt x="2318" y="4008"/>
                      <a:pt x="2425" y="3988"/>
                      <a:pt x="2524" y="3941"/>
                    </a:cubicBezTo>
                    <a:cubicBezTo>
                      <a:pt x="3179" y="3596"/>
                      <a:pt x="2560" y="2881"/>
                      <a:pt x="3179" y="2572"/>
                    </a:cubicBezTo>
                    <a:cubicBezTo>
                      <a:pt x="3316" y="2505"/>
                      <a:pt x="3522" y="2477"/>
                      <a:pt x="3753" y="2477"/>
                    </a:cubicBezTo>
                    <a:cubicBezTo>
                      <a:pt x="4264" y="2477"/>
                      <a:pt x="4897" y="2618"/>
                      <a:pt x="5168" y="2798"/>
                    </a:cubicBezTo>
                    <a:cubicBezTo>
                      <a:pt x="6049" y="3501"/>
                      <a:pt x="5168" y="3941"/>
                      <a:pt x="4501" y="4298"/>
                    </a:cubicBezTo>
                    <a:cubicBezTo>
                      <a:pt x="3001" y="5144"/>
                      <a:pt x="1501" y="5715"/>
                      <a:pt x="2382" y="7692"/>
                    </a:cubicBezTo>
                    <a:cubicBezTo>
                      <a:pt x="2786" y="8680"/>
                      <a:pt x="4651" y="11775"/>
                      <a:pt x="6114" y="11775"/>
                    </a:cubicBezTo>
                    <a:cubicBezTo>
                      <a:pt x="6290" y="11775"/>
                      <a:pt x="6459" y="11731"/>
                      <a:pt x="6620" y="11632"/>
                    </a:cubicBezTo>
                    <a:cubicBezTo>
                      <a:pt x="7422" y="11124"/>
                      <a:pt x="7268" y="8469"/>
                      <a:pt x="8336" y="8469"/>
                    </a:cubicBezTo>
                    <a:cubicBezTo>
                      <a:pt x="8568" y="8469"/>
                      <a:pt x="8858" y="8595"/>
                      <a:pt x="9228" y="8894"/>
                    </a:cubicBezTo>
                    <a:cubicBezTo>
                      <a:pt x="10025" y="9513"/>
                      <a:pt x="9894" y="10347"/>
                      <a:pt x="10371" y="11144"/>
                    </a:cubicBezTo>
                    <a:cubicBezTo>
                      <a:pt x="10502" y="11347"/>
                      <a:pt x="10645" y="11501"/>
                      <a:pt x="10799" y="11609"/>
                    </a:cubicBezTo>
                    <a:cubicBezTo>
                      <a:pt x="11204" y="10108"/>
                      <a:pt x="11252" y="8525"/>
                      <a:pt x="10895" y="6965"/>
                    </a:cubicBezTo>
                    <a:cubicBezTo>
                      <a:pt x="10180" y="3858"/>
                      <a:pt x="7989" y="1417"/>
                      <a:pt x="50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8" name="Google Shape;868;p52"/>
              <p:cNvSpPr/>
              <p:nvPr/>
            </p:nvSpPr>
            <p:spPr>
              <a:xfrm>
                <a:off x="3384925" y="5490400"/>
                <a:ext cx="640600" cy="535500"/>
              </a:xfrm>
              <a:custGeom>
                <a:rect b="b" l="l" r="r" t="t"/>
                <a:pathLst>
                  <a:path extrusionOk="0" h="21420" w="25624">
                    <a:moveTo>
                      <a:pt x="16170" y="1393"/>
                    </a:moveTo>
                    <a:cubicBezTo>
                      <a:pt x="17705" y="1989"/>
                      <a:pt x="19349" y="2846"/>
                      <a:pt x="20658" y="4048"/>
                    </a:cubicBezTo>
                    <a:lnTo>
                      <a:pt x="16717" y="5406"/>
                    </a:lnTo>
                    <a:cubicBezTo>
                      <a:pt x="16551" y="5168"/>
                      <a:pt x="16384" y="4930"/>
                      <a:pt x="16205" y="4703"/>
                    </a:cubicBezTo>
                    <a:cubicBezTo>
                      <a:pt x="15431" y="3691"/>
                      <a:pt x="14574" y="2858"/>
                      <a:pt x="13776" y="2203"/>
                    </a:cubicBezTo>
                    <a:lnTo>
                      <a:pt x="16170" y="1393"/>
                    </a:lnTo>
                    <a:close/>
                    <a:moveTo>
                      <a:pt x="13634" y="2263"/>
                    </a:moveTo>
                    <a:cubicBezTo>
                      <a:pt x="14443" y="2917"/>
                      <a:pt x="15312" y="3751"/>
                      <a:pt x="16110" y="4787"/>
                    </a:cubicBezTo>
                    <a:cubicBezTo>
                      <a:pt x="16265" y="4989"/>
                      <a:pt x="16432" y="5215"/>
                      <a:pt x="16586" y="5442"/>
                    </a:cubicBezTo>
                    <a:lnTo>
                      <a:pt x="12252" y="6942"/>
                    </a:lnTo>
                    <a:lnTo>
                      <a:pt x="10990" y="3156"/>
                    </a:lnTo>
                    <a:lnTo>
                      <a:pt x="13634" y="2263"/>
                    </a:lnTo>
                    <a:close/>
                    <a:moveTo>
                      <a:pt x="10859" y="3191"/>
                    </a:moveTo>
                    <a:lnTo>
                      <a:pt x="12121" y="6989"/>
                    </a:lnTo>
                    <a:lnTo>
                      <a:pt x="7776" y="8478"/>
                    </a:lnTo>
                    <a:cubicBezTo>
                      <a:pt x="7811" y="6846"/>
                      <a:pt x="8073" y="5311"/>
                      <a:pt x="8395" y="4025"/>
                    </a:cubicBezTo>
                    <a:lnTo>
                      <a:pt x="10859" y="3191"/>
                    </a:lnTo>
                    <a:close/>
                    <a:moveTo>
                      <a:pt x="20765" y="4144"/>
                    </a:moveTo>
                    <a:cubicBezTo>
                      <a:pt x="21563" y="4906"/>
                      <a:pt x="22242" y="5811"/>
                      <a:pt x="22670" y="6870"/>
                    </a:cubicBezTo>
                    <a:cubicBezTo>
                      <a:pt x="22742" y="7049"/>
                      <a:pt x="22801" y="7227"/>
                      <a:pt x="22861" y="7418"/>
                    </a:cubicBezTo>
                    <a:lnTo>
                      <a:pt x="18372" y="8835"/>
                    </a:lnTo>
                    <a:cubicBezTo>
                      <a:pt x="18003" y="7668"/>
                      <a:pt x="17479" y="6549"/>
                      <a:pt x="16789" y="5513"/>
                    </a:cubicBezTo>
                    <a:lnTo>
                      <a:pt x="20765" y="4144"/>
                    </a:lnTo>
                    <a:close/>
                    <a:moveTo>
                      <a:pt x="8240" y="4084"/>
                    </a:moveTo>
                    <a:cubicBezTo>
                      <a:pt x="7930" y="5370"/>
                      <a:pt x="7669" y="6894"/>
                      <a:pt x="7645" y="8525"/>
                    </a:cubicBezTo>
                    <a:lnTo>
                      <a:pt x="3358" y="10013"/>
                    </a:lnTo>
                    <a:cubicBezTo>
                      <a:pt x="3763" y="8216"/>
                      <a:pt x="4621" y="6477"/>
                      <a:pt x="5525" y="5001"/>
                    </a:cubicBezTo>
                    <a:lnTo>
                      <a:pt x="8240" y="4084"/>
                    </a:lnTo>
                    <a:close/>
                    <a:moveTo>
                      <a:pt x="16658" y="5561"/>
                    </a:moveTo>
                    <a:cubicBezTo>
                      <a:pt x="17277" y="6489"/>
                      <a:pt x="17836" y="7585"/>
                      <a:pt x="18241" y="8882"/>
                    </a:cubicBezTo>
                    <a:lnTo>
                      <a:pt x="13407" y="10406"/>
                    </a:lnTo>
                    <a:lnTo>
                      <a:pt x="12288" y="7073"/>
                    </a:lnTo>
                    <a:lnTo>
                      <a:pt x="16658" y="5561"/>
                    </a:lnTo>
                    <a:close/>
                    <a:moveTo>
                      <a:pt x="12169" y="7108"/>
                    </a:moveTo>
                    <a:lnTo>
                      <a:pt x="13276" y="10454"/>
                    </a:lnTo>
                    <a:lnTo>
                      <a:pt x="8133" y="12085"/>
                    </a:lnTo>
                    <a:cubicBezTo>
                      <a:pt x="7859" y="10918"/>
                      <a:pt x="7764" y="9752"/>
                      <a:pt x="7776" y="8620"/>
                    </a:cubicBezTo>
                    <a:lnTo>
                      <a:pt x="12169" y="7108"/>
                    </a:lnTo>
                    <a:close/>
                    <a:moveTo>
                      <a:pt x="22897" y="7537"/>
                    </a:moveTo>
                    <a:cubicBezTo>
                      <a:pt x="23170" y="8466"/>
                      <a:pt x="23242" y="9466"/>
                      <a:pt x="23123" y="10525"/>
                    </a:cubicBezTo>
                    <a:lnTo>
                      <a:pt x="18979" y="12121"/>
                    </a:lnTo>
                    <a:cubicBezTo>
                      <a:pt x="18956" y="11692"/>
                      <a:pt x="18908" y="11276"/>
                      <a:pt x="18848" y="10859"/>
                    </a:cubicBezTo>
                    <a:cubicBezTo>
                      <a:pt x="18753" y="10216"/>
                      <a:pt x="18598" y="9585"/>
                      <a:pt x="18420" y="8966"/>
                    </a:cubicBezTo>
                    <a:lnTo>
                      <a:pt x="22897" y="7537"/>
                    </a:lnTo>
                    <a:close/>
                    <a:moveTo>
                      <a:pt x="7645" y="8668"/>
                    </a:moveTo>
                    <a:lnTo>
                      <a:pt x="7645" y="8668"/>
                    </a:lnTo>
                    <a:cubicBezTo>
                      <a:pt x="7633" y="9799"/>
                      <a:pt x="7740" y="10966"/>
                      <a:pt x="8002" y="12121"/>
                    </a:cubicBezTo>
                    <a:lnTo>
                      <a:pt x="3263" y="13621"/>
                    </a:lnTo>
                    <a:cubicBezTo>
                      <a:pt x="3025" y="12490"/>
                      <a:pt x="3085" y="11311"/>
                      <a:pt x="3323" y="10156"/>
                    </a:cubicBezTo>
                    <a:lnTo>
                      <a:pt x="7645" y="8668"/>
                    </a:lnTo>
                    <a:close/>
                    <a:moveTo>
                      <a:pt x="18277" y="9001"/>
                    </a:moveTo>
                    <a:cubicBezTo>
                      <a:pt x="18563" y="9966"/>
                      <a:pt x="18765" y="11014"/>
                      <a:pt x="18837" y="12180"/>
                    </a:cubicBezTo>
                    <a:lnTo>
                      <a:pt x="14538" y="13835"/>
                    </a:lnTo>
                    <a:lnTo>
                      <a:pt x="13443" y="10537"/>
                    </a:lnTo>
                    <a:lnTo>
                      <a:pt x="18277" y="9001"/>
                    </a:lnTo>
                    <a:close/>
                    <a:moveTo>
                      <a:pt x="13324" y="10573"/>
                    </a:moveTo>
                    <a:lnTo>
                      <a:pt x="14419" y="13883"/>
                    </a:lnTo>
                    <a:lnTo>
                      <a:pt x="9633" y="15717"/>
                    </a:lnTo>
                    <a:cubicBezTo>
                      <a:pt x="9228" y="15097"/>
                      <a:pt x="8895" y="14431"/>
                      <a:pt x="8621" y="13728"/>
                    </a:cubicBezTo>
                    <a:cubicBezTo>
                      <a:pt x="8431" y="13228"/>
                      <a:pt x="8276" y="12716"/>
                      <a:pt x="8157" y="12216"/>
                    </a:cubicBezTo>
                    <a:lnTo>
                      <a:pt x="13324" y="10573"/>
                    </a:lnTo>
                    <a:close/>
                    <a:moveTo>
                      <a:pt x="23111" y="10668"/>
                    </a:moveTo>
                    <a:cubicBezTo>
                      <a:pt x="22909" y="12276"/>
                      <a:pt x="22277" y="14026"/>
                      <a:pt x="21206" y="15907"/>
                    </a:cubicBezTo>
                    <a:lnTo>
                      <a:pt x="18622" y="16645"/>
                    </a:lnTo>
                    <a:cubicBezTo>
                      <a:pt x="18944" y="15133"/>
                      <a:pt x="19063" y="13657"/>
                      <a:pt x="18991" y="12264"/>
                    </a:cubicBezTo>
                    <a:lnTo>
                      <a:pt x="23111" y="10668"/>
                    </a:lnTo>
                    <a:close/>
                    <a:moveTo>
                      <a:pt x="8026" y="12252"/>
                    </a:moveTo>
                    <a:cubicBezTo>
                      <a:pt x="8157" y="12764"/>
                      <a:pt x="8311" y="13264"/>
                      <a:pt x="8502" y="13764"/>
                    </a:cubicBezTo>
                    <a:cubicBezTo>
                      <a:pt x="8776" y="14478"/>
                      <a:pt x="9109" y="15145"/>
                      <a:pt x="9502" y="15764"/>
                    </a:cubicBezTo>
                    <a:lnTo>
                      <a:pt x="5442" y="17324"/>
                    </a:lnTo>
                    <a:cubicBezTo>
                      <a:pt x="4501" y="16467"/>
                      <a:pt x="3847" y="15478"/>
                      <a:pt x="3466" y="14359"/>
                    </a:cubicBezTo>
                    <a:cubicBezTo>
                      <a:pt x="3394" y="14157"/>
                      <a:pt x="3347" y="13954"/>
                      <a:pt x="3299" y="13752"/>
                    </a:cubicBezTo>
                    <a:lnTo>
                      <a:pt x="8026" y="12252"/>
                    </a:lnTo>
                    <a:close/>
                    <a:moveTo>
                      <a:pt x="18848" y="12311"/>
                    </a:moveTo>
                    <a:lnTo>
                      <a:pt x="18848" y="12311"/>
                    </a:lnTo>
                    <a:cubicBezTo>
                      <a:pt x="18920" y="13633"/>
                      <a:pt x="18813" y="15097"/>
                      <a:pt x="18479" y="16693"/>
                    </a:cubicBezTo>
                    <a:lnTo>
                      <a:pt x="15753" y="17467"/>
                    </a:lnTo>
                    <a:lnTo>
                      <a:pt x="14586" y="13954"/>
                    </a:lnTo>
                    <a:lnTo>
                      <a:pt x="18848" y="12311"/>
                    </a:lnTo>
                    <a:close/>
                    <a:moveTo>
                      <a:pt x="14467" y="14002"/>
                    </a:moveTo>
                    <a:lnTo>
                      <a:pt x="15634" y="17514"/>
                    </a:lnTo>
                    <a:lnTo>
                      <a:pt x="12110" y="18515"/>
                    </a:lnTo>
                    <a:cubicBezTo>
                      <a:pt x="11145" y="17717"/>
                      <a:pt x="10347" y="16824"/>
                      <a:pt x="9704" y="15836"/>
                    </a:cubicBezTo>
                    <a:lnTo>
                      <a:pt x="14467" y="14002"/>
                    </a:lnTo>
                    <a:close/>
                    <a:moveTo>
                      <a:pt x="9574" y="15883"/>
                    </a:moveTo>
                    <a:cubicBezTo>
                      <a:pt x="10216" y="16871"/>
                      <a:pt x="11002" y="17764"/>
                      <a:pt x="11955" y="18562"/>
                    </a:cubicBezTo>
                    <a:lnTo>
                      <a:pt x="8835" y="19443"/>
                    </a:lnTo>
                    <a:cubicBezTo>
                      <a:pt x="7514" y="18872"/>
                      <a:pt x="6418" y="18205"/>
                      <a:pt x="5561" y="17431"/>
                    </a:cubicBezTo>
                    <a:lnTo>
                      <a:pt x="9574" y="15883"/>
                    </a:lnTo>
                    <a:close/>
                    <a:moveTo>
                      <a:pt x="11419" y="0"/>
                    </a:moveTo>
                    <a:lnTo>
                      <a:pt x="11395" y="131"/>
                    </a:lnTo>
                    <a:cubicBezTo>
                      <a:pt x="11443" y="131"/>
                      <a:pt x="13550" y="405"/>
                      <a:pt x="15979" y="1322"/>
                    </a:cubicBezTo>
                    <a:lnTo>
                      <a:pt x="13657" y="2108"/>
                    </a:lnTo>
                    <a:cubicBezTo>
                      <a:pt x="12050" y="822"/>
                      <a:pt x="10705" y="227"/>
                      <a:pt x="10681" y="227"/>
                    </a:cubicBezTo>
                    <a:lnTo>
                      <a:pt x="10633" y="346"/>
                    </a:lnTo>
                    <a:cubicBezTo>
                      <a:pt x="10645" y="358"/>
                      <a:pt x="11955" y="917"/>
                      <a:pt x="13514" y="2155"/>
                    </a:cubicBezTo>
                    <a:lnTo>
                      <a:pt x="10943" y="3025"/>
                    </a:lnTo>
                    <a:lnTo>
                      <a:pt x="10097" y="489"/>
                    </a:lnTo>
                    <a:lnTo>
                      <a:pt x="9978" y="524"/>
                    </a:lnTo>
                    <a:lnTo>
                      <a:pt x="10824" y="3072"/>
                    </a:lnTo>
                    <a:lnTo>
                      <a:pt x="8431" y="3882"/>
                    </a:lnTo>
                    <a:cubicBezTo>
                      <a:pt x="8942" y="1893"/>
                      <a:pt x="9550" y="560"/>
                      <a:pt x="9574" y="536"/>
                    </a:cubicBezTo>
                    <a:lnTo>
                      <a:pt x="9454" y="477"/>
                    </a:lnTo>
                    <a:cubicBezTo>
                      <a:pt x="9431" y="512"/>
                      <a:pt x="8800" y="1882"/>
                      <a:pt x="8288" y="3929"/>
                    </a:cubicBezTo>
                    <a:lnTo>
                      <a:pt x="5633" y="4822"/>
                    </a:lnTo>
                    <a:cubicBezTo>
                      <a:pt x="7085" y="2501"/>
                      <a:pt x="8645" y="881"/>
                      <a:pt x="8669" y="846"/>
                    </a:cubicBezTo>
                    <a:lnTo>
                      <a:pt x="8573" y="750"/>
                    </a:lnTo>
                    <a:cubicBezTo>
                      <a:pt x="8561" y="762"/>
                      <a:pt x="6918" y="2477"/>
                      <a:pt x="5418" y="4894"/>
                    </a:cubicBezTo>
                    <a:lnTo>
                      <a:pt x="1632" y="6180"/>
                    </a:lnTo>
                    <a:lnTo>
                      <a:pt x="1668" y="6299"/>
                    </a:lnTo>
                    <a:lnTo>
                      <a:pt x="5311" y="5072"/>
                    </a:lnTo>
                    <a:lnTo>
                      <a:pt x="5311" y="5072"/>
                    </a:lnTo>
                    <a:cubicBezTo>
                      <a:pt x="5275" y="5144"/>
                      <a:pt x="5228" y="5203"/>
                      <a:pt x="5192" y="5275"/>
                    </a:cubicBezTo>
                    <a:cubicBezTo>
                      <a:pt x="4406" y="6608"/>
                      <a:pt x="3597" y="8287"/>
                      <a:pt x="3216" y="10061"/>
                    </a:cubicBezTo>
                    <a:lnTo>
                      <a:pt x="1" y="11168"/>
                    </a:lnTo>
                    <a:lnTo>
                      <a:pt x="37" y="11287"/>
                    </a:lnTo>
                    <a:lnTo>
                      <a:pt x="3180" y="10204"/>
                    </a:lnTo>
                    <a:lnTo>
                      <a:pt x="3180" y="10204"/>
                    </a:lnTo>
                    <a:cubicBezTo>
                      <a:pt x="2954" y="11347"/>
                      <a:pt x="2894" y="12526"/>
                      <a:pt x="3144" y="13657"/>
                    </a:cubicBezTo>
                    <a:lnTo>
                      <a:pt x="441" y="14514"/>
                    </a:lnTo>
                    <a:lnTo>
                      <a:pt x="477" y="14645"/>
                    </a:lnTo>
                    <a:lnTo>
                      <a:pt x="3168" y="13788"/>
                    </a:lnTo>
                    <a:cubicBezTo>
                      <a:pt x="3216" y="14002"/>
                      <a:pt x="3275" y="14204"/>
                      <a:pt x="3347" y="14407"/>
                    </a:cubicBezTo>
                    <a:cubicBezTo>
                      <a:pt x="3716" y="15514"/>
                      <a:pt x="4370" y="16502"/>
                      <a:pt x="5311" y="17383"/>
                    </a:cubicBezTo>
                    <a:lnTo>
                      <a:pt x="2823" y="18336"/>
                    </a:lnTo>
                    <a:lnTo>
                      <a:pt x="2870" y="18467"/>
                    </a:lnTo>
                    <a:lnTo>
                      <a:pt x="5418" y="17479"/>
                    </a:lnTo>
                    <a:cubicBezTo>
                      <a:pt x="6275" y="18253"/>
                      <a:pt x="7347" y="18931"/>
                      <a:pt x="8633" y="19503"/>
                    </a:cubicBezTo>
                    <a:lnTo>
                      <a:pt x="5692" y="20348"/>
                    </a:lnTo>
                    <a:lnTo>
                      <a:pt x="5728" y="20479"/>
                    </a:lnTo>
                    <a:lnTo>
                      <a:pt x="8823" y="19586"/>
                    </a:lnTo>
                    <a:cubicBezTo>
                      <a:pt x="10681" y="20396"/>
                      <a:pt x="12955" y="21003"/>
                      <a:pt x="15670" y="21420"/>
                    </a:cubicBezTo>
                    <a:lnTo>
                      <a:pt x="15693" y="21289"/>
                    </a:lnTo>
                    <a:cubicBezTo>
                      <a:pt x="13062" y="20884"/>
                      <a:pt x="10836" y="20300"/>
                      <a:pt x="9026" y="19538"/>
                    </a:cubicBezTo>
                    <a:lnTo>
                      <a:pt x="12074" y="18657"/>
                    </a:lnTo>
                    <a:cubicBezTo>
                      <a:pt x="13205" y="19586"/>
                      <a:pt x="14550" y="20384"/>
                      <a:pt x="16098" y="21027"/>
                    </a:cubicBezTo>
                    <a:lnTo>
                      <a:pt x="16146" y="20908"/>
                    </a:lnTo>
                    <a:cubicBezTo>
                      <a:pt x="14646" y="20277"/>
                      <a:pt x="13336" y="19515"/>
                      <a:pt x="12229" y="18622"/>
                    </a:cubicBezTo>
                    <a:lnTo>
                      <a:pt x="15670" y="17633"/>
                    </a:lnTo>
                    <a:lnTo>
                      <a:pt x="16682" y="20670"/>
                    </a:lnTo>
                    <a:lnTo>
                      <a:pt x="16801" y="20634"/>
                    </a:lnTo>
                    <a:lnTo>
                      <a:pt x="15800" y="17598"/>
                    </a:lnTo>
                    <a:lnTo>
                      <a:pt x="18444" y="16836"/>
                    </a:lnTo>
                    <a:lnTo>
                      <a:pt x="18444" y="16836"/>
                    </a:lnTo>
                    <a:cubicBezTo>
                      <a:pt x="18217" y="17860"/>
                      <a:pt x="17908" y="18943"/>
                      <a:pt x="17479" y="20074"/>
                    </a:cubicBezTo>
                    <a:lnTo>
                      <a:pt x="17598" y="20122"/>
                    </a:lnTo>
                    <a:cubicBezTo>
                      <a:pt x="18027" y="18991"/>
                      <a:pt x="18360" y="17884"/>
                      <a:pt x="18587" y="16800"/>
                    </a:cubicBezTo>
                    <a:lnTo>
                      <a:pt x="21111" y="16074"/>
                    </a:lnTo>
                    <a:lnTo>
                      <a:pt x="21111" y="16074"/>
                    </a:lnTo>
                    <a:cubicBezTo>
                      <a:pt x="20372" y="17348"/>
                      <a:pt x="19444" y="18669"/>
                      <a:pt x="18325" y="20062"/>
                    </a:cubicBezTo>
                    <a:lnTo>
                      <a:pt x="18432" y="20146"/>
                    </a:lnTo>
                    <a:cubicBezTo>
                      <a:pt x="19587" y="18705"/>
                      <a:pt x="20539" y="17336"/>
                      <a:pt x="21289" y="16026"/>
                    </a:cubicBezTo>
                    <a:lnTo>
                      <a:pt x="24528" y="15097"/>
                    </a:lnTo>
                    <a:lnTo>
                      <a:pt x="24492" y="14978"/>
                    </a:lnTo>
                    <a:lnTo>
                      <a:pt x="21385" y="15859"/>
                    </a:lnTo>
                    <a:cubicBezTo>
                      <a:pt x="22444" y="13978"/>
                      <a:pt x="23063" y="12228"/>
                      <a:pt x="23254" y="10621"/>
                    </a:cubicBezTo>
                    <a:lnTo>
                      <a:pt x="25623" y="9704"/>
                    </a:lnTo>
                    <a:lnTo>
                      <a:pt x="25576" y="9585"/>
                    </a:lnTo>
                    <a:lnTo>
                      <a:pt x="23266" y="10478"/>
                    </a:lnTo>
                    <a:cubicBezTo>
                      <a:pt x="23373" y="9418"/>
                      <a:pt x="23290" y="8430"/>
                      <a:pt x="23028" y="7501"/>
                    </a:cubicBezTo>
                    <a:lnTo>
                      <a:pt x="25397" y="6751"/>
                    </a:lnTo>
                    <a:lnTo>
                      <a:pt x="25361" y="6620"/>
                    </a:lnTo>
                    <a:lnTo>
                      <a:pt x="22980" y="7370"/>
                    </a:lnTo>
                    <a:cubicBezTo>
                      <a:pt x="22932" y="7192"/>
                      <a:pt x="22861" y="7001"/>
                      <a:pt x="22789" y="6811"/>
                    </a:cubicBezTo>
                    <a:cubicBezTo>
                      <a:pt x="22361" y="5763"/>
                      <a:pt x="21694" y="4858"/>
                      <a:pt x="20908" y="4096"/>
                    </a:cubicBezTo>
                    <a:lnTo>
                      <a:pt x="22813" y="3441"/>
                    </a:lnTo>
                    <a:lnTo>
                      <a:pt x="22766" y="3310"/>
                    </a:lnTo>
                    <a:lnTo>
                      <a:pt x="20789" y="3989"/>
                    </a:lnTo>
                    <a:cubicBezTo>
                      <a:pt x="19503" y="2798"/>
                      <a:pt x="17884" y="1941"/>
                      <a:pt x="16360" y="1334"/>
                    </a:cubicBezTo>
                    <a:lnTo>
                      <a:pt x="18622" y="572"/>
                    </a:lnTo>
                    <a:lnTo>
                      <a:pt x="18575" y="441"/>
                    </a:lnTo>
                    <a:lnTo>
                      <a:pt x="16170" y="1262"/>
                    </a:lnTo>
                    <a:cubicBezTo>
                      <a:pt x="13669" y="298"/>
                      <a:pt x="11455" y="0"/>
                      <a:pt x="1141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869" name="Google Shape;869;p52"/>
          <p:cNvGrpSpPr/>
          <p:nvPr/>
        </p:nvGrpSpPr>
        <p:grpSpPr>
          <a:xfrm flipH="1">
            <a:off x="244894" y="3925295"/>
            <a:ext cx="1146231" cy="964793"/>
            <a:chOff x="359194" y="3930920"/>
            <a:chExt cx="1146231" cy="964793"/>
          </a:xfrm>
        </p:grpSpPr>
        <p:grpSp>
          <p:nvGrpSpPr>
            <p:cNvPr id="870" name="Google Shape;870;p52"/>
            <p:cNvGrpSpPr/>
            <p:nvPr/>
          </p:nvGrpSpPr>
          <p:grpSpPr>
            <a:xfrm>
              <a:off x="359194" y="3930920"/>
              <a:ext cx="1146231" cy="964793"/>
              <a:chOff x="4569300" y="7247450"/>
              <a:chExt cx="724225" cy="609625"/>
            </a:xfrm>
          </p:grpSpPr>
          <p:grpSp>
            <p:nvGrpSpPr>
              <p:cNvPr id="871" name="Google Shape;871;p52"/>
              <p:cNvGrpSpPr/>
              <p:nvPr/>
            </p:nvGrpSpPr>
            <p:grpSpPr>
              <a:xfrm>
                <a:off x="4569300" y="7247450"/>
                <a:ext cx="653675" cy="609625"/>
                <a:chOff x="4569300" y="7247450"/>
                <a:chExt cx="653675" cy="609625"/>
              </a:xfrm>
            </p:grpSpPr>
            <p:sp>
              <p:nvSpPr>
                <p:cNvPr id="872" name="Google Shape;872;p52"/>
                <p:cNvSpPr/>
                <p:nvPr/>
              </p:nvSpPr>
              <p:spPr>
                <a:xfrm>
                  <a:off x="4569300" y="7247450"/>
                  <a:ext cx="653675" cy="609625"/>
                </a:xfrm>
                <a:custGeom>
                  <a:rect b="b" l="l" r="r" t="t"/>
                  <a:pathLst>
                    <a:path extrusionOk="0" h="24385" w="26147">
                      <a:moveTo>
                        <a:pt x="22016" y="1"/>
                      </a:moveTo>
                      <a:lnTo>
                        <a:pt x="1" y="6085"/>
                      </a:lnTo>
                      <a:lnTo>
                        <a:pt x="5466" y="24385"/>
                      </a:lnTo>
                      <a:lnTo>
                        <a:pt x="26147" y="17896"/>
                      </a:lnTo>
                      <a:lnTo>
                        <a:pt x="22016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73" name="Google Shape;873;p52"/>
                <p:cNvSpPr/>
                <p:nvPr/>
              </p:nvSpPr>
              <p:spPr>
                <a:xfrm>
                  <a:off x="4643425" y="7312050"/>
                  <a:ext cx="554250" cy="514675"/>
                </a:xfrm>
                <a:custGeom>
                  <a:rect b="b" l="l" r="r" t="t"/>
                  <a:pathLst>
                    <a:path extrusionOk="0" h="20587" w="22170">
                      <a:moveTo>
                        <a:pt x="12371" y="0"/>
                      </a:moveTo>
                      <a:lnTo>
                        <a:pt x="8240" y="1060"/>
                      </a:lnTo>
                      <a:lnTo>
                        <a:pt x="6037" y="3882"/>
                      </a:lnTo>
                      <a:lnTo>
                        <a:pt x="2108" y="3477"/>
                      </a:lnTo>
                      <a:lnTo>
                        <a:pt x="1" y="6894"/>
                      </a:lnTo>
                      <a:lnTo>
                        <a:pt x="524" y="13014"/>
                      </a:lnTo>
                      <a:lnTo>
                        <a:pt x="2394" y="19539"/>
                      </a:lnTo>
                      <a:lnTo>
                        <a:pt x="3084" y="20586"/>
                      </a:lnTo>
                      <a:lnTo>
                        <a:pt x="6942" y="18717"/>
                      </a:lnTo>
                      <a:lnTo>
                        <a:pt x="13431" y="17526"/>
                      </a:lnTo>
                      <a:lnTo>
                        <a:pt x="22170" y="14550"/>
                      </a:lnTo>
                      <a:lnTo>
                        <a:pt x="21039" y="9383"/>
                      </a:lnTo>
                      <a:lnTo>
                        <a:pt x="17562" y="5323"/>
                      </a:lnTo>
                      <a:lnTo>
                        <a:pt x="17598" y="691"/>
                      </a:lnTo>
                      <a:lnTo>
                        <a:pt x="12371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74" name="Google Shape;874;p52"/>
                <p:cNvSpPr/>
                <p:nvPr/>
              </p:nvSpPr>
              <p:spPr>
                <a:xfrm>
                  <a:off x="4591325" y="7337650"/>
                  <a:ext cx="290250" cy="329600"/>
                </a:xfrm>
                <a:custGeom>
                  <a:rect b="b" l="l" r="r" t="t"/>
                  <a:pathLst>
                    <a:path extrusionOk="0" h="13184" w="11610">
                      <a:moveTo>
                        <a:pt x="10371" y="0"/>
                      </a:moveTo>
                      <a:lnTo>
                        <a:pt x="1" y="2667"/>
                      </a:lnTo>
                      <a:lnTo>
                        <a:pt x="2668" y="11954"/>
                      </a:lnTo>
                      <a:cubicBezTo>
                        <a:pt x="2727" y="11633"/>
                        <a:pt x="2823" y="11335"/>
                        <a:pt x="2942" y="11037"/>
                      </a:cubicBezTo>
                      <a:cubicBezTo>
                        <a:pt x="3166" y="10572"/>
                        <a:pt x="3638" y="10107"/>
                        <a:pt x="4158" y="10107"/>
                      </a:cubicBezTo>
                      <a:cubicBezTo>
                        <a:pt x="4329" y="10107"/>
                        <a:pt x="4506" y="10157"/>
                        <a:pt x="4680" y="10275"/>
                      </a:cubicBezTo>
                      <a:cubicBezTo>
                        <a:pt x="5013" y="10514"/>
                        <a:pt x="5192" y="10990"/>
                        <a:pt x="5383" y="11335"/>
                      </a:cubicBezTo>
                      <a:cubicBezTo>
                        <a:pt x="5656" y="11823"/>
                        <a:pt x="5930" y="12335"/>
                        <a:pt x="6264" y="12776"/>
                      </a:cubicBezTo>
                      <a:cubicBezTo>
                        <a:pt x="6477" y="13047"/>
                        <a:pt x="6745" y="13183"/>
                        <a:pt x="6999" y="13183"/>
                      </a:cubicBezTo>
                      <a:cubicBezTo>
                        <a:pt x="7313" y="13183"/>
                        <a:pt x="7607" y="12976"/>
                        <a:pt x="7752" y="12561"/>
                      </a:cubicBezTo>
                      <a:cubicBezTo>
                        <a:pt x="8514" y="10359"/>
                        <a:pt x="5525" y="8799"/>
                        <a:pt x="4394" y="7478"/>
                      </a:cubicBezTo>
                      <a:cubicBezTo>
                        <a:pt x="3668" y="6632"/>
                        <a:pt x="3335" y="5406"/>
                        <a:pt x="4156" y="4489"/>
                      </a:cubicBezTo>
                      <a:cubicBezTo>
                        <a:pt x="4465" y="4144"/>
                        <a:pt x="4903" y="3962"/>
                        <a:pt x="5337" y="3962"/>
                      </a:cubicBezTo>
                      <a:cubicBezTo>
                        <a:pt x="5757" y="3962"/>
                        <a:pt x="6173" y="4132"/>
                        <a:pt x="6466" y="4489"/>
                      </a:cubicBezTo>
                      <a:cubicBezTo>
                        <a:pt x="7157" y="5394"/>
                        <a:pt x="7454" y="6620"/>
                        <a:pt x="8038" y="7573"/>
                      </a:cubicBezTo>
                      <a:cubicBezTo>
                        <a:pt x="8372" y="8122"/>
                        <a:pt x="8793" y="8360"/>
                        <a:pt x="9237" y="8360"/>
                      </a:cubicBezTo>
                      <a:cubicBezTo>
                        <a:pt x="9678" y="8360"/>
                        <a:pt x="10140" y="8125"/>
                        <a:pt x="10562" y="7728"/>
                      </a:cubicBezTo>
                      <a:cubicBezTo>
                        <a:pt x="11610" y="6727"/>
                        <a:pt x="11550" y="5370"/>
                        <a:pt x="11217" y="4060"/>
                      </a:cubicBezTo>
                      <a:cubicBezTo>
                        <a:pt x="10859" y="2644"/>
                        <a:pt x="10467" y="1370"/>
                        <a:pt x="1037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75" name="Google Shape;875;p52"/>
                <p:cNvSpPr/>
                <p:nvPr/>
              </p:nvSpPr>
              <p:spPr>
                <a:xfrm>
                  <a:off x="4701175" y="7653675"/>
                  <a:ext cx="275950" cy="182275"/>
                </a:xfrm>
                <a:custGeom>
                  <a:rect b="b" l="l" r="r" t="t"/>
                  <a:pathLst>
                    <a:path extrusionOk="0" h="7291" w="11038">
                      <a:moveTo>
                        <a:pt x="5312" y="1"/>
                      </a:moveTo>
                      <a:cubicBezTo>
                        <a:pt x="5187" y="1"/>
                        <a:pt x="5045" y="35"/>
                        <a:pt x="4882" y="111"/>
                      </a:cubicBezTo>
                      <a:cubicBezTo>
                        <a:pt x="3906" y="551"/>
                        <a:pt x="3203" y="1897"/>
                        <a:pt x="2822" y="2837"/>
                      </a:cubicBezTo>
                      <a:cubicBezTo>
                        <a:pt x="2448" y="3675"/>
                        <a:pt x="1780" y="6027"/>
                        <a:pt x="719" y="6027"/>
                      </a:cubicBezTo>
                      <a:cubicBezTo>
                        <a:pt x="497" y="6027"/>
                        <a:pt x="258" y="5924"/>
                        <a:pt x="0" y="5683"/>
                      </a:cubicBezTo>
                      <a:lnTo>
                        <a:pt x="0" y="5683"/>
                      </a:lnTo>
                      <a:lnTo>
                        <a:pt x="453" y="7290"/>
                      </a:lnTo>
                      <a:lnTo>
                        <a:pt x="11037" y="3671"/>
                      </a:lnTo>
                      <a:cubicBezTo>
                        <a:pt x="10880" y="3288"/>
                        <a:pt x="10579" y="3157"/>
                        <a:pt x="10239" y="3157"/>
                      </a:cubicBezTo>
                      <a:cubicBezTo>
                        <a:pt x="9809" y="3157"/>
                        <a:pt x="9317" y="3367"/>
                        <a:pt x="8978" y="3540"/>
                      </a:cubicBezTo>
                      <a:cubicBezTo>
                        <a:pt x="8547" y="3751"/>
                        <a:pt x="7813" y="4258"/>
                        <a:pt x="7205" y="4258"/>
                      </a:cubicBezTo>
                      <a:cubicBezTo>
                        <a:pt x="7023" y="4258"/>
                        <a:pt x="6852" y="4212"/>
                        <a:pt x="6704" y="4100"/>
                      </a:cubicBezTo>
                      <a:cubicBezTo>
                        <a:pt x="6061" y="3599"/>
                        <a:pt x="6275" y="2171"/>
                        <a:pt x="6192" y="1456"/>
                      </a:cubicBezTo>
                      <a:cubicBezTo>
                        <a:pt x="6112" y="823"/>
                        <a:pt x="5926" y="1"/>
                        <a:pt x="5312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76" name="Google Shape;876;p52"/>
                <p:cNvSpPr/>
                <p:nvPr/>
              </p:nvSpPr>
              <p:spPr>
                <a:xfrm>
                  <a:off x="4937500" y="7267100"/>
                  <a:ext cx="229525" cy="283925"/>
                </a:xfrm>
                <a:custGeom>
                  <a:rect b="b" l="l" r="r" t="t"/>
                  <a:pathLst>
                    <a:path extrusionOk="0" h="11357" w="9181">
                      <a:moveTo>
                        <a:pt x="6764" y="1"/>
                      </a:moveTo>
                      <a:lnTo>
                        <a:pt x="513" y="1608"/>
                      </a:lnTo>
                      <a:cubicBezTo>
                        <a:pt x="275" y="2037"/>
                        <a:pt x="1" y="2894"/>
                        <a:pt x="191" y="3299"/>
                      </a:cubicBezTo>
                      <a:cubicBezTo>
                        <a:pt x="305" y="3509"/>
                        <a:pt x="487" y="3587"/>
                        <a:pt x="710" y="3587"/>
                      </a:cubicBezTo>
                      <a:cubicBezTo>
                        <a:pt x="1363" y="3587"/>
                        <a:pt x="2363" y="2918"/>
                        <a:pt x="3012" y="2918"/>
                      </a:cubicBezTo>
                      <a:cubicBezTo>
                        <a:pt x="3211" y="2918"/>
                        <a:pt x="3377" y="2980"/>
                        <a:pt x="3489" y="3144"/>
                      </a:cubicBezTo>
                      <a:cubicBezTo>
                        <a:pt x="3823" y="3632"/>
                        <a:pt x="3216" y="4608"/>
                        <a:pt x="3001" y="5001"/>
                      </a:cubicBezTo>
                      <a:cubicBezTo>
                        <a:pt x="2382" y="6132"/>
                        <a:pt x="1834" y="7121"/>
                        <a:pt x="1846" y="8454"/>
                      </a:cubicBezTo>
                      <a:cubicBezTo>
                        <a:pt x="1894" y="10085"/>
                        <a:pt x="3347" y="10966"/>
                        <a:pt x="4811" y="11240"/>
                      </a:cubicBezTo>
                      <a:cubicBezTo>
                        <a:pt x="5268" y="11322"/>
                        <a:pt x="5726" y="11356"/>
                        <a:pt x="6182" y="11356"/>
                      </a:cubicBezTo>
                      <a:cubicBezTo>
                        <a:pt x="7188" y="11356"/>
                        <a:pt x="8190" y="11190"/>
                        <a:pt x="9181" y="11002"/>
                      </a:cubicBezTo>
                      <a:lnTo>
                        <a:pt x="676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77" name="Google Shape;877;p52"/>
                <p:cNvSpPr/>
                <p:nvPr/>
              </p:nvSpPr>
              <p:spPr>
                <a:xfrm>
                  <a:off x="4599975" y="7276625"/>
                  <a:ext cx="588775" cy="532825"/>
                </a:xfrm>
                <a:custGeom>
                  <a:rect b="b" l="l" r="r" t="t"/>
                  <a:pathLst>
                    <a:path extrusionOk="0" h="21313" w="23551">
                      <a:moveTo>
                        <a:pt x="18229" y="2858"/>
                      </a:moveTo>
                      <a:lnTo>
                        <a:pt x="19229" y="6751"/>
                      </a:lnTo>
                      <a:lnTo>
                        <a:pt x="15919" y="7704"/>
                      </a:lnTo>
                      <a:lnTo>
                        <a:pt x="14740" y="3787"/>
                      </a:lnTo>
                      <a:lnTo>
                        <a:pt x="18229" y="2858"/>
                      </a:lnTo>
                      <a:close/>
                      <a:moveTo>
                        <a:pt x="14621" y="3823"/>
                      </a:moveTo>
                      <a:lnTo>
                        <a:pt x="15812" y="7740"/>
                      </a:lnTo>
                      <a:lnTo>
                        <a:pt x="12478" y="8692"/>
                      </a:lnTo>
                      <a:lnTo>
                        <a:pt x="11287" y="4715"/>
                      </a:lnTo>
                      <a:lnTo>
                        <a:pt x="14621" y="3823"/>
                      </a:lnTo>
                      <a:close/>
                      <a:moveTo>
                        <a:pt x="11168" y="4751"/>
                      </a:moveTo>
                      <a:lnTo>
                        <a:pt x="12371" y="8728"/>
                      </a:lnTo>
                      <a:lnTo>
                        <a:pt x="9013" y="9692"/>
                      </a:lnTo>
                      <a:lnTo>
                        <a:pt x="7775" y="5668"/>
                      </a:lnTo>
                      <a:lnTo>
                        <a:pt x="11168" y="4751"/>
                      </a:lnTo>
                      <a:close/>
                      <a:moveTo>
                        <a:pt x="7656" y="5692"/>
                      </a:moveTo>
                      <a:lnTo>
                        <a:pt x="8894" y="9728"/>
                      </a:lnTo>
                      <a:lnTo>
                        <a:pt x="5037" y="10835"/>
                      </a:lnTo>
                      <a:lnTo>
                        <a:pt x="3608" y="6787"/>
                      </a:lnTo>
                      <a:lnTo>
                        <a:pt x="7656" y="5692"/>
                      </a:lnTo>
                      <a:close/>
                      <a:moveTo>
                        <a:pt x="19253" y="6871"/>
                      </a:moveTo>
                      <a:lnTo>
                        <a:pt x="20360" y="11216"/>
                      </a:lnTo>
                      <a:lnTo>
                        <a:pt x="17252" y="12109"/>
                      </a:lnTo>
                      <a:lnTo>
                        <a:pt x="15955" y="7811"/>
                      </a:lnTo>
                      <a:lnTo>
                        <a:pt x="19253" y="6871"/>
                      </a:lnTo>
                      <a:close/>
                      <a:moveTo>
                        <a:pt x="15847" y="7847"/>
                      </a:moveTo>
                      <a:lnTo>
                        <a:pt x="17145" y="12133"/>
                      </a:lnTo>
                      <a:lnTo>
                        <a:pt x="13800" y="13086"/>
                      </a:lnTo>
                      <a:lnTo>
                        <a:pt x="12514" y="8811"/>
                      </a:lnTo>
                      <a:lnTo>
                        <a:pt x="15847" y="7847"/>
                      </a:lnTo>
                      <a:close/>
                      <a:moveTo>
                        <a:pt x="12407" y="8835"/>
                      </a:moveTo>
                      <a:lnTo>
                        <a:pt x="13692" y="13121"/>
                      </a:lnTo>
                      <a:lnTo>
                        <a:pt x="10359" y="14074"/>
                      </a:lnTo>
                      <a:lnTo>
                        <a:pt x="9049" y="9799"/>
                      </a:lnTo>
                      <a:lnTo>
                        <a:pt x="12407" y="8835"/>
                      </a:lnTo>
                      <a:close/>
                      <a:moveTo>
                        <a:pt x="8930" y="9835"/>
                      </a:moveTo>
                      <a:lnTo>
                        <a:pt x="10251" y="14109"/>
                      </a:lnTo>
                      <a:lnTo>
                        <a:pt x="6561" y="15169"/>
                      </a:lnTo>
                      <a:lnTo>
                        <a:pt x="5072" y="10942"/>
                      </a:lnTo>
                      <a:lnTo>
                        <a:pt x="8930" y="9835"/>
                      </a:lnTo>
                      <a:close/>
                      <a:moveTo>
                        <a:pt x="20384" y="11323"/>
                      </a:moveTo>
                      <a:lnTo>
                        <a:pt x="21122" y="14252"/>
                      </a:lnTo>
                      <a:lnTo>
                        <a:pt x="18181" y="15169"/>
                      </a:lnTo>
                      <a:lnTo>
                        <a:pt x="17288" y="12216"/>
                      </a:lnTo>
                      <a:lnTo>
                        <a:pt x="20384" y="11323"/>
                      </a:lnTo>
                      <a:close/>
                      <a:moveTo>
                        <a:pt x="17169" y="12252"/>
                      </a:moveTo>
                      <a:lnTo>
                        <a:pt x="18062" y="15205"/>
                      </a:lnTo>
                      <a:lnTo>
                        <a:pt x="14740" y="16229"/>
                      </a:lnTo>
                      <a:lnTo>
                        <a:pt x="13835" y="13205"/>
                      </a:lnTo>
                      <a:lnTo>
                        <a:pt x="17169" y="12252"/>
                      </a:lnTo>
                      <a:close/>
                      <a:moveTo>
                        <a:pt x="13716" y="13240"/>
                      </a:moveTo>
                      <a:lnTo>
                        <a:pt x="14633" y="16265"/>
                      </a:lnTo>
                      <a:lnTo>
                        <a:pt x="11347" y="17277"/>
                      </a:lnTo>
                      <a:lnTo>
                        <a:pt x="10394" y="14193"/>
                      </a:lnTo>
                      <a:lnTo>
                        <a:pt x="13716" y="13240"/>
                      </a:lnTo>
                      <a:close/>
                      <a:moveTo>
                        <a:pt x="10275" y="14217"/>
                      </a:moveTo>
                      <a:lnTo>
                        <a:pt x="11228" y="17312"/>
                      </a:lnTo>
                      <a:lnTo>
                        <a:pt x="7692" y="18408"/>
                      </a:lnTo>
                      <a:lnTo>
                        <a:pt x="6596" y="15276"/>
                      </a:lnTo>
                      <a:lnTo>
                        <a:pt x="10275" y="14217"/>
                      </a:lnTo>
                      <a:close/>
                      <a:moveTo>
                        <a:pt x="17633" y="1"/>
                      </a:moveTo>
                      <a:lnTo>
                        <a:pt x="17514" y="36"/>
                      </a:lnTo>
                      <a:lnTo>
                        <a:pt x="18205" y="2739"/>
                      </a:lnTo>
                      <a:lnTo>
                        <a:pt x="14704" y="3680"/>
                      </a:lnTo>
                      <a:lnTo>
                        <a:pt x="13823" y="763"/>
                      </a:lnTo>
                      <a:lnTo>
                        <a:pt x="13716" y="798"/>
                      </a:lnTo>
                      <a:lnTo>
                        <a:pt x="14585" y="3715"/>
                      </a:lnTo>
                      <a:lnTo>
                        <a:pt x="11252" y="4608"/>
                      </a:lnTo>
                      <a:lnTo>
                        <a:pt x="10394" y="1787"/>
                      </a:lnTo>
                      <a:lnTo>
                        <a:pt x="10287" y="1822"/>
                      </a:lnTo>
                      <a:lnTo>
                        <a:pt x="11133" y="4632"/>
                      </a:lnTo>
                      <a:lnTo>
                        <a:pt x="7727" y="5549"/>
                      </a:lnTo>
                      <a:lnTo>
                        <a:pt x="6894" y="2810"/>
                      </a:lnTo>
                      <a:lnTo>
                        <a:pt x="6775" y="2846"/>
                      </a:lnTo>
                      <a:lnTo>
                        <a:pt x="7620" y="5585"/>
                      </a:lnTo>
                      <a:lnTo>
                        <a:pt x="3572" y="6668"/>
                      </a:lnTo>
                      <a:lnTo>
                        <a:pt x="2620" y="3953"/>
                      </a:lnTo>
                      <a:lnTo>
                        <a:pt x="2501" y="3989"/>
                      </a:lnTo>
                      <a:lnTo>
                        <a:pt x="3453" y="6704"/>
                      </a:lnTo>
                      <a:lnTo>
                        <a:pt x="0" y="7633"/>
                      </a:lnTo>
                      <a:lnTo>
                        <a:pt x="24" y="7740"/>
                      </a:lnTo>
                      <a:lnTo>
                        <a:pt x="3501" y="6811"/>
                      </a:lnTo>
                      <a:lnTo>
                        <a:pt x="4917" y="10871"/>
                      </a:lnTo>
                      <a:lnTo>
                        <a:pt x="1203" y="11943"/>
                      </a:lnTo>
                      <a:lnTo>
                        <a:pt x="1227" y="12050"/>
                      </a:lnTo>
                      <a:lnTo>
                        <a:pt x="4965" y="10978"/>
                      </a:lnTo>
                      <a:lnTo>
                        <a:pt x="6441" y="15193"/>
                      </a:lnTo>
                      <a:lnTo>
                        <a:pt x="2548" y="16312"/>
                      </a:lnTo>
                      <a:lnTo>
                        <a:pt x="2572" y="16431"/>
                      </a:lnTo>
                      <a:lnTo>
                        <a:pt x="6477" y="15312"/>
                      </a:lnTo>
                      <a:lnTo>
                        <a:pt x="7584" y="18443"/>
                      </a:lnTo>
                      <a:lnTo>
                        <a:pt x="3536" y="19694"/>
                      </a:lnTo>
                      <a:lnTo>
                        <a:pt x="3572" y="19801"/>
                      </a:lnTo>
                      <a:lnTo>
                        <a:pt x="7620" y="18551"/>
                      </a:lnTo>
                      <a:lnTo>
                        <a:pt x="8597" y="21313"/>
                      </a:lnTo>
                      <a:lnTo>
                        <a:pt x="8704" y="21277"/>
                      </a:lnTo>
                      <a:lnTo>
                        <a:pt x="7727" y="18515"/>
                      </a:lnTo>
                      <a:lnTo>
                        <a:pt x="11264" y="17419"/>
                      </a:lnTo>
                      <a:lnTo>
                        <a:pt x="12097" y="20146"/>
                      </a:lnTo>
                      <a:lnTo>
                        <a:pt x="12216" y="20110"/>
                      </a:lnTo>
                      <a:lnTo>
                        <a:pt x="11371" y="17384"/>
                      </a:lnTo>
                      <a:lnTo>
                        <a:pt x="14657" y="16372"/>
                      </a:lnTo>
                      <a:lnTo>
                        <a:pt x="15490" y="19146"/>
                      </a:lnTo>
                      <a:lnTo>
                        <a:pt x="15609" y="19110"/>
                      </a:lnTo>
                      <a:lnTo>
                        <a:pt x="14776" y="16336"/>
                      </a:lnTo>
                      <a:lnTo>
                        <a:pt x="18098" y="15312"/>
                      </a:lnTo>
                      <a:lnTo>
                        <a:pt x="18895" y="17943"/>
                      </a:lnTo>
                      <a:lnTo>
                        <a:pt x="19003" y="17908"/>
                      </a:lnTo>
                      <a:lnTo>
                        <a:pt x="18205" y="15276"/>
                      </a:lnTo>
                      <a:lnTo>
                        <a:pt x="21158" y="14360"/>
                      </a:lnTo>
                      <a:lnTo>
                        <a:pt x="21812" y="16979"/>
                      </a:lnTo>
                      <a:lnTo>
                        <a:pt x="21932" y="16943"/>
                      </a:lnTo>
                      <a:lnTo>
                        <a:pt x="21265" y="14324"/>
                      </a:lnTo>
                      <a:lnTo>
                        <a:pt x="23551" y="13621"/>
                      </a:lnTo>
                      <a:lnTo>
                        <a:pt x="23515" y="13514"/>
                      </a:lnTo>
                      <a:lnTo>
                        <a:pt x="21241" y="14217"/>
                      </a:lnTo>
                      <a:lnTo>
                        <a:pt x="20503" y="11300"/>
                      </a:lnTo>
                      <a:lnTo>
                        <a:pt x="22932" y="10597"/>
                      </a:lnTo>
                      <a:lnTo>
                        <a:pt x="22896" y="10490"/>
                      </a:lnTo>
                      <a:lnTo>
                        <a:pt x="20467" y="11181"/>
                      </a:lnTo>
                      <a:lnTo>
                        <a:pt x="19360" y="6835"/>
                      </a:lnTo>
                      <a:lnTo>
                        <a:pt x="22039" y="6061"/>
                      </a:lnTo>
                      <a:lnTo>
                        <a:pt x="22003" y="5942"/>
                      </a:lnTo>
                      <a:lnTo>
                        <a:pt x="19336" y="6716"/>
                      </a:lnTo>
                      <a:lnTo>
                        <a:pt x="18348" y="2822"/>
                      </a:lnTo>
                      <a:lnTo>
                        <a:pt x="21158" y="2060"/>
                      </a:lnTo>
                      <a:lnTo>
                        <a:pt x="21122" y="1953"/>
                      </a:lnTo>
                      <a:lnTo>
                        <a:pt x="18312" y="2703"/>
                      </a:lnTo>
                      <a:lnTo>
                        <a:pt x="17633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878" name="Google Shape;878;p52"/>
              <p:cNvGrpSpPr/>
              <p:nvPr/>
            </p:nvGrpSpPr>
            <p:grpSpPr>
              <a:xfrm>
                <a:off x="4900900" y="7388550"/>
                <a:ext cx="392625" cy="407500"/>
                <a:chOff x="4900900" y="7388550"/>
                <a:chExt cx="392625" cy="407500"/>
              </a:xfrm>
            </p:grpSpPr>
            <p:sp>
              <p:nvSpPr>
                <p:cNvPr id="879" name="Google Shape;879;p52"/>
                <p:cNvSpPr/>
                <p:nvPr/>
              </p:nvSpPr>
              <p:spPr>
                <a:xfrm>
                  <a:off x="4900900" y="7394400"/>
                  <a:ext cx="371200" cy="291650"/>
                </a:xfrm>
                <a:custGeom>
                  <a:rect b="b" l="l" r="r" t="t"/>
                  <a:pathLst>
                    <a:path extrusionOk="0" h="11666" w="14848">
                      <a:moveTo>
                        <a:pt x="8353" y="0"/>
                      </a:moveTo>
                      <a:cubicBezTo>
                        <a:pt x="7265" y="0"/>
                        <a:pt x="6122" y="247"/>
                        <a:pt x="5025" y="766"/>
                      </a:cubicBezTo>
                      <a:cubicBezTo>
                        <a:pt x="1655" y="2362"/>
                        <a:pt x="0" y="5922"/>
                        <a:pt x="1334" y="8720"/>
                      </a:cubicBezTo>
                      <a:cubicBezTo>
                        <a:pt x="2225" y="10607"/>
                        <a:pt x="4243" y="11665"/>
                        <a:pt x="6495" y="11665"/>
                      </a:cubicBezTo>
                      <a:cubicBezTo>
                        <a:pt x="7583" y="11665"/>
                        <a:pt x="8726" y="11418"/>
                        <a:pt x="9823" y="10899"/>
                      </a:cubicBezTo>
                      <a:cubicBezTo>
                        <a:pt x="13193" y="9303"/>
                        <a:pt x="14848" y="5743"/>
                        <a:pt x="13526" y="2945"/>
                      </a:cubicBezTo>
                      <a:cubicBezTo>
                        <a:pt x="12627" y="1059"/>
                        <a:pt x="10607" y="0"/>
                        <a:pt x="8353" y="0"/>
                      </a:cubicBezTo>
                      <a:close/>
                    </a:path>
                  </a:pathLst>
                </a:custGeom>
                <a:solidFill>
                  <a:srgbClr val="6BC0CE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80" name="Google Shape;880;p52"/>
                <p:cNvSpPr/>
                <p:nvPr/>
              </p:nvSpPr>
              <p:spPr>
                <a:xfrm>
                  <a:off x="4942875" y="7426825"/>
                  <a:ext cx="148250" cy="157900"/>
                </a:xfrm>
                <a:custGeom>
                  <a:rect b="b" l="l" r="r" t="t"/>
                  <a:pathLst>
                    <a:path extrusionOk="0" h="6316" w="5930">
                      <a:moveTo>
                        <a:pt x="4463" y="0"/>
                      </a:moveTo>
                      <a:cubicBezTo>
                        <a:pt x="3746" y="0"/>
                        <a:pt x="3179" y="2660"/>
                        <a:pt x="3179" y="2660"/>
                      </a:cubicBezTo>
                      <a:cubicBezTo>
                        <a:pt x="3179" y="2660"/>
                        <a:pt x="2706" y="1153"/>
                        <a:pt x="2447" y="1153"/>
                      </a:cubicBezTo>
                      <a:cubicBezTo>
                        <a:pt x="2437" y="1153"/>
                        <a:pt x="2427" y="1155"/>
                        <a:pt x="2417" y="1160"/>
                      </a:cubicBezTo>
                      <a:cubicBezTo>
                        <a:pt x="2167" y="1303"/>
                        <a:pt x="2905" y="2863"/>
                        <a:pt x="2905" y="2863"/>
                      </a:cubicBezTo>
                      <a:cubicBezTo>
                        <a:pt x="2905" y="2863"/>
                        <a:pt x="0" y="3565"/>
                        <a:pt x="60" y="3958"/>
                      </a:cubicBezTo>
                      <a:cubicBezTo>
                        <a:pt x="69" y="4015"/>
                        <a:pt x="136" y="4039"/>
                        <a:pt x="245" y="4039"/>
                      </a:cubicBezTo>
                      <a:cubicBezTo>
                        <a:pt x="864" y="4039"/>
                        <a:pt x="2810" y="3256"/>
                        <a:pt x="2810" y="3256"/>
                      </a:cubicBezTo>
                      <a:lnTo>
                        <a:pt x="2810" y="3256"/>
                      </a:lnTo>
                      <a:cubicBezTo>
                        <a:pt x="2810" y="3256"/>
                        <a:pt x="1596" y="5589"/>
                        <a:pt x="2000" y="5744"/>
                      </a:cubicBezTo>
                      <a:cubicBezTo>
                        <a:pt x="2014" y="5749"/>
                        <a:pt x="2027" y="5751"/>
                        <a:pt x="2042" y="5751"/>
                      </a:cubicBezTo>
                      <a:cubicBezTo>
                        <a:pt x="2473" y="5751"/>
                        <a:pt x="3310" y="3541"/>
                        <a:pt x="3310" y="3541"/>
                      </a:cubicBezTo>
                      <a:lnTo>
                        <a:pt x="5751" y="6316"/>
                      </a:lnTo>
                      <a:lnTo>
                        <a:pt x="5930" y="6066"/>
                      </a:lnTo>
                      <a:lnTo>
                        <a:pt x="3858" y="3160"/>
                      </a:lnTo>
                      <a:cubicBezTo>
                        <a:pt x="3858" y="3160"/>
                        <a:pt x="5930" y="2625"/>
                        <a:pt x="5751" y="2065"/>
                      </a:cubicBezTo>
                      <a:cubicBezTo>
                        <a:pt x="5717" y="1964"/>
                        <a:pt x="5627" y="1923"/>
                        <a:pt x="5504" y="1923"/>
                      </a:cubicBezTo>
                      <a:cubicBezTo>
                        <a:pt x="4944" y="1923"/>
                        <a:pt x="3679" y="2779"/>
                        <a:pt x="3679" y="2779"/>
                      </a:cubicBezTo>
                      <a:cubicBezTo>
                        <a:pt x="3679" y="2779"/>
                        <a:pt x="5322" y="267"/>
                        <a:pt x="4560" y="17"/>
                      </a:cubicBezTo>
                      <a:cubicBezTo>
                        <a:pt x="4527" y="6"/>
                        <a:pt x="4495" y="0"/>
                        <a:pt x="4463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81" name="Google Shape;881;p52"/>
                <p:cNvSpPr/>
                <p:nvPr/>
              </p:nvSpPr>
              <p:spPr>
                <a:xfrm>
                  <a:off x="5081350" y="7445625"/>
                  <a:ext cx="105125" cy="131075"/>
                </a:xfrm>
                <a:custGeom>
                  <a:rect b="b" l="l" r="r" t="t"/>
                  <a:pathLst>
                    <a:path extrusionOk="0" h="5243" w="4205">
                      <a:moveTo>
                        <a:pt x="587" y="0"/>
                      </a:moveTo>
                      <a:cubicBezTo>
                        <a:pt x="565" y="0"/>
                        <a:pt x="543" y="5"/>
                        <a:pt x="521" y="15"/>
                      </a:cubicBezTo>
                      <a:cubicBezTo>
                        <a:pt x="69" y="230"/>
                        <a:pt x="1355" y="2337"/>
                        <a:pt x="1355" y="2337"/>
                      </a:cubicBezTo>
                      <a:cubicBezTo>
                        <a:pt x="1355" y="2337"/>
                        <a:pt x="1275" y="2334"/>
                        <a:pt x="1154" y="2334"/>
                      </a:cubicBezTo>
                      <a:cubicBezTo>
                        <a:pt x="777" y="2334"/>
                        <a:pt x="0" y="2362"/>
                        <a:pt x="10" y="2587"/>
                      </a:cubicBezTo>
                      <a:cubicBezTo>
                        <a:pt x="16" y="2755"/>
                        <a:pt x="410" y="2793"/>
                        <a:pt x="770" y="2793"/>
                      </a:cubicBezTo>
                      <a:cubicBezTo>
                        <a:pt x="1075" y="2793"/>
                        <a:pt x="1355" y="2766"/>
                        <a:pt x="1355" y="2766"/>
                      </a:cubicBezTo>
                      <a:lnTo>
                        <a:pt x="1355" y="2766"/>
                      </a:lnTo>
                      <a:lnTo>
                        <a:pt x="914" y="5242"/>
                      </a:lnTo>
                      <a:lnTo>
                        <a:pt x="1141" y="5242"/>
                      </a:lnTo>
                      <a:lnTo>
                        <a:pt x="1760" y="2682"/>
                      </a:lnTo>
                      <a:cubicBezTo>
                        <a:pt x="1760" y="2682"/>
                        <a:pt x="2736" y="3727"/>
                        <a:pt x="3109" y="3727"/>
                      </a:cubicBezTo>
                      <a:cubicBezTo>
                        <a:pt x="3146" y="3727"/>
                        <a:pt x="3177" y="3717"/>
                        <a:pt x="3200" y="3694"/>
                      </a:cubicBezTo>
                      <a:cubicBezTo>
                        <a:pt x="3474" y="3432"/>
                        <a:pt x="2081" y="2623"/>
                        <a:pt x="2081" y="2623"/>
                      </a:cubicBezTo>
                      <a:lnTo>
                        <a:pt x="2081" y="2623"/>
                      </a:lnTo>
                      <a:cubicBezTo>
                        <a:pt x="2081" y="2623"/>
                        <a:pt x="2203" y="2626"/>
                        <a:pt x="2387" y="2626"/>
                      </a:cubicBezTo>
                      <a:cubicBezTo>
                        <a:pt x="2976" y="2626"/>
                        <a:pt x="4204" y="2592"/>
                        <a:pt x="4141" y="2301"/>
                      </a:cubicBezTo>
                      <a:cubicBezTo>
                        <a:pt x="4095" y="2117"/>
                        <a:pt x="3646" y="2069"/>
                        <a:pt x="3195" y="2069"/>
                      </a:cubicBezTo>
                      <a:cubicBezTo>
                        <a:pt x="2716" y="2069"/>
                        <a:pt x="2236" y="2123"/>
                        <a:pt x="2236" y="2123"/>
                      </a:cubicBezTo>
                      <a:cubicBezTo>
                        <a:pt x="2236" y="2123"/>
                        <a:pt x="4201" y="694"/>
                        <a:pt x="3689" y="408"/>
                      </a:cubicBezTo>
                      <a:cubicBezTo>
                        <a:pt x="3653" y="388"/>
                        <a:pt x="3612" y="378"/>
                        <a:pt x="3568" y="378"/>
                      </a:cubicBezTo>
                      <a:cubicBezTo>
                        <a:pt x="2987" y="378"/>
                        <a:pt x="1724" y="1980"/>
                        <a:pt x="1724" y="1980"/>
                      </a:cubicBezTo>
                      <a:cubicBezTo>
                        <a:pt x="1724" y="1980"/>
                        <a:pt x="1043" y="0"/>
                        <a:pt x="587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82" name="Google Shape;882;p52"/>
                <p:cNvSpPr/>
                <p:nvPr/>
              </p:nvSpPr>
              <p:spPr>
                <a:xfrm>
                  <a:off x="5013125" y="7560875"/>
                  <a:ext cx="201825" cy="79575"/>
                </a:xfrm>
                <a:custGeom>
                  <a:rect b="b" l="l" r="r" t="t"/>
                  <a:pathLst>
                    <a:path extrusionOk="0" h="3183" w="8073">
                      <a:moveTo>
                        <a:pt x="5150" y="0"/>
                      </a:moveTo>
                      <a:cubicBezTo>
                        <a:pt x="3344" y="0"/>
                        <a:pt x="1157" y="598"/>
                        <a:pt x="0" y="3132"/>
                      </a:cubicBezTo>
                      <a:cubicBezTo>
                        <a:pt x="0" y="3132"/>
                        <a:pt x="398" y="3183"/>
                        <a:pt x="1038" y="3183"/>
                      </a:cubicBezTo>
                      <a:cubicBezTo>
                        <a:pt x="2678" y="3183"/>
                        <a:pt x="5905" y="2850"/>
                        <a:pt x="8073" y="477"/>
                      </a:cubicBezTo>
                      <a:cubicBezTo>
                        <a:pt x="8073" y="477"/>
                        <a:pt x="6763" y="0"/>
                        <a:pt x="515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83" name="Google Shape;883;p52"/>
                <p:cNvSpPr/>
                <p:nvPr/>
              </p:nvSpPr>
              <p:spPr>
                <a:xfrm>
                  <a:off x="4911900" y="7388550"/>
                  <a:ext cx="381625" cy="407500"/>
                </a:xfrm>
                <a:custGeom>
                  <a:rect b="b" l="l" r="r" t="t"/>
                  <a:pathLst>
                    <a:path extrusionOk="0" h="16300" w="15265">
                      <a:moveTo>
                        <a:pt x="7919" y="465"/>
                      </a:moveTo>
                      <a:cubicBezTo>
                        <a:pt x="10145" y="465"/>
                        <a:pt x="12050" y="1548"/>
                        <a:pt x="12872" y="3275"/>
                      </a:cubicBezTo>
                      <a:cubicBezTo>
                        <a:pt x="14134" y="5953"/>
                        <a:pt x="12526" y="9382"/>
                        <a:pt x="9288" y="10918"/>
                      </a:cubicBezTo>
                      <a:cubicBezTo>
                        <a:pt x="8252" y="11407"/>
                        <a:pt x="7145" y="11657"/>
                        <a:pt x="6049" y="11657"/>
                      </a:cubicBezTo>
                      <a:cubicBezTo>
                        <a:pt x="3823" y="11657"/>
                        <a:pt x="1918" y="10585"/>
                        <a:pt x="1096" y="8847"/>
                      </a:cubicBezTo>
                      <a:cubicBezTo>
                        <a:pt x="489" y="7561"/>
                        <a:pt x="525" y="6061"/>
                        <a:pt x="1192" y="4620"/>
                      </a:cubicBezTo>
                      <a:cubicBezTo>
                        <a:pt x="1870" y="3167"/>
                        <a:pt x="3108" y="1965"/>
                        <a:pt x="4680" y="1215"/>
                      </a:cubicBezTo>
                      <a:cubicBezTo>
                        <a:pt x="5716" y="727"/>
                        <a:pt x="6835" y="465"/>
                        <a:pt x="7919" y="465"/>
                      </a:cubicBezTo>
                      <a:close/>
                      <a:moveTo>
                        <a:pt x="7919" y="0"/>
                      </a:moveTo>
                      <a:cubicBezTo>
                        <a:pt x="6764" y="0"/>
                        <a:pt x="5573" y="274"/>
                        <a:pt x="4490" y="786"/>
                      </a:cubicBezTo>
                      <a:cubicBezTo>
                        <a:pt x="2811" y="1584"/>
                        <a:pt x="1489" y="2870"/>
                        <a:pt x="763" y="4429"/>
                      </a:cubicBezTo>
                      <a:cubicBezTo>
                        <a:pt x="37" y="5989"/>
                        <a:pt x="1" y="7632"/>
                        <a:pt x="680" y="9049"/>
                      </a:cubicBezTo>
                      <a:cubicBezTo>
                        <a:pt x="1573" y="10954"/>
                        <a:pt x="3632" y="12133"/>
                        <a:pt x="6049" y="12133"/>
                      </a:cubicBezTo>
                      <a:cubicBezTo>
                        <a:pt x="7204" y="12133"/>
                        <a:pt x="8395" y="11859"/>
                        <a:pt x="9478" y="11335"/>
                      </a:cubicBezTo>
                      <a:cubicBezTo>
                        <a:pt x="9776" y="11204"/>
                        <a:pt x="10062" y="11049"/>
                        <a:pt x="10324" y="10883"/>
                      </a:cubicBezTo>
                      <a:lnTo>
                        <a:pt x="13538" y="16300"/>
                      </a:lnTo>
                      <a:lnTo>
                        <a:pt x="15265" y="14859"/>
                      </a:lnTo>
                      <a:lnTo>
                        <a:pt x="11300" y="10168"/>
                      </a:lnTo>
                      <a:cubicBezTo>
                        <a:pt x="13503" y="8275"/>
                        <a:pt x="14396" y="5418"/>
                        <a:pt x="13288" y="3072"/>
                      </a:cubicBezTo>
                      <a:cubicBezTo>
                        <a:pt x="12395" y="1179"/>
                        <a:pt x="10336" y="0"/>
                        <a:pt x="791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84" name="Google Shape;884;p52"/>
                <p:cNvSpPr/>
                <p:nvPr/>
              </p:nvSpPr>
              <p:spPr>
                <a:xfrm>
                  <a:off x="4996750" y="7559400"/>
                  <a:ext cx="230400" cy="106000"/>
                </a:xfrm>
                <a:custGeom>
                  <a:rect b="b" l="l" r="r" t="t"/>
                  <a:pathLst>
                    <a:path extrusionOk="0" h="4240" w="9216">
                      <a:moveTo>
                        <a:pt x="8477" y="1"/>
                      </a:moveTo>
                      <a:lnTo>
                        <a:pt x="8477" y="120"/>
                      </a:lnTo>
                      <a:cubicBezTo>
                        <a:pt x="8597" y="120"/>
                        <a:pt x="8930" y="167"/>
                        <a:pt x="9001" y="370"/>
                      </a:cubicBezTo>
                      <a:cubicBezTo>
                        <a:pt x="9061" y="548"/>
                        <a:pt x="8954" y="905"/>
                        <a:pt x="8096" y="1608"/>
                      </a:cubicBezTo>
                      <a:lnTo>
                        <a:pt x="8168" y="1703"/>
                      </a:lnTo>
                      <a:cubicBezTo>
                        <a:pt x="8906" y="1084"/>
                        <a:pt x="9216" y="643"/>
                        <a:pt x="9109" y="334"/>
                      </a:cubicBezTo>
                      <a:cubicBezTo>
                        <a:pt x="9001" y="12"/>
                        <a:pt x="8501" y="1"/>
                        <a:pt x="8477" y="1"/>
                      </a:cubicBezTo>
                      <a:close/>
                      <a:moveTo>
                        <a:pt x="203" y="2929"/>
                      </a:moveTo>
                      <a:cubicBezTo>
                        <a:pt x="203" y="2941"/>
                        <a:pt x="0" y="3239"/>
                        <a:pt x="167" y="3501"/>
                      </a:cubicBezTo>
                      <a:cubicBezTo>
                        <a:pt x="298" y="3703"/>
                        <a:pt x="631" y="3799"/>
                        <a:pt x="1143" y="3799"/>
                      </a:cubicBezTo>
                      <a:cubicBezTo>
                        <a:pt x="1560" y="3799"/>
                        <a:pt x="2108" y="3739"/>
                        <a:pt x="2762" y="3608"/>
                      </a:cubicBezTo>
                      <a:lnTo>
                        <a:pt x="2751" y="3489"/>
                      </a:lnTo>
                      <a:cubicBezTo>
                        <a:pt x="2033" y="3634"/>
                        <a:pt x="1518" y="3688"/>
                        <a:pt x="1149" y="3688"/>
                      </a:cubicBezTo>
                      <a:cubicBezTo>
                        <a:pt x="551" y="3688"/>
                        <a:pt x="336" y="3547"/>
                        <a:pt x="262" y="3430"/>
                      </a:cubicBezTo>
                      <a:cubicBezTo>
                        <a:pt x="131" y="3239"/>
                        <a:pt x="298" y="3001"/>
                        <a:pt x="298" y="2989"/>
                      </a:cubicBezTo>
                      <a:lnTo>
                        <a:pt x="203" y="2929"/>
                      </a:lnTo>
                      <a:close/>
                      <a:moveTo>
                        <a:pt x="6120" y="2703"/>
                      </a:moveTo>
                      <a:cubicBezTo>
                        <a:pt x="3883" y="3980"/>
                        <a:pt x="2106" y="4119"/>
                        <a:pt x="1434" y="4119"/>
                      </a:cubicBezTo>
                      <a:cubicBezTo>
                        <a:pt x="1247" y="4119"/>
                        <a:pt x="1146" y="4108"/>
                        <a:pt x="1143" y="4108"/>
                      </a:cubicBezTo>
                      <a:lnTo>
                        <a:pt x="1131" y="4215"/>
                      </a:lnTo>
                      <a:cubicBezTo>
                        <a:pt x="1131" y="4227"/>
                        <a:pt x="1238" y="4239"/>
                        <a:pt x="1429" y="4239"/>
                      </a:cubicBezTo>
                      <a:cubicBezTo>
                        <a:pt x="2120" y="4239"/>
                        <a:pt x="3917" y="4084"/>
                        <a:pt x="6180" y="2810"/>
                      </a:cubicBezTo>
                      <a:lnTo>
                        <a:pt x="6120" y="2703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85" name="Google Shape;885;p52"/>
                <p:cNvSpPr/>
                <p:nvPr/>
              </p:nvSpPr>
              <p:spPr>
                <a:xfrm>
                  <a:off x="5150025" y="7415975"/>
                  <a:ext cx="76825" cy="59475"/>
                </a:xfrm>
                <a:custGeom>
                  <a:rect b="b" l="l" r="r" t="t"/>
                  <a:pathLst>
                    <a:path extrusionOk="0" h="2379" w="3073">
                      <a:moveTo>
                        <a:pt x="322" y="0"/>
                      </a:moveTo>
                      <a:cubicBezTo>
                        <a:pt x="251" y="0"/>
                        <a:pt x="198" y="19"/>
                        <a:pt x="168" y="58"/>
                      </a:cubicBezTo>
                      <a:cubicBezTo>
                        <a:pt x="1" y="261"/>
                        <a:pt x="477" y="927"/>
                        <a:pt x="1239" y="1558"/>
                      </a:cubicBezTo>
                      <a:cubicBezTo>
                        <a:pt x="1844" y="2057"/>
                        <a:pt x="2448" y="2378"/>
                        <a:pt x="2747" y="2378"/>
                      </a:cubicBezTo>
                      <a:cubicBezTo>
                        <a:pt x="2819" y="2378"/>
                        <a:pt x="2874" y="2360"/>
                        <a:pt x="2906" y="2320"/>
                      </a:cubicBezTo>
                      <a:cubicBezTo>
                        <a:pt x="3073" y="2118"/>
                        <a:pt x="2597" y="1451"/>
                        <a:pt x="1835" y="820"/>
                      </a:cubicBezTo>
                      <a:cubicBezTo>
                        <a:pt x="1230" y="321"/>
                        <a:pt x="618" y="0"/>
                        <a:pt x="322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86" name="Google Shape;886;p52"/>
                <p:cNvSpPr/>
                <p:nvPr/>
              </p:nvSpPr>
              <p:spPr>
                <a:xfrm>
                  <a:off x="5171175" y="7645725"/>
                  <a:ext cx="39600" cy="35450"/>
                </a:xfrm>
                <a:custGeom>
                  <a:rect b="b" l="l" r="r" t="t"/>
                  <a:pathLst>
                    <a:path extrusionOk="0" h="1418" w="1584">
                      <a:moveTo>
                        <a:pt x="1179" y="0"/>
                      </a:moveTo>
                      <a:lnTo>
                        <a:pt x="0" y="834"/>
                      </a:lnTo>
                      <a:lnTo>
                        <a:pt x="131" y="1024"/>
                      </a:lnTo>
                      <a:lnTo>
                        <a:pt x="1322" y="191"/>
                      </a:lnTo>
                      <a:lnTo>
                        <a:pt x="1179" y="0"/>
                      </a:lnTo>
                      <a:close/>
                      <a:moveTo>
                        <a:pt x="1453" y="369"/>
                      </a:moveTo>
                      <a:lnTo>
                        <a:pt x="215" y="1215"/>
                      </a:lnTo>
                      <a:lnTo>
                        <a:pt x="346" y="1417"/>
                      </a:lnTo>
                      <a:lnTo>
                        <a:pt x="1584" y="560"/>
                      </a:lnTo>
                      <a:lnTo>
                        <a:pt x="1453" y="369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887" name="Google Shape;887;p52"/>
            <p:cNvSpPr/>
            <p:nvPr/>
          </p:nvSpPr>
          <p:spPr>
            <a:xfrm>
              <a:off x="1222825" y="4724475"/>
              <a:ext cx="282600" cy="103500"/>
            </a:xfrm>
            <a:prstGeom prst="ellipse">
              <a:avLst/>
            </a:prstGeom>
            <a:solidFill>
              <a:srgbClr val="033342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9" name="Google Shape;889;p53"/>
          <p:cNvGrpSpPr/>
          <p:nvPr/>
        </p:nvGrpSpPr>
        <p:grpSpPr>
          <a:xfrm>
            <a:off x="0" y="0"/>
            <a:ext cx="9144003" cy="5143501"/>
            <a:chOff x="0" y="0"/>
            <a:chExt cx="9144003" cy="5143501"/>
          </a:xfrm>
        </p:grpSpPr>
        <p:pic>
          <p:nvPicPr>
            <p:cNvPr id="890" name="Google Shape;890;p53"/>
            <p:cNvPicPr preferRelativeResize="0"/>
            <p:nvPr/>
          </p:nvPicPr>
          <p:blipFill rotWithShape="1">
            <a:blip r:embed="rId2">
              <a:alphaModFix/>
            </a:blip>
            <a:srcRect b="8068" l="0" r="0" t="8060"/>
            <a:stretch/>
          </p:blipFill>
          <p:spPr>
            <a:xfrm>
              <a:off x="0" y="0"/>
              <a:ext cx="9144003" cy="5143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1" name="Google Shape;891;p53"/>
            <p:cNvSpPr/>
            <p:nvPr/>
          </p:nvSpPr>
          <p:spPr>
            <a:xfrm>
              <a:off x="209980" y="194500"/>
              <a:ext cx="8763466" cy="4752275"/>
            </a:xfrm>
            <a:custGeom>
              <a:rect b="b" l="l" r="r" t="t"/>
              <a:pathLst>
                <a:path extrusionOk="0" h="147209" w="271904">
                  <a:moveTo>
                    <a:pt x="596" y="0"/>
                  </a:moveTo>
                  <a:lnTo>
                    <a:pt x="596" y="0"/>
                  </a:lnTo>
                  <a:cubicBezTo>
                    <a:pt x="2025" y="5965"/>
                    <a:pt x="3072" y="13895"/>
                    <a:pt x="3644" y="22312"/>
                  </a:cubicBezTo>
                  <a:cubicBezTo>
                    <a:pt x="7942" y="23515"/>
                    <a:pt x="13609" y="23932"/>
                    <a:pt x="5085" y="25063"/>
                  </a:cubicBezTo>
                  <a:cubicBezTo>
                    <a:pt x="5096" y="25110"/>
                    <a:pt x="5108" y="25146"/>
                    <a:pt x="5120" y="25194"/>
                  </a:cubicBezTo>
                  <a:cubicBezTo>
                    <a:pt x="5263" y="25301"/>
                    <a:pt x="5394" y="25396"/>
                    <a:pt x="5525" y="25503"/>
                  </a:cubicBezTo>
                  <a:cubicBezTo>
                    <a:pt x="5692" y="25539"/>
                    <a:pt x="5954" y="25479"/>
                    <a:pt x="6037" y="25658"/>
                  </a:cubicBezTo>
                  <a:cubicBezTo>
                    <a:pt x="8561" y="26230"/>
                    <a:pt x="4561" y="26670"/>
                    <a:pt x="3894" y="26789"/>
                  </a:cubicBezTo>
                  <a:cubicBezTo>
                    <a:pt x="4203" y="33719"/>
                    <a:pt x="4192" y="40803"/>
                    <a:pt x="3787" y="47256"/>
                  </a:cubicBezTo>
                  <a:cubicBezTo>
                    <a:pt x="2560" y="47137"/>
                    <a:pt x="1298" y="47006"/>
                    <a:pt x="1" y="46875"/>
                  </a:cubicBezTo>
                  <a:lnTo>
                    <a:pt x="1" y="46875"/>
                  </a:lnTo>
                  <a:cubicBezTo>
                    <a:pt x="1429" y="52840"/>
                    <a:pt x="2477" y="60770"/>
                    <a:pt x="3049" y="69199"/>
                  </a:cubicBezTo>
                  <a:cubicBezTo>
                    <a:pt x="7347" y="70402"/>
                    <a:pt x="13014" y="70818"/>
                    <a:pt x="4489" y="71949"/>
                  </a:cubicBezTo>
                  <a:cubicBezTo>
                    <a:pt x="4501" y="71985"/>
                    <a:pt x="4513" y="72033"/>
                    <a:pt x="4525" y="72069"/>
                  </a:cubicBezTo>
                  <a:cubicBezTo>
                    <a:pt x="4668" y="72176"/>
                    <a:pt x="4787" y="72283"/>
                    <a:pt x="4930" y="72390"/>
                  </a:cubicBezTo>
                  <a:cubicBezTo>
                    <a:pt x="5096" y="72414"/>
                    <a:pt x="5358" y="72366"/>
                    <a:pt x="5442" y="72545"/>
                  </a:cubicBezTo>
                  <a:cubicBezTo>
                    <a:pt x="7966" y="73104"/>
                    <a:pt x="3965" y="73557"/>
                    <a:pt x="3299" y="73664"/>
                  </a:cubicBezTo>
                  <a:cubicBezTo>
                    <a:pt x="3513" y="78510"/>
                    <a:pt x="3572" y="83427"/>
                    <a:pt x="3453" y="88154"/>
                  </a:cubicBezTo>
                  <a:cubicBezTo>
                    <a:pt x="2322" y="88047"/>
                    <a:pt x="1179" y="87928"/>
                    <a:pt x="1" y="87809"/>
                  </a:cubicBezTo>
                  <a:lnTo>
                    <a:pt x="1" y="87809"/>
                  </a:lnTo>
                  <a:cubicBezTo>
                    <a:pt x="989" y="91940"/>
                    <a:pt x="1798" y="97036"/>
                    <a:pt x="2394" y="102584"/>
                  </a:cubicBezTo>
                  <a:cubicBezTo>
                    <a:pt x="2239" y="103727"/>
                    <a:pt x="2072" y="104834"/>
                    <a:pt x="1882" y="105894"/>
                  </a:cubicBezTo>
                  <a:cubicBezTo>
                    <a:pt x="2156" y="105870"/>
                    <a:pt x="2429" y="105846"/>
                    <a:pt x="2715" y="105811"/>
                  </a:cubicBezTo>
                  <a:cubicBezTo>
                    <a:pt x="2834" y="107228"/>
                    <a:pt x="2953" y="108668"/>
                    <a:pt x="3049" y="110121"/>
                  </a:cubicBezTo>
                  <a:cubicBezTo>
                    <a:pt x="7347" y="111323"/>
                    <a:pt x="13014" y="111740"/>
                    <a:pt x="4489" y="112871"/>
                  </a:cubicBezTo>
                  <a:cubicBezTo>
                    <a:pt x="4501" y="112919"/>
                    <a:pt x="4513" y="112954"/>
                    <a:pt x="4525" y="113002"/>
                  </a:cubicBezTo>
                  <a:cubicBezTo>
                    <a:pt x="4668" y="113109"/>
                    <a:pt x="4799" y="113205"/>
                    <a:pt x="4930" y="113312"/>
                  </a:cubicBezTo>
                  <a:cubicBezTo>
                    <a:pt x="5096" y="113347"/>
                    <a:pt x="5358" y="113288"/>
                    <a:pt x="5442" y="113466"/>
                  </a:cubicBezTo>
                  <a:cubicBezTo>
                    <a:pt x="7966" y="114038"/>
                    <a:pt x="3965" y="114478"/>
                    <a:pt x="3299" y="114598"/>
                  </a:cubicBezTo>
                  <a:cubicBezTo>
                    <a:pt x="3822" y="126123"/>
                    <a:pt x="4668" y="127147"/>
                    <a:pt x="3120" y="135886"/>
                  </a:cubicBezTo>
                  <a:cubicBezTo>
                    <a:pt x="4608" y="136338"/>
                    <a:pt x="14133" y="147209"/>
                    <a:pt x="14133" y="147209"/>
                  </a:cubicBezTo>
                  <a:cubicBezTo>
                    <a:pt x="14133" y="147209"/>
                    <a:pt x="16765" y="146220"/>
                    <a:pt x="20479" y="146137"/>
                  </a:cubicBezTo>
                  <a:cubicBezTo>
                    <a:pt x="20503" y="146054"/>
                    <a:pt x="20539" y="145959"/>
                    <a:pt x="20563" y="145875"/>
                  </a:cubicBezTo>
                  <a:lnTo>
                    <a:pt x="20563" y="145875"/>
                  </a:lnTo>
                  <a:cubicBezTo>
                    <a:pt x="20491" y="146340"/>
                    <a:pt x="23242" y="146363"/>
                    <a:pt x="23158" y="146816"/>
                  </a:cubicBezTo>
                  <a:cubicBezTo>
                    <a:pt x="29516" y="146220"/>
                    <a:pt x="36481" y="145875"/>
                    <a:pt x="44589" y="145697"/>
                  </a:cubicBezTo>
                  <a:cubicBezTo>
                    <a:pt x="44613" y="145625"/>
                    <a:pt x="44637" y="145554"/>
                    <a:pt x="44661" y="145494"/>
                  </a:cubicBezTo>
                  <a:cubicBezTo>
                    <a:pt x="45090" y="145494"/>
                    <a:pt x="45530" y="145494"/>
                    <a:pt x="45959" y="145482"/>
                  </a:cubicBezTo>
                  <a:cubicBezTo>
                    <a:pt x="45959" y="145542"/>
                    <a:pt x="45959" y="145601"/>
                    <a:pt x="45959" y="145661"/>
                  </a:cubicBezTo>
                  <a:cubicBezTo>
                    <a:pt x="46173" y="145661"/>
                    <a:pt x="46387" y="145661"/>
                    <a:pt x="46602" y="145649"/>
                  </a:cubicBezTo>
                  <a:cubicBezTo>
                    <a:pt x="46637" y="145601"/>
                    <a:pt x="46661" y="145542"/>
                    <a:pt x="46685" y="145482"/>
                  </a:cubicBezTo>
                  <a:cubicBezTo>
                    <a:pt x="47197" y="145482"/>
                    <a:pt x="47709" y="145482"/>
                    <a:pt x="48221" y="145494"/>
                  </a:cubicBezTo>
                  <a:cubicBezTo>
                    <a:pt x="48221" y="145530"/>
                    <a:pt x="48221" y="145578"/>
                    <a:pt x="48221" y="145625"/>
                  </a:cubicBezTo>
                  <a:cubicBezTo>
                    <a:pt x="50912" y="145578"/>
                    <a:pt x="53900" y="145542"/>
                    <a:pt x="57031" y="145518"/>
                  </a:cubicBezTo>
                  <a:cubicBezTo>
                    <a:pt x="59651" y="145542"/>
                    <a:pt x="62151" y="145566"/>
                    <a:pt x="64461" y="145601"/>
                  </a:cubicBezTo>
                  <a:cubicBezTo>
                    <a:pt x="64461" y="145566"/>
                    <a:pt x="64461" y="145530"/>
                    <a:pt x="64461" y="145494"/>
                  </a:cubicBezTo>
                  <a:cubicBezTo>
                    <a:pt x="65592" y="145488"/>
                    <a:pt x="66726" y="145485"/>
                    <a:pt x="67860" y="145485"/>
                  </a:cubicBezTo>
                  <a:cubicBezTo>
                    <a:pt x="68994" y="145485"/>
                    <a:pt x="70128" y="145488"/>
                    <a:pt x="71259" y="145494"/>
                  </a:cubicBezTo>
                  <a:cubicBezTo>
                    <a:pt x="71402" y="145578"/>
                    <a:pt x="71545" y="145661"/>
                    <a:pt x="71700" y="145744"/>
                  </a:cubicBezTo>
                  <a:cubicBezTo>
                    <a:pt x="78891" y="145947"/>
                    <a:pt x="85190" y="146268"/>
                    <a:pt x="90976" y="146816"/>
                  </a:cubicBezTo>
                  <a:cubicBezTo>
                    <a:pt x="90845" y="146054"/>
                    <a:pt x="90714" y="145256"/>
                    <a:pt x="90595" y="144435"/>
                  </a:cubicBezTo>
                  <a:lnTo>
                    <a:pt x="90595" y="144435"/>
                  </a:lnTo>
                  <a:cubicBezTo>
                    <a:pt x="91429" y="144792"/>
                    <a:pt x="92191" y="145304"/>
                    <a:pt x="92976" y="145744"/>
                  </a:cubicBezTo>
                  <a:cubicBezTo>
                    <a:pt x="96596" y="145851"/>
                    <a:pt x="99989" y="145982"/>
                    <a:pt x="103204" y="146161"/>
                  </a:cubicBezTo>
                  <a:cubicBezTo>
                    <a:pt x="103156" y="146375"/>
                    <a:pt x="103121" y="146601"/>
                    <a:pt x="103085" y="146828"/>
                  </a:cubicBezTo>
                  <a:cubicBezTo>
                    <a:pt x="104573" y="146685"/>
                    <a:pt x="106109" y="146554"/>
                    <a:pt x="107669" y="146447"/>
                  </a:cubicBezTo>
                  <a:cubicBezTo>
                    <a:pt x="109240" y="146554"/>
                    <a:pt x="110764" y="146685"/>
                    <a:pt x="112265" y="146828"/>
                  </a:cubicBezTo>
                  <a:cubicBezTo>
                    <a:pt x="112217" y="146601"/>
                    <a:pt x="112181" y="146375"/>
                    <a:pt x="112146" y="146161"/>
                  </a:cubicBezTo>
                  <a:cubicBezTo>
                    <a:pt x="115979" y="145947"/>
                    <a:pt x="120075" y="145792"/>
                    <a:pt x="124504" y="145697"/>
                  </a:cubicBezTo>
                  <a:cubicBezTo>
                    <a:pt x="125022" y="144156"/>
                    <a:pt x="125413" y="143165"/>
                    <a:pt x="125645" y="143165"/>
                  </a:cubicBezTo>
                  <a:cubicBezTo>
                    <a:pt x="125846" y="143165"/>
                    <a:pt x="125929" y="143902"/>
                    <a:pt x="125873" y="145661"/>
                  </a:cubicBezTo>
                  <a:cubicBezTo>
                    <a:pt x="126100" y="145661"/>
                    <a:pt x="126302" y="145661"/>
                    <a:pt x="126528" y="145649"/>
                  </a:cubicBezTo>
                  <a:cubicBezTo>
                    <a:pt x="127181" y="144357"/>
                    <a:pt x="127670" y="143321"/>
                    <a:pt x="127939" y="143321"/>
                  </a:cubicBezTo>
                  <a:cubicBezTo>
                    <a:pt x="128150" y="143321"/>
                    <a:pt x="128225" y="143963"/>
                    <a:pt x="128136" y="145625"/>
                  </a:cubicBezTo>
                  <a:cubicBezTo>
                    <a:pt x="130541" y="145589"/>
                    <a:pt x="133184" y="145554"/>
                    <a:pt x="135946" y="145530"/>
                  </a:cubicBezTo>
                  <a:cubicBezTo>
                    <a:pt x="138720" y="145554"/>
                    <a:pt x="141352" y="145589"/>
                    <a:pt x="143757" y="145625"/>
                  </a:cubicBezTo>
                  <a:cubicBezTo>
                    <a:pt x="143667" y="143963"/>
                    <a:pt x="143745" y="143321"/>
                    <a:pt x="143959" y="143321"/>
                  </a:cubicBezTo>
                  <a:cubicBezTo>
                    <a:pt x="144230" y="143321"/>
                    <a:pt x="144723" y="144357"/>
                    <a:pt x="145376" y="145649"/>
                  </a:cubicBezTo>
                  <a:cubicBezTo>
                    <a:pt x="145590" y="145661"/>
                    <a:pt x="145804" y="145661"/>
                    <a:pt x="146019" y="145661"/>
                  </a:cubicBezTo>
                  <a:cubicBezTo>
                    <a:pt x="145964" y="143902"/>
                    <a:pt x="146046" y="143165"/>
                    <a:pt x="146247" y="143165"/>
                  </a:cubicBezTo>
                  <a:cubicBezTo>
                    <a:pt x="146479" y="143165"/>
                    <a:pt x="146870" y="144156"/>
                    <a:pt x="147388" y="145697"/>
                  </a:cubicBezTo>
                  <a:cubicBezTo>
                    <a:pt x="151817" y="145792"/>
                    <a:pt x="155913" y="145947"/>
                    <a:pt x="159759" y="146161"/>
                  </a:cubicBezTo>
                  <a:cubicBezTo>
                    <a:pt x="159711" y="146375"/>
                    <a:pt x="159675" y="146601"/>
                    <a:pt x="159640" y="146828"/>
                  </a:cubicBezTo>
                  <a:cubicBezTo>
                    <a:pt x="161128" y="146685"/>
                    <a:pt x="162664" y="146554"/>
                    <a:pt x="164223" y="146447"/>
                  </a:cubicBezTo>
                  <a:cubicBezTo>
                    <a:pt x="165795" y="146554"/>
                    <a:pt x="167319" y="146685"/>
                    <a:pt x="168819" y="146828"/>
                  </a:cubicBezTo>
                  <a:cubicBezTo>
                    <a:pt x="168772" y="146601"/>
                    <a:pt x="168736" y="146375"/>
                    <a:pt x="168700" y="146161"/>
                  </a:cubicBezTo>
                  <a:cubicBezTo>
                    <a:pt x="171915" y="145982"/>
                    <a:pt x="175296" y="145851"/>
                    <a:pt x="178916" y="145744"/>
                  </a:cubicBezTo>
                  <a:cubicBezTo>
                    <a:pt x="179702" y="145304"/>
                    <a:pt x="180464" y="144792"/>
                    <a:pt x="181309" y="144435"/>
                  </a:cubicBezTo>
                  <a:lnTo>
                    <a:pt x="181309" y="144435"/>
                  </a:lnTo>
                  <a:cubicBezTo>
                    <a:pt x="181190" y="145256"/>
                    <a:pt x="181059" y="146054"/>
                    <a:pt x="180916" y="146816"/>
                  </a:cubicBezTo>
                  <a:cubicBezTo>
                    <a:pt x="186714" y="146268"/>
                    <a:pt x="193001" y="145947"/>
                    <a:pt x="200204" y="145744"/>
                  </a:cubicBezTo>
                  <a:cubicBezTo>
                    <a:pt x="200347" y="145661"/>
                    <a:pt x="200490" y="145578"/>
                    <a:pt x="200645" y="145494"/>
                  </a:cubicBezTo>
                  <a:cubicBezTo>
                    <a:pt x="201770" y="145488"/>
                    <a:pt x="202904" y="145485"/>
                    <a:pt x="204039" y="145485"/>
                  </a:cubicBezTo>
                  <a:cubicBezTo>
                    <a:pt x="205175" y="145485"/>
                    <a:pt x="206312" y="145488"/>
                    <a:pt x="207443" y="145494"/>
                  </a:cubicBezTo>
                  <a:cubicBezTo>
                    <a:pt x="207443" y="145530"/>
                    <a:pt x="207443" y="145566"/>
                    <a:pt x="207431" y="145601"/>
                  </a:cubicBezTo>
                  <a:cubicBezTo>
                    <a:pt x="209741" y="145566"/>
                    <a:pt x="212253" y="145542"/>
                    <a:pt x="214873" y="145518"/>
                  </a:cubicBezTo>
                  <a:cubicBezTo>
                    <a:pt x="218004" y="145542"/>
                    <a:pt x="220981" y="145578"/>
                    <a:pt x="223683" y="145625"/>
                  </a:cubicBezTo>
                  <a:cubicBezTo>
                    <a:pt x="223671" y="145578"/>
                    <a:pt x="223671" y="145530"/>
                    <a:pt x="223671" y="145494"/>
                  </a:cubicBezTo>
                  <a:cubicBezTo>
                    <a:pt x="224183" y="145494"/>
                    <a:pt x="224695" y="145482"/>
                    <a:pt x="225207" y="145482"/>
                  </a:cubicBezTo>
                  <a:cubicBezTo>
                    <a:pt x="225243" y="145542"/>
                    <a:pt x="225267" y="145601"/>
                    <a:pt x="225291" y="145649"/>
                  </a:cubicBezTo>
                  <a:cubicBezTo>
                    <a:pt x="225517" y="145661"/>
                    <a:pt x="225731" y="145661"/>
                    <a:pt x="225945" y="145661"/>
                  </a:cubicBezTo>
                  <a:cubicBezTo>
                    <a:pt x="225945" y="145601"/>
                    <a:pt x="225934" y="145542"/>
                    <a:pt x="225934" y="145482"/>
                  </a:cubicBezTo>
                  <a:cubicBezTo>
                    <a:pt x="226374" y="145482"/>
                    <a:pt x="226803" y="145482"/>
                    <a:pt x="227243" y="145494"/>
                  </a:cubicBezTo>
                  <a:cubicBezTo>
                    <a:pt x="227267" y="145554"/>
                    <a:pt x="227291" y="145625"/>
                    <a:pt x="227315" y="145697"/>
                  </a:cubicBezTo>
                  <a:cubicBezTo>
                    <a:pt x="235411" y="145875"/>
                    <a:pt x="242376" y="146220"/>
                    <a:pt x="248734" y="146816"/>
                  </a:cubicBezTo>
                  <a:cubicBezTo>
                    <a:pt x="248651" y="146363"/>
                    <a:pt x="248579" y="145899"/>
                    <a:pt x="248508" y="145423"/>
                  </a:cubicBezTo>
                  <a:lnTo>
                    <a:pt x="248508" y="145423"/>
                  </a:lnTo>
                  <a:cubicBezTo>
                    <a:pt x="248532" y="145506"/>
                    <a:pt x="248567" y="145601"/>
                    <a:pt x="248591" y="145697"/>
                  </a:cubicBezTo>
                  <a:cubicBezTo>
                    <a:pt x="256699" y="145875"/>
                    <a:pt x="263664" y="146220"/>
                    <a:pt x="270022" y="146816"/>
                  </a:cubicBezTo>
                  <a:cubicBezTo>
                    <a:pt x="268463" y="138065"/>
                    <a:pt x="268082" y="126123"/>
                    <a:pt x="268606" y="114598"/>
                  </a:cubicBezTo>
                  <a:cubicBezTo>
                    <a:pt x="267939" y="114478"/>
                    <a:pt x="263926" y="114038"/>
                    <a:pt x="266462" y="113466"/>
                  </a:cubicBezTo>
                  <a:cubicBezTo>
                    <a:pt x="266546" y="113288"/>
                    <a:pt x="266808" y="113347"/>
                    <a:pt x="266974" y="113312"/>
                  </a:cubicBezTo>
                  <a:cubicBezTo>
                    <a:pt x="267105" y="113205"/>
                    <a:pt x="267236" y="113109"/>
                    <a:pt x="267367" y="113002"/>
                  </a:cubicBezTo>
                  <a:cubicBezTo>
                    <a:pt x="267391" y="112954"/>
                    <a:pt x="267403" y="112919"/>
                    <a:pt x="267415" y="112871"/>
                  </a:cubicBezTo>
                  <a:cubicBezTo>
                    <a:pt x="258878" y="111740"/>
                    <a:pt x="264557" y="111323"/>
                    <a:pt x="268856" y="110121"/>
                  </a:cubicBezTo>
                  <a:cubicBezTo>
                    <a:pt x="268951" y="108668"/>
                    <a:pt x="269070" y="107228"/>
                    <a:pt x="269189" y="105811"/>
                  </a:cubicBezTo>
                  <a:cubicBezTo>
                    <a:pt x="269463" y="105846"/>
                    <a:pt x="269749" y="105870"/>
                    <a:pt x="270022" y="105894"/>
                  </a:cubicBezTo>
                  <a:cubicBezTo>
                    <a:pt x="269832" y="104834"/>
                    <a:pt x="269653" y="103727"/>
                    <a:pt x="269510" y="102584"/>
                  </a:cubicBezTo>
                  <a:cubicBezTo>
                    <a:pt x="270094" y="97036"/>
                    <a:pt x="270903" y="91940"/>
                    <a:pt x="271904" y="87809"/>
                  </a:cubicBezTo>
                  <a:lnTo>
                    <a:pt x="271904" y="87809"/>
                  </a:lnTo>
                  <a:cubicBezTo>
                    <a:pt x="270725" y="87928"/>
                    <a:pt x="269570" y="88047"/>
                    <a:pt x="268451" y="88154"/>
                  </a:cubicBezTo>
                  <a:cubicBezTo>
                    <a:pt x="268320" y="83427"/>
                    <a:pt x="268379" y="78510"/>
                    <a:pt x="268606" y="73664"/>
                  </a:cubicBezTo>
                  <a:cubicBezTo>
                    <a:pt x="267939" y="73557"/>
                    <a:pt x="263926" y="73104"/>
                    <a:pt x="266462" y="72545"/>
                  </a:cubicBezTo>
                  <a:cubicBezTo>
                    <a:pt x="266546" y="72366"/>
                    <a:pt x="266808" y="72426"/>
                    <a:pt x="266974" y="72390"/>
                  </a:cubicBezTo>
                  <a:cubicBezTo>
                    <a:pt x="267105" y="72283"/>
                    <a:pt x="267236" y="72176"/>
                    <a:pt x="267367" y="72069"/>
                  </a:cubicBezTo>
                  <a:cubicBezTo>
                    <a:pt x="267391" y="72033"/>
                    <a:pt x="267403" y="71985"/>
                    <a:pt x="267415" y="71949"/>
                  </a:cubicBezTo>
                  <a:cubicBezTo>
                    <a:pt x="258878" y="70818"/>
                    <a:pt x="264557" y="70402"/>
                    <a:pt x="268856" y="69199"/>
                  </a:cubicBezTo>
                  <a:cubicBezTo>
                    <a:pt x="269415" y="60770"/>
                    <a:pt x="270463" y="52840"/>
                    <a:pt x="271904" y="46875"/>
                  </a:cubicBezTo>
                  <a:lnTo>
                    <a:pt x="271904" y="46875"/>
                  </a:lnTo>
                  <a:cubicBezTo>
                    <a:pt x="270606" y="47006"/>
                    <a:pt x="269344" y="47137"/>
                    <a:pt x="268105" y="47256"/>
                  </a:cubicBezTo>
                  <a:cubicBezTo>
                    <a:pt x="267713" y="40803"/>
                    <a:pt x="267689" y="33719"/>
                    <a:pt x="268010" y="26789"/>
                  </a:cubicBezTo>
                  <a:cubicBezTo>
                    <a:pt x="267343" y="26670"/>
                    <a:pt x="263331" y="26230"/>
                    <a:pt x="265867" y="25658"/>
                  </a:cubicBezTo>
                  <a:cubicBezTo>
                    <a:pt x="265950" y="25479"/>
                    <a:pt x="266212" y="25539"/>
                    <a:pt x="266379" y="25503"/>
                  </a:cubicBezTo>
                  <a:cubicBezTo>
                    <a:pt x="266510" y="25396"/>
                    <a:pt x="266641" y="25301"/>
                    <a:pt x="266772" y="25194"/>
                  </a:cubicBezTo>
                  <a:cubicBezTo>
                    <a:pt x="266796" y="25146"/>
                    <a:pt x="266808" y="25110"/>
                    <a:pt x="266820" y="25063"/>
                  </a:cubicBezTo>
                  <a:cubicBezTo>
                    <a:pt x="258283" y="23932"/>
                    <a:pt x="263962" y="23515"/>
                    <a:pt x="268260" y="22312"/>
                  </a:cubicBezTo>
                  <a:cubicBezTo>
                    <a:pt x="268415" y="19919"/>
                    <a:pt x="268856" y="15300"/>
                    <a:pt x="268856" y="15300"/>
                  </a:cubicBezTo>
                  <a:lnTo>
                    <a:pt x="254901" y="1453"/>
                  </a:lnTo>
                  <a:cubicBezTo>
                    <a:pt x="254901" y="1453"/>
                    <a:pt x="251413" y="1679"/>
                    <a:pt x="249615" y="1774"/>
                  </a:cubicBezTo>
                  <a:cubicBezTo>
                    <a:pt x="249746" y="1167"/>
                    <a:pt x="249889" y="572"/>
                    <a:pt x="250020" y="0"/>
                  </a:cubicBezTo>
                  <a:lnTo>
                    <a:pt x="250020" y="0"/>
                  </a:lnTo>
                  <a:cubicBezTo>
                    <a:pt x="240828" y="929"/>
                    <a:pt x="233577" y="1572"/>
                    <a:pt x="225017" y="1929"/>
                  </a:cubicBezTo>
                  <a:cubicBezTo>
                    <a:pt x="224814" y="2179"/>
                    <a:pt x="224600" y="2441"/>
                    <a:pt x="224386" y="2715"/>
                  </a:cubicBezTo>
                  <a:cubicBezTo>
                    <a:pt x="223731" y="2953"/>
                    <a:pt x="223112" y="3274"/>
                    <a:pt x="222647" y="3751"/>
                  </a:cubicBezTo>
                  <a:cubicBezTo>
                    <a:pt x="222755" y="3346"/>
                    <a:pt x="222945" y="2774"/>
                    <a:pt x="223219" y="2000"/>
                  </a:cubicBezTo>
                  <a:cubicBezTo>
                    <a:pt x="223094" y="1992"/>
                    <a:pt x="222968" y="1988"/>
                    <a:pt x="222843" y="1988"/>
                  </a:cubicBezTo>
                  <a:cubicBezTo>
                    <a:pt x="221740" y="1988"/>
                    <a:pt x="220632" y="2285"/>
                    <a:pt x="219537" y="2285"/>
                  </a:cubicBezTo>
                  <a:cubicBezTo>
                    <a:pt x="219371" y="2285"/>
                    <a:pt x="219205" y="2278"/>
                    <a:pt x="219040" y="2262"/>
                  </a:cubicBezTo>
                  <a:cubicBezTo>
                    <a:pt x="218567" y="2506"/>
                    <a:pt x="218202" y="2952"/>
                    <a:pt x="217926" y="2952"/>
                  </a:cubicBezTo>
                  <a:cubicBezTo>
                    <a:pt x="217744" y="2952"/>
                    <a:pt x="217601" y="2757"/>
                    <a:pt x="217492" y="2179"/>
                  </a:cubicBezTo>
                  <a:cubicBezTo>
                    <a:pt x="216420" y="2203"/>
                    <a:pt x="215337" y="2227"/>
                    <a:pt x="214218" y="2239"/>
                  </a:cubicBezTo>
                  <a:cubicBezTo>
                    <a:pt x="210515" y="2179"/>
                    <a:pt x="207169" y="2084"/>
                    <a:pt x="204002" y="1965"/>
                  </a:cubicBezTo>
                  <a:cubicBezTo>
                    <a:pt x="203967" y="2131"/>
                    <a:pt x="203943" y="2298"/>
                    <a:pt x="203919" y="2453"/>
                  </a:cubicBezTo>
                  <a:cubicBezTo>
                    <a:pt x="203550" y="2560"/>
                    <a:pt x="203181" y="2679"/>
                    <a:pt x="202824" y="2822"/>
                  </a:cubicBezTo>
                  <a:cubicBezTo>
                    <a:pt x="202776" y="2548"/>
                    <a:pt x="202728" y="2239"/>
                    <a:pt x="202681" y="1905"/>
                  </a:cubicBezTo>
                  <a:cubicBezTo>
                    <a:pt x="194453" y="1524"/>
                    <a:pt x="187357" y="905"/>
                    <a:pt x="178440" y="0"/>
                  </a:cubicBezTo>
                  <a:lnTo>
                    <a:pt x="178440" y="0"/>
                  </a:lnTo>
                  <a:cubicBezTo>
                    <a:pt x="178582" y="572"/>
                    <a:pt x="178713" y="1167"/>
                    <a:pt x="178844" y="1774"/>
                  </a:cubicBezTo>
                  <a:cubicBezTo>
                    <a:pt x="175773" y="1607"/>
                    <a:pt x="172832" y="1417"/>
                    <a:pt x="169831" y="1179"/>
                  </a:cubicBezTo>
                  <a:cubicBezTo>
                    <a:pt x="169927" y="774"/>
                    <a:pt x="170010" y="381"/>
                    <a:pt x="170105" y="0"/>
                  </a:cubicBezTo>
                  <a:lnTo>
                    <a:pt x="170105" y="0"/>
                  </a:lnTo>
                  <a:cubicBezTo>
                    <a:pt x="167843" y="226"/>
                    <a:pt x="165700" y="441"/>
                    <a:pt x="163628" y="631"/>
                  </a:cubicBezTo>
                  <a:cubicBezTo>
                    <a:pt x="161556" y="441"/>
                    <a:pt x="159413" y="226"/>
                    <a:pt x="157163" y="0"/>
                  </a:cubicBezTo>
                  <a:lnTo>
                    <a:pt x="157163" y="0"/>
                  </a:lnTo>
                  <a:cubicBezTo>
                    <a:pt x="157246" y="381"/>
                    <a:pt x="157342" y="774"/>
                    <a:pt x="157425" y="1179"/>
                  </a:cubicBezTo>
                  <a:cubicBezTo>
                    <a:pt x="153377" y="1500"/>
                    <a:pt x="149400" y="1750"/>
                    <a:pt x="145102" y="1929"/>
                  </a:cubicBezTo>
                  <a:cubicBezTo>
                    <a:pt x="144154" y="3043"/>
                    <a:pt x="143049" y="4616"/>
                    <a:pt x="142712" y="4616"/>
                  </a:cubicBezTo>
                  <a:cubicBezTo>
                    <a:pt x="142491" y="4616"/>
                    <a:pt x="142601" y="3936"/>
                    <a:pt x="143304" y="2000"/>
                  </a:cubicBezTo>
                  <a:cubicBezTo>
                    <a:pt x="143179" y="1992"/>
                    <a:pt x="143053" y="1988"/>
                    <a:pt x="142928" y="1988"/>
                  </a:cubicBezTo>
                  <a:cubicBezTo>
                    <a:pt x="141825" y="1988"/>
                    <a:pt x="140718" y="2285"/>
                    <a:pt x="139622" y="2285"/>
                  </a:cubicBezTo>
                  <a:cubicBezTo>
                    <a:pt x="139456" y="2285"/>
                    <a:pt x="139290" y="2278"/>
                    <a:pt x="139125" y="2262"/>
                  </a:cubicBezTo>
                  <a:cubicBezTo>
                    <a:pt x="138780" y="2441"/>
                    <a:pt x="138494" y="2715"/>
                    <a:pt x="138256" y="2858"/>
                  </a:cubicBezTo>
                  <a:lnTo>
                    <a:pt x="138256" y="2250"/>
                  </a:lnTo>
                  <a:cubicBezTo>
                    <a:pt x="138030" y="2250"/>
                    <a:pt x="137803" y="2239"/>
                    <a:pt x="137589" y="2239"/>
                  </a:cubicBezTo>
                  <a:cubicBezTo>
                    <a:pt x="137577" y="2215"/>
                    <a:pt x="137577" y="2203"/>
                    <a:pt x="137565" y="2179"/>
                  </a:cubicBezTo>
                  <a:cubicBezTo>
                    <a:pt x="137041" y="2191"/>
                    <a:pt x="136494" y="2203"/>
                    <a:pt x="135946" y="2215"/>
                  </a:cubicBezTo>
                  <a:cubicBezTo>
                    <a:pt x="135410" y="2203"/>
                    <a:pt x="134863" y="2191"/>
                    <a:pt x="134327" y="2179"/>
                  </a:cubicBezTo>
                  <a:cubicBezTo>
                    <a:pt x="134327" y="2203"/>
                    <a:pt x="134327" y="2215"/>
                    <a:pt x="134315" y="2239"/>
                  </a:cubicBezTo>
                  <a:cubicBezTo>
                    <a:pt x="134089" y="2239"/>
                    <a:pt x="133874" y="2250"/>
                    <a:pt x="133648" y="2250"/>
                  </a:cubicBezTo>
                  <a:lnTo>
                    <a:pt x="133648" y="2858"/>
                  </a:lnTo>
                  <a:cubicBezTo>
                    <a:pt x="133410" y="2715"/>
                    <a:pt x="133124" y="2441"/>
                    <a:pt x="132779" y="2262"/>
                  </a:cubicBezTo>
                  <a:cubicBezTo>
                    <a:pt x="132604" y="2280"/>
                    <a:pt x="132429" y="2288"/>
                    <a:pt x="132254" y="2288"/>
                  </a:cubicBezTo>
                  <a:cubicBezTo>
                    <a:pt x="131165" y="2288"/>
                    <a:pt x="130064" y="1988"/>
                    <a:pt x="128968" y="1988"/>
                  </a:cubicBezTo>
                  <a:cubicBezTo>
                    <a:pt x="128845" y="1988"/>
                    <a:pt x="128723" y="1992"/>
                    <a:pt x="128600" y="2000"/>
                  </a:cubicBezTo>
                  <a:cubicBezTo>
                    <a:pt x="129303" y="3936"/>
                    <a:pt x="129413" y="4616"/>
                    <a:pt x="129192" y="4616"/>
                  </a:cubicBezTo>
                  <a:cubicBezTo>
                    <a:pt x="128855" y="4616"/>
                    <a:pt x="127750" y="3043"/>
                    <a:pt x="126802" y="1929"/>
                  </a:cubicBezTo>
                  <a:cubicBezTo>
                    <a:pt x="122492" y="1750"/>
                    <a:pt x="118527" y="1500"/>
                    <a:pt x="114467" y="1179"/>
                  </a:cubicBezTo>
                  <a:cubicBezTo>
                    <a:pt x="114562" y="774"/>
                    <a:pt x="114646" y="381"/>
                    <a:pt x="114741" y="0"/>
                  </a:cubicBezTo>
                  <a:lnTo>
                    <a:pt x="114741" y="0"/>
                  </a:lnTo>
                  <a:cubicBezTo>
                    <a:pt x="112491" y="226"/>
                    <a:pt x="110348" y="441"/>
                    <a:pt x="108276" y="631"/>
                  </a:cubicBezTo>
                  <a:cubicBezTo>
                    <a:pt x="106192" y="441"/>
                    <a:pt x="104061" y="226"/>
                    <a:pt x="101799" y="0"/>
                  </a:cubicBezTo>
                  <a:lnTo>
                    <a:pt x="101799" y="0"/>
                  </a:lnTo>
                  <a:cubicBezTo>
                    <a:pt x="101894" y="381"/>
                    <a:pt x="101978" y="774"/>
                    <a:pt x="102073" y="1179"/>
                  </a:cubicBezTo>
                  <a:cubicBezTo>
                    <a:pt x="99072" y="1417"/>
                    <a:pt x="96132" y="1607"/>
                    <a:pt x="93060" y="1774"/>
                  </a:cubicBezTo>
                  <a:cubicBezTo>
                    <a:pt x="93191" y="1167"/>
                    <a:pt x="93322" y="572"/>
                    <a:pt x="93465" y="0"/>
                  </a:cubicBezTo>
                  <a:lnTo>
                    <a:pt x="93465" y="0"/>
                  </a:lnTo>
                  <a:cubicBezTo>
                    <a:pt x="84535" y="905"/>
                    <a:pt x="77439" y="1524"/>
                    <a:pt x="69212" y="1905"/>
                  </a:cubicBezTo>
                  <a:cubicBezTo>
                    <a:pt x="69164" y="2239"/>
                    <a:pt x="69116" y="2548"/>
                    <a:pt x="69081" y="2822"/>
                  </a:cubicBezTo>
                  <a:cubicBezTo>
                    <a:pt x="68723" y="2667"/>
                    <a:pt x="68342" y="2548"/>
                    <a:pt x="67973" y="2453"/>
                  </a:cubicBezTo>
                  <a:cubicBezTo>
                    <a:pt x="67950" y="2298"/>
                    <a:pt x="67926" y="2131"/>
                    <a:pt x="67902" y="1953"/>
                  </a:cubicBezTo>
                  <a:cubicBezTo>
                    <a:pt x="64735" y="2084"/>
                    <a:pt x="61377" y="2179"/>
                    <a:pt x="57686" y="2239"/>
                  </a:cubicBezTo>
                  <a:cubicBezTo>
                    <a:pt x="56567" y="2227"/>
                    <a:pt x="55472" y="2203"/>
                    <a:pt x="54412" y="2179"/>
                  </a:cubicBezTo>
                  <a:cubicBezTo>
                    <a:pt x="54303" y="2757"/>
                    <a:pt x="54160" y="2952"/>
                    <a:pt x="53977" y="2952"/>
                  </a:cubicBezTo>
                  <a:cubicBezTo>
                    <a:pt x="53701" y="2952"/>
                    <a:pt x="53333" y="2506"/>
                    <a:pt x="52852" y="2262"/>
                  </a:cubicBezTo>
                  <a:cubicBezTo>
                    <a:pt x="52687" y="2278"/>
                    <a:pt x="52522" y="2285"/>
                    <a:pt x="52356" y="2285"/>
                  </a:cubicBezTo>
                  <a:cubicBezTo>
                    <a:pt x="51262" y="2285"/>
                    <a:pt x="50161" y="1988"/>
                    <a:pt x="49052" y="1988"/>
                  </a:cubicBezTo>
                  <a:cubicBezTo>
                    <a:pt x="48926" y="1988"/>
                    <a:pt x="48800" y="1992"/>
                    <a:pt x="48673" y="2000"/>
                  </a:cubicBezTo>
                  <a:cubicBezTo>
                    <a:pt x="48959" y="2774"/>
                    <a:pt x="49138" y="3346"/>
                    <a:pt x="49257" y="3751"/>
                  </a:cubicBezTo>
                  <a:cubicBezTo>
                    <a:pt x="48792" y="3274"/>
                    <a:pt x="48173" y="2953"/>
                    <a:pt x="47518" y="2703"/>
                  </a:cubicBezTo>
                  <a:cubicBezTo>
                    <a:pt x="47304" y="2441"/>
                    <a:pt x="47090" y="2179"/>
                    <a:pt x="46875" y="1929"/>
                  </a:cubicBezTo>
                  <a:cubicBezTo>
                    <a:pt x="38315" y="1572"/>
                    <a:pt x="31064" y="929"/>
                    <a:pt x="21872" y="0"/>
                  </a:cubicBezTo>
                  <a:lnTo>
                    <a:pt x="21872" y="0"/>
                  </a:lnTo>
                  <a:cubicBezTo>
                    <a:pt x="22015" y="572"/>
                    <a:pt x="22146" y="1167"/>
                    <a:pt x="22277" y="1774"/>
                  </a:cubicBezTo>
                  <a:cubicBezTo>
                    <a:pt x="15098" y="1393"/>
                    <a:pt x="8573" y="810"/>
                    <a:pt x="5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53"/>
            <p:cNvSpPr/>
            <p:nvPr/>
          </p:nvSpPr>
          <p:spPr>
            <a:xfrm>
              <a:off x="283950" y="193150"/>
              <a:ext cx="8615526" cy="4752359"/>
            </a:xfrm>
            <a:custGeom>
              <a:rect b="b" l="l" r="r" t="t"/>
              <a:pathLst>
                <a:path extrusionOk="0" h="146757" w="269046">
                  <a:moveTo>
                    <a:pt x="21241" y="131"/>
                  </a:moveTo>
                  <a:cubicBezTo>
                    <a:pt x="20884" y="346"/>
                    <a:pt x="20527" y="572"/>
                    <a:pt x="20170" y="798"/>
                  </a:cubicBezTo>
                  <a:cubicBezTo>
                    <a:pt x="20217" y="953"/>
                    <a:pt x="20253" y="1120"/>
                    <a:pt x="20289" y="1286"/>
                  </a:cubicBezTo>
                  <a:cubicBezTo>
                    <a:pt x="20860" y="929"/>
                    <a:pt x="21432" y="560"/>
                    <a:pt x="22015" y="203"/>
                  </a:cubicBezTo>
                  <a:cubicBezTo>
                    <a:pt x="21753" y="179"/>
                    <a:pt x="21503" y="155"/>
                    <a:pt x="21241" y="131"/>
                  </a:cubicBezTo>
                  <a:close/>
                  <a:moveTo>
                    <a:pt x="18777" y="1691"/>
                  </a:moveTo>
                  <a:cubicBezTo>
                    <a:pt x="18515" y="1858"/>
                    <a:pt x="18265" y="2012"/>
                    <a:pt x="18015" y="2179"/>
                  </a:cubicBezTo>
                  <a:cubicBezTo>
                    <a:pt x="11788" y="6263"/>
                    <a:pt x="6156" y="10644"/>
                    <a:pt x="1155" y="15252"/>
                  </a:cubicBezTo>
                  <a:cubicBezTo>
                    <a:pt x="1179" y="15455"/>
                    <a:pt x="1203" y="15657"/>
                    <a:pt x="1215" y="15848"/>
                  </a:cubicBezTo>
                  <a:cubicBezTo>
                    <a:pt x="6263" y="11156"/>
                    <a:pt x="11966" y="6727"/>
                    <a:pt x="18277" y="2584"/>
                  </a:cubicBezTo>
                  <a:cubicBezTo>
                    <a:pt x="18705" y="2298"/>
                    <a:pt x="19146" y="2012"/>
                    <a:pt x="19574" y="1739"/>
                  </a:cubicBezTo>
                  <a:cubicBezTo>
                    <a:pt x="19312" y="1727"/>
                    <a:pt x="19039" y="1703"/>
                    <a:pt x="18777" y="1691"/>
                  </a:cubicBezTo>
                  <a:close/>
                  <a:moveTo>
                    <a:pt x="257199" y="5608"/>
                  </a:moveTo>
                  <a:cubicBezTo>
                    <a:pt x="259819" y="11180"/>
                    <a:pt x="262128" y="16943"/>
                    <a:pt x="264105" y="22884"/>
                  </a:cubicBezTo>
                  <a:cubicBezTo>
                    <a:pt x="264307" y="22836"/>
                    <a:pt x="264522" y="22789"/>
                    <a:pt x="264736" y="22741"/>
                  </a:cubicBezTo>
                  <a:cubicBezTo>
                    <a:pt x="262950" y="17360"/>
                    <a:pt x="260890" y="12085"/>
                    <a:pt x="258557" y="6942"/>
                  </a:cubicBezTo>
                  <a:lnTo>
                    <a:pt x="257199" y="5608"/>
                  </a:lnTo>
                  <a:close/>
                  <a:moveTo>
                    <a:pt x="234685" y="1239"/>
                  </a:moveTo>
                  <a:cubicBezTo>
                    <a:pt x="234423" y="1262"/>
                    <a:pt x="234149" y="1286"/>
                    <a:pt x="233887" y="1298"/>
                  </a:cubicBezTo>
                  <a:cubicBezTo>
                    <a:pt x="234554" y="1727"/>
                    <a:pt x="235220" y="2143"/>
                    <a:pt x="235875" y="2584"/>
                  </a:cubicBezTo>
                  <a:cubicBezTo>
                    <a:pt x="245662" y="9001"/>
                    <a:pt x="253961" y="16145"/>
                    <a:pt x="260676" y="23813"/>
                  </a:cubicBezTo>
                  <a:cubicBezTo>
                    <a:pt x="260783" y="23741"/>
                    <a:pt x="260938" y="23682"/>
                    <a:pt x="261140" y="23610"/>
                  </a:cubicBezTo>
                  <a:cubicBezTo>
                    <a:pt x="254377" y="15871"/>
                    <a:pt x="246007" y="8656"/>
                    <a:pt x="236137" y="2179"/>
                  </a:cubicBezTo>
                  <a:cubicBezTo>
                    <a:pt x="235649" y="1870"/>
                    <a:pt x="235173" y="1548"/>
                    <a:pt x="234685" y="1239"/>
                  </a:cubicBezTo>
                  <a:close/>
                  <a:moveTo>
                    <a:pt x="264807" y="25051"/>
                  </a:moveTo>
                  <a:lnTo>
                    <a:pt x="264867" y="25218"/>
                  </a:lnTo>
                  <a:cubicBezTo>
                    <a:pt x="264879" y="25218"/>
                    <a:pt x="264879" y="25206"/>
                    <a:pt x="264891" y="25194"/>
                  </a:cubicBezTo>
                  <a:cubicBezTo>
                    <a:pt x="264914" y="25158"/>
                    <a:pt x="264926" y="25111"/>
                    <a:pt x="264938" y="25075"/>
                  </a:cubicBezTo>
                  <a:cubicBezTo>
                    <a:pt x="264891" y="25063"/>
                    <a:pt x="264855" y="25063"/>
                    <a:pt x="264807" y="25051"/>
                  </a:cubicBezTo>
                  <a:close/>
                  <a:moveTo>
                    <a:pt x="265319" y="26670"/>
                  </a:moveTo>
                  <a:lnTo>
                    <a:pt x="265319" y="26670"/>
                  </a:lnTo>
                  <a:cubicBezTo>
                    <a:pt x="265557" y="27480"/>
                    <a:pt x="265807" y="28290"/>
                    <a:pt x="266034" y="29099"/>
                  </a:cubicBezTo>
                  <a:cubicBezTo>
                    <a:pt x="266057" y="28444"/>
                    <a:pt x="266081" y="27789"/>
                    <a:pt x="266117" y="27135"/>
                  </a:cubicBezTo>
                  <a:cubicBezTo>
                    <a:pt x="266081" y="27016"/>
                    <a:pt x="266046" y="26896"/>
                    <a:pt x="266010" y="26777"/>
                  </a:cubicBezTo>
                  <a:cubicBezTo>
                    <a:pt x="265843" y="26754"/>
                    <a:pt x="265593" y="26718"/>
                    <a:pt x="265319" y="26670"/>
                  </a:cubicBezTo>
                  <a:close/>
                  <a:moveTo>
                    <a:pt x="261188" y="24408"/>
                  </a:moveTo>
                  <a:lnTo>
                    <a:pt x="261188" y="24408"/>
                  </a:lnTo>
                  <a:cubicBezTo>
                    <a:pt x="262902" y="26396"/>
                    <a:pt x="264498" y="28409"/>
                    <a:pt x="265998" y="30456"/>
                  </a:cubicBezTo>
                  <a:cubicBezTo>
                    <a:pt x="265998" y="30195"/>
                    <a:pt x="266010" y="29944"/>
                    <a:pt x="266022" y="29683"/>
                  </a:cubicBezTo>
                  <a:cubicBezTo>
                    <a:pt x="265153" y="28516"/>
                    <a:pt x="264260" y="27361"/>
                    <a:pt x="263331" y="26218"/>
                  </a:cubicBezTo>
                  <a:cubicBezTo>
                    <a:pt x="263200" y="26158"/>
                    <a:pt x="263140" y="26087"/>
                    <a:pt x="263164" y="26015"/>
                  </a:cubicBezTo>
                  <a:cubicBezTo>
                    <a:pt x="262771" y="25539"/>
                    <a:pt x="262378" y="25075"/>
                    <a:pt x="261986" y="24599"/>
                  </a:cubicBezTo>
                  <a:cubicBezTo>
                    <a:pt x="261664" y="24539"/>
                    <a:pt x="261402" y="24468"/>
                    <a:pt x="261188" y="24408"/>
                  </a:cubicBezTo>
                  <a:close/>
                  <a:moveTo>
                    <a:pt x="127076" y="17431"/>
                  </a:moveTo>
                  <a:cubicBezTo>
                    <a:pt x="133339" y="17431"/>
                    <a:pt x="139506" y="17574"/>
                    <a:pt x="145578" y="17848"/>
                  </a:cubicBezTo>
                  <a:cubicBezTo>
                    <a:pt x="146150" y="29278"/>
                    <a:pt x="146554" y="41363"/>
                    <a:pt x="146769" y="53924"/>
                  </a:cubicBezTo>
                  <a:cubicBezTo>
                    <a:pt x="140292" y="53816"/>
                    <a:pt x="133720" y="53769"/>
                    <a:pt x="127076" y="53769"/>
                  </a:cubicBezTo>
                  <a:cubicBezTo>
                    <a:pt x="120432" y="53769"/>
                    <a:pt x="113860" y="53816"/>
                    <a:pt x="107371" y="53924"/>
                  </a:cubicBezTo>
                  <a:cubicBezTo>
                    <a:pt x="107585" y="41363"/>
                    <a:pt x="107990" y="29278"/>
                    <a:pt x="108562" y="17848"/>
                  </a:cubicBezTo>
                  <a:cubicBezTo>
                    <a:pt x="114634" y="17574"/>
                    <a:pt x="120813" y="17431"/>
                    <a:pt x="127076" y="17431"/>
                  </a:cubicBezTo>
                  <a:close/>
                  <a:moveTo>
                    <a:pt x="108359" y="17848"/>
                  </a:moveTo>
                  <a:cubicBezTo>
                    <a:pt x="107776" y="29385"/>
                    <a:pt x="107371" y="41482"/>
                    <a:pt x="107169" y="53924"/>
                  </a:cubicBezTo>
                  <a:cubicBezTo>
                    <a:pt x="94727" y="54138"/>
                    <a:pt x="82630" y="54531"/>
                    <a:pt x="71093" y="55114"/>
                  </a:cubicBezTo>
                  <a:cubicBezTo>
                    <a:pt x="71617" y="43244"/>
                    <a:pt x="72640" y="31766"/>
                    <a:pt x="74117" y="20872"/>
                  </a:cubicBezTo>
                  <a:cubicBezTo>
                    <a:pt x="85011" y="19407"/>
                    <a:pt x="96477" y="18384"/>
                    <a:pt x="108359" y="17848"/>
                  </a:cubicBezTo>
                  <a:close/>
                  <a:moveTo>
                    <a:pt x="145792" y="17860"/>
                  </a:moveTo>
                  <a:lnTo>
                    <a:pt x="145792" y="17860"/>
                  </a:lnTo>
                  <a:cubicBezTo>
                    <a:pt x="157675" y="18384"/>
                    <a:pt x="169141" y="19407"/>
                    <a:pt x="180035" y="20884"/>
                  </a:cubicBezTo>
                  <a:cubicBezTo>
                    <a:pt x="181499" y="31766"/>
                    <a:pt x="182523" y="43244"/>
                    <a:pt x="183059" y="55114"/>
                  </a:cubicBezTo>
                  <a:cubicBezTo>
                    <a:pt x="171522" y="54531"/>
                    <a:pt x="159425" y="54138"/>
                    <a:pt x="146983" y="53924"/>
                  </a:cubicBezTo>
                  <a:cubicBezTo>
                    <a:pt x="146781" y="41482"/>
                    <a:pt x="146376" y="29385"/>
                    <a:pt x="145792" y="17860"/>
                  </a:cubicBezTo>
                  <a:close/>
                  <a:moveTo>
                    <a:pt x="73724" y="20931"/>
                  </a:moveTo>
                  <a:lnTo>
                    <a:pt x="73724" y="20931"/>
                  </a:lnTo>
                  <a:cubicBezTo>
                    <a:pt x="72259" y="31909"/>
                    <a:pt x="71247" y="43375"/>
                    <a:pt x="70724" y="55138"/>
                  </a:cubicBezTo>
                  <a:cubicBezTo>
                    <a:pt x="54805" y="55948"/>
                    <a:pt x="39958" y="57103"/>
                    <a:pt x="26742" y="58579"/>
                  </a:cubicBezTo>
                  <a:cubicBezTo>
                    <a:pt x="27373" y="48816"/>
                    <a:pt x="28599" y="39255"/>
                    <a:pt x="30397" y="29992"/>
                  </a:cubicBezTo>
                  <a:cubicBezTo>
                    <a:pt x="43292" y="26158"/>
                    <a:pt x="57901" y="23086"/>
                    <a:pt x="73724" y="20931"/>
                  </a:cubicBezTo>
                  <a:close/>
                  <a:moveTo>
                    <a:pt x="180416" y="20931"/>
                  </a:moveTo>
                  <a:lnTo>
                    <a:pt x="180416" y="20931"/>
                  </a:lnTo>
                  <a:cubicBezTo>
                    <a:pt x="196251" y="23086"/>
                    <a:pt x="210860" y="26170"/>
                    <a:pt x="223755" y="29992"/>
                  </a:cubicBezTo>
                  <a:cubicBezTo>
                    <a:pt x="225552" y="39255"/>
                    <a:pt x="226779" y="48816"/>
                    <a:pt x="227410" y="58579"/>
                  </a:cubicBezTo>
                  <a:cubicBezTo>
                    <a:pt x="214194" y="57103"/>
                    <a:pt x="199335" y="55948"/>
                    <a:pt x="183416" y="55138"/>
                  </a:cubicBezTo>
                  <a:cubicBezTo>
                    <a:pt x="182904" y="43375"/>
                    <a:pt x="181892" y="31909"/>
                    <a:pt x="180416" y="20931"/>
                  </a:cubicBezTo>
                  <a:close/>
                  <a:moveTo>
                    <a:pt x="70724" y="55352"/>
                  </a:moveTo>
                  <a:cubicBezTo>
                    <a:pt x="70450" y="61436"/>
                    <a:pt x="70319" y="67616"/>
                    <a:pt x="70319" y="73843"/>
                  </a:cubicBezTo>
                  <a:cubicBezTo>
                    <a:pt x="70319" y="80070"/>
                    <a:pt x="70450" y="86237"/>
                    <a:pt x="70724" y="92321"/>
                  </a:cubicBezTo>
                  <a:cubicBezTo>
                    <a:pt x="54543" y="91500"/>
                    <a:pt x="39696" y="90333"/>
                    <a:pt x="26730" y="88892"/>
                  </a:cubicBezTo>
                  <a:cubicBezTo>
                    <a:pt x="26420" y="83915"/>
                    <a:pt x="26254" y="78891"/>
                    <a:pt x="26254" y="73843"/>
                  </a:cubicBezTo>
                  <a:cubicBezTo>
                    <a:pt x="26254" y="68783"/>
                    <a:pt x="26420" y="63758"/>
                    <a:pt x="26730" y="58781"/>
                  </a:cubicBezTo>
                  <a:cubicBezTo>
                    <a:pt x="39696" y="57341"/>
                    <a:pt x="54543" y="56174"/>
                    <a:pt x="70724" y="55352"/>
                  </a:cubicBezTo>
                  <a:close/>
                  <a:moveTo>
                    <a:pt x="183428" y="55352"/>
                  </a:moveTo>
                  <a:cubicBezTo>
                    <a:pt x="199609" y="56174"/>
                    <a:pt x="214444" y="57341"/>
                    <a:pt x="227410" y="58781"/>
                  </a:cubicBezTo>
                  <a:cubicBezTo>
                    <a:pt x="227731" y="63758"/>
                    <a:pt x="227886" y="68783"/>
                    <a:pt x="227886" y="73843"/>
                  </a:cubicBezTo>
                  <a:cubicBezTo>
                    <a:pt x="227886" y="78903"/>
                    <a:pt x="227731" y="83915"/>
                    <a:pt x="227410" y="88892"/>
                  </a:cubicBezTo>
                  <a:cubicBezTo>
                    <a:pt x="214444" y="90333"/>
                    <a:pt x="199609" y="91500"/>
                    <a:pt x="183428" y="92321"/>
                  </a:cubicBezTo>
                  <a:cubicBezTo>
                    <a:pt x="183690" y="86237"/>
                    <a:pt x="183833" y="80070"/>
                    <a:pt x="183833" y="73843"/>
                  </a:cubicBezTo>
                  <a:cubicBezTo>
                    <a:pt x="183833" y="67616"/>
                    <a:pt x="183690" y="61436"/>
                    <a:pt x="183428" y="55352"/>
                  </a:cubicBezTo>
                  <a:close/>
                  <a:moveTo>
                    <a:pt x="107157" y="54138"/>
                  </a:moveTo>
                  <a:cubicBezTo>
                    <a:pt x="107050" y="60627"/>
                    <a:pt x="107002" y="67199"/>
                    <a:pt x="107002" y="73843"/>
                  </a:cubicBezTo>
                  <a:cubicBezTo>
                    <a:pt x="107002" y="80475"/>
                    <a:pt x="107050" y="87047"/>
                    <a:pt x="107157" y="93536"/>
                  </a:cubicBezTo>
                  <a:cubicBezTo>
                    <a:pt x="94596" y="93321"/>
                    <a:pt x="82511" y="92917"/>
                    <a:pt x="71081" y="92345"/>
                  </a:cubicBezTo>
                  <a:cubicBezTo>
                    <a:pt x="70807" y="86273"/>
                    <a:pt x="70676" y="80105"/>
                    <a:pt x="70676" y="73843"/>
                  </a:cubicBezTo>
                  <a:cubicBezTo>
                    <a:pt x="70676" y="67580"/>
                    <a:pt x="70807" y="61401"/>
                    <a:pt x="71081" y="55329"/>
                  </a:cubicBezTo>
                  <a:cubicBezTo>
                    <a:pt x="82511" y="54757"/>
                    <a:pt x="94596" y="54352"/>
                    <a:pt x="107157" y="54138"/>
                  </a:cubicBezTo>
                  <a:close/>
                  <a:moveTo>
                    <a:pt x="146983" y="54138"/>
                  </a:moveTo>
                  <a:cubicBezTo>
                    <a:pt x="159544" y="54352"/>
                    <a:pt x="171641" y="54757"/>
                    <a:pt x="183071" y="55329"/>
                  </a:cubicBezTo>
                  <a:cubicBezTo>
                    <a:pt x="183333" y="61401"/>
                    <a:pt x="183476" y="67568"/>
                    <a:pt x="183476" y="73831"/>
                  </a:cubicBezTo>
                  <a:cubicBezTo>
                    <a:pt x="183476" y="80094"/>
                    <a:pt x="183333" y="86273"/>
                    <a:pt x="183071" y="92345"/>
                  </a:cubicBezTo>
                  <a:cubicBezTo>
                    <a:pt x="171641" y="92917"/>
                    <a:pt x="159544" y="93321"/>
                    <a:pt x="146983" y="93536"/>
                  </a:cubicBezTo>
                  <a:cubicBezTo>
                    <a:pt x="147090" y="87047"/>
                    <a:pt x="147150" y="80475"/>
                    <a:pt x="147150" y="73843"/>
                  </a:cubicBezTo>
                  <a:cubicBezTo>
                    <a:pt x="147150" y="67199"/>
                    <a:pt x="147090" y="60627"/>
                    <a:pt x="146983" y="54138"/>
                  </a:cubicBezTo>
                  <a:close/>
                  <a:moveTo>
                    <a:pt x="127076" y="53971"/>
                  </a:moveTo>
                  <a:cubicBezTo>
                    <a:pt x="133743" y="53971"/>
                    <a:pt x="140327" y="54031"/>
                    <a:pt x="146781" y="54138"/>
                  </a:cubicBezTo>
                  <a:cubicBezTo>
                    <a:pt x="146876" y="60591"/>
                    <a:pt x="146935" y="67163"/>
                    <a:pt x="146935" y="73843"/>
                  </a:cubicBezTo>
                  <a:cubicBezTo>
                    <a:pt x="146935" y="80510"/>
                    <a:pt x="146888" y="87082"/>
                    <a:pt x="146781" y="93536"/>
                  </a:cubicBezTo>
                  <a:cubicBezTo>
                    <a:pt x="140327" y="93643"/>
                    <a:pt x="133743" y="93702"/>
                    <a:pt x="127076" y="93702"/>
                  </a:cubicBezTo>
                  <a:cubicBezTo>
                    <a:pt x="120396" y="93702"/>
                    <a:pt x="113824" y="93643"/>
                    <a:pt x="107371" y="93536"/>
                  </a:cubicBezTo>
                  <a:cubicBezTo>
                    <a:pt x="107264" y="87082"/>
                    <a:pt x="107204" y="80510"/>
                    <a:pt x="107204" y="73843"/>
                  </a:cubicBezTo>
                  <a:cubicBezTo>
                    <a:pt x="107204" y="67163"/>
                    <a:pt x="107264" y="60591"/>
                    <a:pt x="107371" y="54138"/>
                  </a:cubicBezTo>
                  <a:cubicBezTo>
                    <a:pt x="113824" y="54031"/>
                    <a:pt x="120396" y="53971"/>
                    <a:pt x="127076" y="53971"/>
                  </a:cubicBezTo>
                  <a:close/>
                  <a:moveTo>
                    <a:pt x="48" y="105632"/>
                  </a:moveTo>
                  <a:cubicBezTo>
                    <a:pt x="36" y="105716"/>
                    <a:pt x="12" y="105811"/>
                    <a:pt x="0" y="105894"/>
                  </a:cubicBezTo>
                  <a:cubicBezTo>
                    <a:pt x="155" y="105882"/>
                    <a:pt x="310" y="105870"/>
                    <a:pt x="477" y="105859"/>
                  </a:cubicBezTo>
                  <a:cubicBezTo>
                    <a:pt x="334" y="105775"/>
                    <a:pt x="191" y="105704"/>
                    <a:pt x="48" y="105632"/>
                  </a:cubicBezTo>
                  <a:close/>
                  <a:moveTo>
                    <a:pt x="26742" y="89095"/>
                  </a:moveTo>
                  <a:cubicBezTo>
                    <a:pt x="39958" y="90571"/>
                    <a:pt x="54805" y="91726"/>
                    <a:pt x="70724" y="92536"/>
                  </a:cubicBezTo>
                  <a:cubicBezTo>
                    <a:pt x="71247" y="104299"/>
                    <a:pt x="72259" y="115765"/>
                    <a:pt x="73724" y="126742"/>
                  </a:cubicBezTo>
                  <a:cubicBezTo>
                    <a:pt x="57901" y="124587"/>
                    <a:pt x="43292" y="121515"/>
                    <a:pt x="30397" y="117681"/>
                  </a:cubicBezTo>
                  <a:cubicBezTo>
                    <a:pt x="28599" y="108418"/>
                    <a:pt x="27373" y="98858"/>
                    <a:pt x="26742" y="89095"/>
                  </a:cubicBezTo>
                  <a:close/>
                  <a:moveTo>
                    <a:pt x="227410" y="89095"/>
                  </a:moveTo>
                  <a:cubicBezTo>
                    <a:pt x="226779" y="98858"/>
                    <a:pt x="225552" y="108418"/>
                    <a:pt x="223755" y="117681"/>
                  </a:cubicBezTo>
                  <a:cubicBezTo>
                    <a:pt x="210860" y="121515"/>
                    <a:pt x="196251" y="124587"/>
                    <a:pt x="180416" y="126742"/>
                  </a:cubicBezTo>
                  <a:cubicBezTo>
                    <a:pt x="181892" y="115765"/>
                    <a:pt x="182904" y="104299"/>
                    <a:pt x="183416" y="92536"/>
                  </a:cubicBezTo>
                  <a:cubicBezTo>
                    <a:pt x="199347" y="91726"/>
                    <a:pt x="214194" y="90571"/>
                    <a:pt x="227410" y="89095"/>
                  </a:cubicBezTo>
                  <a:close/>
                  <a:moveTo>
                    <a:pt x="71093" y="92559"/>
                  </a:moveTo>
                  <a:lnTo>
                    <a:pt x="71093" y="92559"/>
                  </a:lnTo>
                  <a:cubicBezTo>
                    <a:pt x="82630" y="93143"/>
                    <a:pt x="94715" y="93536"/>
                    <a:pt x="107169" y="93750"/>
                  </a:cubicBezTo>
                  <a:cubicBezTo>
                    <a:pt x="107371" y="106192"/>
                    <a:pt x="107776" y="118289"/>
                    <a:pt x="108347" y="129826"/>
                  </a:cubicBezTo>
                  <a:cubicBezTo>
                    <a:pt x="96477" y="129290"/>
                    <a:pt x="85011" y="128266"/>
                    <a:pt x="74117" y="126790"/>
                  </a:cubicBezTo>
                  <a:cubicBezTo>
                    <a:pt x="72640" y="115907"/>
                    <a:pt x="71617" y="104442"/>
                    <a:pt x="71093" y="92559"/>
                  </a:cubicBezTo>
                  <a:close/>
                  <a:moveTo>
                    <a:pt x="183059" y="92559"/>
                  </a:moveTo>
                  <a:lnTo>
                    <a:pt x="183059" y="92559"/>
                  </a:lnTo>
                  <a:cubicBezTo>
                    <a:pt x="182523" y="104442"/>
                    <a:pt x="181499" y="115907"/>
                    <a:pt x="180035" y="126802"/>
                  </a:cubicBezTo>
                  <a:cubicBezTo>
                    <a:pt x="169141" y="128266"/>
                    <a:pt x="157675" y="129290"/>
                    <a:pt x="145792" y="129826"/>
                  </a:cubicBezTo>
                  <a:cubicBezTo>
                    <a:pt x="146376" y="118289"/>
                    <a:pt x="146769" y="106192"/>
                    <a:pt x="146983" y="93750"/>
                  </a:cubicBezTo>
                  <a:cubicBezTo>
                    <a:pt x="159425" y="93536"/>
                    <a:pt x="171522" y="93143"/>
                    <a:pt x="183059" y="92559"/>
                  </a:cubicBezTo>
                  <a:close/>
                  <a:moveTo>
                    <a:pt x="107371" y="93750"/>
                  </a:moveTo>
                  <a:cubicBezTo>
                    <a:pt x="113860" y="93857"/>
                    <a:pt x="120432" y="93917"/>
                    <a:pt x="127076" y="93917"/>
                  </a:cubicBezTo>
                  <a:cubicBezTo>
                    <a:pt x="133708" y="93917"/>
                    <a:pt x="140292" y="93857"/>
                    <a:pt x="146769" y="93750"/>
                  </a:cubicBezTo>
                  <a:lnTo>
                    <a:pt x="146769" y="93750"/>
                  </a:lnTo>
                  <a:cubicBezTo>
                    <a:pt x="146566" y="106311"/>
                    <a:pt x="146150" y="118396"/>
                    <a:pt x="145578" y="129826"/>
                  </a:cubicBezTo>
                  <a:cubicBezTo>
                    <a:pt x="139506" y="130100"/>
                    <a:pt x="133339" y="130243"/>
                    <a:pt x="127076" y="130243"/>
                  </a:cubicBezTo>
                  <a:cubicBezTo>
                    <a:pt x="120813" y="130243"/>
                    <a:pt x="114634" y="130100"/>
                    <a:pt x="108574" y="129826"/>
                  </a:cubicBezTo>
                  <a:cubicBezTo>
                    <a:pt x="107990" y="118396"/>
                    <a:pt x="107585" y="106311"/>
                    <a:pt x="107371" y="93750"/>
                  </a:cubicBezTo>
                  <a:close/>
                  <a:moveTo>
                    <a:pt x="266653" y="116300"/>
                  </a:moveTo>
                  <a:lnTo>
                    <a:pt x="266653" y="116300"/>
                  </a:lnTo>
                  <a:cubicBezTo>
                    <a:pt x="259152" y="126861"/>
                    <a:pt x="248817" y="136600"/>
                    <a:pt x="235875" y="145101"/>
                  </a:cubicBezTo>
                  <a:cubicBezTo>
                    <a:pt x="235411" y="145399"/>
                    <a:pt x="234946" y="145697"/>
                    <a:pt x="234482" y="145994"/>
                  </a:cubicBezTo>
                  <a:cubicBezTo>
                    <a:pt x="234756" y="146006"/>
                    <a:pt x="235030" y="146018"/>
                    <a:pt x="235304" y="146030"/>
                  </a:cubicBezTo>
                  <a:cubicBezTo>
                    <a:pt x="235577" y="145852"/>
                    <a:pt x="235851" y="145673"/>
                    <a:pt x="236137" y="145494"/>
                  </a:cubicBezTo>
                  <a:cubicBezTo>
                    <a:pt x="248710" y="137243"/>
                    <a:pt x="258854" y="127814"/>
                    <a:pt x="266319" y="117586"/>
                  </a:cubicBezTo>
                  <a:lnTo>
                    <a:pt x="266319" y="117586"/>
                  </a:lnTo>
                  <a:cubicBezTo>
                    <a:pt x="263533" y="127504"/>
                    <a:pt x="259831" y="137005"/>
                    <a:pt x="255306" y="145971"/>
                  </a:cubicBezTo>
                  <a:cubicBezTo>
                    <a:pt x="255544" y="145983"/>
                    <a:pt x="255794" y="145994"/>
                    <a:pt x="256032" y="146006"/>
                  </a:cubicBezTo>
                  <a:cubicBezTo>
                    <a:pt x="260354" y="137374"/>
                    <a:pt x="263879" y="128338"/>
                    <a:pt x="266569" y="118991"/>
                  </a:cubicBezTo>
                  <a:cubicBezTo>
                    <a:pt x="266593" y="118098"/>
                    <a:pt x="266617" y="117193"/>
                    <a:pt x="266653" y="116300"/>
                  </a:cubicBezTo>
                  <a:close/>
                  <a:moveTo>
                    <a:pt x="1798" y="132362"/>
                  </a:moveTo>
                  <a:cubicBezTo>
                    <a:pt x="1774" y="132540"/>
                    <a:pt x="1739" y="132731"/>
                    <a:pt x="1715" y="132933"/>
                  </a:cubicBezTo>
                  <a:cubicBezTo>
                    <a:pt x="6573" y="137362"/>
                    <a:pt x="12014" y="141553"/>
                    <a:pt x="18015" y="145494"/>
                  </a:cubicBezTo>
                  <a:cubicBezTo>
                    <a:pt x="18229" y="145637"/>
                    <a:pt x="18455" y="145780"/>
                    <a:pt x="18669" y="145923"/>
                  </a:cubicBezTo>
                  <a:cubicBezTo>
                    <a:pt x="18681" y="145899"/>
                    <a:pt x="18681" y="145887"/>
                    <a:pt x="18693" y="145875"/>
                  </a:cubicBezTo>
                  <a:lnTo>
                    <a:pt x="18693" y="145875"/>
                  </a:lnTo>
                  <a:cubicBezTo>
                    <a:pt x="18681" y="145899"/>
                    <a:pt x="18693" y="145911"/>
                    <a:pt x="18693" y="145935"/>
                  </a:cubicBezTo>
                  <a:cubicBezTo>
                    <a:pt x="18800" y="146006"/>
                    <a:pt x="18908" y="146066"/>
                    <a:pt x="19015" y="146137"/>
                  </a:cubicBezTo>
                  <a:cubicBezTo>
                    <a:pt x="19348" y="146256"/>
                    <a:pt x="19872" y="146328"/>
                    <a:pt x="20336" y="146423"/>
                  </a:cubicBezTo>
                  <a:cubicBezTo>
                    <a:pt x="19646" y="145983"/>
                    <a:pt x="18955" y="145542"/>
                    <a:pt x="18277" y="145090"/>
                  </a:cubicBezTo>
                  <a:cubicBezTo>
                    <a:pt x="12204" y="141113"/>
                    <a:pt x="6692" y="136850"/>
                    <a:pt x="1798" y="132362"/>
                  </a:cubicBezTo>
                  <a:close/>
                  <a:moveTo>
                    <a:pt x="176558" y="0"/>
                  </a:moveTo>
                  <a:cubicBezTo>
                    <a:pt x="176701" y="572"/>
                    <a:pt x="176832" y="1167"/>
                    <a:pt x="176963" y="1774"/>
                  </a:cubicBezTo>
                  <a:lnTo>
                    <a:pt x="176903" y="1774"/>
                  </a:lnTo>
                  <a:cubicBezTo>
                    <a:pt x="178070" y="7787"/>
                    <a:pt x="179106" y="14038"/>
                    <a:pt x="179975" y="20491"/>
                  </a:cubicBezTo>
                  <a:cubicBezTo>
                    <a:pt x="168998" y="19015"/>
                    <a:pt x="157544" y="18003"/>
                    <a:pt x="145781" y="17491"/>
                  </a:cubicBezTo>
                  <a:cubicBezTo>
                    <a:pt x="145507" y="12157"/>
                    <a:pt x="145197" y="6942"/>
                    <a:pt x="144852" y="1858"/>
                  </a:cubicBezTo>
                  <a:cubicBezTo>
                    <a:pt x="144780" y="1870"/>
                    <a:pt x="144697" y="1870"/>
                    <a:pt x="144626" y="1870"/>
                  </a:cubicBezTo>
                  <a:cubicBezTo>
                    <a:pt x="144971" y="6918"/>
                    <a:pt x="145292" y="12121"/>
                    <a:pt x="145554" y="17479"/>
                  </a:cubicBezTo>
                  <a:cubicBezTo>
                    <a:pt x="139470" y="17217"/>
                    <a:pt x="133303" y="17074"/>
                    <a:pt x="127076" y="17074"/>
                  </a:cubicBezTo>
                  <a:cubicBezTo>
                    <a:pt x="120849" y="17074"/>
                    <a:pt x="114681" y="17217"/>
                    <a:pt x="108585" y="17479"/>
                  </a:cubicBezTo>
                  <a:cubicBezTo>
                    <a:pt x="108895" y="11573"/>
                    <a:pt x="109240" y="5846"/>
                    <a:pt x="109621" y="322"/>
                  </a:cubicBezTo>
                  <a:lnTo>
                    <a:pt x="109621" y="322"/>
                  </a:lnTo>
                  <a:cubicBezTo>
                    <a:pt x="109550" y="334"/>
                    <a:pt x="109478" y="334"/>
                    <a:pt x="109407" y="346"/>
                  </a:cubicBezTo>
                  <a:cubicBezTo>
                    <a:pt x="109014" y="5894"/>
                    <a:pt x="108669" y="11621"/>
                    <a:pt x="108371" y="17491"/>
                  </a:cubicBezTo>
                  <a:cubicBezTo>
                    <a:pt x="96608" y="18003"/>
                    <a:pt x="85142" y="19015"/>
                    <a:pt x="74164" y="20491"/>
                  </a:cubicBezTo>
                  <a:cubicBezTo>
                    <a:pt x="75069" y="13871"/>
                    <a:pt x="76129" y="7454"/>
                    <a:pt x="77343" y="1298"/>
                  </a:cubicBezTo>
                  <a:lnTo>
                    <a:pt x="77343" y="1298"/>
                  </a:lnTo>
                  <a:cubicBezTo>
                    <a:pt x="77212" y="1310"/>
                    <a:pt x="77081" y="1322"/>
                    <a:pt x="76951" y="1334"/>
                  </a:cubicBezTo>
                  <a:cubicBezTo>
                    <a:pt x="75724" y="7537"/>
                    <a:pt x="74665" y="13954"/>
                    <a:pt x="73783" y="20539"/>
                  </a:cubicBezTo>
                  <a:cubicBezTo>
                    <a:pt x="58198" y="22646"/>
                    <a:pt x="43601" y="25682"/>
                    <a:pt x="30480" y="29575"/>
                  </a:cubicBezTo>
                  <a:cubicBezTo>
                    <a:pt x="32374" y="19872"/>
                    <a:pt x="34910" y="10502"/>
                    <a:pt x="38029" y="1560"/>
                  </a:cubicBezTo>
                  <a:cubicBezTo>
                    <a:pt x="37874" y="1548"/>
                    <a:pt x="37708" y="1548"/>
                    <a:pt x="37541" y="1536"/>
                  </a:cubicBezTo>
                  <a:cubicBezTo>
                    <a:pt x="34409" y="10525"/>
                    <a:pt x="31862" y="19955"/>
                    <a:pt x="29968" y="29718"/>
                  </a:cubicBezTo>
                  <a:cubicBezTo>
                    <a:pt x="25849" y="30957"/>
                    <a:pt x="21884" y="32266"/>
                    <a:pt x="18086" y="33659"/>
                  </a:cubicBezTo>
                  <a:cubicBezTo>
                    <a:pt x="12252" y="35802"/>
                    <a:pt x="6942" y="38088"/>
                    <a:pt x="2191" y="40493"/>
                  </a:cubicBezTo>
                  <a:lnTo>
                    <a:pt x="2179" y="40934"/>
                  </a:lnTo>
                  <a:cubicBezTo>
                    <a:pt x="10097" y="36910"/>
                    <a:pt x="19420" y="33278"/>
                    <a:pt x="29885" y="30147"/>
                  </a:cubicBezTo>
                  <a:lnTo>
                    <a:pt x="29885" y="30147"/>
                  </a:lnTo>
                  <a:cubicBezTo>
                    <a:pt x="28111" y="39386"/>
                    <a:pt x="26885" y="48911"/>
                    <a:pt x="26266" y="58627"/>
                  </a:cubicBezTo>
                  <a:cubicBezTo>
                    <a:pt x="23480" y="58948"/>
                    <a:pt x="20765" y="59270"/>
                    <a:pt x="18134" y="59615"/>
                  </a:cubicBezTo>
                  <a:cubicBezTo>
                    <a:pt x="11621" y="60460"/>
                    <a:pt x="5763" y="61365"/>
                    <a:pt x="584" y="62329"/>
                  </a:cubicBezTo>
                  <a:cubicBezTo>
                    <a:pt x="596" y="62389"/>
                    <a:pt x="596" y="62460"/>
                    <a:pt x="608" y="62520"/>
                  </a:cubicBezTo>
                  <a:cubicBezTo>
                    <a:pt x="7942" y="61163"/>
                    <a:pt x="16574" y="59924"/>
                    <a:pt x="26254" y="58841"/>
                  </a:cubicBezTo>
                  <a:lnTo>
                    <a:pt x="26254" y="58841"/>
                  </a:lnTo>
                  <a:cubicBezTo>
                    <a:pt x="25944" y="63794"/>
                    <a:pt x="25777" y="68794"/>
                    <a:pt x="25777" y="73843"/>
                  </a:cubicBezTo>
                  <a:cubicBezTo>
                    <a:pt x="25777" y="78879"/>
                    <a:pt x="25944" y="83880"/>
                    <a:pt x="26254" y="88833"/>
                  </a:cubicBezTo>
                  <a:cubicBezTo>
                    <a:pt x="17014" y="87797"/>
                    <a:pt x="8740" y="86618"/>
                    <a:pt x="1620" y="85332"/>
                  </a:cubicBezTo>
                  <a:cubicBezTo>
                    <a:pt x="1620" y="85404"/>
                    <a:pt x="1620" y="85475"/>
                    <a:pt x="1620" y="85535"/>
                  </a:cubicBezTo>
                  <a:cubicBezTo>
                    <a:pt x="6537" y="86428"/>
                    <a:pt x="12050" y="87273"/>
                    <a:pt x="18134" y="88059"/>
                  </a:cubicBezTo>
                  <a:cubicBezTo>
                    <a:pt x="20765" y="88404"/>
                    <a:pt x="23480" y="88726"/>
                    <a:pt x="26266" y="89047"/>
                  </a:cubicBezTo>
                  <a:cubicBezTo>
                    <a:pt x="26885" y="98762"/>
                    <a:pt x="28099" y="108287"/>
                    <a:pt x="29885" y="117527"/>
                  </a:cubicBezTo>
                  <a:cubicBezTo>
                    <a:pt x="18824" y="114217"/>
                    <a:pt x="9037" y="110359"/>
                    <a:pt x="846" y="106049"/>
                  </a:cubicBezTo>
                  <a:lnTo>
                    <a:pt x="846" y="106049"/>
                  </a:lnTo>
                  <a:cubicBezTo>
                    <a:pt x="858" y="106204"/>
                    <a:pt x="870" y="106359"/>
                    <a:pt x="881" y="106513"/>
                  </a:cubicBezTo>
                  <a:cubicBezTo>
                    <a:pt x="5977" y="109169"/>
                    <a:pt x="11716" y="111669"/>
                    <a:pt x="18086" y="114014"/>
                  </a:cubicBezTo>
                  <a:cubicBezTo>
                    <a:pt x="21884" y="115407"/>
                    <a:pt x="25849" y="116717"/>
                    <a:pt x="29968" y="117955"/>
                  </a:cubicBezTo>
                  <a:cubicBezTo>
                    <a:pt x="31850" y="127611"/>
                    <a:pt x="34350" y="136946"/>
                    <a:pt x="37446" y="145852"/>
                  </a:cubicBezTo>
                  <a:cubicBezTo>
                    <a:pt x="37600" y="145840"/>
                    <a:pt x="37767" y="145840"/>
                    <a:pt x="37934" y="145828"/>
                  </a:cubicBezTo>
                  <a:cubicBezTo>
                    <a:pt x="34862" y="136981"/>
                    <a:pt x="32362" y="127706"/>
                    <a:pt x="30480" y="118098"/>
                  </a:cubicBezTo>
                  <a:lnTo>
                    <a:pt x="30480" y="118098"/>
                  </a:lnTo>
                  <a:cubicBezTo>
                    <a:pt x="43589" y="121992"/>
                    <a:pt x="58198" y="125028"/>
                    <a:pt x="73783" y="127135"/>
                  </a:cubicBezTo>
                  <a:cubicBezTo>
                    <a:pt x="74653" y="133600"/>
                    <a:pt x="75688" y="139910"/>
                    <a:pt x="76879" y="146006"/>
                  </a:cubicBezTo>
                  <a:cubicBezTo>
                    <a:pt x="77010" y="146006"/>
                    <a:pt x="77141" y="146018"/>
                    <a:pt x="77272" y="146018"/>
                  </a:cubicBezTo>
                  <a:cubicBezTo>
                    <a:pt x="76093" y="139970"/>
                    <a:pt x="75046" y="133683"/>
                    <a:pt x="74164" y="127183"/>
                  </a:cubicBezTo>
                  <a:lnTo>
                    <a:pt x="74164" y="127183"/>
                  </a:lnTo>
                  <a:cubicBezTo>
                    <a:pt x="85154" y="128659"/>
                    <a:pt x="96608" y="129659"/>
                    <a:pt x="108371" y="130183"/>
                  </a:cubicBezTo>
                  <a:cubicBezTo>
                    <a:pt x="108657" y="135850"/>
                    <a:pt x="108990" y="141375"/>
                    <a:pt x="109371" y="146733"/>
                  </a:cubicBezTo>
                  <a:cubicBezTo>
                    <a:pt x="109443" y="146745"/>
                    <a:pt x="109514" y="146745"/>
                    <a:pt x="109586" y="146756"/>
                  </a:cubicBezTo>
                  <a:cubicBezTo>
                    <a:pt x="109205" y="141411"/>
                    <a:pt x="108883" y="135886"/>
                    <a:pt x="108585" y="130195"/>
                  </a:cubicBezTo>
                  <a:lnTo>
                    <a:pt x="108585" y="130195"/>
                  </a:lnTo>
                  <a:cubicBezTo>
                    <a:pt x="114681" y="130457"/>
                    <a:pt x="120849" y="130600"/>
                    <a:pt x="127076" y="130600"/>
                  </a:cubicBezTo>
                  <a:cubicBezTo>
                    <a:pt x="133303" y="130600"/>
                    <a:pt x="139470" y="130457"/>
                    <a:pt x="145554" y="130195"/>
                  </a:cubicBezTo>
                  <a:lnTo>
                    <a:pt x="145554" y="130195"/>
                  </a:lnTo>
                  <a:cubicBezTo>
                    <a:pt x="145328" y="134815"/>
                    <a:pt x="145066" y="139327"/>
                    <a:pt x="144769" y="143720"/>
                  </a:cubicBezTo>
                  <a:cubicBezTo>
                    <a:pt x="144828" y="143851"/>
                    <a:pt x="144888" y="143994"/>
                    <a:pt x="144959" y="144161"/>
                  </a:cubicBezTo>
                  <a:cubicBezTo>
                    <a:pt x="145257" y="139613"/>
                    <a:pt x="145531" y="134945"/>
                    <a:pt x="145781" y="130183"/>
                  </a:cubicBezTo>
                  <a:cubicBezTo>
                    <a:pt x="157544" y="129671"/>
                    <a:pt x="168998" y="128659"/>
                    <a:pt x="179975" y="127183"/>
                  </a:cubicBezTo>
                  <a:lnTo>
                    <a:pt x="179975" y="127183"/>
                  </a:lnTo>
                  <a:cubicBezTo>
                    <a:pt x="179106" y="133588"/>
                    <a:pt x="178094" y="139791"/>
                    <a:pt x="176927" y="145756"/>
                  </a:cubicBezTo>
                  <a:lnTo>
                    <a:pt x="177034" y="145756"/>
                  </a:lnTo>
                  <a:cubicBezTo>
                    <a:pt x="177142" y="145697"/>
                    <a:pt x="177249" y="145625"/>
                    <a:pt x="177356" y="145566"/>
                  </a:cubicBezTo>
                  <a:cubicBezTo>
                    <a:pt x="178511" y="139601"/>
                    <a:pt x="179511" y="133445"/>
                    <a:pt x="180368" y="127135"/>
                  </a:cubicBezTo>
                  <a:cubicBezTo>
                    <a:pt x="195953" y="125028"/>
                    <a:pt x="210551" y="121992"/>
                    <a:pt x="223671" y="118098"/>
                  </a:cubicBezTo>
                  <a:lnTo>
                    <a:pt x="223671" y="118098"/>
                  </a:lnTo>
                  <a:cubicBezTo>
                    <a:pt x="221814" y="127599"/>
                    <a:pt x="219337" y="136791"/>
                    <a:pt x="216301" y="145554"/>
                  </a:cubicBezTo>
                  <a:lnTo>
                    <a:pt x="216801" y="145554"/>
                  </a:lnTo>
                  <a:cubicBezTo>
                    <a:pt x="219849" y="136743"/>
                    <a:pt x="222326" y="127504"/>
                    <a:pt x="224183" y="117943"/>
                  </a:cubicBezTo>
                  <a:cubicBezTo>
                    <a:pt x="228291" y="116717"/>
                    <a:pt x="232268" y="115407"/>
                    <a:pt x="236066" y="114002"/>
                  </a:cubicBezTo>
                  <a:cubicBezTo>
                    <a:pt x="249877" y="108930"/>
                    <a:pt x="260747" y="103073"/>
                    <a:pt x="268367" y="96679"/>
                  </a:cubicBezTo>
                  <a:cubicBezTo>
                    <a:pt x="268391" y="96476"/>
                    <a:pt x="268427" y="96286"/>
                    <a:pt x="268451" y="96084"/>
                  </a:cubicBezTo>
                  <a:lnTo>
                    <a:pt x="268451" y="96084"/>
                  </a:lnTo>
                  <a:cubicBezTo>
                    <a:pt x="258592" y="104477"/>
                    <a:pt x="243317" y="111824"/>
                    <a:pt x="224267" y="117527"/>
                  </a:cubicBezTo>
                  <a:cubicBezTo>
                    <a:pt x="226041" y="108287"/>
                    <a:pt x="227267" y="98762"/>
                    <a:pt x="227886" y="89047"/>
                  </a:cubicBezTo>
                  <a:cubicBezTo>
                    <a:pt x="230672" y="88726"/>
                    <a:pt x="233387" y="88404"/>
                    <a:pt x="236018" y="88059"/>
                  </a:cubicBezTo>
                  <a:cubicBezTo>
                    <a:pt x="248770" y="86404"/>
                    <a:pt x="259009" y="84511"/>
                    <a:pt x="266510" y="82451"/>
                  </a:cubicBezTo>
                  <a:cubicBezTo>
                    <a:pt x="266510" y="82379"/>
                    <a:pt x="266510" y="82308"/>
                    <a:pt x="266510" y="82249"/>
                  </a:cubicBezTo>
                  <a:cubicBezTo>
                    <a:pt x="257306" y="84773"/>
                    <a:pt x="244079" y="87023"/>
                    <a:pt x="227898" y="88833"/>
                  </a:cubicBezTo>
                  <a:cubicBezTo>
                    <a:pt x="228208" y="83880"/>
                    <a:pt x="228362" y="78867"/>
                    <a:pt x="228362" y="73831"/>
                  </a:cubicBezTo>
                  <a:cubicBezTo>
                    <a:pt x="228362" y="68794"/>
                    <a:pt x="228208" y="63782"/>
                    <a:pt x="227898" y="58829"/>
                  </a:cubicBezTo>
                  <a:lnTo>
                    <a:pt x="227898" y="58829"/>
                  </a:lnTo>
                  <a:cubicBezTo>
                    <a:pt x="244519" y="60698"/>
                    <a:pt x="258009" y="63008"/>
                    <a:pt x="267248" y="65627"/>
                  </a:cubicBezTo>
                  <a:cubicBezTo>
                    <a:pt x="267248" y="65556"/>
                    <a:pt x="267260" y="65496"/>
                    <a:pt x="267260" y="65425"/>
                  </a:cubicBezTo>
                  <a:cubicBezTo>
                    <a:pt x="259711" y="63282"/>
                    <a:pt x="249210" y="61317"/>
                    <a:pt x="236018" y="59603"/>
                  </a:cubicBezTo>
                  <a:cubicBezTo>
                    <a:pt x="233387" y="59270"/>
                    <a:pt x="230672" y="58936"/>
                    <a:pt x="227886" y="58627"/>
                  </a:cubicBezTo>
                  <a:cubicBezTo>
                    <a:pt x="227267" y="48899"/>
                    <a:pt x="226041" y="39374"/>
                    <a:pt x="224267" y="30135"/>
                  </a:cubicBezTo>
                  <a:lnTo>
                    <a:pt x="224267" y="30135"/>
                  </a:lnTo>
                  <a:cubicBezTo>
                    <a:pt x="243650" y="35945"/>
                    <a:pt x="259116" y="43446"/>
                    <a:pt x="268963" y="52019"/>
                  </a:cubicBezTo>
                  <a:cubicBezTo>
                    <a:pt x="268986" y="51864"/>
                    <a:pt x="269010" y="51709"/>
                    <a:pt x="269046" y="51566"/>
                  </a:cubicBezTo>
                  <a:cubicBezTo>
                    <a:pt x="261390" y="44946"/>
                    <a:pt x="250294" y="38886"/>
                    <a:pt x="236066" y="33659"/>
                  </a:cubicBezTo>
                  <a:cubicBezTo>
                    <a:pt x="232268" y="32266"/>
                    <a:pt x="228291" y="30945"/>
                    <a:pt x="224183" y="29718"/>
                  </a:cubicBezTo>
                  <a:cubicBezTo>
                    <a:pt x="222338" y="20277"/>
                    <a:pt x="219909" y="11133"/>
                    <a:pt x="216908" y="2417"/>
                  </a:cubicBezTo>
                  <a:cubicBezTo>
                    <a:pt x="216766" y="2513"/>
                    <a:pt x="216635" y="2620"/>
                    <a:pt x="216504" y="2715"/>
                  </a:cubicBezTo>
                  <a:cubicBezTo>
                    <a:pt x="219456" y="11299"/>
                    <a:pt x="221850" y="20277"/>
                    <a:pt x="223671" y="29563"/>
                  </a:cubicBezTo>
                  <a:cubicBezTo>
                    <a:pt x="210551" y="25682"/>
                    <a:pt x="195953" y="22646"/>
                    <a:pt x="180368" y="20539"/>
                  </a:cubicBezTo>
                  <a:cubicBezTo>
                    <a:pt x="179416" y="13490"/>
                    <a:pt x="178273" y="6644"/>
                    <a:pt x="176951" y="36"/>
                  </a:cubicBezTo>
                  <a:cubicBezTo>
                    <a:pt x="176820" y="24"/>
                    <a:pt x="176689" y="12"/>
                    <a:pt x="176558" y="0"/>
                  </a:cubicBezTo>
                  <a:close/>
                </a:path>
              </a:pathLst>
            </a:custGeom>
            <a:solidFill>
              <a:srgbClr val="E3C98E">
                <a:alpha val="246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3" name="Google Shape;893;p5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94" name="Google Shape;894;p53"/>
          <p:cNvSpPr txBox="1"/>
          <p:nvPr>
            <p:ph idx="1" type="subTitle"/>
          </p:nvPr>
        </p:nvSpPr>
        <p:spPr>
          <a:xfrm>
            <a:off x="4888565" y="3676174"/>
            <a:ext cx="2350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95" name="Google Shape;895;p53"/>
          <p:cNvSpPr txBox="1"/>
          <p:nvPr>
            <p:ph idx="2" type="subTitle"/>
          </p:nvPr>
        </p:nvSpPr>
        <p:spPr>
          <a:xfrm>
            <a:off x="1830862" y="3676174"/>
            <a:ext cx="2350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96" name="Google Shape;896;p53"/>
          <p:cNvSpPr txBox="1"/>
          <p:nvPr>
            <p:ph idx="3" type="subTitle"/>
          </p:nvPr>
        </p:nvSpPr>
        <p:spPr>
          <a:xfrm>
            <a:off x="4888557" y="3179675"/>
            <a:ext cx="23508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Sansita"/>
                <a:ea typeface="Sansita"/>
                <a:cs typeface="Sansita"/>
                <a:sym typeface="Sansit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97" name="Google Shape;897;p53"/>
          <p:cNvSpPr txBox="1"/>
          <p:nvPr>
            <p:ph idx="4" type="subTitle"/>
          </p:nvPr>
        </p:nvSpPr>
        <p:spPr>
          <a:xfrm>
            <a:off x="1830862" y="3179675"/>
            <a:ext cx="23508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Sansita"/>
                <a:ea typeface="Sansita"/>
                <a:cs typeface="Sansita"/>
                <a:sym typeface="Sansit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898" name="Google Shape;898;p53"/>
          <p:cNvGrpSpPr/>
          <p:nvPr/>
        </p:nvGrpSpPr>
        <p:grpSpPr>
          <a:xfrm>
            <a:off x="134483" y="3809523"/>
            <a:ext cx="1448589" cy="1096968"/>
            <a:chOff x="134483" y="3809523"/>
            <a:chExt cx="1448589" cy="1096968"/>
          </a:xfrm>
        </p:grpSpPr>
        <p:sp>
          <p:nvSpPr>
            <p:cNvPr id="899" name="Google Shape;899;p53"/>
            <p:cNvSpPr/>
            <p:nvPr/>
          </p:nvSpPr>
          <p:spPr>
            <a:xfrm>
              <a:off x="503887" y="4792749"/>
              <a:ext cx="709800" cy="54900"/>
            </a:xfrm>
            <a:prstGeom prst="ellipse">
              <a:avLst/>
            </a:prstGeom>
            <a:solidFill>
              <a:srgbClr val="033342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00" name="Google Shape;900;p53"/>
            <p:cNvGrpSpPr/>
            <p:nvPr/>
          </p:nvGrpSpPr>
          <p:grpSpPr>
            <a:xfrm>
              <a:off x="134483" y="3809523"/>
              <a:ext cx="1448589" cy="1096968"/>
              <a:chOff x="3321225" y="6290500"/>
              <a:chExt cx="645050" cy="488475"/>
            </a:xfrm>
          </p:grpSpPr>
          <p:sp>
            <p:nvSpPr>
              <p:cNvPr id="901" name="Google Shape;901;p53"/>
              <p:cNvSpPr/>
              <p:nvPr/>
            </p:nvSpPr>
            <p:spPr>
              <a:xfrm>
                <a:off x="3321225" y="6290500"/>
                <a:ext cx="645050" cy="488475"/>
              </a:xfrm>
              <a:custGeom>
                <a:rect b="b" l="l" r="r" t="t"/>
                <a:pathLst>
                  <a:path extrusionOk="0" h="19539" w="25802">
                    <a:moveTo>
                      <a:pt x="16824" y="0"/>
                    </a:moveTo>
                    <a:lnTo>
                      <a:pt x="11752" y="5001"/>
                    </a:lnTo>
                    <a:lnTo>
                      <a:pt x="4883" y="2405"/>
                    </a:lnTo>
                    <a:lnTo>
                      <a:pt x="1" y="6513"/>
                    </a:lnTo>
                    <a:lnTo>
                      <a:pt x="3859" y="19538"/>
                    </a:lnTo>
                    <a:lnTo>
                      <a:pt x="9050" y="15919"/>
                    </a:lnTo>
                    <a:lnTo>
                      <a:pt x="15681" y="18264"/>
                    </a:lnTo>
                    <a:lnTo>
                      <a:pt x="19896" y="14050"/>
                    </a:lnTo>
                    <a:lnTo>
                      <a:pt x="25802" y="16038"/>
                    </a:lnTo>
                    <a:lnTo>
                      <a:pt x="23337" y="1751"/>
                    </a:lnTo>
                    <a:lnTo>
                      <a:pt x="1682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2" name="Google Shape;902;p53"/>
              <p:cNvSpPr/>
              <p:nvPr/>
            </p:nvSpPr>
            <p:spPr>
              <a:xfrm>
                <a:off x="3356350" y="6321150"/>
                <a:ext cx="591775" cy="436100"/>
              </a:xfrm>
              <a:custGeom>
                <a:rect b="b" l="l" r="r" t="t"/>
                <a:pathLst>
                  <a:path extrusionOk="0" h="17444" w="23671">
                    <a:moveTo>
                      <a:pt x="14872" y="1"/>
                    </a:moveTo>
                    <a:lnTo>
                      <a:pt x="10383" y="4263"/>
                    </a:lnTo>
                    <a:lnTo>
                      <a:pt x="9585" y="3977"/>
                    </a:lnTo>
                    <a:lnTo>
                      <a:pt x="5002" y="4858"/>
                    </a:lnTo>
                    <a:lnTo>
                      <a:pt x="4347" y="4358"/>
                    </a:lnTo>
                    <a:lnTo>
                      <a:pt x="1" y="7918"/>
                    </a:lnTo>
                    <a:lnTo>
                      <a:pt x="2823" y="17443"/>
                    </a:lnTo>
                    <a:lnTo>
                      <a:pt x="7454" y="14002"/>
                    </a:lnTo>
                    <a:lnTo>
                      <a:pt x="9121" y="14657"/>
                    </a:lnTo>
                    <a:lnTo>
                      <a:pt x="18229" y="12455"/>
                    </a:lnTo>
                    <a:lnTo>
                      <a:pt x="18396" y="12276"/>
                    </a:lnTo>
                    <a:lnTo>
                      <a:pt x="23671" y="13693"/>
                    </a:lnTo>
                    <a:lnTo>
                      <a:pt x="22658" y="8025"/>
                    </a:lnTo>
                    <a:cubicBezTo>
                      <a:pt x="22635" y="8014"/>
                      <a:pt x="22599" y="8002"/>
                      <a:pt x="22575" y="7990"/>
                    </a:cubicBezTo>
                    <a:lnTo>
                      <a:pt x="20623" y="2346"/>
                    </a:lnTo>
                    <a:lnTo>
                      <a:pt x="16646" y="1263"/>
                    </a:lnTo>
                    <a:lnTo>
                      <a:pt x="1487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3" name="Google Shape;903;p53"/>
              <p:cNvSpPr/>
              <p:nvPr/>
            </p:nvSpPr>
            <p:spPr>
              <a:xfrm>
                <a:off x="3584375" y="6505575"/>
                <a:ext cx="229800" cy="230525"/>
              </a:xfrm>
              <a:custGeom>
                <a:rect b="b" l="l" r="r" t="t"/>
                <a:pathLst>
                  <a:path extrusionOk="0" h="9221" w="9192">
                    <a:moveTo>
                      <a:pt x="5374" y="1"/>
                    </a:moveTo>
                    <a:cubicBezTo>
                      <a:pt x="4795" y="1"/>
                      <a:pt x="4238" y="65"/>
                      <a:pt x="3786" y="160"/>
                    </a:cubicBezTo>
                    <a:cubicBezTo>
                      <a:pt x="2739" y="375"/>
                      <a:pt x="1322" y="827"/>
                      <a:pt x="834" y="1887"/>
                    </a:cubicBezTo>
                    <a:cubicBezTo>
                      <a:pt x="536" y="2482"/>
                      <a:pt x="476" y="3089"/>
                      <a:pt x="1226" y="3184"/>
                    </a:cubicBezTo>
                    <a:cubicBezTo>
                      <a:pt x="1281" y="3190"/>
                      <a:pt x="1338" y="3192"/>
                      <a:pt x="1398" y="3192"/>
                    </a:cubicBezTo>
                    <a:cubicBezTo>
                      <a:pt x="1665" y="3192"/>
                      <a:pt x="1977" y="3145"/>
                      <a:pt x="2275" y="3145"/>
                    </a:cubicBezTo>
                    <a:cubicBezTo>
                      <a:pt x="2605" y="3145"/>
                      <a:pt x="2916" y="3203"/>
                      <a:pt x="3131" y="3446"/>
                    </a:cubicBezTo>
                    <a:cubicBezTo>
                      <a:pt x="3524" y="3899"/>
                      <a:pt x="3131" y="4804"/>
                      <a:pt x="2703" y="5113"/>
                    </a:cubicBezTo>
                    <a:cubicBezTo>
                      <a:pt x="2498" y="5269"/>
                      <a:pt x="2307" y="5338"/>
                      <a:pt x="2133" y="5338"/>
                    </a:cubicBezTo>
                    <a:cubicBezTo>
                      <a:pt x="1802" y="5338"/>
                      <a:pt x="1538" y="5083"/>
                      <a:pt x="1381" y="4685"/>
                    </a:cubicBezTo>
                    <a:cubicBezTo>
                      <a:pt x="1278" y="4376"/>
                      <a:pt x="1183" y="4154"/>
                      <a:pt x="1087" y="4154"/>
                    </a:cubicBezTo>
                    <a:cubicBezTo>
                      <a:pt x="1016" y="4154"/>
                      <a:pt x="945" y="4273"/>
                      <a:pt x="869" y="4566"/>
                    </a:cubicBezTo>
                    <a:cubicBezTo>
                      <a:pt x="667" y="5292"/>
                      <a:pt x="488" y="6471"/>
                      <a:pt x="0" y="7268"/>
                    </a:cubicBezTo>
                    <a:lnTo>
                      <a:pt x="5001" y="9221"/>
                    </a:lnTo>
                    <a:lnTo>
                      <a:pt x="9108" y="5078"/>
                    </a:lnTo>
                    <a:cubicBezTo>
                      <a:pt x="9120" y="4947"/>
                      <a:pt x="9120" y="4816"/>
                      <a:pt x="9132" y="4685"/>
                    </a:cubicBezTo>
                    <a:cubicBezTo>
                      <a:pt x="9156" y="3637"/>
                      <a:pt x="9192" y="2161"/>
                      <a:pt x="8561" y="1220"/>
                    </a:cubicBezTo>
                    <a:cubicBezTo>
                      <a:pt x="7944" y="296"/>
                      <a:pt x="6610" y="1"/>
                      <a:pt x="537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4" name="Google Shape;904;p53"/>
              <p:cNvSpPr/>
              <p:nvPr/>
            </p:nvSpPr>
            <p:spPr>
              <a:xfrm>
                <a:off x="3338200" y="6368175"/>
                <a:ext cx="257800" cy="298275"/>
              </a:xfrm>
              <a:custGeom>
                <a:rect b="b" l="l" r="r" t="t"/>
                <a:pathLst>
                  <a:path extrusionOk="0" h="11931" w="10312">
                    <a:moveTo>
                      <a:pt x="4251" y="1"/>
                    </a:moveTo>
                    <a:lnTo>
                      <a:pt x="1" y="3573"/>
                    </a:lnTo>
                    <a:lnTo>
                      <a:pt x="727" y="6037"/>
                    </a:lnTo>
                    <a:cubicBezTo>
                      <a:pt x="1040" y="5956"/>
                      <a:pt x="1370" y="5911"/>
                      <a:pt x="1681" y="5911"/>
                    </a:cubicBezTo>
                    <a:cubicBezTo>
                      <a:pt x="2279" y="5911"/>
                      <a:pt x="2805" y="6078"/>
                      <a:pt x="3001" y="6478"/>
                    </a:cubicBezTo>
                    <a:cubicBezTo>
                      <a:pt x="3144" y="6775"/>
                      <a:pt x="2787" y="7895"/>
                      <a:pt x="3120" y="8038"/>
                    </a:cubicBezTo>
                    <a:cubicBezTo>
                      <a:pt x="3149" y="8055"/>
                      <a:pt x="3177" y="8063"/>
                      <a:pt x="3203" y="8063"/>
                    </a:cubicBezTo>
                    <a:cubicBezTo>
                      <a:pt x="3554" y="8063"/>
                      <a:pt x="3669" y="6607"/>
                      <a:pt x="3692" y="6418"/>
                    </a:cubicBezTo>
                    <a:cubicBezTo>
                      <a:pt x="3870" y="5537"/>
                      <a:pt x="4263" y="4728"/>
                      <a:pt x="5204" y="4489"/>
                    </a:cubicBezTo>
                    <a:cubicBezTo>
                      <a:pt x="5357" y="4448"/>
                      <a:pt x="5534" y="4424"/>
                      <a:pt x="5716" y="4424"/>
                    </a:cubicBezTo>
                    <a:cubicBezTo>
                      <a:pt x="6213" y="4424"/>
                      <a:pt x="6744" y="4599"/>
                      <a:pt x="6918" y="5061"/>
                    </a:cubicBezTo>
                    <a:cubicBezTo>
                      <a:pt x="7156" y="5728"/>
                      <a:pt x="6311" y="6323"/>
                      <a:pt x="5954" y="6775"/>
                    </a:cubicBezTo>
                    <a:cubicBezTo>
                      <a:pt x="5287" y="7502"/>
                      <a:pt x="4596" y="8526"/>
                      <a:pt x="4299" y="9466"/>
                    </a:cubicBezTo>
                    <a:cubicBezTo>
                      <a:pt x="3852" y="10818"/>
                      <a:pt x="4532" y="11931"/>
                      <a:pt x="5736" y="11931"/>
                    </a:cubicBezTo>
                    <a:cubicBezTo>
                      <a:pt x="6007" y="11931"/>
                      <a:pt x="6304" y="11875"/>
                      <a:pt x="6620" y="11752"/>
                    </a:cubicBezTo>
                    <a:cubicBezTo>
                      <a:pt x="8371" y="11086"/>
                      <a:pt x="8275" y="9192"/>
                      <a:pt x="8275" y="7597"/>
                    </a:cubicBezTo>
                    <a:cubicBezTo>
                      <a:pt x="8275" y="6752"/>
                      <a:pt x="8240" y="5906"/>
                      <a:pt x="8549" y="5120"/>
                    </a:cubicBezTo>
                    <a:cubicBezTo>
                      <a:pt x="8823" y="4430"/>
                      <a:pt x="9359" y="3942"/>
                      <a:pt x="9752" y="3311"/>
                    </a:cubicBezTo>
                    <a:cubicBezTo>
                      <a:pt x="10002" y="2930"/>
                      <a:pt x="10180" y="2513"/>
                      <a:pt x="10311" y="2096"/>
                    </a:cubicBezTo>
                    <a:lnTo>
                      <a:pt x="425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5" name="Google Shape;905;p53"/>
              <p:cNvSpPr/>
              <p:nvPr/>
            </p:nvSpPr>
            <p:spPr>
              <a:xfrm>
                <a:off x="3682900" y="6303300"/>
                <a:ext cx="239925" cy="227075"/>
              </a:xfrm>
              <a:custGeom>
                <a:rect b="b" l="l" r="r" t="t"/>
                <a:pathLst>
                  <a:path extrusionOk="0" h="9083" w="9597">
                    <a:moveTo>
                      <a:pt x="2572" y="0"/>
                    </a:moveTo>
                    <a:lnTo>
                      <a:pt x="1810" y="715"/>
                    </a:lnTo>
                    <a:cubicBezTo>
                      <a:pt x="1774" y="917"/>
                      <a:pt x="1643" y="1108"/>
                      <a:pt x="1453" y="1358"/>
                    </a:cubicBezTo>
                    <a:cubicBezTo>
                      <a:pt x="822" y="2131"/>
                      <a:pt x="0" y="3072"/>
                      <a:pt x="1000" y="3917"/>
                    </a:cubicBezTo>
                    <a:cubicBezTo>
                      <a:pt x="1417" y="4282"/>
                      <a:pt x="1934" y="4464"/>
                      <a:pt x="2479" y="4464"/>
                    </a:cubicBezTo>
                    <a:cubicBezTo>
                      <a:pt x="2557" y="4464"/>
                      <a:pt x="2636" y="4461"/>
                      <a:pt x="2715" y="4453"/>
                    </a:cubicBezTo>
                    <a:cubicBezTo>
                      <a:pt x="3596" y="4370"/>
                      <a:pt x="3322" y="4036"/>
                      <a:pt x="3500" y="3405"/>
                    </a:cubicBezTo>
                    <a:cubicBezTo>
                      <a:pt x="3620" y="3024"/>
                      <a:pt x="3940" y="2934"/>
                      <a:pt x="4295" y="2934"/>
                    </a:cubicBezTo>
                    <a:cubicBezTo>
                      <a:pt x="4473" y="2934"/>
                      <a:pt x="4659" y="2957"/>
                      <a:pt x="4834" y="2977"/>
                    </a:cubicBezTo>
                    <a:cubicBezTo>
                      <a:pt x="5429" y="3096"/>
                      <a:pt x="5977" y="3167"/>
                      <a:pt x="5798" y="3822"/>
                    </a:cubicBezTo>
                    <a:cubicBezTo>
                      <a:pt x="5548" y="4763"/>
                      <a:pt x="5036" y="5632"/>
                      <a:pt x="4739" y="6537"/>
                    </a:cubicBezTo>
                    <a:cubicBezTo>
                      <a:pt x="4251" y="7894"/>
                      <a:pt x="5036" y="8442"/>
                      <a:pt x="6215" y="8894"/>
                    </a:cubicBezTo>
                    <a:cubicBezTo>
                      <a:pt x="6455" y="8970"/>
                      <a:pt x="6796" y="9083"/>
                      <a:pt x="7092" y="9083"/>
                    </a:cubicBezTo>
                    <a:cubicBezTo>
                      <a:pt x="7353" y="9083"/>
                      <a:pt x="7578" y="8995"/>
                      <a:pt x="7668" y="8716"/>
                    </a:cubicBezTo>
                    <a:cubicBezTo>
                      <a:pt x="7811" y="8323"/>
                      <a:pt x="7394" y="7715"/>
                      <a:pt x="7215" y="7382"/>
                    </a:cubicBezTo>
                    <a:cubicBezTo>
                      <a:pt x="6903" y="6791"/>
                      <a:pt x="6215" y="5011"/>
                      <a:pt x="7419" y="5011"/>
                    </a:cubicBezTo>
                    <a:cubicBezTo>
                      <a:pt x="7500" y="5011"/>
                      <a:pt x="7591" y="5019"/>
                      <a:pt x="7691" y="5037"/>
                    </a:cubicBezTo>
                    <a:cubicBezTo>
                      <a:pt x="8596" y="5179"/>
                      <a:pt x="7632" y="6965"/>
                      <a:pt x="8120" y="7656"/>
                    </a:cubicBezTo>
                    <a:cubicBezTo>
                      <a:pt x="8501" y="8192"/>
                      <a:pt x="9013" y="8537"/>
                      <a:pt x="9596" y="8739"/>
                    </a:cubicBezTo>
                    <a:lnTo>
                      <a:pt x="8323" y="1655"/>
                    </a:lnTo>
                    <a:lnTo>
                      <a:pt x="257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6" name="Google Shape;906;p53"/>
              <p:cNvSpPr/>
              <p:nvPr/>
            </p:nvSpPr>
            <p:spPr>
              <a:xfrm>
                <a:off x="3355475" y="6296150"/>
                <a:ext cx="581050" cy="443825"/>
              </a:xfrm>
              <a:custGeom>
                <a:rect b="b" l="l" r="r" t="t"/>
                <a:pathLst>
                  <a:path extrusionOk="0" h="17753" w="23242">
                    <a:moveTo>
                      <a:pt x="16371" y="3775"/>
                    </a:moveTo>
                    <a:lnTo>
                      <a:pt x="17538" y="9156"/>
                    </a:lnTo>
                    <a:lnTo>
                      <a:pt x="12752" y="12716"/>
                    </a:lnTo>
                    <a:lnTo>
                      <a:pt x="11263" y="7692"/>
                    </a:lnTo>
                    <a:lnTo>
                      <a:pt x="16371" y="3775"/>
                    </a:lnTo>
                    <a:close/>
                    <a:moveTo>
                      <a:pt x="4703" y="6097"/>
                    </a:moveTo>
                    <a:lnTo>
                      <a:pt x="11144" y="7716"/>
                    </a:lnTo>
                    <a:lnTo>
                      <a:pt x="12633" y="12728"/>
                    </a:lnTo>
                    <a:lnTo>
                      <a:pt x="12633" y="12728"/>
                    </a:lnTo>
                    <a:lnTo>
                      <a:pt x="6299" y="11061"/>
                    </a:lnTo>
                    <a:lnTo>
                      <a:pt x="4703" y="6097"/>
                    </a:lnTo>
                    <a:close/>
                    <a:moveTo>
                      <a:pt x="15669" y="1"/>
                    </a:moveTo>
                    <a:lnTo>
                      <a:pt x="15550" y="24"/>
                    </a:lnTo>
                    <a:lnTo>
                      <a:pt x="16347" y="3644"/>
                    </a:lnTo>
                    <a:lnTo>
                      <a:pt x="11228" y="7573"/>
                    </a:lnTo>
                    <a:lnTo>
                      <a:pt x="10442" y="4954"/>
                    </a:lnTo>
                    <a:lnTo>
                      <a:pt x="10335" y="4989"/>
                    </a:lnTo>
                    <a:lnTo>
                      <a:pt x="11097" y="7585"/>
                    </a:lnTo>
                    <a:lnTo>
                      <a:pt x="4656" y="5966"/>
                    </a:lnTo>
                    <a:lnTo>
                      <a:pt x="3584" y="2620"/>
                    </a:lnTo>
                    <a:lnTo>
                      <a:pt x="3477" y="2668"/>
                    </a:lnTo>
                    <a:lnTo>
                      <a:pt x="4548" y="5989"/>
                    </a:lnTo>
                    <a:lnTo>
                      <a:pt x="0" y="9776"/>
                    </a:lnTo>
                    <a:lnTo>
                      <a:pt x="72" y="9871"/>
                    </a:lnTo>
                    <a:lnTo>
                      <a:pt x="4584" y="6120"/>
                    </a:lnTo>
                    <a:lnTo>
                      <a:pt x="6180" y="11085"/>
                    </a:lnTo>
                    <a:lnTo>
                      <a:pt x="1369" y="14478"/>
                    </a:lnTo>
                    <a:lnTo>
                      <a:pt x="1441" y="14586"/>
                    </a:lnTo>
                    <a:lnTo>
                      <a:pt x="6215" y="11204"/>
                    </a:lnTo>
                    <a:lnTo>
                      <a:pt x="7561" y="15383"/>
                    </a:lnTo>
                    <a:lnTo>
                      <a:pt x="7668" y="15348"/>
                    </a:lnTo>
                    <a:lnTo>
                      <a:pt x="6334" y="11192"/>
                    </a:lnTo>
                    <a:lnTo>
                      <a:pt x="12668" y="12871"/>
                    </a:lnTo>
                    <a:lnTo>
                      <a:pt x="14133" y="17753"/>
                    </a:lnTo>
                    <a:lnTo>
                      <a:pt x="14240" y="17729"/>
                    </a:lnTo>
                    <a:lnTo>
                      <a:pt x="12787" y="12847"/>
                    </a:lnTo>
                    <a:lnTo>
                      <a:pt x="17574" y="9287"/>
                    </a:lnTo>
                    <a:lnTo>
                      <a:pt x="18514" y="13586"/>
                    </a:lnTo>
                    <a:lnTo>
                      <a:pt x="18622" y="13562"/>
                    </a:lnTo>
                    <a:lnTo>
                      <a:pt x="17693" y="9264"/>
                    </a:lnTo>
                    <a:lnTo>
                      <a:pt x="17693" y="9264"/>
                    </a:lnTo>
                    <a:lnTo>
                      <a:pt x="23217" y="10442"/>
                    </a:lnTo>
                    <a:lnTo>
                      <a:pt x="23241" y="10323"/>
                    </a:lnTo>
                    <a:lnTo>
                      <a:pt x="17657" y="9133"/>
                    </a:lnTo>
                    <a:lnTo>
                      <a:pt x="16490" y="3739"/>
                    </a:lnTo>
                    <a:lnTo>
                      <a:pt x="22158" y="4656"/>
                    </a:lnTo>
                    <a:lnTo>
                      <a:pt x="22182" y="4537"/>
                    </a:lnTo>
                    <a:lnTo>
                      <a:pt x="16467" y="3620"/>
                    </a:lnTo>
                    <a:lnTo>
                      <a:pt x="1566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7" name="Google Shape;907;p53"/>
              <p:cNvSpPr/>
              <p:nvPr/>
            </p:nvSpPr>
            <p:spPr>
              <a:xfrm>
                <a:off x="3355475" y="6475250"/>
                <a:ext cx="31875" cy="26900"/>
              </a:xfrm>
              <a:custGeom>
                <a:rect b="b" l="l" r="r" t="t"/>
                <a:pathLst>
                  <a:path extrusionOk="0" h="1076" w="1275">
                    <a:moveTo>
                      <a:pt x="705" y="128"/>
                    </a:moveTo>
                    <a:cubicBezTo>
                      <a:pt x="755" y="128"/>
                      <a:pt x="805" y="162"/>
                      <a:pt x="834" y="218"/>
                    </a:cubicBezTo>
                    <a:cubicBezTo>
                      <a:pt x="869" y="290"/>
                      <a:pt x="857" y="361"/>
                      <a:pt x="810" y="397"/>
                    </a:cubicBezTo>
                    <a:cubicBezTo>
                      <a:pt x="800" y="402"/>
                      <a:pt x="789" y="404"/>
                      <a:pt x="777" y="404"/>
                    </a:cubicBezTo>
                    <a:cubicBezTo>
                      <a:pt x="733" y="404"/>
                      <a:pt x="681" y="370"/>
                      <a:pt x="643" y="314"/>
                    </a:cubicBezTo>
                    <a:cubicBezTo>
                      <a:pt x="607" y="242"/>
                      <a:pt x="619" y="171"/>
                      <a:pt x="667" y="135"/>
                    </a:cubicBezTo>
                    <a:cubicBezTo>
                      <a:pt x="679" y="130"/>
                      <a:pt x="692" y="128"/>
                      <a:pt x="705" y="128"/>
                    </a:cubicBezTo>
                    <a:close/>
                    <a:moveTo>
                      <a:pt x="827" y="1"/>
                    </a:moveTo>
                    <a:cubicBezTo>
                      <a:pt x="767" y="1"/>
                      <a:pt x="694" y="20"/>
                      <a:pt x="607" y="64"/>
                    </a:cubicBezTo>
                    <a:cubicBezTo>
                      <a:pt x="0" y="361"/>
                      <a:pt x="1024" y="1076"/>
                      <a:pt x="1024" y="1076"/>
                    </a:cubicBezTo>
                    <a:cubicBezTo>
                      <a:pt x="1024" y="1076"/>
                      <a:pt x="1274" y="1"/>
                      <a:pt x="82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8" name="Google Shape;908;p53"/>
              <p:cNvSpPr/>
              <p:nvPr/>
            </p:nvSpPr>
            <p:spPr>
              <a:xfrm>
                <a:off x="3832025" y="6493900"/>
                <a:ext cx="34775" cy="27300"/>
              </a:xfrm>
              <a:custGeom>
                <a:rect b="b" l="l" r="r" t="t"/>
                <a:pathLst>
                  <a:path extrusionOk="0" h="1092" w="1391">
                    <a:moveTo>
                      <a:pt x="730" y="102"/>
                    </a:moveTo>
                    <a:cubicBezTo>
                      <a:pt x="776" y="102"/>
                      <a:pt x="835" y="148"/>
                      <a:pt x="845" y="222"/>
                    </a:cubicBezTo>
                    <a:cubicBezTo>
                      <a:pt x="869" y="294"/>
                      <a:pt x="845" y="377"/>
                      <a:pt x="786" y="389"/>
                    </a:cubicBezTo>
                    <a:cubicBezTo>
                      <a:pt x="780" y="390"/>
                      <a:pt x="774" y="391"/>
                      <a:pt x="768" y="391"/>
                    </a:cubicBezTo>
                    <a:cubicBezTo>
                      <a:pt x="715" y="391"/>
                      <a:pt x="664" y="345"/>
                      <a:pt x="643" y="270"/>
                    </a:cubicBezTo>
                    <a:cubicBezTo>
                      <a:pt x="631" y="199"/>
                      <a:pt x="655" y="127"/>
                      <a:pt x="714" y="103"/>
                    </a:cubicBezTo>
                    <a:cubicBezTo>
                      <a:pt x="719" y="102"/>
                      <a:pt x="724" y="102"/>
                      <a:pt x="730" y="102"/>
                    </a:cubicBezTo>
                    <a:close/>
                    <a:moveTo>
                      <a:pt x="817" y="0"/>
                    </a:moveTo>
                    <a:cubicBezTo>
                      <a:pt x="773" y="0"/>
                      <a:pt x="724" y="7"/>
                      <a:pt x="667" y="20"/>
                    </a:cubicBezTo>
                    <a:cubicBezTo>
                      <a:pt x="0" y="175"/>
                      <a:pt x="845" y="1092"/>
                      <a:pt x="845" y="1092"/>
                    </a:cubicBezTo>
                    <a:cubicBezTo>
                      <a:pt x="845" y="1092"/>
                      <a:pt x="1391" y="0"/>
                      <a:pt x="81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9" name="Google Shape;909;p53"/>
              <p:cNvSpPr/>
              <p:nvPr/>
            </p:nvSpPr>
            <p:spPr>
              <a:xfrm>
                <a:off x="3704925" y="6362225"/>
                <a:ext cx="31900" cy="26825"/>
              </a:xfrm>
              <a:custGeom>
                <a:rect b="b" l="l" r="r" t="t"/>
                <a:pathLst>
                  <a:path extrusionOk="0" h="1073" w="1276">
                    <a:moveTo>
                      <a:pt x="716" y="130"/>
                    </a:moveTo>
                    <a:cubicBezTo>
                      <a:pt x="762" y="130"/>
                      <a:pt x="807" y="163"/>
                      <a:pt x="834" y="215"/>
                    </a:cubicBezTo>
                    <a:cubicBezTo>
                      <a:pt x="869" y="286"/>
                      <a:pt x="857" y="370"/>
                      <a:pt x="810" y="394"/>
                    </a:cubicBezTo>
                    <a:cubicBezTo>
                      <a:pt x="800" y="399"/>
                      <a:pt x="788" y="401"/>
                      <a:pt x="777" y="401"/>
                    </a:cubicBezTo>
                    <a:cubicBezTo>
                      <a:pt x="733" y="401"/>
                      <a:pt x="683" y="369"/>
                      <a:pt x="655" y="322"/>
                    </a:cubicBezTo>
                    <a:cubicBezTo>
                      <a:pt x="607" y="251"/>
                      <a:pt x="619" y="167"/>
                      <a:pt x="667" y="144"/>
                    </a:cubicBezTo>
                    <a:cubicBezTo>
                      <a:pt x="683" y="134"/>
                      <a:pt x="700" y="130"/>
                      <a:pt x="716" y="130"/>
                    </a:cubicBezTo>
                    <a:close/>
                    <a:moveTo>
                      <a:pt x="823" y="1"/>
                    </a:moveTo>
                    <a:cubicBezTo>
                      <a:pt x="764" y="1"/>
                      <a:pt x="692" y="19"/>
                      <a:pt x="607" y="60"/>
                    </a:cubicBezTo>
                    <a:cubicBezTo>
                      <a:pt x="0" y="370"/>
                      <a:pt x="1024" y="1072"/>
                      <a:pt x="1024" y="1072"/>
                    </a:cubicBezTo>
                    <a:cubicBezTo>
                      <a:pt x="1024" y="1072"/>
                      <a:pt x="1276" y="1"/>
                      <a:pt x="82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0" name="Google Shape;910;p53"/>
              <p:cNvSpPr/>
              <p:nvPr/>
            </p:nvSpPr>
            <p:spPr>
              <a:xfrm>
                <a:off x="3476025" y="6620825"/>
                <a:ext cx="31875" cy="26875"/>
              </a:xfrm>
              <a:custGeom>
                <a:rect b="b" l="l" r="r" t="t"/>
                <a:pathLst>
                  <a:path extrusionOk="0" h="1075" w="1275">
                    <a:moveTo>
                      <a:pt x="709" y="132"/>
                    </a:moveTo>
                    <a:cubicBezTo>
                      <a:pt x="751" y="132"/>
                      <a:pt x="799" y="165"/>
                      <a:pt x="834" y="218"/>
                    </a:cubicBezTo>
                    <a:cubicBezTo>
                      <a:pt x="869" y="289"/>
                      <a:pt x="857" y="360"/>
                      <a:pt x="810" y="396"/>
                    </a:cubicBezTo>
                    <a:cubicBezTo>
                      <a:pt x="797" y="401"/>
                      <a:pt x="784" y="403"/>
                      <a:pt x="771" y="403"/>
                    </a:cubicBezTo>
                    <a:cubicBezTo>
                      <a:pt x="722" y="403"/>
                      <a:pt x="671" y="369"/>
                      <a:pt x="643" y="313"/>
                    </a:cubicBezTo>
                    <a:cubicBezTo>
                      <a:pt x="607" y="241"/>
                      <a:pt x="619" y="170"/>
                      <a:pt x="667" y="146"/>
                    </a:cubicBezTo>
                    <a:cubicBezTo>
                      <a:pt x="680" y="137"/>
                      <a:pt x="694" y="132"/>
                      <a:pt x="709" y="132"/>
                    </a:cubicBezTo>
                    <a:close/>
                    <a:moveTo>
                      <a:pt x="827" y="0"/>
                    </a:moveTo>
                    <a:cubicBezTo>
                      <a:pt x="767" y="0"/>
                      <a:pt x="694" y="19"/>
                      <a:pt x="607" y="63"/>
                    </a:cubicBezTo>
                    <a:cubicBezTo>
                      <a:pt x="0" y="360"/>
                      <a:pt x="1024" y="1075"/>
                      <a:pt x="1024" y="1075"/>
                    </a:cubicBezTo>
                    <a:cubicBezTo>
                      <a:pt x="1024" y="1075"/>
                      <a:pt x="1274" y="0"/>
                      <a:pt x="8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1" name="Google Shape;911;p53"/>
              <p:cNvSpPr/>
              <p:nvPr/>
            </p:nvSpPr>
            <p:spPr>
              <a:xfrm>
                <a:off x="3753425" y="6627150"/>
                <a:ext cx="35050" cy="27400"/>
              </a:xfrm>
              <a:custGeom>
                <a:rect b="b" l="l" r="r" t="t"/>
                <a:pathLst>
                  <a:path extrusionOk="0" h="1096" w="1402">
                    <a:moveTo>
                      <a:pt x="721" y="106"/>
                    </a:moveTo>
                    <a:cubicBezTo>
                      <a:pt x="774" y="106"/>
                      <a:pt x="824" y="152"/>
                      <a:pt x="834" y="226"/>
                    </a:cubicBezTo>
                    <a:cubicBezTo>
                      <a:pt x="846" y="298"/>
                      <a:pt x="822" y="381"/>
                      <a:pt x="763" y="393"/>
                    </a:cubicBezTo>
                    <a:cubicBezTo>
                      <a:pt x="703" y="393"/>
                      <a:pt x="644" y="346"/>
                      <a:pt x="632" y="262"/>
                    </a:cubicBezTo>
                    <a:cubicBezTo>
                      <a:pt x="620" y="191"/>
                      <a:pt x="644" y="119"/>
                      <a:pt x="703" y="107"/>
                    </a:cubicBezTo>
                    <a:cubicBezTo>
                      <a:pt x="709" y="106"/>
                      <a:pt x="715" y="106"/>
                      <a:pt x="721" y="106"/>
                    </a:cubicBezTo>
                    <a:close/>
                    <a:moveTo>
                      <a:pt x="788" y="1"/>
                    </a:moveTo>
                    <a:cubicBezTo>
                      <a:pt x="752" y="1"/>
                      <a:pt x="712" y="4"/>
                      <a:pt x="668" y="12"/>
                    </a:cubicBezTo>
                    <a:cubicBezTo>
                      <a:pt x="1" y="131"/>
                      <a:pt x="775" y="1096"/>
                      <a:pt x="775" y="1096"/>
                    </a:cubicBezTo>
                    <a:cubicBezTo>
                      <a:pt x="775" y="1096"/>
                      <a:pt x="1402" y="1"/>
                      <a:pt x="78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2" name="Google Shape;912;p53"/>
              <p:cNvSpPr/>
              <p:nvPr/>
            </p:nvSpPr>
            <p:spPr>
              <a:xfrm>
                <a:off x="3663250" y="6553325"/>
                <a:ext cx="31900" cy="26825"/>
              </a:xfrm>
              <a:custGeom>
                <a:rect b="b" l="l" r="r" t="t"/>
                <a:pathLst>
                  <a:path extrusionOk="0" h="1073" w="1276">
                    <a:moveTo>
                      <a:pt x="713" y="134"/>
                    </a:moveTo>
                    <a:cubicBezTo>
                      <a:pt x="760" y="134"/>
                      <a:pt x="807" y="161"/>
                      <a:pt x="834" y="215"/>
                    </a:cubicBezTo>
                    <a:cubicBezTo>
                      <a:pt x="869" y="286"/>
                      <a:pt x="857" y="370"/>
                      <a:pt x="810" y="393"/>
                    </a:cubicBezTo>
                    <a:cubicBezTo>
                      <a:pt x="798" y="399"/>
                      <a:pt x="785" y="402"/>
                      <a:pt x="771" y="402"/>
                    </a:cubicBezTo>
                    <a:cubicBezTo>
                      <a:pt x="729" y="402"/>
                      <a:pt x="682" y="376"/>
                      <a:pt x="655" y="322"/>
                    </a:cubicBezTo>
                    <a:cubicBezTo>
                      <a:pt x="607" y="251"/>
                      <a:pt x="619" y="167"/>
                      <a:pt x="667" y="143"/>
                    </a:cubicBezTo>
                    <a:cubicBezTo>
                      <a:pt x="682" y="137"/>
                      <a:pt x="697" y="134"/>
                      <a:pt x="713" y="134"/>
                    </a:cubicBezTo>
                    <a:close/>
                    <a:moveTo>
                      <a:pt x="823" y="1"/>
                    </a:moveTo>
                    <a:cubicBezTo>
                      <a:pt x="764" y="1"/>
                      <a:pt x="693" y="19"/>
                      <a:pt x="607" y="60"/>
                    </a:cubicBezTo>
                    <a:cubicBezTo>
                      <a:pt x="0" y="370"/>
                      <a:pt x="1024" y="1072"/>
                      <a:pt x="1024" y="1072"/>
                    </a:cubicBezTo>
                    <a:cubicBezTo>
                      <a:pt x="1024" y="1072"/>
                      <a:pt x="1276" y="1"/>
                      <a:pt x="82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913" name="Google Shape;913;p53"/>
          <p:cNvGrpSpPr/>
          <p:nvPr/>
        </p:nvGrpSpPr>
        <p:grpSpPr>
          <a:xfrm>
            <a:off x="7577543" y="3676183"/>
            <a:ext cx="1272156" cy="1313118"/>
            <a:chOff x="7577543" y="3676183"/>
            <a:chExt cx="1272156" cy="1313118"/>
          </a:xfrm>
        </p:grpSpPr>
        <p:sp>
          <p:nvSpPr>
            <p:cNvPr id="914" name="Google Shape;914;p53"/>
            <p:cNvSpPr/>
            <p:nvPr/>
          </p:nvSpPr>
          <p:spPr>
            <a:xfrm>
              <a:off x="7753640" y="4923601"/>
              <a:ext cx="849900" cy="65700"/>
            </a:xfrm>
            <a:prstGeom prst="ellipse">
              <a:avLst/>
            </a:prstGeom>
            <a:solidFill>
              <a:srgbClr val="033342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15" name="Google Shape;915;p53"/>
            <p:cNvGrpSpPr/>
            <p:nvPr/>
          </p:nvGrpSpPr>
          <p:grpSpPr>
            <a:xfrm flipH="1">
              <a:off x="7577543" y="3676183"/>
              <a:ext cx="1272156" cy="1298731"/>
              <a:chOff x="5518825" y="5502600"/>
              <a:chExt cx="603375" cy="580750"/>
            </a:xfrm>
          </p:grpSpPr>
          <p:sp>
            <p:nvSpPr>
              <p:cNvPr id="916" name="Google Shape;916;p53"/>
              <p:cNvSpPr/>
              <p:nvPr/>
            </p:nvSpPr>
            <p:spPr>
              <a:xfrm>
                <a:off x="5518825" y="5502600"/>
                <a:ext cx="400075" cy="580750"/>
              </a:xfrm>
              <a:custGeom>
                <a:rect b="b" l="l" r="r" t="t"/>
                <a:pathLst>
                  <a:path extrusionOk="0" h="23230" w="16003">
                    <a:moveTo>
                      <a:pt x="10859" y="1"/>
                    </a:moveTo>
                    <a:cubicBezTo>
                      <a:pt x="7502" y="763"/>
                      <a:pt x="4597" y="2548"/>
                      <a:pt x="2668" y="5037"/>
                    </a:cubicBezTo>
                    <a:cubicBezTo>
                      <a:pt x="727" y="7549"/>
                      <a:pt x="1" y="10454"/>
                      <a:pt x="632" y="13228"/>
                    </a:cubicBezTo>
                    <a:cubicBezTo>
                      <a:pt x="1275" y="16014"/>
                      <a:pt x="3180" y="18312"/>
                      <a:pt x="6025" y="19729"/>
                    </a:cubicBezTo>
                    <a:cubicBezTo>
                      <a:pt x="7871" y="20646"/>
                      <a:pt x="9954" y="21110"/>
                      <a:pt x="12109" y="21110"/>
                    </a:cubicBezTo>
                    <a:cubicBezTo>
                      <a:pt x="12443" y="21110"/>
                      <a:pt x="12776" y="21098"/>
                      <a:pt x="13110" y="21075"/>
                    </a:cubicBezTo>
                    <a:lnTo>
                      <a:pt x="13110" y="21075"/>
                    </a:lnTo>
                    <a:lnTo>
                      <a:pt x="12824" y="22706"/>
                    </a:lnTo>
                    <a:lnTo>
                      <a:pt x="10788" y="22360"/>
                    </a:lnTo>
                    <a:lnTo>
                      <a:pt x="11216" y="23230"/>
                    </a:lnTo>
                    <a:lnTo>
                      <a:pt x="15574" y="23230"/>
                    </a:lnTo>
                    <a:lnTo>
                      <a:pt x="16003" y="22313"/>
                    </a:lnTo>
                    <a:lnTo>
                      <a:pt x="13907" y="22670"/>
                    </a:lnTo>
                    <a:lnTo>
                      <a:pt x="13538" y="21039"/>
                    </a:lnTo>
                    <a:cubicBezTo>
                      <a:pt x="14217" y="20979"/>
                      <a:pt x="14907" y="20860"/>
                      <a:pt x="15598" y="20705"/>
                    </a:cubicBezTo>
                    <a:lnTo>
                      <a:pt x="15455" y="20098"/>
                    </a:lnTo>
                    <a:cubicBezTo>
                      <a:pt x="14335" y="20355"/>
                      <a:pt x="13210" y="20483"/>
                      <a:pt x="12106" y="20483"/>
                    </a:cubicBezTo>
                    <a:cubicBezTo>
                      <a:pt x="10043" y="20483"/>
                      <a:pt x="8052" y="20038"/>
                      <a:pt x="6299" y="19170"/>
                    </a:cubicBezTo>
                    <a:cubicBezTo>
                      <a:pt x="3632" y="17848"/>
                      <a:pt x="1834" y="15681"/>
                      <a:pt x="1239" y="13097"/>
                    </a:cubicBezTo>
                    <a:cubicBezTo>
                      <a:pt x="644" y="10502"/>
                      <a:pt x="1334" y="7775"/>
                      <a:pt x="3156" y="5418"/>
                    </a:cubicBezTo>
                    <a:cubicBezTo>
                      <a:pt x="5001" y="3049"/>
                      <a:pt x="7787" y="1334"/>
                      <a:pt x="10990" y="608"/>
                    </a:cubicBezTo>
                    <a:lnTo>
                      <a:pt x="1085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7" name="Google Shape;917;p53"/>
              <p:cNvSpPr/>
              <p:nvPr/>
            </p:nvSpPr>
            <p:spPr>
              <a:xfrm>
                <a:off x="5575100" y="5527025"/>
                <a:ext cx="547100" cy="458400"/>
              </a:xfrm>
              <a:custGeom>
                <a:rect b="b" l="l" r="r" t="t"/>
                <a:pathLst>
                  <a:path extrusionOk="0" h="18336" w="21884">
                    <a:moveTo>
                      <a:pt x="11390" y="0"/>
                    </a:moveTo>
                    <a:cubicBezTo>
                      <a:pt x="10437" y="0"/>
                      <a:pt x="9459" y="108"/>
                      <a:pt x="8477" y="333"/>
                    </a:cubicBezTo>
                    <a:cubicBezTo>
                      <a:pt x="7251" y="607"/>
                      <a:pt x="6120" y="1048"/>
                      <a:pt x="5096" y="1619"/>
                    </a:cubicBezTo>
                    <a:lnTo>
                      <a:pt x="560" y="7227"/>
                    </a:lnTo>
                    <a:lnTo>
                      <a:pt x="0" y="10227"/>
                    </a:lnTo>
                    <a:lnTo>
                      <a:pt x="1286" y="13109"/>
                    </a:lnTo>
                    <a:lnTo>
                      <a:pt x="1667" y="15502"/>
                    </a:lnTo>
                    <a:cubicBezTo>
                      <a:pt x="2810" y="16752"/>
                      <a:pt x="4334" y="17704"/>
                      <a:pt x="6084" y="18252"/>
                    </a:cubicBezTo>
                    <a:lnTo>
                      <a:pt x="7822" y="18335"/>
                    </a:lnTo>
                    <a:lnTo>
                      <a:pt x="11132" y="17419"/>
                    </a:lnTo>
                    <a:lnTo>
                      <a:pt x="13978" y="16823"/>
                    </a:lnTo>
                    <a:lnTo>
                      <a:pt x="17478" y="16240"/>
                    </a:lnTo>
                    <a:cubicBezTo>
                      <a:pt x="20288" y="14097"/>
                      <a:pt x="21884" y="10906"/>
                      <a:pt x="21479" y="7691"/>
                    </a:cubicBezTo>
                    <a:lnTo>
                      <a:pt x="18729" y="3095"/>
                    </a:lnTo>
                    <a:lnTo>
                      <a:pt x="15133" y="583"/>
                    </a:lnTo>
                    <a:cubicBezTo>
                      <a:pt x="13967" y="204"/>
                      <a:pt x="12702" y="0"/>
                      <a:pt x="1139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8" name="Google Shape;918;p53"/>
              <p:cNvSpPr/>
              <p:nvPr/>
            </p:nvSpPr>
            <p:spPr>
              <a:xfrm>
                <a:off x="5727200" y="5908950"/>
                <a:ext cx="284875" cy="88100"/>
              </a:xfrm>
              <a:custGeom>
                <a:rect b="b" l="l" r="r" t="t"/>
                <a:pathLst>
                  <a:path extrusionOk="0" h="3524" w="11395">
                    <a:moveTo>
                      <a:pt x="8679" y="0"/>
                    </a:moveTo>
                    <a:cubicBezTo>
                      <a:pt x="6842" y="0"/>
                      <a:pt x="4693" y="745"/>
                      <a:pt x="3358" y="1439"/>
                    </a:cubicBezTo>
                    <a:cubicBezTo>
                      <a:pt x="2500" y="1880"/>
                      <a:pt x="1667" y="2332"/>
                      <a:pt x="798" y="2713"/>
                    </a:cubicBezTo>
                    <a:cubicBezTo>
                      <a:pt x="548" y="2808"/>
                      <a:pt x="274" y="2916"/>
                      <a:pt x="0" y="2975"/>
                    </a:cubicBezTo>
                    <a:cubicBezTo>
                      <a:pt x="1132" y="3334"/>
                      <a:pt x="2352" y="3524"/>
                      <a:pt x="3615" y="3524"/>
                    </a:cubicBezTo>
                    <a:cubicBezTo>
                      <a:pt x="4571" y="3524"/>
                      <a:pt x="5552" y="3415"/>
                      <a:pt x="6537" y="3189"/>
                    </a:cubicBezTo>
                    <a:cubicBezTo>
                      <a:pt x="8382" y="2773"/>
                      <a:pt x="10025" y="1987"/>
                      <a:pt x="11394" y="963"/>
                    </a:cubicBezTo>
                    <a:cubicBezTo>
                      <a:pt x="10759" y="265"/>
                      <a:pt x="9774" y="0"/>
                      <a:pt x="86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9" name="Google Shape;919;p53"/>
              <p:cNvSpPr/>
              <p:nvPr/>
            </p:nvSpPr>
            <p:spPr>
              <a:xfrm>
                <a:off x="5546525" y="5567500"/>
                <a:ext cx="180700" cy="347075"/>
              </a:xfrm>
              <a:custGeom>
                <a:rect b="b" l="l" r="r" t="t"/>
                <a:pathLst>
                  <a:path extrusionOk="0" h="13883" w="7228">
                    <a:moveTo>
                      <a:pt x="6239" y="0"/>
                    </a:moveTo>
                    <a:cubicBezTo>
                      <a:pt x="2274" y="2191"/>
                      <a:pt x="0" y="6275"/>
                      <a:pt x="905" y="10251"/>
                    </a:cubicBezTo>
                    <a:cubicBezTo>
                      <a:pt x="1215" y="11632"/>
                      <a:pt x="1893" y="12859"/>
                      <a:pt x="2810" y="13883"/>
                    </a:cubicBezTo>
                    <a:cubicBezTo>
                      <a:pt x="2893" y="13609"/>
                      <a:pt x="3036" y="13359"/>
                      <a:pt x="3179" y="13156"/>
                    </a:cubicBezTo>
                    <a:cubicBezTo>
                      <a:pt x="3798" y="12216"/>
                      <a:pt x="5001" y="11704"/>
                      <a:pt x="4977" y="10418"/>
                    </a:cubicBezTo>
                    <a:cubicBezTo>
                      <a:pt x="4917" y="8573"/>
                      <a:pt x="1703" y="9894"/>
                      <a:pt x="1619" y="8049"/>
                    </a:cubicBezTo>
                    <a:cubicBezTo>
                      <a:pt x="1589" y="7321"/>
                      <a:pt x="1909" y="7123"/>
                      <a:pt x="2336" y="7123"/>
                    </a:cubicBezTo>
                    <a:cubicBezTo>
                      <a:pt x="2847" y="7123"/>
                      <a:pt x="3511" y="7408"/>
                      <a:pt x="3909" y="7408"/>
                    </a:cubicBezTo>
                    <a:cubicBezTo>
                      <a:pt x="4098" y="7408"/>
                      <a:pt x="4226" y="7344"/>
                      <a:pt x="4251" y="7156"/>
                    </a:cubicBezTo>
                    <a:cubicBezTo>
                      <a:pt x="4298" y="6810"/>
                      <a:pt x="3465" y="6310"/>
                      <a:pt x="3298" y="6001"/>
                    </a:cubicBezTo>
                    <a:cubicBezTo>
                      <a:pt x="2965" y="5334"/>
                      <a:pt x="3465" y="4917"/>
                      <a:pt x="4072" y="4715"/>
                    </a:cubicBezTo>
                    <a:cubicBezTo>
                      <a:pt x="5251" y="4322"/>
                      <a:pt x="6679" y="4524"/>
                      <a:pt x="7013" y="2989"/>
                    </a:cubicBezTo>
                    <a:cubicBezTo>
                      <a:pt x="7227" y="1977"/>
                      <a:pt x="6799" y="953"/>
                      <a:pt x="623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0" name="Google Shape;920;p53"/>
              <p:cNvSpPr/>
              <p:nvPr/>
            </p:nvSpPr>
            <p:spPr>
              <a:xfrm>
                <a:off x="5913225" y="5541600"/>
                <a:ext cx="198850" cy="317400"/>
              </a:xfrm>
              <a:custGeom>
                <a:rect b="b" l="l" r="r" t="t"/>
                <a:pathLst>
                  <a:path extrusionOk="0" h="12696" w="7954">
                    <a:moveTo>
                      <a:pt x="1608" y="0"/>
                    </a:moveTo>
                    <a:cubicBezTo>
                      <a:pt x="1667" y="524"/>
                      <a:pt x="1834" y="1060"/>
                      <a:pt x="2048" y="1512"/>
                    </a:cubicBezTo>
                    <a:cubicBezTo>
                      <a:pt x="2418" y="2286"/>
                      <a:pt x="2977" y="2096"/>
                      <a:pt x="3727" y="2286"/>
                    </a:cubicBezTo>
                    <a:cubicBezTo>
                      <a:pt x="4311" y="2429"/>
                      <a:pt x="5073" y="2727"/>
                      <a:pt x="4846" y="3429"/>
                    </a:cubicBezTo>
                    <a:cubicBezTo>
                      <a:pt x="4584" y="4322"/>
                      <a:pt x="3703" y="4894"/>
                      <a:pt x="3191" y="5620"/>
                    </a:cubicBezTo>
                    <a:cubicBezTo>
                      <a:pt x="2072" y="7215"/>
                      <a:pt x="1" y="10228"/>
                      <a:pt x="2275" y="11764"/>
                    </a:cubicBezTo>
                    <a:cubicBezTo>
                      <a:pt x="2992" y="12225"/>
                      <a:pt x="4002" y="12695"/>
                      <a:pt x="4914" y="12695"/>
                    </a:cubicBezTo>
                    <a:cubicBezTo>
                      <a:pt x="5061" y="12695"/>
                      <a:pt x="5206" y="12683"/>
                      <a:pt x="5346" y="12657"/>
                    </a:cubicBezTo>
                    <a:cubicBezTo>
                      <a:pt x="6406" y="12466"/>
                      <a:pt x="5882" y="11597"/>
                      <a:pt x="5466" y="11061"/>
                    </a:cubicBezTo>
                    <a:cubicBezTo>
                      <a:pt x="4930" y="10287"/>
                      <a:pt x="4168" y="9073"/>
                      <a:pt x="4965" y="8239"/>
                    </a:cubicBezTo>
                    <a:cubicBezTo>
                      <a:pt x="5668" y="7489"/>
                      <a:pt x="6847" y="7120"/>
                      <a:pt x="7954" y="7108"/>
                    </a:cubicBezTo>
                    <a:cubicBezTo>
                      <a:pt x="7918" y="6858"/>
                      <a:pt x="7871" y="6608"/>
                      <a:pt x="7811" y="6346"/>
                    </a:cubicBezTo>
                    <a:cubicBezTo>
                      <a:pt x="7121" y="3310"/>
                      <a:pt x="4715" y="1024"/>
                      <a:pt x="160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2" name="Google Shape;922;p54"/>
          <p:cNvGrpSpPr/>
          <p:nvPr/>
        </p:nvGrpSpPr>
        <p:grpSpPr>
          <a:xfrm>
            <a:off x="0" y="0"/>
            <a:ext cx="9144003" cy="5143501"/>
            <a:chOff x="0" y="0"/>
            <a:chExt cx="9144003" cy="5143501"/>
          </a:xfrm>
        </p:grpSpPr>
        <p:pic>
          <p:nvPicPr>
            <p:cNvPr id="923" name="Google Shape;923;p54"/>
            <p:cNvPicPr preferRelativeResize="0"/>
            <p:nvPr/>
          </p:nvPicPr>
          <p:blipFill rotWithShape="1">
            <a:blip r:embed="rId2">
              <a:alphaModFix/>
            </a:blip>
            <a:srcRect b="8068" l="0" r="0" t="8060"/>
            <a:stretch/>
          </p:blipFill>
          <p:spPr>
            <a:xfrm>
              <a:off x="0" y="0"/>
              <a:ext cx="9144003" cy="5143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4" name="Google Shape;924;p54"/>
            <p:cNvSpPr/>
            <p:nvPr/>
          </p:nvSpPr>
          <p:spPr>
            <a:xfrm>
              <a:off x="209980" y="194500"/>
              <a:ext cx="8763466" cy="4752275"/>
            </a:xfrm>
            <a:custGeom>
              <a:rect b="b" l="l" r="r" t="t"/>
              <a:pathLst>
                <a:path extrusionOk="0" h="147209" w="271904">
                  <a:moveTo>
                    <a:pt x="596" y="0"/>
                  </a:moveTo>
                  <a:lnTo>
                    <a:pt x="596" y="0"/>
                  </a:lnTo>
                  <a:cubicBezTo>
                    <a:pt x="2025" y="5965"/>
                    <a:pt x="3072" y="13895"/>
                    <a:pt x="3644" y="22312"/>
                  </a:cubicBezTo>
                  <a:cubicBezTo>
                    <a:pt x="7942" y="23515"/>
                    <a:pt x="13609" y="23932"/>
                    <a:pt x="5085" y="25063"/>
                  </a:cubicBezTo>
                  <a:cubicBezTo>
                    <a:pt x="5096" y="25110"/>
                    <a:pt x="5108" y="25146"/>
                    <a:pt x="5120" y="25194"/>
                  </a:cubicBezTo>
                  <a:cubicBezTo>
                    <a:pt x="5263" y="25301"/>
                    <a:pt x="5394" y="25396"/>
                    <a:pt x="5525" y="25503"/>
                  </a:cubicBezTo>
                  <a:cubicBezTo>
                    <a:pt x="5692" y="25539"/>
                    <a:pt x="5954" y="25479"/>
                    <a:pt x="6037" y="25658"/>
                  </a:cubicBezTo>
                  <a:cubicBezTo>
                    <a:pt x="8561" y="26230"/>
                    <a:pt x="4561" y="26670"/>
                    <a:pt x="3894" y="26789"/>
                  </a:cubicBezTo>
                  <a:cubicBezTo>
                    <a:pt x="4203" y="33719"/>
                    <a:pt x="4192" y="40803"/>
                    <a:pt x="3787" y="47256"/>
                  </a:cubicBezTo>
                  <a:cubicBezTo>
                    <a:pt x="2560" y="47137"/>
                    <a:pt x="1298" y="47006"/>
                    <a:pt x="1" y="46875"/>
                  </a:cubicBezTo>
                  <a:lnTo>
                    <a:pt x="1" y="46875"/>
                  </a:lnTo>
                  <a:cubicBezTo>
                    <a:pt x="1429" y="52840"/>
                    <a:pt x="2477" y="60770"/>
                    <a:pt x="3049" y="69199"/>
                  </a:cubicBezTo>
                  <a:cubicBezTo>
                    <a:pt x="7347" y="70402"/>
                    <a:pt x="13014" y="70818"/>
                    <a:pt x="4489" y="71949"/>
                  </a:cubicBezTo>
                  <a:cubicBezTo>
                    <a:pt x="4501" y="71985"/>
                    <a:pt x="4513" y="72033"/>
                    <a:pt x="4525" y="72069"/>
                  </a:cubicBezTo>
                  <a:cubicBezTo>
                    <a:pt x="4668" y="72176"/>
                    <a:pt x="4787" y="72283"/>
                    <a:pt x="4930" y="72390"/>
                  </a:cubicBezTo>
                  <a:cubicBezTo>
                    <a:pt x="5096" y="72414"/>
                    <a:pt x="5358" y="72366"/>
                    <a:pt x="5442" y="72545"/>
                  </a:cubicBezTo>
                  <a:cubicBezTo>
                    <a:pt x="7966" y="73104"/>
                    <a:pt x="3965" y="73557"/>
                    <a:pt x="3299" y="73664"/>
                  </a:cubicBezTo>
                  <a:cubicBezTo>
                    <a:pt x="3513" y="78510"/>
                    <a:pt x="3572" y="83427"/>
                    <a:pt x="3453" y="88154"/>
                  </a:cubicBezTo>
                  <a:cubicBezTo>
                    <a:pt x="2322" y="88047"/>
                    <a:pt x="1179" y="87928"/>
                    <a:pt x="1" y="87809"/>
                  </a:cubicBezTo>
                  <a:lnTo>
                    <a:pt x="1" y="87809"/>
                  </a:lnTo>
                  <a:cubicBezTo>
                    <a:pt x="989" y="91940"/>
                    <a:pt x="1798" y="97036"/>
                    <a:pt x="2394" y="102584"/>
                  </a:cubicBezTo>
                  <a:cubicBezTo>
                    <a:pt x="2239" y="103727"/>
                    <a:pt x="2072" y="104834"/>
                    <a:pt x="1882" y="105894"/>
                  </a:cubicBezTo>
                  <a:cubicBezTo>
                    <a:pt x="2156" y="105870"/>
                    <a:pt x="2429" y="105846"/>
                    <a:pt x="2715" y="105811"/>
                  </a:cubicBezTo>
                  <a:cubicBezTo>
                    <a:pt x="2834" y="107228"/>
                    <a:pt x="2953" y="108668"/>
                    <a:pt x="3049" y="110121"/>
                  </a:cubicBezTo>
                  <a:cubicBezTo>
                    <a:pt x="7347" y="111323"/>
                    <a:pt x="13014" y="111740"/>
                    <a:pt x="4489" y="112871"/>
                  </a:cubicBezTo>
                  <a:cubicBezTo>
                    <a:pt x="4501" y="112919"/>
                    <a:pt x="4513" y="112954"/>
                    <a:pt x="4525" y="113002"/>
                  </a:cubicBezTo>
                  <a:cubicBezTo>
                    <a:pt x="4668" y="113109"/>
                    <a:pt x="4799" y="113205"/>
                    <a:pt x="4930" y="113312"/>
                  </a:cubicBezTo>
                  <a:cubicBezTo>
                    <a:pt x="5096" y="113347"/>
                    <a:pt x="5358" y="113288"/>
                    <a:pt x="5442" y="113466"/>
                  </a:cubicBezTo>
                  <a:cubicBezTo>
                    <a:pt x="7966" y="114038"/>
                    <a:pt x="3965" y="114478"/>
                    <a:pt x="3299" y="114598"/>
                  </a:cubicBezTo>
                  <a:cubicBezTo>
                    <a:pt x="3822" y="126123"/>
                    <a:pt x="4668" y="127147"/>
                    <a:pt x="3120" y="135886"/>
                  </a:cubicBezTo>
                  <a:cubicBezTo>
                    <a:pt x="4608" y="136338"/>
                    <a:pt x="14133" y="147209"/>
                    <a:pt x="14133" y="147209"/>
                  </a:cubicBezTo>
                  <a:cubicBezTo>
                    <a:pt x="14133" y="147209"/>
                    <a:pt x="16765" y="146220"/>
                    <a:pt x="20479" y="146137"/>
                  </a:cubicBezTo>
                  <a:cubicBezTo>
                    <a:pt x="20503" y="146054"/>
                    <a:pt x="20539" y="145959"/>
                    <a:pt x="20563" y="145875"/>
                  </a:cubicBezTo>
                  <a:lnTo>
                    <a:pt x="20563" y="145875"/>
                  </a:lnTo>
                  <a:cubicBezTo>
                    <a:pt x="20491" y="146340"/>
                    <a:pt x="23242" y="146363"/>
                    <a:pt x="23158" y="146816"/>
                  </a:cubicBezTo>
                  <a:cubicBezTo>
                    <a:pt x="29516" y="146220"/>
                    <a:pt x="36481" y="145875"/>
                    <a:pt x="44589" y="145697"/>
                  </a:cubicBezTo>
                  <a:cubicBezTo>
                    <a:pt x="44613" y="145625"/>
                    <a:pt x="44637" y="145554"/>
                    <a:pt x="44661" y="145494"/>
                  </a:cubicBezTo>
                  <a:cubicBezTo>
                    <a:pt x="45090" y="145494"/>
                    <a:pt x="45530" y="145494"/>
                    <a:pt x="45959" y="145482"/>
                  </a:cubicBezTo>
                  <a:cubicBezTo>
                    <a:pt x="45959" y="145542"/>
                    <a:pt x="45959" y="145601"/>
                    <a:pt x="45959" y="145661"/>
                  </a:cubicBezTo>
                  <a:cubicBezTo>
                    <a:pt x="46173" y="145661"/>
                    <a:pt x="46387" y="145661"/>
                    <a:pt x="46602" y="145649"/>
                  </a:cubicBezTo>
                  <a:cubicBezTo>
                    <a:pt x="46637" y="145601"/>
                    <a:pt x="46661" y="145542"/>
                    <a:pt x="46685" y="145482"/>
                  </a:cubicBezTo>
                  <a:cubicBezTo>
                    <a:pt x="47197" y="145482"/>
                    <a:pt x="47709" y="145482"/>
                    <a:pt x="48221" y="145494"/>
                  </a:cubicBezTo>
                  <a:cubicBezTo>
                    <a:pt x="48221" y="145530"/>
                    <a:pt x="48221" y="145578"/>
                    <a:pt x="48221" y="145625"/>
                  </a:cubicBezTo>
                  <a:cubicBezTo>
                    <a:pt x="50912" y="145578"/>
                    <a:pt x="53900" y="145542"/>
                    <a:pt x="57031" y="145518"/>
                  </a:cubicBezTo>
                  <a:cubicBezTo>
                    <a:pt x="59651" y="145542"/>
                    <a:pt x="62151" y="145566"/>
                    <a:pt x="64461" y="145601"/>
                  </a:cubicBezTo>
                  <a:cubicBezTo>
                    <a:pt x="64461" y="145566"/>
                    <a:pt x="64461" y="145530"/>
                    <a:pt x="64461" y="145494"/>
                  </a:cubicBezTo>
                  <a:cubicBezTo>
                    <a:pt x="65592" y="145488"/>
                    <a:pt x="66726" y="145485"/>
                    <a:pt x="67860" y="145485"/>
                  </a:cubicBezTo>
                  <a:cubicBezTo>
                    <a:pt x="68994" y="145485"/>
                    <a:pt x="70128" y="145488"/>
                    <a:pt x="71259" y="145494"/>
                  </a:cubicBezTo>
                  <a:cubicBezTo>
                    <a:pt x="71402" y="145578"/>
                    <a:pt x="71545" y="145661"/>
                    <a:pt x="71700" y="145744"/>
                  </a:cubicBezTo>
                  <a:cubicBezTo>
                    <a:pt x="78891" y="145947"/>
                    <a:pt x="85190" y="146268"/>
                    <a:pt x="90976" y="146816"/>
                  </a:cubicBezTo>
                  <a:cubicBezTo>
                    <a:pt x="90845" y="146054"/>
                    <a:pt x="90714" y="145256"/>
                    <a:pt x="90595" y="144435"/>
                  </a:cubicBezTo>
                  <a:lnTo>
                    <a:pt x="90595" y="144435"/>
                  </a:lnTo>
                  <a:cubicBezTo>
                    <a:pt x="91429" y="144792"/>
                    <a:pt x="92191" y="145304"/>
                    <a:pt x="92976" y="145744"/>
                  </a:cubicBezTo>
                  <a:cubicBezTo>
                    <a:pt x="96596" y="145851"/>
                    <a:pt x="99989" y="145982"/>
                    <a:pt x="103204" y="146161"/>
                  </a:cubicBezTo>
                  <a:cubicBezTo>
                    <a:pt x="103156" y="146375"/>
                    <a:pt x="103121" y="146601"/>
                    <a:pt x="103085" y="146828"/>
                  </a:cubicBezTo>
                  <a:cubicBezTo>
                    <a:pt x="104573" y="146685"/>
                    <a:pt x="106109" y="146554"/>
                    <a:pt x="107669" y="146447"/>
                  </a:cubicBezTo>
                  <a:cubicBezTo>
                    <a:pt x="109240" y="146554"/>
                    <a:pt x="110764" y="146685"/>
                    <a:pt x="112265" y="146828"/>
                  </a:cubicBezTo>
                  <a:cubicBezTo>
                    <a:pt x="112217" y="146601"/>
                    <a:pt x="112181" y="146375"/>
                    <a:pt x="112146" y="146161"/>
                  </a:cubicBezTo>
                  <a:cubicBezTo>
                    <a:pt x="115979" y="145947"/>
                    <a:pt x="120075" y="145792"/>
                    <a:pt x="124504" y="145697"/>
                  </a:cubicBezTo>
                  <a:cubicBezTo>
                    <a:pt x="125022" y="144156"/>
                    <a:pt x="125413" y="143165"/>
                    <a:pt x="125645" y="143165"/>
                  </a:cubicBezTo>
                  <a:cubicBezTo>
                    <a:pt x="125846" y="143165"/>
                    <a:pt x="125929" y="143902"/>
                    <a:pt x="125873" y="145661"/>
                  </a:cubicBezTo>
                  <a:cubicBezTo>
                    <a:pt x="126100" y="145661"/>
                    <a:pt x="126302" y="145661"/>
                    <a:pt x="126528" y="145649"/>
                  </a:cubicBezTo>
                  <a:cubicBezTo>
                    <a:pt x="127181" y="144357"/>
                    <a:pt x="127670" y="143321"/>
                    <a:pt x="127939" y="143321"/>
                  </a:cubicBezTo>
                  <a:cubicBezTo>
                    <a:pt x="128150" y="143321"/>
                    <a:pt x="128225" y="143963"/>
                    <a:pt x="128136" y="145625"/>
                  </a:cubicBezTo>
                  <a:cubicBezTo>
                    <a:pt x="130541" y="145589"/>
                    <a:pt x="133184" y="145554"/>
                    <a:pt x="135946" y="145530"/>
                  </a:cubicBezTo>
                  <a:cubicBezTo>
                    <a:pt x="138720" y="145554"/>
                    <a:pt x="141352" y="145589"/>
                    <a:pt x="143757" y="145625"/>
                  </a:cubicBezTo>
                  <a:cubicBezTo>
                    <a:pt x="143667" y="143963"/>
                    <a:pt x="143745" y="143321"/>
                    <a:pt x="143959" y="143321"/>
                  </a:cubicBezTo>
                  <a:cubicBezTo>
                    <a:pt x="144230" y="143321"/>
                    <a:pt x="144723" y="144357"/>
                    <a:pt x="145376" y="145649"/>
                  </a:cubicBezTo>
                  <a:cubicBezTo>
                    <a:pt x="145590" y="145661"/>
                    <a:pt x="145804" y="145661"/>
                    <a:pt x="146019" y="145661"/>
                  </a:cubicBezTo>
                  <a:cubicBezTo>
                    <a:pt x="145964" y="143902"/>
                    <a:pt x="146046" y="143165"/>
                    <a:pt x="146247" y="143165"/>
                  </a:cubicBezTo>
                  <a:cubicBezTo>
                    <a:pt x="146479" y="143165"/>
                    <a:pt x="146870" y="144156"/>
                    <a:pt x="147388" y="145697"/>
                  </a:cubicBezTo>
                  <a:cubicBezTo>
                    <a:pt x="151817" y="145792"/>
                    <a:pt x="155913" y="145947"/>
                    <a:pt x="159759" y="146161"/>
                  </a:cubicBezTo>
                  <a:cubicBezTo>
                    <a:pt x="159711" y="146375"/>
                    <a:pt x="159675" y="146601"/>
                    <a:pt x="159640" y="146828"/>
                  </a:cubicBezTo>
                  <a:cubicBezTo>
                    <a:pt x="161128" y="146685"/>
                    <a:pt x="162664" y="146554"/>
                    <a:pt x="164223" y="146447"/>
                  </a:cubicBezTo>
                  <a:cubicBezTo>
                    <a:pt x="165795" y="146554"/>
                    <a:pt x="167319" y="146685"/>
                    <a:pt x="168819" y="146828"/>
                  </a:cubicBezTo>
                  <a:cubicBezTo>
                    <a:pt x="168772" y="146601"/>
                    <a:pt x="168736" y="146375"/>
                    <a:pt x="168700" y="146161"/>
                  </a:cubicBezTo>
                  <a:cubicBezTo>
                    <a:pt x="171915" y="145982"/>
                    <a:pt x="175296" y="145851"/>
                    <a:pt x="178916" y="145744"/>
                  </a:cubicBezTo>
                  <a:cubicBezTo>
                    <a:pt x="179702" y="145304"/>
                    <a:pt x="180464" y="144792"/>
                    <a:pt x="181309" y="144435"/>
                  </a:cubicBezTo>
                  <a:lnTo>
                    <a:pt x="181309" y="144435"/>
                  </a:lnTo>
                  <a:cubicBezTo>
                    <a:pt x="181190" y="145256"/>
                    <a:pt x="181059" y="146054"/>
                    <a:pt x="180916" y="146816"/>
                  </a:cubicBezTo>
                  <a:cubicBezTo>
                    <a:pt x="186714" y="146268"/>
                    <a:pt x="193001" y="145947"/>
                    <a:pt x="200204" y="145744"/>
                  </a:cubicBezTo>
                  <a:cubicBezTo>
                    <a:pt x="200347" y="145661"/>
                    <a:pt x="200490" y="145578"/>
                    <a:pt x="200645" y="145494"/>
                  </a:cubicBezTo>
                  <a:cubicBezTo>
                    <a:pt x="201770" y="145488"/>
                    <a:pt x="202904" y="145485"/>
                    <a:pt x="204039" y="145485"/>
                  </a:cubicBezTo>
                  <a:cubicBezTo>
                    <a:pt x="205175" y="145485"/>
                    <a:pt x="206312" y="145488"/>
                    <a:pt x="207443" y="145494"/>
                  </a:cubicBezTo>
                  <a:cubicBezTo>
                    <a:pt x="207443" y="145530"/>
                    <a:pt x="207443" y="145566"/>
                    <a:pt x="207431" y="145601"/>
                  </a:cubicBezTo>
                  <a:cubicBezTo>
                    <a:pt x="209741" y="145566"/>
                    <a:pt x="212253" y="145542"/>
                    <a:pt x="214873" y="145518"/>
                  </a:cubicBezTo>
                  <a:cubicBezTo>
                    <a:pt x="218004" y="145542"/>
                    <a:pt x="220981" y="145578"/>
                    <a:pt x="223683" y="145625"/>
                  </a:cubicBezTo>
                  <a:cubicBezTo>
                    <a:pt x="223671" y="145578"/>
                    <a:pt x="223671" y="145530"/>
                    <a:pt x="223671" y="145494"/>
                  </a:cubicBezTo>
                  <a:cubicBezTo>
                    <a:pt x="224183" y="145494"/>
                    <a:pt x="224695" y="145482"/>
                    <a:pt x="225207" y="145482"/>
                  </a:cubicBezTo>
                  <a:cubicBezTo>
                    <a:pt x="225243" y="145542"/>
                    <a:pt x="225267" y="145601"/>
                    <a:pt x="225291" y="145649"/>
                  </a:cubicBezTo>
                  <a:cubicBezTo>
                    <a:pt x="225517" y="145661"/>
                    <a:pt x="225731" y="145661"/>
                    <a:pt x="225945" y="145661"/>
                  </a:cubicBezTo>
                  <a:cubicBezTo>
                    <a:pt x="225945" y="145601"/>
                    <a:pt x="225934" y="145542"/>
                    <a:pt x="225934" y="145482"/>
                  </a:cubicBezTo>
                  <a:cubicBezTo>
                    <a:pt x="226374" y="145482"/>
                    <a:pt x="226803" y="145482"/>
                    <a:pt x="227243" y="145494"/>
                  </a:cubicBezTo>
                  <a:cubicBezTo>
                    <a:pt x="227267" y="145554"/>
                    <a:pt x="227291" y="145625"/>
                    <a:pt x="227315" y="145697"/>
                  </a:cubicBezTo>
                  <a:cubicBezTo>
                    <a:pt x="235411" y="145875"/>
                    <a:pt x="242376" y="146220"/>
                    <a:pt x="248734" y="146816"/>
                  </a:cubicBezTo>
                  <a:cubicBezTo>
                    <a:pt x="248651" y="146363"/>
                    <a:pt x="248579" y="145899"/>
                    <a:pt x="248508" y="145423"/>
                  </a:cubicBezTo>
                  <a:lnTo>
                    <a:pt x="248508" y="145423"/>
                  </a:lnTo>
                  <a:cubicBezTo>
                    <a:pt x="248532" y="145506"/>
                    <a:pt x="248567" y="145601"/>
                    <a:pt x="248591" y="145697"/>
                  </a:cubicBezTo>
                  <a:cubicBezTo>
                    <a:pt x="256699" y="145875"/>
                    <a:pt x="263664" y="146220"/>
                    <a:pt x="270022" y="146816"/>
                  </a:cubicBezTo>
                  <a:cubicBezTo>
                    <a:pt x="268463" y="138065"/>
                    <a:pt x="268082" y="126123"/>
                    <a:pt x="268606" y="114598"/>
                  </a:cubicBezTo>
                  <a:cubicBezTo>
                    <a:pt x="267939" y="114478"/>
                    <a:pt x="263926" y="114038"/>
                    <a:pt x="266462" y="113466"/>
                  </a:cubicBezTo>
                  <a:cubicBezTo>
                    <a:pt x="266546" y="113288"/>
                    <a:pt x="266808" y="113347"/>
                    <a:pt x="266974" y="113312"/>
                  </a:cubicBezTo>
                  <a:cubicBezTo>
                    <a:pt x="267105" y="113205"/>
                    <a:pt x="267236" y="113109"/>
                    <a:pt x="267367" y="113002"/>
                  </a:cubicBezTo>
                  <a:cubicBezTo>
                    <a:pt x="267391" y="112954"/>
                    <a:pt x="267403" y="112919"/>
                    <a:pt x="267415" y="112871"/>
                  </a:cubicBezTo>
                  <a:cubicBezTo>
                    <a:pt x="258878" y="111740"/>
                    <a:pt x="264557" y="111323"/>
                    <a:pt x="268856" y="110121"/>
                  </a:cubicBezTo>
                  <a:cubicBezTo>
                    <a:pt x="268951" y="108668"/>
                    <a:pt x="269070" y="107228"/>
                    <a:pt x="269189" y="105811"/>
                  </a:cubicBezTo>
                  <a:cubicBezTo>
                    <a:pt x="269463" y="105846"/>
                    <a:pt x="269749" y="105870"/>
                    <a:pt x="270022" y="105894"/>
                  </a:cubicBezTo>
                  <a:cubicBezTo>
                    <a:pt x="269832" y="104834"/>
                    <a:pt x="269653" y="103727"/>
                    <a:pt x="269510" y="102584"/>
                  </a:cubicBezTo>
                  <a:cubicBezTo>
                    <a:pt x="270094" y="97036"/>
                    <a:pt x="270903" y="91940"/>
                    <a:pt x="271904" y="87809"/>
                  </a:cubicBezTo>
                  <a:lnTo>
                    <a:pt x="271904" y="87809"/>
                  </a:lnTo>
                  <a:cubicBezTo>
                    <a:pt x="270725" y="87928"/>
                    <a:pt x="269570" y="88047"/>
                    <a:pt x="268451" y="88154"/>
                  </a:cubicBezTo>
                  <a:cubicBezTo>
                    <a:pt x="268320" y="83427"/>
                    <a:pt x="268379" y="78510"/>
                    <a:pt x="268606" y="73664"/>
                  </a:cubicBezTo>
                  <a:cubicBezTo>
                    <a:pt x="267939" y="73557"/>
                    <a:pt x="263926" y="73104"/>
                    <a:pt x="266462" y="72545"/>
                  </a:cubicBezTo>
                  <a:cubicBezTo>
                    <a:pt x="266546" y="72366"/>
                    <a:pt x="266808" y="72426"/>
                    <a:pt x="266974" y="72390"/>
                  </a:cubicBezTo>
                  <a:cubicBezTo>
                    <a:pt x="267105" y="72283"/>
                    <a:pt x="267236" y="72176"/>
                    <a:pt x="267367" y="72069"/>
                  </a:cubicBezTo>
                  <a:cubicBezTo>
                    <a:pt x="267391" y="72033"/>
                    <a:pt x="267403" y="71985"/>
                    <a:pt x="267415" y="71949"/>
                  </a:cubicBezTo>
                  <a:cubicBezTo>
                    <a:pt x="258878" y="70818"/>
                    <a:pt x="264557" y="70402"/>
                    <a:pt x="268856" y="69199"/>
                  </a:cubicBezTo>
                  <a:cubicBezTo>
                    <a:pt x="269415" y="60770"/>
                    <a:pt x="270463" y="52840"/>
                    <a:pt x="271904" y="46875"/>
                  </a:cubicBezTo>
                  <a:lnTo>
                    <a:pt x="271904" y="46875"/>
                  </a:lnTo>
                  <a:cubicBezTo>
                    <a:pt x="270606" y="47006"/>
                    <a:pt x="269344" y="47137"/>
                    <a:pt x="268105" y="47256"/>
                  </a:cubicBezTo>
                  <a:cubicBezTo>
                    <a:pt x="267713" y="40803"/>
                    <a:pt x="267689" y="33719"/>
                    <a:pt x="268010" y="26789"/>
                  </a:cubicBezTo>
                  <a:cubicBezTo>
                    <a:pt x="267343" y="26670"/>
                    <a:pt x="263331" y="26230"/>
                    <a:pt x="265867" y="25658"/>
                  </a:cubicBezTo>
                  <a:cubicBezTo>
                    <a:pt x="265950" y="25479"/>
                    <a:pt x="266212" y="25539"/>
                    <a:pt x="266379" y="25503"/>
                  </a:cubicBezTo>
                  <a:cubicBezTo>
                    <a:pt x="266510" y="25396"/>
                    <a:pt x="266641" y="25301"/>
                    <a:pt x="266772" y="25194"/>
                  </a:cubicBezTo>
                  <a:cubicBezTo>
                    <a:pt x="266796" y="25146"/>
                    <a:pt x="266808" y="25110"/>
                    <a:pt x="266820" y="25063"/>
                  </a:cubicBezTo>
                  <a:cubicBezTo>
                    <a:pt x="258283" y="23932"/>
                    <a:pt x="263962" y="23515"/>
                    <a:pt x="268260" y="22312"/>
                  </a:cubicBezTo>
                  <a:cubicBezTo>
                    <a:pt x="268415" y="19919"/>
                    <a:pt x="268856" y="15300"/>
                    <a:pt x="268856" y="15300"/>
                  </a:cubicBezTo>
                  <a:lnTo>
                    <a:pt x="254901" y="1453"/>
                  </a:lnTo>
                  <a:cubicBezTo>
                    <a:pt x="254901" y="1453"/>
                    <a:pt x="251413" y="1679"/>
                    <a:pt x="249615" y="1774"/>
                  </a:cubicBezTo>
                  <a:cubicBezTo>
                    <a:pt x="249746" y="1167"/>
                    <a:pt x="249889" y="572"/>
                    <a:pt x="250020" y="0"/>
                  </a:cubicBezTo>
                  <a:lnTo>
                    <a:pt x="250020" y="0"/>
                  </a:lnTo>
                  <a:cubicBezTo>
                    <a:pt x="240828" y="929"/>
                    <a:pt x="233577" y="1572"/>
                    <a:pt x="225017" y="1929"/>
                  </a:cubicBezTo>
                  <a:cubicBezTo>
                    <a:pt x="224814" y="2179"/>
                    <a:pt x="224600" y="2441"/>
                    <a:pt x="224386" y="2715"/>
                  </a:cubicBezTo>
                  <a:cubicBezTo>
                    <a:pt x="223731" y="2953"/>
                    <a:pt x="223112" y="3274"/>
                    <a:pt x="222647" y="3751"/>
                  </a:cubicBezTo>
                  <a:cubicBezTo>
                    <a:pt x="222755" y="3346"/>
                    <a:pt x="222945" y="2774"/>
                    <a:pt x="223219" y="2000"/>
                  </a:cubicBezTo>
                  <a:cubicBezTo>
                    <a:pt x="223094" y="1992"/>
                    <a:pt x="222968" y="1988"/>
                    <a:pt x="222843" y="1988"/>
                  </a:cubicBezTo>
                  <a:cubicBezTo>
                    <a:pt x="221740" y="1988"/>
                    <a:pt x="220632" y="2285"/>
                    <a:pt x="219537" y="2285"/>
                  </a:cubicBezTo>
                  <a:cubicBezTo>
                    <a:pt x="219371" y="2285"/>
                    <a:pt x="219205" y="2278"/>
                    <a:pt x="219040" y="2262"/>
                  </a:cubicBezTo>
                  <a:cubicBezTo>
                    <a:pt x="218567" y="2506"/>
                    <a:pt x="218202" y="2952"/>
                    <a:pt x="217926" y="2952"/>
                  </a:cubicBezTo>
                  <a:cubicBezTo>
                    <a:pt x="217744" y="2952"/>
                    <a:pt x="217601" y="2757"/>
                    <a:pt x="217492" y="2179"/>
                  </a:cubicBezTo>
                  <a:cubicBezTo>
                    <a:pt x="216420" y="2203"/>
                    <a:pt x="215337" y="2227"/>
                    <a:pt x="214218" y="2239"/>
                  </a:cubicBezTo>
                  <a:cubicBezTo>
                    <a:pt x="210515" y="2179"/>
                    <a:pt x="207169" y="2084"/>
                    <a:pt x="204002" y="1965"/>
                  </a:cubicBezTo>
                  <a:cubicBezTo>
                    <a:pt x="203967" y="2131"/>
                    <a:pt x="203943" y="2298"/>
                    <a:pt x="203919" y="2453"/>
                  </a:cubicBezTo>
                  <a:cubicBezTo>
                    <a:pt x="203550" y="2560"/>
                    <a:pt x="203181" y="2679"/>
                    <a:pt x="202824" y="2822"/>
                  </a:cubicBezTo>
                  <a:cubicBezTo>
                    <a:pt x="202776" y="2548"/>
                    <a:pt x="202728" y="2239"/>
                    <a:pt x="202681" y="1905"/>
                  </a:cubicBezTo>
                  <a:cubicBezTo>
                    <a:pt x="194453" y="1524"/>
                    <a:pt x="187357" y="905"/>
                    <a:pt x="178440" y="0"/>
                  </a:cubicBezTo>
                  <a:lnTo>
                    <a:pt x="178440" y="0"/>
                  </a:lnTo>
                  <a:cubicBezTo>
                    <a:pt x="178582" y="572"/>
                    <a:pt x="178713" y="1167"/>
                    <a:pt x="178844" y="1774"/>
                  </a:cubicBezTo>
                  <a:cubicBezTo>
                    <a:pt x="175773" y="1607"/>
                    <a:pt x="172832" y="1417"/>
                    <a:pt x="169831" y="1179"/>
                  </a:cubicBezTo>
                  <a:cubicBezTo>
                    <a:pt x="169927" y="774"/>
                    <a:pt x="170010" y="381"/>
                    <a:pt x="170105" y="0"/>
                  </a:cubicBezTo>
                  <a:lnTo>
                    <a:pt x="170105" y="0"/>
                  </a:lnTo>
                  <a:cubicBezTo>
                    <a:pt x="167843" y="226"/>
                    <a:pt x="165700" y="441"/>
                    <a:pt x="163628" y="631"/>
                  </a:cubicBezTo>
                  <a:cubicBezTo>
                    <a:pt x="161556" y="441"/>
                    <a:pt x="159413" y="226"/>
                    <a:pt x="157163" y="0"/>
                  </a:cubicBezTo>
                  <a:lnTo>
                    <a:pt x="157163" y="0"/>
                  </a:lnTo>
                  <a:cubicBezTo>
                    <a:pt x="157246" y="381"/>
                    <a:pt x="157342" y="774"/>
                    <a:pt x="157425" y="1179"/>
                  </a:cubicBezTo>
                  <a:cubicBezTo>
                    <a:pt x="153377" y="1500"/>
                    <a:pt x="149400" y="1750"/>
                    <a:pt x="145102" y="1929"/>
                  </a:cubicBezTo>
                  <a:cubicBezTo>
                    <a:pt x="144154" y="3043"/>
                    <a:pt x="143049" y="4616"/>
                    <a:pt x="142712" y="4616"/>
                  </a:cubicBezTo>
                  <a:cubicBezTo>
                    <a:pt x="142491" y="4616"/>
                    <a:pt x="142601" y="3936"/>
                    <a:pt x="143304" y="2000"/>
                  </a:cubicBezTo>
                  <a:cubicBezTo>
                    <a:pt x="143179" y="1992"/>
                    <a:pt x="143053" y="1988"/>
                    <a:pt x="142928" y="1988"/>
                  </a:cubicBezTo>
                  <a:cubicBezTo>
                    <a:pt x="141825" y="1988"/>
                    <a:pt x="140718" y="2285"/>
                    <a:pt x="139622" y="2285"/>
                  </a:cubicBezTo>
                  <a:cubicBezTo>
                    <a:pt x="139456" y="2285"/>
                    <a:pt x="139290" y="2278"/>
                    <a:pt x="139125" y="2262"/>
                  </a:cubicBezTo>
                  <a:cubicBezTo>
                    <a:pt x="138780" y="2441"/>
                    <a:pt x="138494" y="2715"/>
                    <a:pt x="138256" y="2858"/>
                  </a:cubicBezTo>
                  <a:lnTo>
                    <a:pt x="138256" y="2250"/>
                  </a:lnTo>
                  <a:cubicBezTo>
                    <a:pt x="138030" y="2250"/>
                    <a:pt x="137803" y="2239"/>
                    <a:pt x="137589" y="2239"/>
                  </a:cubicBezTo>
                  <a:cubicBezTo>
                    <a:pt x="137577" y="2215"/>
                    <a:pt x="137577" y="2203"/>
                    <a:pt x="137565" y="2179"/>
                  </a:cubicBezTo>
                  <a:cubicBezTo>
                    <a:pt x="137041" y="2191"/>
                    <a:pt x="136494" y="2203"/>
                    <a:pt x="135946" y="2215"/>
                  </a:cubicBezTo>
                  <a:cubicBezTo>
                    <a:pt x="135410" y="2203"/>
                    <a:pt x="134863" y="2191"/>
                    <a:pt x="134327" y="2179"/>
                  </a:cubicBezTo>
                  <a:cubicBezTo>
                    <a:pt x="134327" y="2203"/>
                    <a:pt x="134327" y="2215"/>
                    <a:pt x="134315" y="2239"/>
                  </a:cubicBezTo>
                  <a:cubicBezTo>
                    <a:pt x="134089" y="2239"/>
                    <a:pt x="133874" y="2250"/>
                    <a:pt x="133648" y="2250"/>
                  </a:cubicBezTo>
                  <a:lnTo>
                    <a:pt x="133648" y="2858"/>
                  </a:lnTo>
                  <a:cubicBezTo>
                    <a:pt x="133410" y="2715"/>
                    <a:pt x="133124" y="2441"/>
                    <a:pt x="132779" y="2262"/>
                  </a:cubicBezTo>
                  <a:cubicBezTo>
                    <a:pt x="132604" y="2280"/>
                    <a:pt x="132429" y="2288"/>
                    <a:pt x="132254" y="2288"/>
                  </a:cubicBezTo>
                  <a:cubicBezTo>
                    <a:pt x="131165" y="2288"/>
                    <a:pt x="130064" y="1988"/>
                    <a:pt x="128968" y="1988"/>
                  </a:cubicBezTo>
                  <a:cubicBezTo>
                    <a:pt x="128845" y="1988"/>
                    <a:pt x="128723" y="1992"/>
                    <a:pt x="128600" y="2000"/>
                  </a:cubicBezTo>
                  <a:cubicBezTo>
                    <a:pt x="129303" y="3936"/>
                    <a:pt x="129413" y="4616"/>
                    <a:pt x="129192" y="4616"/>
                  </a:cubicBezTo>
                  <a:cubicBezTo>
                    <a:pt x="128855" y="4616"/>
                    <a:pt x="127750" y="3043"/>
                    <a:pt x="126802" y="1929"/>
                  </a:cubicBezTo>
                  <a:cubicBezTo>
                    <a:pt x="122492" y="1750"/>
                    <a:pt x="118527" y="1500"/>
                    <a:pt x="114467" y="1179"/>
                  </a:cubicBezTo>
                  <a:cubicBezTo>
                    <a:pt x="114562" y="774"/>
                    <a:pt x="114646" y="381"/>
                    <a:pt x="114741" y="0"/>
                  </a:cubicBezTo>
                  <a:lnTo>
                    <a:pt x="114741" y="0"/>
                  </a:lnTo>
                  <a:cubicBezTo>
                    <a:pt x="112491" y="226"/>
                    <a:pt x="110348" y="441"/>
                    <a:pt x="108276" y="631"/>
                  </a:cubicBezTo>
                  <a:cubicBezTo>
                    <a:pt x="106192" y="441"/>
                    <a:pt x="104061" y="226"/>
                    <a:pt x="101799" y="0"/>
                  </a:cubicBezTo>
                  <a:lnTo>
                    <a:pt x="101799" y="0"/>
                  </a:lnTo>
                  <a:cubicBezTo>
                    <a:pt x="101894" y="381"/>
                    <a:pt x="101978" y="774"/>
                    <a:pt x="102073" y="1179"/>
                  </a:cubicBezTo>
                  <a:cubicBezTo>
                    <a:pt x="99072" y="1417"/>
                    <a:pt x="96132" y="1607"/>
                    <a:pt x="93060" y="1774"/>
                  </a:cubicBezTo>
                  <a:cubicBezTo>
                    <a:pt x="93191" y="1167"/>
                    <a:pt x="93322" y="572"/>
                    <a:pt x="93465" y="0"/>
                  </a:cubicBezTo>
                  <a:lnTo>
                    <a:pt x="93465" y="0"/>
                  </a:lnTo>
                  <a:cubicBezTo>
                    <a:pt x="84535" y="905"/>
                    <a:pt x="77439" y="1524"/>
                    <a:pt x="69212" y="1905"/>
                  </a:cubicBezTo>
                  <a:cubicBezTo>
                    <a:pt x="69164" y="2239"/>
                    <a:pt x="69116" y="2548"/>
                    <a:pt x="69081" y="2822"/>
                  </a:cubicBezTo>
                  <a:cubicBezTo>
                    <a:pt x="68723" y="2667"/>
                    <a:pt x="68342" y="2548"/>
                    <a:pt x="67973" y="2453"/>
                  </a:cubicBezTo>
                  <a:cubicBezTo>
                    <a:pt x="67950" y="2298"/>
                    <a:pt x="67926" y="2131"/>
                    <a:pt x="67902" y="1953"/>
                  </a:cubicBezTo>
                  <a:cubicBezTo>
                    <a:pt x="64735" y="2084"/>
                    <a:pt x="61377" y="2179"/>
                    <a:pt x="57686" y="2239"/>
                  </a:cubicBezTo>
                  <a:cubicBezTo>
                    <a:pt x="56567" y="2227"/>
                    <a:pt x="55472" y="2203"/>
                    <a:pt x="54412" y="2179"/>
                  </a:cubicBezTo>
                  <a:cubicBezTo>
                    <a:pt x="54303" y="2757"/>
                    <a:pt x="54160" y="2952"/>
                    <a:pt x="53977" y="2952"/>
                  </a:cubicBezTo>
                  <a:cubicBezTo>
                    <a:pt x="53701" y="2952"/>
                    <a:pt x="53333" y="2506"/>
                    <a:pt x="52852" y="2262"/>
                  </a:cubicBezTo>
                  <a:cubicBezTo>
                    <a:pt x="52687" y="2278"/>
                    <a:pt x="52522" y="2285"/>
                    <a:pt x="52356" y="2285"/>
                  </a:cubicBezTo>
                  <a:cubicBezTo>
                    <a:pt x="51262" y="2285"/>
                    <a:pt x="50161" y="1988"/>
                    <a:pt x="49052" y="1988"/>
                  </a:cubicBezTo>
                  <a:cubicBezTo>
                    <a:pt x="48926" y="1988"/>
                    <a:pt x="48800" y="1992"/>
                    <a:pt x="48673" y="2000"/>
                  </a:cubicBezTo>
                  <a:cubicBezTo>
                    <a:pt x="48959" y="2774"/>
                    <a:pt x="49138" y="3346"/>
                    <a:pt x="49257" y="3751"/>
                  </a:cubicBezTo>
                  <a:cubicBezTo>
                    <a:pt x="48792" y="3274"/>
                    <a:pt x="48173" y="2953"/>
                    <a:pt x="47518" y="2703"/>
                  </a:cubicBezTo>
                  <a:cubicBezTo>
                    <a:pt x="47304" y="2441"/>
                    <a:pt x="47090" y="2179"/>
                    <a:pt x="46875" y="1929"/>
                  </a:cubicBezTo>
                  <a:cubicBezTo>
                    <a:pt x="38315" y="1572"/>
                    <a:pt x="31064" y="929"/>
                    <a:pt x="21872" y="0"/>
                  </a:cubicBezTo>
                  <a:lnTo>
                    <a:pt x="21872" y="0"/>
                  </a:lnTo>
                  <a:cubicBezTo>
                    <a:pt x="22015" y="572"/>
                    <a:pt x="22146" y="1167"/>
                    <a:pt x="22277" y="1774"/>
                  </a:cubicBezTo>
                  <a:cubicBezTo>
                    <a:pt x="15098" y="1393"/>
                    <a:pt x="8573" y="810"/>
                    <a:pt x="5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54"/>
            <p:cNvSpPr/>
            <p:nvPr/>
          </p:nvSpPr>
          <p:spPr>
            <a:xfrm>
              <a:off x="283950" y="193150"/>
              <a:ext cx="8615526" cy="4752359"/>
            </a:xfrm>
            <a:custGeom>
              <a:rect b="b" l="l" r="r" t="t"/>
              <a:pathLst>
                <a:path extrusionOk="0" h="146757" w="269046">
                  <a:moveTo>
                    <a:pt x="21241" y="131"/>
                  </a:moveTo>
                  <a:cubicBezTo>
                    <a:pt x="20884" y="346"/>
                    <a:pt x="20527" y="572"/>
                    <a:pt x="20170" y="798"/>
                  </a:cubicBezTo>
                  <a:cubicBezTo>
                    <a:pt x="20217" y="953"/>
                    <a:pt x="20253" y="1120"/>
                    <a:pt x="20289" y="1286"/>
                  </a:cubicBezTo>
                  <a:cubicBezTo>
                    <a:pt x="20860" y="929"/>
                    <a:pt x="21432" y="560"/>
                    <a:pt x="22015" y="203"/>
                  </a:cubicBezTo>
                  <a:cubicBezTo>
                    <a:pt x="21753" y="179"/>
                    <a:pt x="21503" y="155"/>
                    <a:pt x="21241" y="131"/>
                  </a:cubicBezTo>
                  <a:close/>
                  <a:moveTo>
                    <a:pt x="18777" y="1691"/>
                  </a:moveTo>
                  <a:cubicBezTo>
                    <a:pt x="18515" y="1858"/>
                    <a:pt x="18265" y="2012"/>
                    <a:pt x="18015" y="2179"/>
                  </a:cubicBezTo>
                  <a:cubicBezTo>
                    <a:pt x="11788" y="6263"/>
                    <a:pt x="6156" y="10644"/>
                    <a:pt x="1155" y="15252"/>
                  </a:cubicBezTo>
                  <a:cubicBezTo>
                    <a:pt x="1179" y="15455"/>
                    <a:pt x="1203" y="15657"/>
                    <a:pt x="1215" y="15848"/>
                  </a:cubicBezTo>
                  <a:cubicBezTo>
                    <a:pt x="6263" y="11156"/>
                    <a:pt x="11966" y="6727"/>
                    <a:pt x="18277" y="2584"/>
                  </a:cubicBezTo>
                  <a:cubicBezTo>
                    <a:pt x="18705" y="2298"/>
                    <a:pt x="19146" y="2012"/>
                    <a:pt x="19574" y="1739"/>
                  </a:cubicBezTo>
                  <a:cubicBezTo>
                    <a:pt x="19312" y="1727"/>
                    <a:pt x="19039" y="1703"/>
                    <a:pt x="18777" y="1691"/>
                  </a:cubicBezTo>
                  <a:close/>
                  <a:moveTo>
                    <a:pt x="257199" y="5608"/>
                  </a:moveTo>
                  <a:cubicBezTo>
                    <a:pt x="259819" y="11180"/>
                    <a:pt x="262128" y="16943"/>
                    <a:pt x="264105" y="22884"/>
                  </a:cubicBezTo>
                  <a:cubicBezTo>
                    <a:pt x="264307" y="22836"/>
                    <a:pt x="264522" y="22789"/>
                    <a:pt x="264736" y="22741"/>
                  </a:cubicBezTo>
                  <a:cubicBezTo>
                    <a:pt x="262950" y="17360"/>
                    <a:pt x="260890" y="12085"/>
                    <a:pt x="258557" y="6942"/>
                  </a:cubicBezTo>
                  <a:lnTo>
                    <a:pt x="257199" y="5608"/>
                  </a:lnTo>
                  <a:close/>
                  <a:moveTo>
                    <a:pt x="234685" y="1239"/>
                  </a:moveTo>
                  <a:cubicBezTo>
                    <a:pt x="234423" y="1262"/>
                    <a:pt x="234149" y="1286"/>
                    <a:pt x="233887" y="1298"/>
                  </a:cubicBezTo>
                  <a:cubicBezTo>
                    <a:pt x="234554" y="1727"/>
                    <a:pt x="235220" y="2143"/>
                    <a:pt x="235875" y="2584"/>
                  </a:cubicBezTo>
                  <a:cubicBezTo>
                    <a:pt x="245662" y="9001"/>
                    <a:pt x="253961" y="16145"/>
                    <a:pt x="260676" y="23813"/>
                  </a:cubicBezTo>
                  <a:cubicBezTo>
                    <a:pt x="260783" y="23741"/>
                    <a:pt x="260938" y="23682"/>
                    <a:pt x="261140" y="23610"/>
                  </a:cubicBezTo>
                  <a:cubicBezTo>
                    <a:pt x="254377" y="15871"/>
                    <a:pt x="246007" y="8656"/>
                    <a:pt x="236137" y="2179"/>
                  </a:cubicBezTo>
                  <a:cubicBezTo>
                    <a:pt x="235649" y="1870"/>
                    <a:pt x="235173" y="1548"/>
                    <a:pt x="234685" y="1239"/>
                  </a:cubicBezTo>
                  <a:close/>
                  <a:moveTo>
                    <a:pt x="264807" y="25051"/>
                  </a:moveTo>
                  <a:lnTo>
                    <a:pt x="264867" y="25218"/>
                  </a:lnTo>
                  <a:cubicBezTo>
                    <a:pt x="264879" y="25218"/>
                    <a:pt x="264879" y="25206"/>
                    <a:pt x="264891" y="25194"/>
                  </a:cubicBezTo>
                  <a:cubicBezTo>
                    <a:pt x="264914" y="25158"/>
                    <a:pt x="264926" y="25111"/>
                    <a:pt x="264938" y="25075"/>
                  </a:cubicBezTo>
                  <a:cubicBezTo>
                    <a:pt x="264891" y="25063"/>
                    <a:pt x="264855" y="25063"/>
                    <a:pt x="264807" y="25051"/>
                  </a:cubicBezTo>
                  <a:close/>
                  <a:moveTo>
                    <a:pt x="265319" y="26670"/>
                  </a:moveTo>
                  <a:lnTo>
                    <a:pt x="265319" y="26670"/>
                  </a:lnTo>
                  <a:cubicBezTo>
                    <a:pt x="265557" y="27480"/>
                    <a:pt x="265807" y="28290"/>
                    <a:pt x="266034" y="29099"/>
                  </a:cubicBezTo>
                  <a:cubicBezTo>
                    <a:pt x="266057" y="28444"/>
                    <a:pt x="266081" y="27789"/>
                    <a:pt x="266117" y="27135"/>
                  </a:cubicBezTo>
                  <a:cubicBezTo>
                    <a:pt x="266081" y="27016"/>
                    <a:pt x="266046" y="26896"/>
                    <a:pt x="266010" y="26777"/>
                  </a:cubicBezTo>
                  <a:cubicBezTo>
                    <a:pt x="265843" y="26754"/>
                    <a:pt x="265593" y="26718"/>
                    <a:pt x="265319" y="26670"/>
                  </a:cubicBezTo>
                  <a:close/>
                  <a:moveTo>
                    <a:pt x="261188" y="24408"/>
                  </a:moveTo>
                  <a:lnTo>
                    <a:pt x="261188" y="24408"/>
                  </a:lnTo>
                  <a:cubicBezTo>
                    <a:pt x="262902" y="26396"/>
                    <a:pt x="264498" y="28409"/>
                    <a:pt x="265998" y="30456"/>
                  </a:cubicBezTo>
                  <a:cubicBezTo>
                    <a:pt x="265998" y="30195"/>
                    <a:pt x="266010" y="29944"/>
                    <a:pt x="266022" y="29683"/>
                  </a:cubicBezTo>
                  <a:cubicBezTo>
                    <a:pt x="265153" y="28516"/>
                    <a:pt x="264260" y="27361"/>
                    <a:pt x="263331" y="26218"/>
                  </a:cubicBezTo>
                  <a:cubicBezTo>
                    <a:pt x="263200" y="26158"/>
                    <a:pt x="263140" y="26087"/>
                    <a:pt x="263164" y="26015"/>
                  </a:cubicBezTo>
                  <a:cubicBezTo>
                    <a:pt x="262771" y="25539"/>
                    <a:pt x="262378" y="25075"/>
                    <a:pt x="261986" y="24599"/>
                  </a:cubicBezTo>
                  <a:cubicBezTo>
                    <a:pt x="261664" y="24539"/>
                    <a:pt x="261402" y="24468"/>
                    <a:pt x="261188" y="24408"/>
                  </a:cubicBezTo>
                  <a:close/>
                  <a:moveTo>
                    <a:pt x="127076" y="17431"/>
                  </a:moveTo>
                  <a:cubicBezTo>
                    <a:pt x="133339" y="17431"/>
                    <a:pt x="139506" y="17574"/>
                    <a:pt x="145578" y="17848"/>
                  </a:cubicBezTo>
                  <a:cubicBezTo>
                    <a:pt x="146150" y="29278"/>
                    <a:pt x="146554" y="41363"/>
                    <a:pt x="146769" y="53924"/>
                  </a:cubicBezTo>
                  <a:cubicBezTo>
                    <a:pt x="140292" y="53816"/>
                    <a:pt x="133720" y="53769"/>
                    <a:pt x="127076" y="53769"/>
                  </a:cubicBezTo>
                  <a:cubicBezTo>
                    <a:pt x="120432" y="53769"/>
                    <a:pt x="113860" y="53816"/>
                    <a:pt x="107371" y="53924"/>
                  </a:cubicBezTo>
                  <a:cubicBezTo>
                    <a:pt x="107585" y="41363"/>
                    <a:pt x="107990" y="29278"/>
                    <a:pt x="108562" y="17848"/>
                  </a:cubicBezTo>
                  <a:cubicBezTo>
                    <a:pt x="114634" y="17574"/>
                    <a:pt x="120813" y="17431"/>
                    <a:pt x="127076" y="17431"/>
                  </a:cubicBezTo>
                  <a:close/>
                  <a:moveTo>
                    <a:pt x="108359" y="17848"/>
                  </a:moveTo>
                  <a:cubicBezTo>
                    <a:pt x="107776" y="29385"/>
                    <a:pt x="107371" y="41482"/>
                    <a:pt x="107169" y="53924"/>
                  </a:cubicBezTo>
                  <a:cubicBezTo>
                    <a:pt x="94727" y="54138"/>
                    <a:pt x="82630" y="54531"/>
                    <a:pt x="71093" y="55114"/>
                  </a:cubicBezTo>
                  <a:cubicBezTo>
                    <a:pt x="71617" y="43244"/>
                    <a:pt x="72640" y="31766"/>
                    <a:pt x="74117" y="20872"/>
                  </a:cubicBezTo>
                  <a:cubicBezTo>
                    <a:pt x="85011" y="19407"/>
                    <a:pt x="96477" y="18384"/>
                    <a:pt x="108359" y="17848"/>
                  </a:cubicBezTo>
                  <a:close/>
                  <a:moveTo>
                    <a:pt x="145792" y="17860"/>
                  </a:moveTo>
                  <a:lnTo>
                    <a:pt x="145792" y="17860"/>
                  </a:lnTo>
                  <a:cubicBezTo>
                    <a:pt x="157675" y="18384"/>
                    <a:pt x="169141" y="19407"/>
                    <a:pt x="180035" y="20884"/>
                  </a:cubicBezTo>
                  <a:cubicBezTo>
                    <a:pt x="181499" y="31766"/>
                    <a:pt x="182523" y="43244"/>
                    <a:pt x="183059" y="55114"/>
                  </a:cubicBezTo>
                  <a:cubicBezTo>
                    <a:pt x="171522" y="54531"/>
                    <a:pt x="159425" y="54138"/>
                    <a:pt x="146983" y="53924"/>
                  </a:cubicBezTo>
                  <a:cubicBezTo>
                    <a:pt x="146781" y="41482"/>
                    <a:pt x="146376" y="29385"/>
                    <a:pt x="145792" y="17860"/>
                  </a:cubicBezTo>
                  <a:close/>
                  <a:moveTo>
                    <a:pt x="73724" y="20931"/>
                  </a:moveTo>
                  <a:lnTo>
                    <a:pt x="73724" y="20931"/>
                  </a:lnTo>
                  <a:cubicBezTo>
                    <a:pt x="72259" y="31909"/>
                    <a:pt x="71247" y="43375"/>
                    <a:pt x="70724" y="55138"/>
                  </a:cubicBezTo>
                  <a:cubicBezTo>
                    <a:pt x="54805" y="55948"/>
                    <a:pt x="39958" y="57103"/>
                    <a:pt x="26742" y="58579"/>
                  </a:cubicBezTo>
                  <a:cubicBezTo>
                    <a:pt x="27373" y="48816"/>
                    <a:pt x="28599" y="39255"/>
                    <a:pt x="30397" y="29992"/>
                  </a:cubicBezTo>
                  <a:cubicBezTo>
                    <a:pt x="43292" y="26158"/>
                    <a:pt x="57901" y="23086"/>
                    <a:pt x="73724" y="20931"/>
                  </a:cubicBezTo>
                  <a:close/>
                  <a:moveTo>
                    <a:pt x="180416" y="20931"/>
                  </a:moveTo>
                  <a:lnTo>
                    <a:pt x="180416" y="20931"/>
                  </a:lnTo>
                  <a:cubicBezTo>
                    <a:pt x="196251" y="23086"/>
                    <a:pt x="210860" y="26170"/>
                    <a:pt x="223755" y="29992"/>
                  </a:cubicBezTo>
                  <a:cubicBezTo>
                    <a:pt x="225552" y="39255"/>
                    <a:pt x="226779" y="48816"/>
                    <a:pt x="227410" y="58579"/>
                  </a:cubicBezTo>
                  <a:cubicBezTo>
                    <a:pt x="214194" y="57103"/>
                    <a:pt x="199335" y="55948"/>
                    <a:pt x="183416" y="55138"/>
                  </a:cubicBezTo>
                  <a:cubicBezTo>
                    <a:pt x="182904" y="43375"/>
                    <a:pt x="181892" y="31909"/>
                    <a:pt x="180416" y="20931"/>
                  </a:cubicBezTo>
                  <a:close/>
                  <a:moveTo>
                    <a:pt x="70724" y="55352"/>
                  </a:moveTo>
                  <a:cubicBezTo>
                    <a:pt x="70450" y="61436"/>
                    <a:pt x="70319" y="67616"/>
                    <a:pt x="70319" y="73843"/>
                  </a:cubicBezTo>
                  <a:cubicBezTo>
                    <a:pt x="70319" y="80070"/>
                    <a:pt x="70450" y="86237"/>
                    <a:pt x="70724" y="92321"/>
                  </a:cubicBezTo>
                  <a:cubicBezTo>
                    <a:pt x="54543" y="91500"/>
                    <a:pt x="39696" y="90333"/>
                    <a:pt x="26730" y="88892"/>
                  </a:cubicBezTo>
                  <a:cubicBezTo>
                    <a:pt x="26420" y="83915"/>
                    <a:pt x="26254" y="78891"/>
                    <a:pt x="26254" y="73843"/>
                  </a:cubicBezTo>
                  <a:cubicBezTo>
                    <a:pt x="26254" y="68783"/>
                    <a:pt x="26420" y="63758"/>
                    <a:pt x="26730" y="58781"/>
                  </a:cubicBezTo>
                  <a:cubicBezTo>
                    <a:pt x="39696" y="57341"/>
                    <a:pt x="54543" y="56174"/>
                    <a:pt x="70724" y="55352"/>
                  </a:cubicBezTo>
                  <a:close/>
                  <a:moveTo>
                    <a:pt x="183428" y="55352"/>
                  </a:moveTo>
                  <a:cubicBezTo>
                    <a:pt x="199609" y="56174"/>
                    <a:pt x="214444" y="57341"/>
                    <a:pt x="227410" y="58781"/>
                  </a:cubicBezTo>
                  <a:cubicBezTo>
                    <a:pt x="227731" y="63758"/>
                    <a:pt x="227886" y="68783"/>
                    <a:pt x="227886" y="73843"/>
                  </a:cubicBezTo>
                  <a:cubicBezTo>
                    <a:pt x="227886" y="78903"/>
                    <a:pt x="227731" y="83915"/>
                    <a:pt x="227410" y="88892"/>
                  </a:cubicBezTo>
                  <a:cubicBezTo>
                    <a:pt x="214444" y="90333"/>
                    <a:pt x="199609" y="91500"/>
                    <a:pt x="183428" y="92321"/>
                  </a:cubicBezTo>
                  <a:cubicBezTo>
                    <a:pt x="183690" y="86237"/>
                    <a:pt x="183833" y="80070"/>
                    <a:pt x="183833" y="73843"/>
                  </a:cubicBezTo>
                  <a:cubicBezTo>
                    <a:pt x="183833" y="67616"/>
                    <a:pt x="183690" y="61436"/>
                    <a:pt x="183428" y="55352"/>
                  </a:cubicBezTo>
                  <a:close/>
                  <a:moveTo>
                    <a:pt x="107157" y="54138"/>
                  </a:moveTo>
                  <a:cubicBezTo>
                    <a:pt x="107050" y="60627"/>
                    <a:pt x="107002" y="67199"/>
                    <a:pt x="107002" y="73843"/>
                  </a:cubicBezTo>
                  <a:cubicBezTo>
                    <a:pt x="107002" y="80475"/>
                    <a:pt x="107050" y="87047"/>
                    <a:pt x="107157" y="93536"/>
                  </a:cubicBezTo>
                  <a:cubicBezTo>
                    <a:pt x="94596" y="93321"/>
                    <a:pt x="82511" y="92917"/>
                    <a:pt x="71081" y="92345"/>
                  </a:cubicBezTo>
                  <a:cubicBezTo>
                    <a:pt x="70807" y="86273"/>
                    <a:pt x="70676" y="80105"/>
                    <a:pt x="70676" y="73843"/>
                  </a:cubicBezTo>
                  <a:cubicBezTo>
                    <a:pt x="70676" y="67580"/>
                    <a:pt x="70807" y="61401"/>
                    <a:pt x="71081" y="55329"/>
                  </a:cubicBezTo>
                  <a:cubicBezTo>
                    <a:pt x="82511" y="54757"/>
                    <a:pt x="94596" y="54352"/>
                    <a:pt x="107157" y="54138"/>
                  </a:cubicBezTo>
                  <a:close/>
                  <a:moveTo>
                    <a:pt x="146983" y="54138"/>
                  </a:moveTo>
                  <a:cubicBezTo>
                    <a:pt x="159544" y="54352"/>
                    <a:pt x="171641" y="54757"/>
                    <a:pt x="183071" y="55329"/>
                  </a:cubicBezTo>
                  <a:cubicBezTo>
                    <a:pt x="183333" y="61401"/>
                    <a:pt x="183476" y="67568"/>
                    <a:pt x="183476" y="73831"/>
                  </a:cubicBezTo>
                  <a:cubicBezTo>
                    <a:pt x="183476" y="80094"/>
                    <a:pt x="183333" y="86273"/>
                    <a:pt x="183071" y="92345"/>
                  </a:cubicBezTo>
                  <a:cubicBezTo>
                    <a:pt x="171641" y="92917"/>
                    <a:pt x="159544" y="93321"/>
                    <a:pt x="146983" y="93536"/>
                  </a:cubicBezTo>
                  <a:cubicBezTo>
                    <a:pt x="147090" y="87047"/>
                    <a:pt x="147150" y="80475"/>
                    <a:pt x="147150" y="73843"/>
                  </a:cubicBezTo>
                  <a:cubicBezTo>
                    <a:pt x="147150" y="67199"/>
                    <a:pt x="147090" y="60627"/>
                    <a:pt x="146983" y="54138"/>
                  </a:cubicBezTo>
                  <a:close/>
                  <a:moveTo>
                    <a:pt x="127076" y="53971"/>
                  </a:moveTo>
                  <a:cubicBezTo>
                    <a:pt x="133743" y="53971"/>
                    <a:pt x="140327" y="54031"/>
                    <a:pt x="146781" y="54138"/>
                  </a:cubicBezTo>
                  <a:cubicBezTo>
                    <a:pt x="146876" y="60591"/>
                    <a:pt x="146935" y="67163"/>
                    <a:pt x="146935" y="73843"/>
                  </a:cubicBezTo>
                  <a:cubicBezTo>
                    <a:pt x="146935" y="80510"/>
                    <a:pt x="146888" y="87082"/>
                    <a:pt x="146781" y="93536"/>
                  </a:cubicBezTo>
                  <a:cubicBezTo>
                    <a:pt x="140327" y="93643"/>
                    <a:pt x="133743" y="93702"/>
                    <a:pt x="127076" y="93702"/>
                  </a:cubicBezTo>
                  <a:cubicBezTo>
                    <a:pt x="120396" y="93702"/>
                    <a:pt x="113824" y="93643"/>
                    <a:pt x="107371" y="93536"/>
                  </a:cubicBezTo>
                  <a:cubicBezTo>
                    <a:pt x="107264" y="87082"/>
                    <a:pt x="107204" y="80510"/>
                    <a:pt x="107204" y="73843"/>
                  </a:cubicBezTo>
                  <a:cubicBezTo>
                    <a:pt x="107204" y="67163"/>
                    <a:pt x="107264" y="60591"/>
                    <a:pt x="107371" y="54138"/>
                  </a:cubicBezTo>
                  <a:cubicBezTo>
                    <a:pt x="113824" y="54031"/>
                    <a:pt x="120396" y="53971"/>
                    <a:pt x="127076" y="53971"/>
                  </a:cubicBezTo>
                  <a:close/>
                  <a:moveTo>
                    <a:pt x="48" y="105632"/>
                  </a:moveTo>
                  <a:cubicBezTo>
                    <a:pt x="36" y="105716"/>
                    <a:pt x="12" y="105811"/>
                    <a:pt x="0" y="105894"/>
                  </a:cubicBezTo>
                  <a:cubicBezTo>
                    <a:pt x="155" y="105882"/>
                    <a:pt x="310" y="105870"/>
                    <a:pt x="477" y="105859"/>
                  </a:cubicBezTo>
                  <a:cubicBezTo>
                    <a:pt x="334" y="105775"/>
                    <a:pt x="191" y="105704"/>
                    <a:pt x="48" y="105632"/>
                  </a:cubicBezTo>
                  <a:close/>
                  <a:moveTo>
                    <a:pt x="26742" y="89095"/>
                  </a:moveTo>
                  <a:cubicBezTo>
                    <a:pt x="39958" y="90571"/>
                    <a:pt x="54805" y="91726"/>
                    <a:pt x="70724" y="92536"/>
                  </a:cubicBezTo>
                  <a:cubicBezTo>
                    <a:pt x="71247" y="104299"/>
                    <a:pt x="72259" y="115765"/>
                    <a:pt x="73724" y="126742"/>
                  </a:cubicBezTo>
                  <a:cubicBezTo>
                    <a:pt x="57901" y="124587"/>
                    <a:pt x="43292" y="121515"/>
                    <a:pt x="30397" y="117681"/>
                  </a:cubicBezTo>
                  <a:cubicBezTo>
                    <a:pt x="28599" y="108418"/>
                    <a:pt x="27373" y="98858"/>
                    <a:pt x="26742" y="89095"/>
                  </a:cubicBezTo>
                  <a:close/>
                  <a:moveTo>
                    <a:pt x="227410" y="89095"/>
                  </a:moveTo>
                  <a:cubicBezTo>
                    <a:pt x="226779" y="98858"/>
                    <a:pt x="225552" y="108418"/>
                    <a:pt x="223755" y="117681"/>
                  </a:cubicBezTo>
                  <a:cubicBezTo>
                    <a:pt x="210860" y="121515"/>
                    <a:pt x="196251" y="124587"/>
                    <a:pt x="180416" y="126742"/>
                  </a:cubicBezTo>
                  <a:cubicBezTo>
                    <a:pt x="181892" y="115765"/>
                    <a:pt x="182904" y="104299"/>
                    <a:pt x="183416" y="92536"/>
                  </a:cubicBezTo>
                  <a:cubicBezTo>
                    <a:pt x="199347" y="91726"/>
                    <a:pt x="214194" y="90571"/>
                    <a:pt x="227410" y="89095"/>
                  </a:cubicBezTo>
                  <a:close/>
                  <a:moveTo>
                    <a:pt x="71093" y="92559"/>
                  </a:moveTo>
                  <a:lnTo>
                    <a:pt x="71093" y="92559"/>
                  </a:lnTo>
                  <a:cubicBezTo>
                    <a:pt x="82630" y="93143"/>
                    <a:pt x="94715" y="93536"/>
                    <a:pt x="107169" y="93750"/>
                  </a:cubicBezTo>
                  <a:cubicBezTo>
                    <a:pt x="107371" y="106192"/>
                    <a:pt x="107776" y="118289"/>
                    <a:pt x="108347" y="129826"/>
                  </a:cubicBezTo>
                  <a:cubicBezTo>
                    <a:pt x="96477" y="129290"/>
                    <a:pt x="85011" y="128266"/>
                    <a:pt x="74117" y="126790"/>
                  </a:cubicBezTo>
                  <a:cubicBezTo>
                    <a:pt x="72640" y="115907"/>
                    <a:pt x="71617" y="104442"/>
                    <a:pt x="71093" y="92559"/>
                  </a:cubicBezTo>
                  <a:close/>
                  <a:moveTo>
                    <a:pt x="183059" y="92559"/>
                  </a:moveTo>
                  <a:lnTo>
                    <a:pt x="183059" y="92559"/>
                  </a:lnTo>
                  <a:cubicBezTo>
                    <a:pt x="182523" y="104442"/>
                    <a:pt x="181499" y="115907"/>
                    <a:pt x="180035" y="126802"/>
                  </a:cubicBezTo>
                  <a:cubicBezTo>
                    <a:pt x="169141" y="128266"/>
                    <a:pt x="157675" y="129290"/>
                    <a:pt x="145792" y="129826"/>
                  </a:cubicBezTo>
                  <a:cubicBezTo>
                    <a:pt x="146376" y="118289"/>
                    <a:pt x="146769" y="106192"/>
                    <a:pt x="146983" y="93750"/>
                  </a:cubicBezTo>
                  <a:cubicBezTo>
                    <a:pt x="159425" y="93536"/>
                    <a:pt x="171522" y="93143"/>
                    <a:pt x="183059" y="92559"/>
                  </a:cubicBezTo>
                  <a:close/>
                  <a:moveTo>
                    <a:pt x="107371" y="93750"/>
                  </a:moveTo>
                  <a:cubicBezTo>
                    <a:pt x="113860" y="93857"/>
                    <a:pt x="120432" y="93917"/>
                    <a:pt x="127076" y="93917"/>
                  </a:cubicBezTo>
                  <a:cubicBezTo>
                    <a:pt x="133708" y="93917"/>
                    <a:pt x="140292" y="93857"/>
                    <a:pt x="146769" y="93750"/>
                  </a:cubicBezTo>
                  <a:lnTo>
                    <a:pt x="146769" y="93750"/>
                  </a:lnTo>
                  <a:cubicBezTo>
                    <a:pt x="146566" y="106311"/>
                    <a:pt x="146150" y="118396"/>
                    <a:pt x="145578" y="129826"/>
                  </a:cubicBezTo>
                  <a:cubicBezTo>
                    <a:pt x="139506" y="130100"/>
                    <a:pt x="133339" y="130243"/>
                    <a:pt x="127076" y="130243"/>
                  </a:cubicBezTo>
                  <a:cubicBezTo>
                    <a:pt x="120813" y="130243"/>
                    <a:pt x="114634" y="130100"/>
                    <a:pt x="108574" y="129826"/>
                  </a:cubicBezTo>
                  <a:cubicBezTo>
                    <a:pt x="107990" y="118396"/>
                    <a:pt x="107585" y="106311"/>
                    <a:pt x="107371" y="93750"/>
                  </a:cubicBezTo>
                  <a:close/>
                  <a:moveTo>
                    <a:pt x="266653" y="116300"/>
                  </a:moveTo>
                  <a:lnTo>
                    <a:pt x="266653" y="116300"/>
                  </a:lnTo>
                  <a:cubicBezTo>
                    <a:pt x="259152" y="126861"/>
                    <a:pt x="248817" y="136600"/>
                    <a:pt x="235875" y="145101"/>
                  </a:cubicBezTo>
                  <a:cubicBezTo>
                    <a:pt x="235411" y="145399"/>
                    <a:pt x="234946" y="145697"/>
                    <a:pt x="234482" y="145994"/>
                  </a:cubicBezTo>
                  <a:cubicBezTo>
                    <a:pt x="234756" y="146006"/>
                    <a:pt x="235030" y="146018"/>
                    <a:pt x="235304" y="146030"/>
                  </a:cubicBezTo>
                  <a:cubicBezTo>
                    <a:pt x="235577" y="145852"/>
                    <a:pt x="235851" y="145673"/>
                    <a:pt x="236137" y="145494"/>
                  </a:cubicBezTo>
                  <a:cubicBezTo>
                    <a:pt x="248710" y="137243"/>
                    <a:pt x="258854" y="127814"/>
                    <a:pt x="266319" y="117586"/>
                  </a:cubicBezTo>
                  <a:lnTo>
                    <a:pt x="266319" y="117586"/>
                  </a:lnTo>
                  <a:cubicBezTo>
                    <a:pt x="263533" y="127504"/>
                    <a:pt x="259831" y="137005"/>
                    <a:pt x="255306" y="145971"/>
                  </a:cubicBezTo>
                  <a:cubicBezTo>
                    <a:pt x="255544" y="145983"/>
                    <a:pt x="255794" y="145994"/>
                    <a:pt x="256032" y="146006"/>
                  </a:cubicBezTo>
                  <a:cubicBezTo>
                    <a:pt x="260354" y="137374"/>
                    <a:pt x="263879" y="128338"/>
                    <a:pt x="266569" y="118991"/>
                  </a:cubicBezTo>
                  <a:cubicBezTo>
                    <a:pt x="266593" y="118098"/>
                    <a:pt x="266617" y="117193"/>
                    <a:pt x="266653" y="116300"/>
                  </a:cubicBezTo>
                  <a:close/>
                  <a:moveTo>
                    <a:pt x="1798" y="132362"/>
                  </a:moveTo>
                  <a:cubicBezTo>
                    <a:pt x="1774" y="132540"/>
                    <a:pt x="1739" y="132731"/>
                    <a:pt x="1715" y="132933"/>
                  </a:cubicBezTo>
                  <a:cubicBezTo>
                    <a:pt x="6573" y="137362"/>
                    <a:pt x="12014" y="141553"/>
                    <a:pt x="18015" y="145494"/>
                  </a:cubicBezTo>
                  <a:cubicBezTo>
                    <a:pt x="18229" y="145637"/>
                    <a:pt x="18455" y="145780"/>
                    <a:pt x="18669" y="145923"/>
                  </a:cubicBezTo>
                  <a:cubicBezTo>
                    <a:pt x="18681" y="145899"/>
                    <a:pt x="18681" y="145887"/>
                    <a:pt x="18693" y="145875"/>
                  </a:cubicBezTo>
                  <a:lnTo>
                    <a:pt x="18693" y="145875"/>
                  </a:lnTo>
                  <a:cubicBezTo>
                    <a:pt x="18681" y="145899"/>
                    <a:pt x="18693" y="145911"/>
                    <a:pt x="18693" y="145935"/>
                  </a:cubicBezTo>
                  <a:cubicBezTo>
                    <a:pt x="18800" y="146006"/>
                    <a:pt x="18908" y="146066"/>
                    <a:pt x="19015" y="146137"/>
                  </a:cubicBezTo>
                  <a:cubicBezTo>
                    <a:pt x="19348" y="146256"/>
                    <a:pt x="19872" y="146328"/>
                    <a:pt x="20336" y="146423"/>
                  </a:cubicBezTo>
                  <a:cubicBezTo>
                    <a:pt x="19646" y="145983"/>
                    <a:pt x="18955" y="145542"/>
                    <a:pt x="18277" y="145090"/>
                  </a:cubicBezTo>
                  <a:cubicBezTo>
                    <a:pt x="12204" y="141113"/>
                    <a:pt x="6692" y="136850"/>
                    <a:pt x="1798" y="132362"/>
                  </a:cubicBezTo>
                  <a:close/>
                  <a:moveTo>
                    <a:pt x="176558" y="0"/>
                  </a:moveTo>
                  <a:cubicBezTo>
                    <a:pt x="176701" y="572"/>
                    <a:pt x="176832" y="1167"/>
                    <a:pt x="176963" y="1774"/>
                  </a:cubicBezTo>
                  <a:lnTo>
                    <a:pt x="176903" y="1774"/>
                  </a:lnTo>
                  <a:cubicBezTo>
                    <a:pt x="178070" y="7787"/>
                    <a:pt x="179106" y="14038"/>
                    <a:pt x="179975" y="20491"/>
                  </a:cubicBezTo>
                  <a:cubicBezTo>
                    <a:pt x="168998" y="19015"/>
                    <a:pt x="157544" y="18003"/>
                    <a:pt x="145781" y="17491"/>
                  </a:cubicBezTo>
                  <a:cubicBezTo>
                    <a:pt x="145507" y="12157"/>
                    <a:pt x="145197" y="6942"/>
                    <a:pt x="144852" y="1858"/>
                  </a:cubicBezTo>
                  <a:cubicBezTo>
                    <a:pt x="144780" y="1870"/>
                    <a:pt x="144697" y="1870"/>
                    <a:pt x="144626" y="1870"/>
                  </a:cubicBezTo>
                  <a:cubicBezTo>
                    <a:pt x="144971" y="6918"/>
                    <a:pt x="145292" y="12121"/>
                    <a:pt x="145554" y="17479"/>
                  </a:cubicBezTo>
                  <a:cubicBezTo>
                    <a:pt x="139470" y="17217"/>
                    <a:pt x="133303" y="17074"/>
                    <a:pt x="127076" y="17074"/>
                  </a:cubicBezTo>
                  <a:cubicBezTo>
                    <a:pt x="120849" y="17074"/>
                    <a:pt x="114681" y="17217"/>
                    <a:pt x="108585" y="17479"/>
                  </a:cubicBezTo>
                  <a:cubicBezTo>
                    <a:pt x="108895" y="11573"/>
                    <a:pt x="109240" y="5846"/>
                    <a:pt x="109621" y="322"/>
                  </a:cubicBezTo>
                  <a:lnTo>
                    <a:pt x="109621" y="322"/>
                  </a:lnTo>
                  <a:cubicBezTo>
                    <a:pt x="109550" y="334"/>
                    <a:pt x="109478" y="334"/>
                    <a:pt x="109407" y="346"/>
                  </a:cubicBezTo>
                  <a:cubicBezTo>
                    <a:pt x="109014" y="5894"/>
                    <a:pt x="108669" y="11621"/>
                    <a:pt x="108371" y="17491"/>
                  </a:cubicBezTo>
                  <a:cubicBezTo>
                    <a:pt x="96608" y="18003"/>
                    <a:pt x="85142" y="19015"/>
                    <a:pt x="74164" y="20491"/>
                  </a:cubicBezTo>
                  <a:cubicBezTo>
                    <a:pt x="75069" y="13871"/>
                    <a:pt x="76129" y="7454"/>
                    <a:pt x="77343" y="1298"/>
                  </a:cubicBezTo>
                  <a:lnTo>
                    <a:pt x="77343" y="1298"/>
                  </a:lnTo>
                  <a:cubicBezTo>
                    <a:pt x="77212" y="1310"/>
                    <a:pt x="77081" y="1322"/>
                    <a:pt x="76951" y="1334"/>
                  </a:cubicBezTo>
                  <a:cubicBezTo>
                    <a:pt x="75724" y="7537"/>
                    <a:pt x="74665" y="13954"/>
                    <a:pt x="73783" y="20539"/>
                  </a:cubicBezTo>
                  <a:cubicBezTo>
                    <a:pt x="58198" y="22646"/>
                    <a:pt x="43601" y="25682"/>
                    <a:pt x="30480" y="29575"/>
                  </a:cubicBezTo>
                  <a:cubicBezTo>
                    <a:pt x="32374" y="19872"/>
                    <a:pt x="34910" y="10502"/>
                    <a:pt x="38029" y="1560"/>
                  </a:cubicBezTo>
                  <a:cubicBezTo>
                    <a:pt x="37874" y="1548"/>
                    <a:pt x="37708" y="1548"/>
                    <a:pt x="37541" y="1536"/>
                  </a:cubicBezTo>
                  <a:cubicBezTo>
                    <a:pt x="34409" y="10525"/>
                    <a:pt x="31862" y="19955"/>
                    <a:pt x="29968" y="29718"/>
                  </a:cubicBezTo>
                  <a:cubicBezTo>
                    <a:pt x="25849" y="30957"/>
                    <a:pt x="21884" y="32266"/>
                    <a:pt x="18086" y="33659"/>
                  </a:cubicBezTo>
                  <a:cubicBezTo>
                    <a:pt x="12252" y="35802"/>
                    <a:pt x="6942" y="38088"/>
                    <a:pt x="2191" y="40493"/>
                  </a:cubicBezTo>
                  <a:lnTo>
                    <a:pt x="2179" y="40934"/>
                  </a:lnTo>
                  <a:cubicBezTo>
                    <a:pt x="10097" y="36910"/>
                    <a:pt x="19420" y="33278"/>
                    <a:pt x="29885" y="30147"/>
                  </a:cubicBezTo>
                  <a:lnTo>
                    <a:pt x="29885" y="30147"/>
                  </a:lnTo>
                  <a:cubicBezTo>
                    <a:pt x="28111" y="39386"/>
                    <a:pt x="26885" y="48911"/>
                    <a:pt x="26266" y="58627"/>
                  </a:cubicBezTo>
                  <a:cubicBezTo>
                    <a:pt x="23480" y="58948"/>
                    <a:pt x="20765" y="59270"/>
                    <a:pt x="18134" y="59615"/>
                  </a:cubicBezTo>
                  <a:cubicBezTo>
                    <a:pt x="11621" y="60460"/>
                    <a:pt x="5763" y="61365"/>
                    <a:pt x="584" y="62329"/>
                  </a:cubicBezTo>
                  <a:cubicBezTo>
                    <a:pt x="596" y="62389"/>
                    <a:pt x="596" y="62460"/>
                    <a:pt x="608" y="62520"/>
                  </a:cubicBezTo>
                  <a:cubicBezTo>
                    <a:pt x="7942" y="61163"/>
                    <a:pt x="16574" y="59924"/>
                    <a:pt x="26254" y="58841"/>
                  </a:cubicBezTo>
                  <a:lnTo>
                    <a:pt x="26254" y="58841"/>
                  </a:lnTo>
                  <a:cubicBezTo>
                    <a:pt x="25944" y="63794"/>
                    <a:pt x="25777" y="68794"/>
                    <a:pt x="25777" y="73843"/>
                  </a:cubicBezTo>
                  <a:cubicBezTo>
                    <a:pt x="25777" y="78879"/>
                    <a:pt x="25944" y="83880"/>
                    <a:pt x="26254" y="88833"/>
                  </a:cubicBezTo>
                  <a:cubicBezTo>
                    <a:pt x="17014" y="87797"/>
                    <a:pt x="8740" y="86618"/>
                    <a:pt x="1620" y="85332"/>
                  </a:cubicBezTo>
                  <a:cubicBezTo>
                    <a:pt x="1620" y="85404"/>
                    <a:pt x="1620" y="85475"/>
                    <a:pt x="1620" y="85535"/>
                  </a:cubicBezTo>
                  <a:cubicBezTo>
                    <a:pt x="6537" y="86428"/>
                    <a:pt x="12050" y="87273"/>
                    <a:pt x="18134" y="88059"/>
                  </a:cubicBezTo>
                  <a:cubicBezTo>
                    <a:pt x="20765" y="88404"/>
                    <a:pt x="23480" y="88726"/>
                    <a:pt x="26266" y="89047"/>
                  </a:cubicBezTo>
                  <a:cubicBezTo>
                    <a:pt x="26885" y="98762"/>
                    <a:pt x="28099" y="108287"/>
                    <a:pt x="29885" y="117527"/>
                  </a:cubicBezTo>
                  <a:cubicBezTo>
                    <a:pt x="18824" y="114217"/>
                    <a:pt x="9037" y="110359"/>
                    <a:pt x="846" y="106049"/>
                  </a:cubicBezTo>
                  <a:lnTo>
                    <a:pt x="846" y="106049"/>
                  </a:lnTo>
                  <a:cubicBezTo>
                    <a:pt x="858" y="106204"/>
                    <a:pt x="870" y="106359"/>
                    <a:pt x="881" y="106513"/>
                  </a:cubicBezTo>
                  <a:cubicBezTo>
                    <a:pt x="5977" y="109169"/>
                    <a:pt x="11716" y="111669"/>
                    <a:pt x="18086" y="114014"/>
                  </a:cubicBezTo>
                  <a:cubicBezTo>
                    <a:pt x="21884" y="115407"/>
                    <a:pt x="25849" y="116717"/>
                    <a:pt x="29968" y="117955"/>
                  </a:cubicBezTo>
                  <a:cubicBezTo>
                    <a:pt x="31850" y="127611"/>
                    <a:pt x="34350" y="136946"/>
                    <a:pt x="37446" y="145852"/>
                  </a:cubicBezTo>
                  <a:cubicBezTo>
                    <a:pt x="37600" y="145840"/>
                    <a:pt x="37767" y="145840"/>
                    <a:pt x="37934" y="145828"/>
                  </a:cubicBezTo>
                  <a:cubicBezTo>
                    <a:pt x="34862" y="136981"/>
                    <a:pt x="32362" y="127706"/>
                    <a:pt x="30480" y="118098"/>
                  </a:cubicBezTo>
                  <a:lnTo>
                    <a:pt x="30480" y="118098"/>
                  </a:lnTo>
                  <a:cubicBezTo>
                    <a:pt x="43589" y="121992"/>
                    <a:pt x="58198" y="125028"/>
                    <a:pt x="73783" y="127135"/>
                  </a:cubicBezTo>
                  <a:cubicBezTo>
                    <a:pt x="74653" y="133600"/>
                    <a:pt x="75688" y="139910"/>
                    <a:pt x="76879" y="146006"/>
                  </a:cubicBezTo>
                  <a:cubicBezTo>
                    <a:pt x="77010" y="146006"/>
                    <a:pt x="77141" y="146018"/>
                    <a:pt x="77272" y="146018"/>
                  </a:cubicBezTo>
                  <a:cubicBezTo>
                    <a:pt x="76093" y="139970"/>
                    <a:pt x="75046" y="133683"/>
                    <a:pt x="74164" y="127183"/>
                  </a:cubicBezTo>
                  <a:lnTo>
                    <a:pt x="74164" y="127183"/>
                  </a:lnTo>
                  <a:cubicBezTo>
                    <a:pt x="85154" y="128659"/>
                    <a:pt x="96608" y="129659"/>
                    <a:pt x="108371" y="130183"/>
                  </a:cubicBezTo>
                  <a:cubicBezTo>
                    <a:pt x="108657" y="135850"/>
                    <a:pt x="108990" y="141375"/>
                    <a:pt x="109371" y="146733"/>
                  </a:cubicBezTo>
                  <a:cubicBezTo>
                    <a:pt x="109443" y="146745"/>
                    <a:pt x="109514" y="146745"/>
                    <a:pt x="109586" y="146756"/>
                  </a:cubicBezTo>
                  <a:cubicBezTo>
                    <a:pt x="109205" y="141411"/>
                    <a:pt x="108883" y="135886"/>
                    <a:pt x="108585" y="130195"/>
                  </a:cubicBezTo>
                  <a:lnTo>
                    <a:pt x="108585" y="130195"/>
                  </a:lnTo>
                  <a:cubicBezTo>
                    <a:pt x="114681" y="130457"/>
                    <a:pt x="120849" y="130600"/>
                    <a:pt x="127076" y="130600"/>
                  </a:cubicBezTo>
                  <a:cubicBezTo>
                    <a:pt x="133303" y="130600"/>
                    <a:pt x="139470" y="130457"/>
                    <a:pt x="145554" y="130195"/>
                  </a:cubicBezTo>
                  <a:lnTo>
                    <a:pt x="145554" y="130195"/>
                  </a:lnTo>
                  <a:cubicBezTo>
                    <a:pt x="145328" y="134815"/>
                    <a:pt x="145066" y="139327"/>
                    <a:pt x="144769" y="143720"/>
                  </a:cubicBezTo>
                  <a:cubicBezTo>
                    <a:pt x="144828" y="143851"/>
                    <a:pt x="144888" y="143994"/>
                    <a:pt x="144959" y="144161"/>
                  </a:cubicBezTo>
                  <a:cubicBezTo>
                    <a:pt x="145257" y="139613"/>
                    <a:pt x="145531" y="134945"/>
                    <a:pt x="145781" y="130183"/>
                  </a:cubicBezTo>
                  <a:cubicBezTo>
                    <a:pt x="157544" y="129671"/>
                    <a:pt x="168998" y="128659"/>
                    <a:pt x="179975" y="127183"/>
                  </a:cubicBezTo>
                  <a:lnTo>
                    <a:pt x="179975" y="127183"/>
                  </a:lnTo>
                  <a:cubicBezTo>
                    <a:pt x="179106" y="133588"/>
                    <a:pt x="178094" y="139791"/>
                    <a:pt x="176927" y="145756"/>
                  </a:cubicBezTo>
                  <a:lnTo>
                    <a:pt x="177034" y="145756"/>
                  </a:lnTo>
                  <a:cubicBezTo>
                    <a:pt x="177142" y="145697"/>
                    <a:pt x="177249" y="145625"/>
                    <a:pt x="177356" y="145566"/>
                  </a:cubicBezTo>
                  <a:cubicBezTo>
                    <a:pt x="178511" y="139601"/>
                    <a:pt x="179511" y="133445"/>
                    <a:pt x="180368" y="127135"/>
                  </a:cubicBezTo>
                  <a:cubicBezTo>
                    <a:pt x="195953" y="125028"/>
                    <a:pt x="210551" y="121992"/>
                    <a:pt x="223671" y="118098"/>
                  </a:cubicBezTo>
                  <a:lnTo>
                    <a:pt x="223671" y="118098"/>
                  </a:lnTo>
                  <a:cubicBezTo>
                    <a:pt x="221814" y="127599"/>
                    <a:pt x="219337" y="136791"/>
                    <a:pt x="216301" y="145554"/>
                  </a:cubicBezTo>
                  <a:lnTo>
                    <a:pt x="216801" y="145554"/>
                  </a:lnTo>
                  <a:cubicBezTo>
                    <a:pt x="219849" y="136743"/>
                    <a:pt x="222326" y="127504"/>
                    <a:pt x="224183" y="117943"/>
                  </a:cubicBezTo>
                  <a:cubicBezTo>
                    <a:pt x="228291" y="116717"/>
                    <a:pt x="232268" y="115407"/>
                    <a:pt x="236066" y="114002"/>
                  </a:cubicBezTo>
                  <a:cubicBezTo>
                    <a:pt x="249877" y="108930"/>
                    <a:pt x="260747" y="103073"/>
                    <a:pt x="268367" y="96679"/>
                  </a:cubicBezTo>
                  <a:cubicBezTo>
                    <a:pt x="268391" y="96476"/>
                    <a:pt x="268427" y="96286"/>
                    <a:pt x="268451" y="96084"/>
                  </a:cubicBezTo>
                  <a:lnTo>
                    <a:pt x="268451" y="96084"/>
                  </a:lnTo>
                  <a:cubicBezTo>
                    <a:pt x="258592" y="104477"/>
                    <a:pt x="243317" y="111824"/>
                    <a:pt x="224267" y="117527"/>
                  </a:cubicBezTo>
                  <a:cubicBezTo>
                    <a:pt x="226041" y="108287"/>
                    <a:pt x="227267" y="98762"/>
                    <a:pt x="227886" y="89047"/>
                  </a:cubicBezTo>
                  <a:cubicBezTo>
                    <a:pt x="230672" y="88726"/>
                    <a:pt x="233387" y="88404"/>
                    <a:pt x="236018" y="88059"/>
                  </a:cubicBezTo>
                  <a:cubicBezTo>
                    <a:pt x="248770" y="86404"/>
                    <a:pt x="259009" y="84511"/>
                    <a:pt x="266510" y="82451"/>
                  </a:cubicBezTo>
                  <a:cubicBezTo>
                    <a:pt x="266510" y="82379"/>
                    <a:pt x="266510" y="82308"/>
                    <a:pt x="266510" y="82249"/>
                  </a:cubicBezTo>
                  <a:cubicBezTo>
                    <a:pt x="257306" y="84773"/>
                    <a:pt x="244079" y="87023"/>
                    <a:pt x="227898" y="88833"/>
                  </a:cubicBezTo>
                  <a:cubicBezTo>
                    <a:pt x="228208" y="83880"/>
                    <a:pt x="228362" y="78867"/>
                    <a:pt x="228362" y="73831"/>
                  </a:cubicBezTo>
                  <a:cubicBezTo>
                    <a:pt x="228362" y="68794"/>
                    <a:pt x="228208" y="63782"/>
                    <a:pt x="227898" y="58829"/>
                  </a:cubicBezTo>
                  <a:lnTo>
                    <a:pt x="227898" y="58829"/>
                  </a:lnTo>
                  <a:cubicBezTo>
                    <a:pt x="244519" y="60698"/>
                    <a:pt x="258009" y="63008"/>
                    <a:pt x="267248" y="65627"/>
                  </a:cubicBezTo>
                  <a:cubicBezTo>
                    <a:pt x="267248" y="65556"/>
                    <a:pt x="267260" y="65496"/>
                    <a:pt x="267260" y="65425"/>
                  </a:cubicBezTo>
                  <a:cubicBezTo>
                    <a:pt x="259711" y="63282"/>
                    <a:pt x="249210" y="61317"/>
                    <a:pt x="236018" y="59603"/>
                  </a:cubicBezTo>
                  <a:cubicBezTo>
                    <a:pt x="233387" y="59270"/>
                    <a:pt x="230672" y="58936"/>
                    <a:pt x="227886" y="58627"/>
                  </a:cubicBezTo>
                  <a:cubicBezTo>
                    <a:pt x="227267" y="48899"/>
                    <a:pt x="226041" y="39374"/>
                    <a:pt x="224267" y="30135"/>
                  </a:cubicBezTo>
                  <a:lnTo>
                    <a:pt x="224267" y="30135"/>
                  </a:lnTo>
                  <a:cubicBezTo>
                    <a:pt x="243650" y="35945"/>
                    <a:pt x="259116" y="43446"/>
                    <a:pt x="268963" y="52019"/>
                  </a:cubicBezTo>
                  <a:cubicBezTo>
                    <a:pt x="268986" y="51864"/>
                    <a:pt x="269010" y="51709"/>
                    <a:pt x="269046" y="51566"/>
                  </a:cubicBezTo>
                  <a:cubicBezTo>
                    <a:pt x="261390" y="44946"/>
                    <a:pt x="250294" y="38886"/>
                    <a:pt x="236066" y="33659"/>
                  </a:cubicBezTo>
                  <a:cubicBezTo>
                    <a:pt x="232268" y="32266"/>
                    <a:pt x="228291" y="30945"/>
                    <a:pt x="224183" y="29718"/>
                  </a:cubicBezTo>
                  <a:cubicBezTo>
                    <a:pt x="222338" y="20277"/>
                    <a:pt x="219909" y="11133"/>
                    <a:pt x="216908" y="2417"/>
                  </a:cubicBezTo>
                  <a:cubicBezTo>
                    <a:pt x="216766" y="2513"/>
                    <a:pt x="216635" y="2620"/>
                    <a:pt x="216504" y="2715"/>
                  </a:cubicBezTo>
                  <a:cubicBezTo>
                    <a:pt x="219456" y="11299"/>
                    <a:pt x="221850" y="20277"/>
                    <a:pt x="223671" y="29563"/>
                  </a:cubicBezTo>
                  <a:cubicBezTo>
                    <a:pt x="210551" y="25682"/>
                    <a:pt x="195953" y="22646"/>
                    <a:pt x="180368" y="20539"/>
                  </a:cubicBezTo>
                  <a:cubicBezTo>
                    <a:pt x="179416" y="13490"/>
                    <a:pt x="178273" y="6644"/>
                    <a:pt x="176951" y="36"/>
                  </a:cubicBezTo>
                  <a:cubicBezTo>
                    <a:pt x="176820" y="24"/>
                    <a:pt x="176689" y="12"/>
                    <a:pt x="176558" y="0"/>
                  </a:cubicBezTo>
                  <a:close/>
                </a:path>
              </a:pathLst>
            </a:custGeom>
            <a:solidFill>
              <a:srgbClr val="E3C98E">
                <a:alpha val="246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26" name="Google Shape;926;p5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rgbClr val="17171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927" name="Google Shape;927;p54"/>
          <p:cNvGrpSpPr/>
          <p:nvPr/>
        </p:nvGrpSpPr>
        <p:grpSpPr>
          <a:xfrm flipH="1">
            <a:off x="318377" y="3969184"/>
            <a:ext cx="1021303" cy="986369"/>
            <a:chOff x="7983206" y="3969184"/>
            <a:chExt cx="1021303" cy="986369"/>
          </a:xfrm>
        </p:grpSpPr>
        <p:sp>
          <p:nvSpPr>
            <p:cNvPr id="928" name="Google Shape;928;p54"/>
            <p:cNvSpPr/>
            <p:nvPr/>
          </p:nvSpPr>
          <p:spPr>
            <a:xfrm>
              <a:off x="8131209" y="4897652"/>
              <a:ext cx="873300" cy="57900"/>
            </a:xfrm>
            <a:prstGeom prst="ellipse">
              <a:avLst/>
            </a:prstGeom>
            <a:solidFill>
              <a:srgbClr val="033342">
                <a:alpha val="208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29" name="Google Shape;929;p54"/>
            <p:cNvGrpSpPr/>
            <p:nvPr/>
          </p:nvGrpSpPr>
          <p:grpSpPr>
            <a:xfrm>
              <a:off x="7983206" y="3969184"/>
              <a:ext cx="997937" cy="956665"/>
              <a:chOff x="3309025" y="5456175"/>
              <a:chExt cx="727200" cy="697125"/>
            </a:xfrm>
          </p:grpSpPr>
          <p:sp>
            <p:nvSpPr>
              <p:cNvPr id="930" name="Google Shape;930;p54"/>
              <p:cNvSpPr/>
              <p:nvPr/>
            </p:nvSpPr>
            <p:spPr>
              <a:xfrm>
                <a:off x="3309025" y="5456175"/>
                <a:ext cx="500100" cy="697125"/>
              </a:xfrm>
              <a:custGeom>
                <a:rect b="b" l="l" r="r" t="t"/>
                <a:pathLst>
                  <a:path extrusionOk="0" h="27885" w="20004">
                    <a:moveTo>
                      <a:pt x="13014" y="0"/>
                    </a:moveTo>
                    <a:cubicBezTo>
                      <a:pt x="9002" y="917"/>
                      <a:pt x="5513" y="3072"/>
                      <a:pt x="3192" y="6049"/>
                    </a:cubicBezTo>
                    <a:cubicBezTo>
                      <a:pt x="858" y="9061"/>
                      <a:pt x="1" y="12549"/>
                      <a:pt x="763" y="15883"/>
                    </a:cubicBezTo>
                    <a:cubicBezTo>
                      <a:pt x="1525" y="19217"/>
                      <a:pt x="3811" y="21979"/>
                      <a:pt x="7228" y="23670"/>
                    </a:cubicBezTo>
                    <a:cubicBezTo>
                      <a:pt x="9431" y="24765"/>
                      <a:pt x="11931" y="25325"/>
                      <a:pt x="14526" y="25325"/>
                    </a:cubicBezTo>
                    <a:cubicBezTo>
                      <a:pt x="14919" y="25325"/>
                      <a:pt x="15324" y="25313"/>
                      <a:pt x="15729" y="25289"/>
                    </a:cubicBezTo>
                    <a:lnTo>
                      <a:pt x="15729" y="25289"/>
                    </a:lnTo>
                    <a:lnTo>
                      <a:pt x="15455" y="26765"/>
                    </a:lnTo>
                    <a:lnTo>
                      <a:pt x="12943" y="26837"/>
                    </a:lnTo>
                    <a:lnTo>
                      <a:pt x="13443" y="27885"/>
                    </a:lnTo>
                    <a:lnTo>
                      <a:pt x="19575" y="27885"/>
                    </a:lnTo>
                    <a:lnTo>
                      <a:pt x="20003" y="26634"/>
                    </a:lnTo>
                    <a:lnTo>
                      <a:pt x="16693" y="26730"/>
                    </a:lnTo>
                    <a:lnTo>
                      <a:pt x="16241" y="25241"/>
                    </a:lnTo>
                    <a:cubicBezTo>
                      <a:pt x="17051" y="25170"/>
                      <a:pt x="17884" y="25039"/>
                      <a:pt x="18706" y="24848"/>
                    </a:cubicBezTo>
                    <a:lnTo>
                      <a:pt x="18539" y="24122"/>
                    </a:lnTo>
                    <a:cubicBezTo>
                      <a:pt x="17194" y="24429"/>
                      <a:pt x="15845" y="24582"/>
                      <a:pt x="14520" y="24582"/>
                    </a:cubicBezTo>
                    <a:cubicBezTo>
                      <a:pt x="12046" y="24582"/>
                      <a:pt x="9659" y="24050"/>
                      <a:pt x="7549" y="23003"/>
                    </a:cubicBezTo>
                    <a:cubicBezTo>
                      <a:pt x="4347" y="21408"/>
                      <a:pt x="2192" y="18824"/>
                      <a:pt x="1489" y="15716"/>
                    </a:cubicBezTo>
                    <a:cubicBezTo>
                      <a:pt x="775" y="12609"/>
                      <a:pt x="1584" y="9335"/>
                      <a:pt x="3787" y="6513"/>
                    </a:cubicBezTo>
                    <a:cubicBezTo>
                      <a:pt x="5990" y="3667"/>
                      <a:pt x="9335" y="1607"/>
                      <a:pt x="13181" y="726"/>
                    </a:cubicBezTo>
                    <a:lnTo>
                      <a:pt x="1301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1" name="Google Shape;931;p54"/>
              <p:cNvSpPr/>
              <p:nvPr/>
            </p:nvSpPr>
            <p:spPr>
              <a:xfrm>
                <a:off x="3422150" y="5476625"/>
                <a:ext cx="602775" cy="563975"/>
              </a:xfrm>
              <a:custGeom>
                <a:rect b="b" l="l" r="r" t="t"/>
                <a:pathLst>
                  <a:path extrusionOk="0" h="22559" w="24111">
                    <a:moveTo>
                      <a:pt x="12296" y="0"/>
                    </a:moveTo>
                    <a:cubicBezTo>
                      <a:pt x="11802" y="0"/>
                      <a:pt x="11303" y="25"/>
                      <a:pt x="10799" y="75"/>
                    </a:cubicBezTo>
                    <a:lnTo>
                      <a:pt x="5965" y="3111"/>
                    </a:lnTo>
                    <a:lnTo>
                      <a:pt x="0" y="8469"/>
                    </a:lnTo>
                    <a:lnTo>
                      <a:pt x="310" y="17077"/>
                    </a:lnTo>
                    <a:lnTo>
                      <a:pt x="988" y="18994"/>
                    </a:lnTo>
                    <a:cubicBezTo>
                      <a:pt x="3249" y="21236"/>
                      <a:pt x="6603" y="22558"/>
                      <a:pt x="10264" y="22558"/>
                    </a:cubicBezTo>
                    <a:cubicBezTo>
                      <a:pt x="11405" y="22558"/>
                      <a:pt x="12575" y="22430"/>
                      <a:pt x="13752" y="22161"/>
                    </a:cubicBezTo>
                    <a:cubicBezTo>
                      <a:pt x="13871" y="22125"/>
                      <a:pt x="13990" y="22102"/>
                      <a:pt x="14109" y="22078"/>
                    </a:cubicBezTo>
                    <a:lnTo>
                      <a:pt x="23277" y="15113"/>
                    </a:lnTo>
                    <a:cubicBezTo>
                      <a:pt x="23634" y="14422"/>
                      <a:pt x="23920" y="13696"/>
                      <a:pt x="24110" y="12958"/>
                    </a:cubicBezTo>
                    <a:lnTo>
                      <a:pt x="22182" y="6397"/>
                    </a:lnTo>
                    <a:lnTo>
                      <a:pt x="18372" y="1349"/>
                    </a:lnTo>
                    <a:cubicBezTo>
                      <a:pt x="16564" y="484"/>
                      <a:pt x="14487" y="0"/>
                      <a:pt x="1229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2" name="Google Shape;932;p54"/>
              <p:cNvSpPr/>
              <p:nvPr/>
            </p:nvSpPr>
            <p:spPr>
              <a:xfrm>
                <a:off x="3345650" y="5478200"/>
                <a:ext cx="382200" cy="473300"/>
              </a:xfrm>
              <a:custGeom>
                <a:rect b="b" l="l" r="r" t="t"/>
                <a:pathLst>
                  <a:path extrusionOk="0" h="18932" w="15288">
                    <a:moveTo>
                      <a:pt x="13859" y="0"/>
                    </a:moveTo>
                    <a:cubicBezTo>
                      <a:pt x="13192" y="72"/>
                      <a:pt x="12514" y="179"/>
                      <a:pt x="11835" y="334"/>
                    </a:cubicBezTo>
                    <a:cubicBezTo>
                      <a:pt x="4679" y="1965"/>
                      <a:pt x="0" y="8168"/>
                      <a:pt x="1369" y="14169"/>
                    </a:cubicBezTo>
                    <a:cubicBezTo>
                      <a:pt x="1798" y="16026"/>
                      <a:pt x="2739" y="17633"/>
                      <a:pt x="4048" y="18931"/>
                    </a:cubicBezTo>
                    <a:cubicBezTo>
                      <a:pt x="4072" y="18479"/>
                      <a:pt x="4167" y="18050"/>
                      <a:pt x="4370" y="17764"/>
                    </a:cubicBezTo>
                    <a:cubicBezTo>
                      <a:pt x="4699" y="17335"/>
                      <a:pt x="5132" y="17195"/>
                      <a:pt x="5609" y="17195"/>
                    </a:cubicBezTo>
                    <a:cubicBezTo>
                      <a:pt x="6502" y="17195"/>
                      <a:pt x="7549" y="17685"/>
                      <a:pt x="8356" y="17685"/>
                    </a:cubicBezTo>
                    <a:cubicBezTo>
                      <a:pt x="8397" y="17685"/>
                      <a:pt x="8438" y="17684"/>
                      <a:pt x="8478" y="17681"/>
                    </a:cubicBezTo>
                    <a:cubicBezTo>
                      <a:pt x="10192" y="17550"/>
                      <a:pt x="11168" y="16181"/>
                      <a:pt x="10990" y="14454"/>
                    </a:cubicBezTo>
                    <a:cubicBezTo>
                      <a:pt x="10811" y="13002"/>
                      <a:pt x="8918" y="12871"/>
                      <a:pt x="7811" y="12252"/>
                    </a:cubicBezTo>
                    <a:cubicBezTo>
                      <a:pt x="6668" y="11585"/>
                      <a:pt x="4941" y="10478"/>
                      <a:pt x="4727" y="9073"/>
                    </a:cubicBezTo>
                    <a:cubicBezTo>
                      <a:pt x="4589" y="8284"/>
                      <a:pt x="4869" y="7531"/>
                      <a:pt x="5472" y="7531"/>
                    </a:cubicBezTo>
                    <a:cubicBezTo>
                      <a:pt x="5652" y="7531"/>
                      <a:pt x="5861" y="7598"/>
                      <a:pt x="6096" y="7751"/>
                    </a:cubicBezTo>
                    <a:cubicBezTo>
                      <a:pt x="6437" y="7964"/>
                      <a:pt x="6967" y="8707"/>
                      <a:pt x="7402" y="8707"/>
                    </a:cubicBezTo>
                    <a:cubicBezTo>
                      <a:pt x="7575" y="8707"/>
                      <a:pt x="7733" y="8590"/>
                      <a:pt x="7858" y="8275"/>
                    </a:cubicBezTo>
                    <a:cubicBezTo>
                      <a:pt x="8120" y="7477"/>
                      <a:pt x="7061" y="7168"/>
                      <a:pt x="7239" y="6418"/>
                    </a:cubicBezTo>
                    <a:cubicBezTo>
                      <a:pt x="7372" y="5887"/>
                      <a:pt x="7914" y="5659"/>
                      <a:pt x="8485" y="5659"/>
                    </a:cubicBezTo>
                    <a:cubicBezTo>
                      <a:pt x="9041" y="5659"/>
                      <a:pt x="9624" y="5875"/>
                      <a:pt x="9882" y="6239"/>
                    </a:cubicBezTo>
                    <a:cubicBezTo>
                      <a:pt x="10633" y="7263"/>
                      <a:pt x="9001" y="8680"/>
                      <a:pt x="9621" y="9823"/>
                    </a:cubicBezTo>
                    <a:cubicBezTo>
                      <a:pt x="9916" y="10363"/>
                      <a:pt x="10302" y="10580"/>
                      <a:pt x="10726" y="10580"/>
                    </a:cubicBezTo>
                    <a:cubicBezTo>
                      <a:pt x="12133" y="10580"/>
                      <a:pt x="13961" y="8197"/>
                      <a:pt x="14300" y="7346"/>
                    </a:cubicBezTo>
                    <a:cubicBezTo>
                      <a:pt x="15288" y="4810"/>
                      <a:pt x="14681" y="2381"/>
                      <a:pt x="138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3" name="Google Shape;933;p54"/>
              <p:cNvSpPr/>
              <p:nvPr/>
            </p:nvSpPr>
            <p:spPr>
              <a:xfrm>
                <a:off x="3731325" y="5835000"/>
                <a:ext cx="272750" cy="193575"/>
              </a:xfrm>
              <a:custGeom>
                <a:rect b="b" l="l" r="r" t="t"/>
                <a:pathLst>
                  <a:path extrusionOk="0" h="7743" w="10910">
                    <a:moveTo>
                      <a:pt x="9193" y="0"/>
                    </a:moveTo>
                    <a:cubicBezTo>
                      <a:pt x="6894" y="0"/>
                      <a:pt x="6774" y="3327"/>
                      <a:pt x="4647" y="4016"/>
                    </a:cubicBezTo>
                    <a:cubicBezTo>
                      <a:pt x="4489" y="4066"/>
                      <a:pt x="4294" y="4085"/>
                      <a:pt x="4073" y="4085"/>
                    </a:cubicBezTo>
                    <a:cubicBezTo>
                      <a:pt x="3397" y="4085"/>
                      <a:pt x="2488" y="3907"/>
                      <a:pt x="1729" y="3907"/>
                    </a:cubicBezTo>
                    <a:cubicBezTo>
                      <a:pt x="737" y="3907"/>
                      <a:pt x="1" y="4211"/>
                      <a:pt x="373" y="5612"/>
                    </a:cubicBezTo>
                    <a:cubicBezTo>
                      <a:pt x="623" y="6433"/>
                      <a:pt x="1123" y="7148"/>
                      <a:pt x="1742" y="7743"/>
                    </a:cubicBezTo>
                    <a:cubicBezTo>
                      <a:pt x="5945" y="6671"/>
                      <a:pt x="9255" y="4016"/>
                      <a:pt x="10910" y="778"/>
                    </a:cubicBezTo>
                    <a:cubicBezTo>
                      <a:pt x="10541" y="337"/>
                      <a:pt x="10029" y="39"/>
                      <a:pt x="9326" y="4"/>
                    </a:cubicBezTo>
                    <a:cubicBezTo>
                      <a:pt x="9281" y="1"/>
                      <a:pt x="9237" y="0"/>
                      <a:pt x="919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4" name="Google Shape;934;p54"/>
              <p:cNvSpPr/>
              <p:nvPr/>
            </p:nvSpPr>
            <p:spPr>
              <a:xfrm>
                <a:off x="3754925" y="5510350"/>
                <a:ext cx="281300" cy="294400"/>
              </a:xfrm>
              <a:custGeom>
                <a:rect b="b" l="l" r="r" t="t"/>
                <a:pathLst>
                  <a:path extrusionOk="0" h="11776" w="11252">
                    <a:moveTo>
                      <a:pt x="5061" y="0"/>
                    </a:moveTo>
                    <a:cubicBezTo>
                      <a:pt x="4954" y="442"/>
                      <a:pt x="4667" y="521"/>
                      <a:pt x="4301" y="521"/>
                    </a:cubicBezTo>
                    <a:cubicBezTo>
                      <a:pt x="4097" y="521"/>
                      <a:pt x="3869" y="497"/>
                      <a:pt x="3633" y="497"/>
                    </a:cubicBezTo>
                    <a:cubicBezTo>
                      <a:pt x="3585" y="497"/>
                      <a:pt x="3537" y="498"/>
                      <a:pt x="3489" y="500"/>
                    </a:cubicBezTo>
                    <a:cubicBezTo>
                      <a:pt x="2167" y="595"/>
                      <a:pt x="0" y="1298"/>
                      <a:pt x="846" y="3108"/>
                    </a:cubicBezTo>
                    <a:cubicBezTo>
                      <a:pt x="1024" y="3513"/>
                      <a:pt x="1661" y="4008"/>
                      <a:pt x="2206" y="4008"/>
                    </a:cubicBezTo>
                    <a:cubicBezTo>
                      <a:pt x="2318" y="4008"/>
                      <a:pt x="2425" y="3988"/>
                      <a:pt x="2524" y="3941"/>
                    </a:cubicBezTo>
                    <a:cubicBezTo>
                      <a:pt x="3179" y="3596"/>
                      <a:pt x="2560" y="2881"/>
                      <a:pt x="3179" y="2572"/>
                    </a:cubicBezTo>
                    <a:cubicBezTo>
                      <a:pt x="3316" y="2505"/>
                      <a:pt x="3522" y="2477"/>
                      <a:pt x="3753" y="2477"/>
                    </a:cubicBezTo>
                    <a:cubicBezTo>
                      <a:pt x="4264" y="2477"/>
                      <a:pt x="4897" y="2618"/>
                      <a:pt x="5168" y="2798"/>
                    </a:cubicBezTo>
                    <a:cubicBezTo>
                      <a:pt x="6049" y="3501"/>
                      <a:pt x="5168" y="3941"/>
                      <a:pt x="4501" y="4298"/>
                    </a:cubicBezTo>
                    <a:cubicBezTo>
                      <a:pt x="3001" y="5144"/>
                      <a:pt x="1501" y="5715"/>
                      <a:pt x="2382" y="7692"/>
                    </a:cubicBezTo>
                    <a:cubicBezTo>
                      <a:pt x="2786" y="8680"/>
                      <a:pt x="4651" y="11775"/>
                      <a:pt x="6114" y="11775"/>
                    </a:cubicBezTo>
                    <a:cubicBezTo>
                      <a:pt x="6290" y="11775"/>
                      <a:pt x="6459" y="11731"/>
                      <a:pt x="6620" y="11632"/>
                    </a:cubicBezTo>
                    <a:cubicBezTo>
                      <a:pt x="7422" y="11124"/>
                      <a:pt x="7268" y="8469"/>
                      <a:pt x="8336" y="8469"/>
                    </a:cubicBezTo>
                    <a:cubicBezTo>
                      <a:pt x="8568" y="8469"/>
                      <a:pt x="8858" y="8595"/>
                      <a:pt x="9228" y="8894"/>
                    </a:cubicBezTo>
                    <a:cubicBezTo>
                      <a:pt x="10025" y="9513"/>
                      <a:pt x="9894" y="10347"/>
                      <a:pt x="10371" y="11144"/>
                    </a:cubicBezTo>
                    <a:cubicBezTo>
                      <a:pt x="10502" y="11347"/>
                      <a:pt x="10645" y="11501"/>
                      <a:pt x="10799" y="11609"/>
                    </a:cubicBezTo>
                    <a:cubicBezTo>
                      <a:pt x="11204" y="10108"/>
                      <a:pt x="11252" y="8525"/>
                      <a:pt x="10895" y="6965"/>
                    </a:cubicBezTo>
                    <a:cubicBezTo>
                      <a:pt x="10180" y="3858"/>
                      <a:pt x="7989" y="1417"/>
                      <a:pt x="50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5" name="Google Shape;935;p54"/>
              <p:cNvSpPr/>
              <p:nvPr/>
            </p:nvSpPr>
            <p:spPr>
              <a:xfrm>
                <a:off x="3384925" y="5490400"/>
                <a:ext cx="640600" cy="535500"/>
              </a:xfrm>
              <a:custGeom>
                <a:rect b="b" l="l" r="r" t="t"/>
                <a:pathLst>
                  <a:path extrusionOk="0" h="21420" w="25624">
                    <a:moveTo>
                      <a:pt x="16170" y="1393"/>
                    </a:moveTo>
                    <a:cubicBezTo>
                      <a:pt x="17705" y="1989"/>
                      <a:pt x="19349" y="2846"/>
                      <a:pt x="20658" y="4048"/>
                    </a:cubicBezTo>
                    <a:lnTo>
                      <a:pt x="16717" y="5406"/>
                    </a:lnTo>
                    <a:cubicBezTo>
                      <a:pt x="16551" y="5168"/>
                      <a:pt x="16384" y="4930"/>
                      <a:pt x="16205" y="4703"/>
                    </a:cubicBezTo>
                    <a:cubicBezTo>
                      <a:pt x="15431" y="3691"/>
                      <a:pt x="14574" y="2858"/>
                      <a:pt x="13776" y="2203"/>
                    </a:cubicBezTo>
                    <a:lnTo>
                      <a:pt x="16170" y="1393"/>
                    </a:lnTo>
                    <a:close/>
                    <a:moveTo>
                      <a:pt x="13634" y="2263"/>
                    </a:moveTo>
                    <a:cubicBezTo>
                      <a:pt x="14443" y="2917"/>
                      <a:pt x="15312" y="3751"/>
                      <a:pt x="16110" y="4787"/>
                    </a:cubicBezTo>
                    <a:cubicBezTo>
                      <a:pt x="16265" y="4989"/>
                      <a:pt x="16432" y="5215"/>
                      <a:pt x="16586" y="5442"/>
                    </a:cubicBezTo>
                    <a:lnTo>
                      <a:pt x="12252" y="6942"/>
                    </a:lnTo>
                    <a:lnTo>
                      <a:pt x="10990" y="3156"/>
                    </a:lnTo>
                    <a:lnTo>
                      <a:pt x="13634" y="2263"/>
                    </a:lnTo>
                    <a:close/>
                    <a:moveTo>
                      <a:pt x="10859" y="3191"/>
                    </a:moveTo>
                    <a:lnTo>
                      <a:pt x="12121" y="6989"/>
                    </a:lnTo>
                    <a:lnTo>
                      <a:pt x="7776" y="8478"/>
                    </a:lnTo>
                    <a:cubicBezTo>
                      <a:pt x="7811" y="6846"/>
                      <a:pt x="8073" y="5311"/>
                      <a:pt x="8395" y="4025"/>
                    </a:cubicBezTo>
                    <a:lnTo>
                      <a:pt x="10859" y="3191"/>
                    </a:lnTo>
                    <a:close/>
                    <a:moveTo>
                      <a:pt x="20765" y="4144"/>
                    </a:moveTo>
                    <a:cubicBezTo>
                      <a:pt x="21563" y="4906"/>
                      <a:pt x="22242" y="5811"/>
                      <a:pt x="22670" y="6870"/>
                    </a:cubicBezTo>
                    <a:cubicBezTo>
                      <a:pt x="22742" y="7049"/>
                      <a:pt x="22801" y="7227"/>
                      <a:pt x="22861" y="7418"/>
                    </a:cubicBezTo>
                    <a:lnTo>
                      <a:pt x="18372" y="8835"/>
                    </a:lnTo>
                    <a:cubicBezTo>
                      <a:pt x="18003" y="7668"/>
                      <a:pt x="17479" y="6549"/>
                      <a:pt x="16789" y="5513"/>
                    </a:cubicBezTo>
                    <a:lnTo>
                      <a:pt x="20765" y="4144"/>
                    </a:lnTo>
                    <a:close/>
                    <a:moveTo>
                      <a:pt x="8240" y="4084"/>
                    </a:moveTo>
                    <a:cubicBezTo>
                      <a:pt x="7930" y="5370"/>
                      <a:pt x="7669" y="6894"/>
                      <a:pt x="7645" y="8525"/>
                    </a:cubicBezTo>
                    <a:lnTo>
                      <a:pt x="3358" y="10013"/>
                    </a:lnTo>
                    <a:cubicBezTo>
                      <a:pt x="3763" y="8216"/>
                      <a:pt x="4621" y="6477"/>
                      <a:pt x="5525" y="5001"/>
                    </a:cubicBezTo>
                    <a:lnTo>
                      <a:pt x="8240" y="4084"/>
                    </a:lnTo>
                    <a:close/>
                    <a:moveTo>
                      <a:pt x="16658" y="5561"/>
                    </a:moveTo>
                    <a:cubicBezTo>
                      <a:pt x="17277" y="6489"/>
                      <a:pt x="17836" y="7585"/>
                      <a:pt x="18241" y="8882"/>
                    </a:cubicBezTo>
                    <a:lnTo>
                      <a:pt x="13407" y="10406"/>
                    </a:lnTo>
                    <a:lnTo>
                      <a:pt x="12288" y="7073"/>
                    </a:lnTo>
                    <a:lnTo>
                      <a:pt x="16658" y="5561"/>
                    </a:lnTo>
                    <a:close/>
                    <a:moveTo>
                      <a:pt x="12169" y="7108"/>
                    </a:moveTo>
                    <a:lnTo>
                      <a:pt x="13276" y="10454"/>
                    </a:lnTo>
                    <a:lnTo>
                      <a:pt x="8133" y="12085"/>
                    </a:lnTo>
                    <a:cubicBezTo>
                      <a:pt x="7859" y="10918"/>
                      <a:pt x="7764" y="9752"/>
                      <a:pt x="7776" y="8620"/>
                    </a:cubicBezTo>
                    <a:lnTo>
                      <a:pt x="12169" y="7108"/>
                    </a:lnTo>
                    <a:close/>
                    <a:moveTo>
                      <a:pt x="22897" y="7537"/>
                    </a:moveTo>
                    <a:cubicBezTo>
                      <a:pt x="23170" y="8466"/>
                      <a:pt x="23242" y="9466"/>
                      <a:pt x="23123" y="10525"/>
                    </a:cubicBezTo>
                    <a:lnTo>
                      <a:pt x="18979" y="12121"/>
                    </a:lnTo>
                    <a:cubicBezTo>
                      <a:pt x="18956" y="11692"/>
                      <a:pt x="18908" y="11276"/>
                      <a:pt x="18848" y="10859"/>
                    </a:cubicBezTo>
                    <a:cubicBezTo>
                      <a:pt x="18753" y="10216"/>
                      <a:pt x="18598" y="9585"/>
                      <a:pt x="18420" y="8966"/>
                    </a:cubicBezTo>
                    <a:lnTo>
                      <a:pt x="22897" y="7537"/>
                    </a:lnTo>
                    <a:close/>
                    <a:moveTo>
                      <a:pt x="7645" y="8668"/>
                    </a:moveTo>
                    <a:lnTo>
                      <a:pt x="7645" y="8668"/>
                    </a:lnTo>
                    <a:cubicBezTo>
                      <a:pt x="7633" y="9799"/>
                      <a:pt x="7740" y="10966"/>
                      <a:pt x="8002" y="12121"/>
                    </a:cubicBezTo>
                    <a:lnTo>
                      <a:pt x="3263" y="13621"/>
                    </a:lnTo>
                    <a:cubicBezTo>
                      <a:pt x="3025" y="12490"/>
                      <a:pt x="3085" y="11311"/>
                      <a:pt x="3323" y="10156"/>
                    </a:cubicBezTo>
                    <a:lnTo>
                      <a:pt x="7645" y="8668"/>
                    </a:lnTo>
                    <a:close/>
                    <a:moveTo>
                      <a:pt x="18277" y="9001"/>
                    </a:moveTo>
                    <a:cubicBezTo>
                      <a:pt x="18563" y="9966"/>
                      <a:pt x="18765" y="11014"/>
                      <a:pt x="18837" y="12180"/>
                    </a:cubicBezTo>
                    <a:lnTo>
                      <a:pt x="14538" y="13835"/>
                    </a:lnTo>
                    <a:lnTo>
                      <a:pt x="13443" y="10537"/>
                    </a:lnTo>
                    <a:lnTo>
                      <a:pt x="18277" y="9001"/>
                    </a:lnTo>
                    <a:close/>
                    <a:moveTo>
                      <a:pt x="13324" y="10573"/>
                    </a:moveTo>
                    <a:lnTo>
                      <a:pt x="14419" y="13883"/>
                    </a:lnTo>
                    <a:lnTo>
                      <a:pt x="9633" y="15717"/>
                    </a:lnTo>
                    <a:cubicBezTo>
                      <a:pt x="9228" y="15097"/>
                      <a:pt x="8895" y="14431"/>
                      <a:pt x="8621" y="13728"/>
                    </a:cubicBezTo>
                    <a:cubicBezTo>
                      <a:pt x="8431" y="13228"/>
                      <a:pt x="8276" y="12716"/>
                      <a:pt x="8157" y="12216"/>
                    </a:cubicBezTo>
                    <a:lnTo>
                      <a:pt x="13324" y="10573"/>
                    </a:lnTo>
                    <a:close/>
                    <a:moveTo>
                      <a:pt x="23111" y="10668"/>
                    </a:moveTo>
                    <a:cubicBezTo>
                      <a:pt x="22909" y="12276"/>
                      <a:pt x="22277" y="14026"/>
                      <a:pt x="21206" y="15907"/>
                    </a:cubicBezTo>
                    <a:lnTo>
                      <a:pt x="18622" y="16645"/>
                    </a:lnTo>
                    <a:cubicBezTo>
                      <a:pt x="18944" y="15133"/>
                      <a:pt x="19063" y="13657"/>
                      <a:pt x="18991" y="12264"/>
                    </a:cubicBezTo>
                    <a:lnTo>
                      <a:pt x="23111" y="10668"/>
                    </a:lnTo>
                    <a:close/>
                    <a:moveTo>
                      <a:pt x="8026" y="12252"/>
                    </a:moveTo>
                    <a:cubicBezTo>
                      <a:pt x="8157" y="12764"/>
                      <a:pt x="8311" y="13264"/>
                      <a:pt x="8502" y="13764"/>
                    </a:cubicBezTo>
                    <a:cubicBezTo>
                      <a:pt x="8776" y="14478"/>
                      <a:pt x="9109" y="15145"/>
                      <a:pt x="9502" y="15764"/>
                    </a:cubicBezTo>
                    <a:lnTo>
                      <a:pt x="5442" y="17324"/>
                    </a:lnTo>
                    <a:cubicBezTo>
                      <a:pt x="4501" y="16467"/>
                      <a:pt x="3847" y="15478"/>
                      <a:pt x="3466" y="14359"/>
                    </a:cubicBezTo>
                    <a:cubicBezTo>
                      <a:pt x="3394" y="14157"/>
                      <a:pt x="3347" y="13954"/>
                      <a:pt x="3299" y="13752"/>
                    </a:cubicBezTo>
                    <a:lnTo>
                      <a:pt x="8026" y="12252"/>
                    </a:lnTo>
                    <a:close/>
                    <a:moveTo>
                      <a:pt x="18848" y="12311"/>
                    </a:moveTo>
                    <a:lnTo>
                      <a:pt x="18848" y="12311"/>
                    </a:lnTo>
                    <a:cubicBezTo>
                      <a:pt x="18920" y="13633"/>
                      <a:pt x="18813" y="15097"/>
                      <a:pt x="18479" y="16693"/>
                    </a:cubicBezTo>
                    <a:lnTo>
                      <a:pt x="15753" y="17467"/>
                    </a:lnTo>
                    <a:lnTo>
                      <a:pt x="14586" y="13954"/>
                    </a:lnTo>
                    <a:lnTo>
                      <a:pt x="18848" y="12311"/>
                    </a:lnTo>
                    <a:close/>
                    <a:moveTo>
                      <a:pt x="14467" y="14002"/>
                    </a:moveTo>
                    <a:lnTo>
                      <a:pt x="15634" y="17514"/>
                    </a:lnTo>
                    <a:lnTo>
                      <a:pt x="12110" y="18515"/>
                    </a:lnTo>
                    <a:cubicBezTo>
                      <a:pt x="11145" y="17717"/>
                      <a:pt x="10347" y="16824"/>
                      <a:pt x="9704" y="15836"/>
                    </a:cubicBezTo>
                    <a:lnTo>
                      <a:pt x="14467" y="14002"/>
                    </a:lnTo>
                    <a:close/>
                    <a:moveTo>
                      <a:pt x="9574" y="15883"/>
                    </a:moveTo>
                    <a:cubicBezTo>
                      <a:pt x="10216" y="16871"/>
                      <a:pt x="11002" y="17764"/>
                      <a:pt x="11955" y="18562"/>
                    </a:cubicBezTo>
                    <a:lnTo>
                      <a:pt x="8835" y="19443"/>
                    </a:lnTo>
                    <a:cubicBezTo>
                      <a:pt x="7514" y="18872"/>
                      <a:pt x="6418" y="18205"/>
                      <a:pt x="5561" y="17431"/>
                    </a:cubicBezTo>
                    <a:lnTo>
                      <a:pt x="9574" y="15883"/>
                    </a:lnTo>
                    <a:close/>
                    <a:moveTo>
                      <a:pt x="11419" y="0"/>
                    </a:moveTo>
                    <a:lnTo>
                      <a:pt x="11395" y="131"/>
                    </a:lnTo>
                    <a:cubicBezTo>
                      <a:pt x="11443" y="131"/>
                      <a:pt x="13550" y="405"/>
                      <a:pt x="15979" y="1322"/>
                    </a:cubicBezTo>
                    <a:lnTo>
                      <a:pt x="13657" y="2108"/>
                    </a:lnTo>
                    <a:cubicBezTo>
                      <a:pt x="12050" y="822"/>
                      <a:pt x="10705" y="227"/>
                      <a:pt x="10681" y="227"/>
                    </a:cubicBezTo>
                    <a:lnTo>
                      <a:pt x="10633" y="346"/>
                    </a:lnTo>
                    <a:cubicBezTo>
                      <a:pt x="10645" y="358"/>
                      <a:pt x="11955" y="917"/>
                      <a:pt x="13514" y="2155"/>
                    </a:cubicBezTo>
                    <a:lnTo>
                      <a:pt x="10943" y="3025"/>
                    </a:lnTo>
                    <a:lnTo>
                      <a:pt x="10097" y="489"/>
                    </a:lnTo>
                    <a:lnTo>
                      <a:pt x="9978" y="524"/>
                    </a:lnTo>
                    <a:lnTo>
                      <a:pt x="10824" y="3072"/>
                    </a:lnTo>
                    <a:lnTo>
                      <a:pt x="8431" y="3882"/>
                    </a:lnTo>
                    <a:cubicBezTo>
                      <a:pt x="8942" y="1893"/>
                      <a:pt x="9550" y="560"/>
                      <a:pt x="9574" y="536"/>
                    </a:cubicBezTo>
                    <a:lnTo>
                      <a:pt x="9454" y="477"/>
                    </a:lnTo>
                    <a:cubicBezTo>
                      <a:pt x="9431" y="512"/>
                      <a:pt x="8800" y="1882"/>
                      <a:pt x="8288" y="3929"/>
                    </a:cubicBezTo>
                    <a:lnTo>
                      <a:pt x="5633" y="4822"/>
                    </a:lnTo>
                    <a:cubicBezTo>
                      <a:pt x="7085" y="2501"/>
                      <a:pt x="8645" y="881"/>
                      <a:pt x="8669" y="846"/>
                    </a:cubicBezTo>
                    <a:lnTo>
                      <a:pt x="8573" y="750"/>
                    </a:lnTo>
                    <a:cubicBezTo>
                      <a:pt x="8561" y="762"/>
                      <a:pt x="6918" y="2477"/>
                      <a:pt x="5418" y="4894"/>
                    </a:cubicBezTo>
                    <a:lnTo>
                      <a:pt x="1632" y="6180"/>
                    </a:lnTo>
                    <a:lnTo>
                      <a:pt x="1668" y="6299"/>
                    </a:lnTo>
                    <a:lnTo>
                      <a:pt x="5311" y="5072"/>
                    </a:lnTo>
                    <a:lnTo>
                      <a:pt x="5311" y="5072"/>
                    </a:lnTo>
                    <a:cubicBezTo>
                      <a:pt x="5275" y="5144"/>
                      <a:pt x="5228" y="5203"/>
                      <a:pt x="5192" y="5275"/>
                    </a:cubicBezTo>
                    <a:cubicBezTo>
                      <a:pt x="4406" y="6608"/>
                      <a:pt x="3597" y="8287"/>
                      <a:pt x="3216" y="10061"/>
                    </a:cubicBezTo>
                    <a:lnTo>
                      <a:pt x="1" y="11168"/>
                    </a:lnTo>
                    <a:lnTo>
                      <a:pt x="37" y="11287"/>
                    </a:lnTo>
                    <a:lnTo>
                      <a:pt x="3180" y="10204"/>
                    </a:lnTo>
                    <a:lnTo>
                      <a:pt x="3180" y="10204"/>
                    </a:lnTo>
                    <a:cubicBezTo>
                      <a:pt x="2954" y="11347"/>
                      <a:pt x="2894" y="12526"/>
                      <a:pt x="3144" y="13657"/>
                    </a:cubicBezTo>
                    <a:lnTo>
                      <a:pt x="441" y="14514"/>
                    </a:lnTo>
                    <a:lnTo>
                      <a:pt x="477" y="14645"/>
                    </a:lnTo>
                    <a:lnTo>
                      <a:pt x="3168" y="13788"/>
                    </a:lnTo>
                    <a:cubicBezTo>
                      <a:pt x="3216" y="14002"/>
                      <a:pt x="3275" y="14204"/>
                      <a:pt x="3347" y="14407"/>
                    </a:cubicBezTo>
                    <a:cubicBezTo>
                      <a:pt x="3716" y="15514"/>
                      <a:pt x="4370" y="16502"/>
                      <a:pt x="5311" y="17383"/>
                    </a:cubicBezTo>
                    <a:lnTo>
                      <a:pt x="2823" y="18336"/>
                    </a:lnTo>
                    <a:lnTo>
                      <a:pt x="2870" y="18467"/>
                    </a:lnTo>
                    <a:lnTo>
                      <a:pt x="5418" y="17479"/>
                    </a:lnTo>
                    <a:cubicBezTo>
                      <a:pt x="6275" y="18253"/>
                      <a:pt x="7347" y="18931"/>
                      <a:pt x="8633" y="19503"/>
                    </a:cubicBezTo>
                    <a:lnTo>
                      <a:pt x="5692" y="20348"/>
                    </a:lnTo>
                    <a:lnTo>
                      <a:pt x="5728" y="20479"/>
                    </a:lnTo>
                    <a:lnTo>
                      <a:pt x="8823" y="19586"/>
                    </a:lnTo>
                    <a:cubicBezTo>
                      <a:pt x="10681" y="20396"/>
                      <a:pt x="12955" y="21003"/>
                      <a:pt x="15670" y="21420"/>
                    </a:cubicBezTo>
                    <a:lnTo>
                      <a:pt x="15693" y="21289"/>
                    </a:lnTo>
                    <a:cubicBezTo>
                      <a:pt x="13062" y="20884"/>
                      <a:pt x="10836" y="20300"/>
                      <a:pt x="9026" y="19538"/>
                    </a:cubicBezTo>
                    <a:lnTo>
                      <a:pt x="12074" y="18657"/>
                    </a:lnTo>
                    <a:cubicBezTo>
                      <a:pt x="13205" y="19586"/>
                      <a:pt x="14550" y="20384"/>
                      <a:pt x="16098" y="21027"/>
                    </a:cubicBezTo>
                    <a:lnTo>
                      <a:pt x="16146" y="20908"/>
                    </a:lnTo>
                    <a:cubicBezTo>
                      <a:pt x="14646" y="20277"/>
                      <a:pt x="13336" y="19515"/>
                      <a:pt x="12229" y="18622"/>
                    </a:cubicBezTo>
                    <a:lnTo>
                      <a:pt x="15670" y="17633"/>
                    </a:lnTo>
                    <a:lnTo>
                      <a:pt x="16682" y="20670"/>
                    </a:lnTo>
                    <a:lnTo>
                      <a:pt x="16801" y="20634"/>
                    </a:lnTo>
                    <a:lnTo>
                      <a:pt x="15800" y="17598"/>
                    </a:lnTo>
                    <a:lnTo>
                      <a:pt x="18444" y="16836"/>
                    </a:lnTo>
                    <a:lnTo>
                      <a:pt x="18444" y="16836"/>
                    </a:lnTo>
                    <a:cubicBezTo>
                      <a:pt x="18217" y="17860"/>
                      <a:pt x="17908" y="18943"/>
                      <a:pt x="17479" y="20074"/>
                    </a:cubicBezTo>
                    <a:lnTo>
                      <a:pt x="17598" y="20122"/>
                    </a:lnTo>
                    <a:cubicBezTo>
                      <a:pt x="18027" y="18991"/>
                      <a:pt x="18360" y="17884"/>
                      <a:pt x="18587" y="16800"/>
                    </a:cubicBezTo>
                    <a:lnTo>
                      <a:pt x="21111" y="16074"/>
                    </a:lnTo>
                    <a:lnTo>
                      <a:pt x="21111" y="16074"/>
                    </a:lnTo>
                    <a:cubicBezTo>
                      <a:pt x="20372" y="17348"/>
                      <a:pt x="19444" y="18669"/>
                      <a:pt x="18325" y="20062"/>
                    </a:cubicBezTo>
                    <a:lnTo>
                      <a:pt x="18432" y="20146"/>
                    </a:lnTo>
                    <a:cubicBezTo>
                      <a:pt x="19587" y="18705"/>
                      <a:pt x="20539" y="17336"/>
                      <a:pt x="21289" y="16026"/>
                    </a:cubicBezTo>
                    <a:lnTo>
                      <a:pt x="24528" y="15097"/>
                    </a:lnTo>
                    <a:lnTo>
                      <a:pt x="24492" y="14978"/>
                    </a:lnTo>
                    <a:lnTo>
                      <a:pt x="21385" y="15859"/>
                    </a:lnTo>
                    <a:cubicBezTo>
                      <a:pt x="22444" y="13978"/>
                      <a:pt x="23063" y="12228"/>
                      <a:pt x="23254" y="10621"/>
                    </a:cubicBezTo>
                    <a:lnTo>
                      <a:pt x="25623" y="9704"/>
                    </a:lnTo>
                    <a:lnTo>
                      <a:pt x="25576" y="9585"/>
                    </a:lnTo>
                    <a:lnTo>
                      <a:pt x="23266" y="10478"/>
                    </a:lnTo>
                    <a:cubicBezTo>
                      <a:pt x="23373" y="9418"/>
                      <a:pt x="23290" y="8430"/>
                      <a:pt x="23028" y="7501"/>
                    </a:cubicBezTo>
                    <a:lnTo>
                      <a:pt x="25397" y="6751"/>
                    </a:lnTo>
                    <a:lnTo>
                      <a:pt x="25361" y="6620"/>
                    </a:lnTo>
                    <a:lnTo>
                      <a:pt x="22980" y="7370"/>
                    </a:lnTo>
                    <a:cubicBezTo>
                      <a:pt x="22932" y="7192"/>
                      <a:pt x="22861" y="7001"/>
                      <a:pt x="22789" y="6811"/>
                    </a:cubicBezTo>
                    <a:cubicBezTo>
                      <a:pt x="22361" y="5763"/>
                      <a:pt x="21694" y="4858"/>
                      <a:pt x="20908" y="4096"/>
                    </a:cubicBezTo>
                    <a:lnTo>
                      <a:pt x="22813" y="3441"/>
                    </a:lnTo>
                    <a:lnTo>
                      <a:pt x="22766" y="3310"/>
                    </a:lnTo>
                    <a:lnTo>
                      <a:pt x="20789" y="3989"/>
                    </a:lnTo>
                    <a:cubicBezTo>
                      <a:pt x="19503" y="2798"/>
                      <a:pt x="17884" y="1941"/>
                      <a:pt x="16360" y="1334"/>
                    </a:cubicBezTo>
                    <a:lnTo>
                      <a:pt x="18622" y="572"/>
                    </a:lnTo>
                    <a:lnTo>
                      <a:pt x="18575" y="441"/>
                    </a:lnTo>
                    <a:lnTo>
                      <a:pt x="16170" y="1262"/>
                    </a:lnTo>
                    <a:cubicBezTo>
                      <a:pt x="13669" y="298"/>
                      <a:pt x="11455" y="0"/>
                      <a:pt x="1141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936" name="Google Shape;936;p54"/>
          <p:cNvGrpSpPr/>
          <p:nvPr/>
        </p:nvGrpSpPr>
        <p:grpSpPr>
          <a:xfrm flipH="1">
            <a:off x="8214827" y="4183583"/>
            <a:ext cx="789682" cy="723827"/>
            <a:chOff x="318377" y="4183583"/>
            <a:chExt cx="789682" cy="723827"/>
          </a:xfrm>
        </p:grpSpPr>
        <p:sp>
          <p:nvSpPr>
            <p:cNvPr id="937" name="Google Shape;937;p54"/>
            <p:cNvSpPr/>
            <p:nvPr/>
          </p:nvSpPr>
          <p:spPr>
            <a:xfrm>
              <a:off x="457913" y="4803900"/>
              <a:ext cx="258300" cy="103500"/>
            </a:xfrm>
            <a:prstGeom prst="ellipse">
              <a:avLst/>
            </a:prstGeom>
            <a:solidFill>
              <a:srgbClr val="033342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54"/>
            <p:cNvSpPr/>
            <p:nvPr/>
          </p:nvSpPr>
          <p:spPr>
            <a:xfrm>
              <a:off x="788438" y="4569325"/>
              <a:ext cx="258300" cy="103500"/>
            </a:xfrm>
            <a:prstGeom prst="ellipse">
              <a:avLst/>
            </a:prstGeom>
            <a:solidFill>
              <a:srgbClr val="033342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39" name="Google Shape;939;p54"/>
            <p:cNvGrpSpPr/>
            <p:nvPr/>
          </p:nvGrpSpPr>
          <p:grpSpPr>
            <a:xfrm flipH="1">
              <a:off x="318377" y="4183583"/>
              <a:ext cx="789682" cy="723827"/>
              <a:chOff x="4896425" y="6632275"/>
              <a:chExt cx="319425" cy="279125"/>
            </a:xfrm>
          </p:grpSpPr>
          <p:sp>
            <p:nvSpPr>
              <p:cNvPr id="940" name="Google Shape;940;p54"/>
              <p:cNvSpPr/>
              <p:nvPr/>
            </p:nvSpPr>
            <p:spPr>
              <a:xfrm>
                <a:off x="5083950" y="6632275"/>
                <a:ext cx="46175" cy="31500"/>
              </a:xfrm>
              <a:custGeom>
                <a:rect b="b" l="l" r="r" t="t"/>
                <a:pathLst>
                  <a:path extrusionOk="0" h="1260" w="1847">
                    <a:moveTo>
                      <a:pt x="461" y="0"/>
                    </a:moveTo>
                    <a:cubicBezTo>
                      <a:pt x="367" y="0"/>
                      <a:pt x="310" y="10"/>
                      <a:pt x="310" y="10"/>
                    </a:cubicBezTo>
                    <a:lnTo>
                      <a:pt x="1" y="617"/>
                    </a:lnTo>
                    <a:lnTo>
                      <a:pt x="1191" y="1260"/>
                    </a:lnTo>
                    <a:lnTo>
                      <a:pt x="1846" y="795"/>
                    </a:lnTo>
                    <a:cubicBezTo>
                      <a:pt x="1380" y="88"/>
                      <a:pt x="746" y="0"/>
                      <a:pt x="4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1" name="Google Shape;941;p54"/>
              <p:cNvSpPr/>
              <p:nvPr/>
            </p:nvSpPr>
            <p:spPr>
              <a:xfrm>
                <a:off x="5172075" y="6684900"/>
                <a:ext cx="39600" cy="37825"/>
              </a:xfrm>
              <a:custGeom>
                <a:rect b="b" l="l" r="r" t="t"/>
                <a:pathLst>
                  <a:path extrusionOk="0" h="1513" w="1584">
                    <a:moveTo>
                      <a:pt x="548" y="0"/>
                    </a:moveTo>
                    <a:lnTo>
                      <a:pt x="0" y="405"/>
                    </a:lnTo>
                    <a:lnTo>
                      <a:pt x="786" y="1512"/>
                    </a:lnTo>
                    <a:lnTo>
                      <a:pt x="1584" y="1393"/>
                    </a:lnTo>
                    <a:cubicBezTo>
                      <a:pt x="1441" y="274"/>
                      <a:pt x="548" y="0"/>
                      <a:pt x="54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2" name="Google Shape;942;p54"/>
              <p:cNvSpPr/>
              <p:nvPr/>
            </p:nvSpPr>
            <p:spPr>
              <a:xfrm>
                <a:off x="4896425" y="6635175"/>
                <a:ext cx="319425" cy="276225"/>
              </a:xfrm>
              <a:custGeom>
                <a:rect b="b" l="l" r="r" t="t"/>
                <a:pathLst>
                  <a:path extrusionOk="0" h="11049" w="12777">
                    <a:moveTo>
                      <a:pt x="6573" y="1"/>
                    </a:moveTo>
                    <a:lnTo>
                      <a:pt x="1" y="4442"/>
                    </a:lnTo>
                    <a:cubicBezTo>
                      <a:pt x="346" y="7088"/>
                      <a:pt x="2248" y="7133"/>
                      <a:pt x="2375" y="7133"/>
                    </a:cubicBezTo>
                    <a:cubicBezTo>
                      <a:pt x="2380" y="7133"/>
                      <a:pt x="2382" y="7133"/>
                      <a:pt x="2382" y="7133"/>
                    </a:cubicBezTo>
                    <a:lnTo>
                      <a:pt x="5490" y="4061"/>
                    </a:lnTo>
                    <a:cubicBezTo>
                      <a:pt x="6311" y="4073"/>
                      <a:pt x="7454" y="4406"/>
                      <a:pt x="8299" y="5930"/>
                    </a:cubicBezTo>
                    <a:lnTo>
                      <a:pt x="5537" y="8728"/>
                    </a:lnTo>
                    <a:cubicBezTo>
                      <a:pt x="6093" y="10805"/>
                      <a:pt x="7534" y="11049"/>
                      <a:pt x="8180" y="11049"/>
                    </a:cubicBezTo>
                    <a:cubicBezTo>
                      <a:pt x="8378" y="11049"/>
                      <a:pt x="8502" y="11026"/>
                      <a:pt x="8502" y="11026"/>
                    </a:cubicBezTo>
                    <a:lnTo>
                      <a:pt x="12776" y="4906"/>
                    </a:lnTo>
                    <a:cubicBezTo>
                      <a:pt x="11836" y="822"/>
                      <a:pt x="6573" y="1"/>
                      <a:pt x="657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3" name="Google Shape;943;p54"/>
              <p:cNvSpPr/>
              <p:nvPr/>
            </p:nvSpPr>
            <p:spPr>
              <a:xfrm>
                <a:off x="4902100" y="6738800"/>
                <a:ext cx="69950" cy="68950"/>
              </a:xfrm>
              <a:custGeom>
                <a:rect b="b" l="l" r="r" t="t"/>
                <a:pathLst>
                  <a:path extrusionOk="0" h="2758" w="2798">
                    <a:moveTo>
                      <a:pt x="870" y="0"/>
                    </a:moveTo>
                    <a:cubicBezTo>
                      <a:pt x="704" y="0"/>
                      <a:pt x="552" y="46"/>
                      <a:pt x="429" y="142"/>
                    </a:cubicBezTo>
                    <a:cubicBezTo>
                      <a:pt x="0" y="475"/>
                      <a:pt x="83" y="1309"/>
                      <a:pt x="619" y="1987"/>
                    </a:cubicBezTo>
                    <a:cubicBezTo>
                      <a:pt x="1003" y="2473"/>
                      <a:pt x="1515" y="2758"/>
                      <a:pt x="1932" y="2758"/>
                    </a:cubicBezTo>
                    <a:cubicBezTo>
                      <a:pt x="2097" y="2758"/>
                      <a:pt x="2248" y="2713"/>
                      <a:pt x="2369" y="2618"/>
                    </a:cubicBezTo>
                    <a:cubicBezTo>
                      <a:pt x="2798" y="2273"/>
                      <a:pt x="2703" y="1452"/>
                      <a:pt x="2167" y="773"/>
                    </a:cubicBezTo>
                    <a:cubicBezTo>
                      <a:pt x="1785" y="281"/>
                      <a:pt x="1283" y="0"/>
                      <a:pt x="87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4" name="Google Shape;944;p54"/>
              <p:cNvSpPr/>
              <p:nvPr/>
            </p:nvSpPr>
            <p:spPr>
              <a:xfrm>
                <a:off x="5038725" y="6840600"/>
                <a:ext cx="77700" cy="65750"/>
              </a:xfrm>
              <a:custGeom>
                <a:rect b="b" l="l" r="r" t="t"/>
                <a:pathLst>
                  <a:path extrusionOk="0" h="2630" w="3108">
                    <a:moveTo>
                      <a:pt x="967" y="0"/>
                    </a:moveTo>
                    <a:cubicBezTo>
                      <a:pt x="731" y="0"/>
                      <a:pt x="524" y="73"/>
                      <a:pt x="381" y="225"/>
                    </a:cubicBezTo>
                    <a:cubicBezTo>
                      <a:pt x="0" y="630"/>
                      <a:pt x="214" y="1452"/>
                      <a:pt x="869" y="2047"/>
                    </a:cubicBezTo>
                    <a:cubicBezTo>
                      <a:pt x="1271" y="2426"/>
                      <a:pt x="1747" y="2629"/>
                      <a:pt x="2141" y="2629"/>
                    </a:cubicBezTo>
                    <a:cubicBezTo>
                      <a:pt x="2377" y="2629"/>
                      <a:pt x="2584" y="2556"/>
                      <a:pt x="2727" y="2404"/>
                    </a:cubicBezTo>
                    <a:cubicBezTo>
                      <a:pt x="3108" y="1999"/>
                      <a:pt x="2881" y="1178"/>
                      <a:pt x="2238" y="582"/>
                    </a:cubicBezTo>
                    <a:cubicBezTo>
                      <a:pt x="1837" y="203"/>
                      <a:pt x="1361" y="0"/>
                      <a:pt x="96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5" name="Google Shape;945;p54"/>
              <p:cNvSpPr/>
              <p:nvPr/>
            </p:nvSpPr>
            <p:spPr>
              <a:xfrm>
                <a:off x="4924700" y="6640250"/>
                <a:ext cx="284000" cy="247075"/>
              </a:xfrm>
              <a:custGeom>
                <a:rect b="b" l="l" r="r" t="t"/>
                <a:pathLst>
                  <a:path extrusionOk="0" h="9883" w="11360">
                    <a:moveTo>
                      <a:pt x="6287" y="3298"/>
                    </a:moveTo>
                    <a:cubicBezTo>
                      <a:pt x="6192" y="3298"/>
                      <a:pt x="6121" y="3453"/>
                      <a:pt x="6121" y="3655"/>
                    </a:cubicBezTo>
                    <a:cubicBezTo>
                      <a:pt x="6121" y="3846"/>
                      <a:pt x="6192" y="4013"/>
                      <a:pt x="6287" y="4013"/>
                    </a:cubicBezTo>
                    <a:cubicBezTo>
                      <a:pt x="6371" y="4013"/>
                      <a:pt x="6454" y="3846"/>
                      <a:pt x="6454" y="3655"/>
                    </a:cubicBezTo>
                    <a:cubicBezTo>
                      <a:pt x="6454" y="3453"/>
                      <a:pt x="6371" y="3298"/>
                      <a:pt x="6287" y="3298"/>
                    </a:cubicBezTo>
                    <a:close/>
                    <a:moveTo>
                      <a:pt x="6264" y="2893"/>
                    </a:moveTo>
                    <a:cubicBezTo>
                      <a:pt x="6454" y="2893"/>
                      <a:pt x="6621" y="3215"/>
                      <a:pt x="6621" y="3584"/>
                    </a:cubicBezTo>
                    <a:cubicBezTo>
                      <a:pt x="6621" y="3965"/>
                      <a:pt x="6454" y="4274"/>
                      <a:pt x="6264" y="4274"/>
                    </a:cubicBezTo>
                    <a:cubicBezTo>
                      <a:pt x="6061" y="4274"/>
                      <a:pt x="5906" y="3965"/>
                      <a:pt x="5906" y="3584"/>
                    </a:cubicBezTo>
                    <a:cubicBezTo>
                      <a:pt x="5906" y="3215"/>
                      <a:pt x="6061" y="2893"/>
                      <a:pt x="6264" y="2893"/>
                    </a:cubicBezTo>
                    <a:close/>
                    <a:moveTo>
                      <a:pt x="6264" y="2798"/>
                    </a:moveTo>
                    <a:cubicBezTo>
                      <a:pt x="6002" y="2798"/>
                      <a:pt x="5799" y="3143"/>
                      <a:pt x="5799" y="3584"/>
                    </a:cubicBezTo>
                    <a:cubicBezTo>
                      <a:pt x="5799" y="4024"/>
                      <a:pt x="6002" y="4382"/>
                      <a:pt x="6264" y="4382"/>
                    </a:cubicBezTo>
                    <a:cubicBezTo>
                      <a:pt x="6514" y="4382"/>
                      <a:pt x="6716" y="4036"/>
                      <a:pt x="6716" y="3584"/>
                    </a:cubicBezTo>
                    <a:cubicBezTo>
                      <a:pt x="6716" y="3143"/>
                      <a:pt x="6514" y="2798"/>
                      <a:pt x="6264" y="2798"/>
                    </a:cubicBezTo>
                    <a:close/>
                    <a:moveTo>
                      <a:pt x="5061" y="0"/>
                    </a:moveTo>
                    <a:lnTo>
                      <a:pt x="5049" y="107"/>
                    </a:lnTo>
                    <a:cubicBezTo>
                      <a:pt x="5109" y="107"/>
                      <a:pt x="10645" y="834"/>
                      <a:pt x="11264" y="5191"/>
                    </a:cubicBezTo>
                    <a:lnTo>
                      <a:pt x="11359" y="5167"/>
                    </a:lnTo>
                    <a:cubicBezTo>
                      <a:pt x="10728" y="750"/>
                      <a:pt x="5121" y="12"/>
                      <a:pt x="5061" y="0"/>
                    </a:cubicBezTo>
                    <a:close/>
                    <a:moveTo>
                      <a:pt x="3015" y="1619"/>
                    </a:moveTo>
                    <a:cubicBezTo>
                      <a:pt x="2984" y="1619"/>
                      <a:pt x="2967" y="1619"/>
                      <a:pt x="2966" y="1619"/>
                    </a:cubicBezTo>
                    <a:lnTo>
                      <a:pt x="2966" y="1715"/>
                    </a:lnTo>
                    <a:cubicBezTo>
                      <a:pt x="2968" y="1715"/>
                      <a:pt x="2981" y="1714"/>
                      <a:pt x="3003" y="1714"/>
                    </a:cubicBezTo>
                    <a:cubicBezTo>
                      <a:pt x="3480" y="1714"/>
                      <a:pt x="8310" y="1823"/>
                      <a:pt x="10038" y="6596"/>
                    </a:cubicBezTo>
                    <a:lnTo>
                      <a:pt x="10133" y="6572"/>
                    </a:lnTo>
                    <a:cubicBezTo>
                      <a:pt x="9181" y="3917"/>
                      <a:pt x="7276" y="2715"/>
                      <a:pt x="5859" y="2167"/>
                    </a:cubicBezTo>
                    <a:cubicBezTo>
                      <a:pt x="4480" y="1647"/>
                      <a:pt x="3271" y="1619"/>
                      <a:pt x="3015" y="1619"/>
                    </a:cubicBezTo>
                    <a:close/>
                    <a:moveTo>
                      <a:pt x="275" y="3395"/>
                    </a:moveTo>
                    <a:cubicBezTo>
                      <a:pt x="117" y="3395"/>
                      <a:pt x="13" y="3413"/>
                      <a:pt x="1" y="3417"/>
                    </a:cubicBezTo>
                    <a:lnTo>
                      <a:pt x="25" y="3512"/>
                    </a:lnTo>
                    <a:cubicBezTo>
                      <a:pt x="25" y="3512"/>
                      <a:pt x="116" y="3497"/>
                      <a:pt x="261" y="3497"/>
                    </a:cubicBezTo>
                    <a:cubicBezTo>
                      <a:pt x="544" y="3497"/>
                      <a:pt x="1032" y="3555"/>
                      <a:pt x="1442" y="3893"/>
                    </a:cubicBezTo>
                    <a:cubicBezTo>
                      <a:pt x="1918" y="4298"/>
                      <a:pt x="2168" y="4989"/>
                      <a:pt x="2168" y="5941"/>
                    </a:cubicBezTo>
                    <a:lnTo>
                      <a:pt x="1215" y="6894"/>
                    </a:lnTo>
                    <a:lnTo>
                      <a:pt x="1287" y="6965"/>
                    </a:lnTo>
                    <a:lnTo>
                      <a:pt x="4394" y="3893"/>
                    </a:lnTo>
                    <a:lnTo>
                      <a:pt x="4323" y="3822"/>
                    </a:lnTo>
                    <a:lnTo>
                      <a:pt x="2275" y="5846"/>
                    </a:lnTo>
                    <a:cubicBezTo>
                      <a:pt x="2251" y="4917"/>
                      <a:pt x="2001" y="4227"/>
                      <a:pt x="1501" y="3822"/>
                    </a:cubicBezTo>
                    <a:cubicBezTo>
                      <a:pt x="1078" y="3462"/>
                      <a:pt x="578" y="3395"/>
                      <a:pt x="275" y="3395"/>
                    </a:cubicBezTo>
                    <a:close/>
                    <a:moveTo>
                      <a:pt x="7728" y="5072"/>
                    </a:moveTo>
                    <a:lnTo>
                      <a:pt x="4371" y="8489"/>
                    </a:lnTo>
                    <a:lnTo>
                      <a:pt x="4442" y="8561"/>
                    </a:lnTo>
                    <a:lnTo>
                      <a:pt x="5442" y="7549"/>
                    </a:lnTo>
                    <a:cubicBezTo>
                      <a:pt x="5680" y="7549"/>
                      <a:pt x="7740" y="7668"/>
                      <a:pt x="7978" y="9882"/>
                    </a:cubicBezTo>
                    <a:lnTo>
                      <a:pt x="8073" y="9870"/>
                    </a:lnTo>
                    <a:cubicBezTo>
                      <a:pt x="7847" y="7787"/>
                      <a:pt x="6014" y="7489"/>
                      <a:pt x="5537" y="7453"/>
                    </a:cubicBezTo>
                    <a:lnTo>
                      <a:pt x="7800" y="5144"/>
                    </a:lnTo>
                    <a:lnTo>
                      <a:pt x="7728" y="507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6" name="Google Shape;946;p54"/>
              <p:cNvSpPr/>
              <p:nvPr/>
            </p:nvSpPr>
            <p:spPr>
              <a:xfrm>
                <a:off x="5041700" y="6658100"/>
                <a:ext cx="152700" cy="108375"/>
              </a:xfrm>
              <a:custGeom>
                <a:rect b="b" l="l" r="r" t="t"/>
                <a:pathLst>
                  <a:path extrusionOk="0" h="4335" w="6108">
                    <a:moveTo>
                      <a:pt x="369" y="0"/>
                    </a:moveTo>
                    <a:cubicBezTo>
                      <a:pt x="167" y="0"/>
                      <a:pt x="0" y="84"/>
                      <a:pt x="0" y="179"/>
                    </a:cubicBezTo>
                    <a:cubicBezTo>
                      <a:pt x="0" y="274"/>
                      <a:pt x="167" y="346"/>
                      <a:pt x="369" y="346"/>
                    </a:cubicBezTo>
                    <a:cubicBezTo>
                      <a:pt x="572" y="346"/>
                      <a:pt x="738" y="274"/>
                      <a:pt x="738" y="179"/>
                    </a:cubicBezTo>
                    <a:cubicBezTo>
                      <a:pt x="738" y="84"/>
                      <a:pt x="572" y="0"/>
                      <a:pt x="369" y="0"/>
                    </a:cubicBezTo>
                    <a:close/>
                    <a:moveTo>
                      <a:pt x="2417" y="548"/>
                    </a:moveTo>
                    <a:cubicBezTo>
                      <a:pt x="2215" y="548"/>
                      <a:pt x="2048" y="643"/>
                      <a:pt x="2048" y="751"/>
                    </a:cubicBezTo>
                    <a:cubicBezTo>
                      <a:pt x="2048" y="858"/>
                      <a:pt x="2215" y="953"/>
                      <a:pt x="2417" y="953"/>
                    </a:cubicBezTo>
                    <a:cubicBezTo>
                      <a:pt x="2631" y="953"/>
                      <a:pt x="2798" y="858"/>
                      <a:pt x="2798" y="751"/>
                    </a:cubicBezTo>
                    <a:cubicBezTo>
                      <a:pt x="2798" y="643"/>
                      <a:pt x="2619" y="548"/>
                      <a:pt x="2417" y="548"/>
                    </a:cubicBezTo>
                    <a:close/>
                    <a:moveTo>
                      <a:pt x="4655" y="2132"/>
                    </a:moveTo>
                    <a:cubicBezTo>
                      <a:pt x="4465" y="2132"/>
                      <a:pt x="4310" y="2227"/>
                      <a:pt x="4310" y="2358"/>
                    </a:cubicBezTo>
                    <a:cubicBezTo>
                      <a:pt x="4310" y="2477"/>
                      <a:pt x="4465" y="2572"/>
                      <a:pt x="4655" y="2572"/>
                    </a:cubicBezTo>
                    <a:cubicBezTo>
                      <a:pt x="4666" y="2573"/>
                      <a:pt x="4676" y="2573"/>
                      <a:pt x="4686" y="2573"/>
                    </a:cubicBezTo>
                    <a:cubicBezTo>
                      <a:pt x="4873" y="2573"/>
                      <a:pt x="5013" y="2471"/>
                      <a:pt x="5013" y="2358"/>
                    </a:cubicBezTo>
                    <a:cubicBezTo>
                      <a:pt x="5013" y="2227"/>
                      <a:pt x="4858" y="2132"/>
                      <a:pt x="4655" y="2132"/>
                    </a:cubicBezTo>
                    <a:close/>
                    <a:moveTo>
                      <a:pt x="5763" y="3906"/>
                    </a:moveTo>
                    <a:cubicBezTo>
                      <a:pt x="5572" y="3906"/>
                      <a:pt x="5406" y="4001"/>
                      <a:pt x="5406" y="4120"/>
                    </a:cubicBezTo>
                    <a:cubicBezTo>
                      <a:pt x="5406" y="4227"/>
                      <a:pt x="5572" y="4334"/>
                      <a:pt x="5763" y="4334"/>
                    </a:cubicBezTo>
                    <a:cubicBezTo>
                      <a:pt x="5953" y="4334"/>
                      <a:pt x="6108" y="4227"/>
                      <a:pt x="6108" y="4120"/>
                    </a:cubicBezTo>
                    <a:cubicBezTo>
                      <a:pt x="6108" y="4001"/>
                      <a:pt x="5953" y="3906"/>
                      <a:pt x="5763" y="390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7" name="Google Shape;947;p54"/>
              <p:cNvSpPr/>
              <p:nvPr/>
            </p:nvSpPr>
            <p:spPr>
              <a:xfrm>
                <a:off x="4935125" y="6752050"/>
                <a:ext cx="29800" cy="35375"/>
              </a:xfrm>
              <a:custGeom>
                <a:rect b="b" l="l" r="r" t="t"/>
                <a:pathLst>
                  <a:path extrusionOk="0" h="1415" w="1192">
                    <a:moveTo>
                      <a:pt x="189" y="0"/>
                    </a:moveTo>
                    <a:cubicBezTo>
                      <a:pt x="167" y="0"/>
                      <a:pt x="148" y="6"/>
                      <a:pt x="132" y="17"/>
                    </a:cubicBezTo>
                    <a:cubicBezTo>
                      <a:pt x="1" y="100"/>
                      <a:pt x="120" y="481"/>
                      <a:pt x="382" y="862"/>
                    </a:cubicBezTo>
                    <a:cubicBezTo>
                      <a:pt x="598" y="1192"/>
                      <a:pt x="859" y="1414"/>
                      <a:pt x="1010" y="1414"/>
                    </a:cubicBezTo>
                    <a:cubicBezTo>
                      <a:pt x="1034" y="1414"/>
                      <a:pt x="1055" y="1409"/>
                      <a:pt x="1072" y="1398"/>
                    </a:cubicBezTo>
                    <a:cubicBezTo>
                      <a:pt x="1191" y="1315"/>
                      <a:pt x="1084" y="934"/>
                      <a:pt x="822" y="553"/>
                    </a:cubicBezTo>
                    <a:cubicBezTo>
                      <a:pt x="596" y="223"/>
                      <a:pt x="333" y="0"/>
                      <a:pt x="1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8" name="Google Shape;948;p54"/>
              <p:cNvSpPr/>
              <p:nvPr/>
            </p:nvSpPr>
            <p:spPr>
              <a:xfrm>
                <a:off x="5079800" y="6853250"/>
                <a:ext cx="29775" cy="35375"/>
              </a:xfrm>
              <a:custGeom>
                <a:rect b="b" l="l" r="r" t="t"/>
                <a:pathLst>
                  <a:path extrusionOk="0" h="1415" w="1191">
                    <a:moveTo>
                      <a:pt x="189" y="0"/>
                    </a:moveTo>
                    <a:cubicBezTo>
                      <a:pt x="167" y="0"/>
                      <a:pt x="147" y="6"/>
                      <a:pt x="131" y="17"/>
                    </a:cubicBezTo>
                    <a:cubicBezTo>
                      <a:pt x="0" y="100"/>
                      <a:pt x="119" y="481"/>
                      <a:pt x="381" y="862"/>
                    </a:cubicBezTo>
                    <a:cubicBezTo>
                      <a:pt x="597" y="1192"/>
                      <a:pt x="858" y="1415"/>
                      <a:pt x="1010" y="1415"/>
                    </a:cubicBezTo>
                    <a:cubicBezTo>
                      <a:pt x="1033" y="1415"/>
                      <a:pt x="1054" y="1409"/>
                      <a:pt x="1072" y="1398"/>
                    </a:cubicBezTo>
                    <a:cubicBezTo>
                      <a:pt x="1191" y="1315"/>
                      <a:pt x="1084" y="934"/>
                      <a:pt x="822" y="553"/>
                    </a:cubicBezTo>
                    <a:cubicBezTo>
                      <a:pt x="595" y="223"/>
                      <a:pt x="333" y="0"/>
                      <a:pt x="1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0" name="Google Shape;950;p55"/>
          <p:cNvGrpSpPr/>
          <p:nvPr/>
        </p:nvGrpSpPr>
        <p:grpSpPr>
          <a:xfrm>
            <a:off x="0" y="0"/>
            <a:ext cx="9144003" cy="5143501"/>
            <a:chOff x="0" y="0"/>
            <a:chExt cx="9144003" cy="5143501"/>
          </a:xfrm>
        </p:grpSpPr>
        <p:pic>
          <p:nvPicPr>
            <p:cNvPr id="951" name="Google Shape;951;p55"/>
            <p:cNvPicPr preferRelativeResize="0"/>
            <p:nvPr/>
          </p:nvPicPr>
          <p:blipFill rotWithShape="1">
            <a:blip r:embed="rId2">
              <a:alphaModFix/>
            </a:blip>
            <a:srcRect b="8068" l="0" r="0" t="8060"/>
            <a:stretch/>
          </p:blipFill>
          <p:spPr>
            <a:xfrm>
              <a:off x="0" y="0"/>
              <a:ext cx="9144003" cy="5143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2" name="Google Shape;952;p55"/>
            <p:cNvSpPr/>
            <p:nvPr/>
          </p:nvSpPr>
          <p:spPr>
            <a:xfrm>
              <a:off x="209980" y="194500"/>
              <a:ext cx="8763466" cy="4752275"/>
            </a:xfrm>
            <a:custGeom>
              <a:rect b="b" l="l" r="r" t="t"/>
              <a:pathLst>
                <a:path extrusionOk="0" h="147209" w="271904">
                  <a:moveTo>
                    <a:pt x="596" y="0"/>
                  </a:moveTo>
                  <a:lnTo>
                    <a:pt x="596" y="0"/>
                  </a:lnTo>
                  <a:cubicBezTo>
                    <a:pt x="2025" y="5965"/>
                    <a:pt x="3072" y="13895"/>
                    <a:pt x="3644" y="22312"/>
                  </a:cubicBezTo>
                  <a:cubicBezTo>
                    <a:pt x="7942" y="23515"/>
                    <a:pt x="13609" y="23932"/>
                    <a:pt x="5085" y="25063"/>
                  </a:cubicBezTo>
                  <a:cubicBezTo>
                    <a:pt x="5096" y="25110"/>
                    <a:pt x="5108" y="25146"/>
                    <a:pt x="5120" y="25194"/>
                  </a:cubicBezTo>
                  <a:cubicBezTo>
                    <a:pt x="5263" y="25301"/>
                    <a:pt x="5394" y="25396"/>
                    <a:pt x="5525" y="25503"/>
                  </a:cubicBezTo>
                  <a:cubicBezTo>
                    <a:pt x="5692" y="25539"/>
                    <a:pt x="5954" y="25479"/>
                    <a:pt x="6037" y="25658"/>
                  </a:cubicBezTo>
                  <a:cubicBezTo>
                    <a:pt x="8561" y="26230"/>
                    <a:pt x="4561" y="26670"/>
                    <a:pt x="3894" y="26789"/>
                  </a:cubicBezTo>
                  <a:cubicBezTo>
                    <a:pt x="4203" y="33719"/>
                    <a:pt x="4192" y="40803"/>
                    <a:pt x="3787" y="47256"/>
                  </a:cubicBezTo>
                  <a:cubicBezTo>
                    <a:pt x="2560" y="47137"/>
                    <a:pt x="1298" y="47006"/>
                    <a:pt x="1" y="46875"/>
                  </a:cubicBezTo>
                  <a:lnTo>
                    <a:pt x="1" y="46875"/>
                  </a:lnTo>
                  <a:cubicBezTo>
                    <a:pt x="1429" y="52840"/>
                    <a:pt x="2477" y="60770"/>
                    <a:pt x="3049" y="69199"/>
                  </a:cubicBezTo>
                  <a:cubicBezTo>
                    <a:pt x="7347" y="70402"/>
                    <a:pt x="13014" y="70818"/>
                    <a:pt x="4489" y="71949"/>
                  </a:cubicBezTo>
                  <a:cubicBezTo>
                    <a:pt x="4501" y="71985"/>
                    <a:pt x="4513" y="72033"/>
                    <a:pt x="4525" y="72069"/>
                  </a:cubicBezTo>
                  <a:cubicBezTo>
                    <a:pt x="4668" y="72176"/>
                    <a:pt x="4787" y="72283"/>
                    <a:pt x="4930" y="72390"/>
                  </a:cubicBezTo>
                  <a:cubicBezTo>
                    <a:pt x="5096" y="72414"/>
                    <a:pt x="5358" y="72366"/>
                    <a:pt x="5442" y="72545"/>
                  </a:cubicBezTo>
                  <a:cubicBezTo>
                    <a:pt x="7966" y="73104"/>
                    <a:pt x="3965" y="73557"/>
                    <a:pt x="3299" y="73664"/>
                  </a:cubicBezTo>
                  <a:cubicBezTo>
                    <a:pt x="3513" y="78510"/>
                    <a:pt x="3572" y="83427"/>
                    <a:pt x="3453" y="88154"/>
                  </a:cubicBezTo>
                  <a:cubicBezTo>
                    <a:pt x="2322" y="88047"/>
                    <a:pt x="1179" y="87928"/>
                    <a:pt x="1" y="87809"/>
                  </a:cubicBezTo>
                  <a:lnTo>
                    <a:pt x="1" y="87809"/>
                  </a:lnTo>
                  <a:cubicBezTo>
                    <a:pt x="989" y="91940"/>
                    <a:pt x="1798" y="97036"/>
                    <a:pt x="2394" y="102584"/>
                  </a:cubicBezTo>
                  <a:cubicBezTo>
                    <a:pt x="2239" y="103727"/>
                    <a:pt x="2072" y="104834"/>
                    <a:pt x="1882" y="105894"/>
                  </a:cubicBezTo>
                  <a:cubicBezTo>
                    <a:pt x="2156" y="105870"/>
                    <a:pt x="2429" y="105846"/>
                    <a:pt x="2715" y="105811"/>
                  </a:cubicBezTo>
                  <a:cubicBezTo>
                    <a:pt x="2834" y="107228"/>
                    <a:pt x="2953" y="108668"/>
                    <a:pt x="3049" y="110121"/>
                  </a:cubicBezTo>
                  <a:cubicBezTo>
                    <a:pt x="7347" y="111323"/>
                    <a:pt x="13014" y="111740"/>
                    <a:pt x="4489" y="112871"/>
                  </a:cubicBezTo>
                  <a:cubicBezTo>
                    <a:pt x="4501" y="112919"/>
                    <a:pt x="4513" y="112954"/>
                    <a:pt x="4525" y="113002"/>
                  </a:cubicBezTo>
                  <a:cubicBezTo>
                    <a:pt x="4668" y="113109"/>
                    <a:pt x="4799" y="113205"/>
                    <a:pt x="4930" y="113312"/>
                  </a:cubicBezTo>
                  <a:cubicBezTo>
                    <a:pt x="5096" y="113347"/>
                    <a:pt x="5358" y="113288"/>
                    <a:pt x="5442" y="113466"/>
                  </a:cubicBezTo>
                  <a:cubicBezTo>
                    <a:pt x="7966" y="114038"/>
                    <a:pt x="3965" y="114478"/>
                    <a:pt x="3299" y="114598"/>
                  </a:cubicBezTo>
                  <a:cubicBezTo>
                    <a:pt x="3822" y="126123"/>
                    <a:pt x="4668" y="127147"/>
                    <a:pt x="3120" y="135886"/>
                  </a:cubicBezTo>
                  <a:cubicBezTo>
                    <a:pt x="4608" y="136338"/>
                    <a:pt x="14133" y="147209"/>
                    <a:pt x="14133" y="147209"/>
                  </a:cubicBezTo>
                  <a:cubicBezTo>
                    <a:pt x="14133" y="147209"/>
                    <a:pt x="16765" y="146220"/>
                    <a:pt x="20479" y="146137"/>
                  </a:cubicBezTo>
                  <a:cubicBezTo>
                    <a:pt x="20503" y="146054"/>
                    <a:pt x="20539" y="145959"/>
                    <a:pt x="20563" y="145875"/>
                  </a:cubicBezTo>
                  <a:lnTo>
                    <a:pt x="20563" y="145875"/>
                  </a:lnTo>
                  <a:cubicBezTo>
                    <a:pt x="20491" y="146340"/>
                    <a:pt x="23242" y="146363"/>
                    <a:pt x="23158" y="146816"/>
                  </a:cubicBezTo>
                  <a:cubicBezTo>
                    <a:pt x="29516" y="146220"/>
                    <a:pt x="36481" y="145875"/>
                    <a:pt x="44589" y="145697"/>
                  </a:cubicBezTo>
                  <a:cubicBezTo>
                    <a:pt x="44613" y="145625"/>
                    <a:pt x="44637" y="145554"/>
                    <a:pt x="44661" y="145494"/>
                  </a:cubicBezTo>
                  <a:cubicBezTo>
                    <a:pt x="45090" y="145494"/>
                    <a:pt x="45530" y="145494"/>
                    <a:pt x="45959" y="145482"/>
                  </a:cubicBezTo>
                  <a:cubicBezTo>
                    <a:pt x="45959" y="145542"/>
                    <a:pt x="45959" y="145601"/>
                    <a:pt x="45959" y="145661"/>
                  </a:cubicBezTo>
                  <a:cubicBezTo>
                    <a:pt x="46173" y="145661"/>
                    <a:pt x="46387" y="145661"/>
                    <a:pt x="46602" y="145649"/>
                  </a:cubicBezTo>
                  <a:cubicBezTo>
                    <a:pt x="46637" y="145601"/>
                    <a:pt x="46661" y="145542"/>
                    <a:pt x="46685" y="145482"/>
                  </a:cubicBezTo>
                  <a:cubicBezTo>
                    <a:pt x="47197" y="145482"/>
                    <a:pt x="47709" y="145482"/>
                    <a:pt x="48221" y="145494"/>
                  </a:cubicBezTo>
                  <a:cubicBezTo>
                    <a:pt x="48221" y="145530"/>
                    <a:pt x="48221" y="145578"/>
                    <a:pt x="48221" y="145625"/>
                  </a:cubicBezTo>
                  <a:cubicBezTo>
                    <a:pt x="50912" y="145578"/>
                    <a:pt x="53900" y="145542"/>
                    <a:pt x="57031" y="145518"/>
                  </a:cubicBezTo>
                  <a:cubicBezTo>
                    <a:pt x="59651" y="145542"/>
                    <a:pt x="62151" y="145566"/>
                    <a:pt x="64461" y="145601"/>
                  </a:cubicBezTo>
                  <a:cubicBezTo>
                    <a:pt x="64461" y="145566"/>
                    <a:pt x="64461" y="145530"/>
                    <a:pt x="64461" y="145494"/>
                  </a:cubicBezTo>
                  <a:cubicBezTo>
                    <a:pt x="65592" y="145488"/>
                    <a:pt x="66726" y="145485"/>
                    <a:pt x="67860" y="145485"/>
                  </a:cubicBezTo>
                  <a:cubicBezTo>
                    <a:pt x="68994" y="145485"/>
                    <a:pt x="70128" y="145488"/>
                    <a:pt x="71259" y="145494"/>
                  </a:cubicBezTo>
                  <a:cubicBezTo>
                    <a:pt x="71402" y="145578"/>
                    <a:pt x="71545" y="145661"/>
                    <a:pt x="71700" y="145744"/>
                  </a:cubicBezTo>
                  <a:cubicBezTo>
                    <a:pt x="78891" y="145947"/>
                    <a:pt x="85190" y="146268"/>
                    <a:pt x="90976" y="146816"/>
                  </a:cubicBezTo>
                  <a:cubicBezTo>
                    <a:pt x="90845" y="146054"/>
                    <a:pt x="90714" y="145256"/>
                    <a:pt x="90595" y="144435"/>
                  </a:cubicBezTo>
                  <a:lnTo>
                    <a:pt x="90595" y="144435"/>
                  </a:lnTo>
                  <a:cubicBezTo>
                    <a:pt x="91429" y="144792"/>
                    <a:pt x="92191" y="145304"/>
                    <a:pt x="92976" y="145744"/>
                  </a:cubicBezTo>
                  <a:cubicBezTo>
                    <a:pt x="96596" y="145851"/>
                    <a:pt x="99989" y="145982"/>
                    <a:pt x="103204" y="146161"/>
                  </a:cubicBezTo>
                  <a:cubicBezTo>
                    <a:pt x="103156" y="146375"/>
                    <a:pt x="103121" y="146601"/>
                    <a:pt x="103085" y="146828"/>
                  </a:cubicBezTo>
                  <a:cubicBezTo>
                    <a:pt x="104573" y="146685"/>
                    <a:pt x="106109" y="146554"/>
                    <a:pt x="107669" y="146447"/>
                  </a:cubicBezTo>
                  <a:cubicBezTo>
                    <a:pt x="109240" y="146554"/>
                    <a:pt x="110764" y="146685"/>
                    <a:pt x="112265" y="146828"/>
                  </a:cubicBezTo>
                  <a:cubicBezTo>
                    <a:pt x="112217" y="146601"/>
                    <a:pt x="112181" y="146375"/>
                    <a:pt x="112146" y="146161"/>
                  </a:cubicBezTo>
                  <a:cubicBezTo>
                    <a:pt x="115979" y="145947"/>
                    <a:pt x="120075" y="145792"/>
                    <a:pt x="124504" y="145697"/>
                  </a:cubicBezTo>
                  <a:cubicBezTo>
                    <a:pt x="125022" y="144156"/>
                    <a:pt x="125413" y="143165"/>
                    <a:pt x="125645" y="143165"/>
                  </a:cubicBezTo>
                  <a:cubicBezTo>
                    <a:pt x="125846" y="143165"/>
                    <a:pt x="125929" y="143902"/>
                    <a:pt x="125873" y="145661"/>
                  </a:cubicBezTo>
                  <a:cubicBezTo>
                    <a:pt x="126100" y="145661"/>
                    <a:pt x="126302" y="145661"/>
                    <a:pt x="126528" y="145649"/>
                  </a:cubicBezTo>
                  <a:cubicBezTo>
                    <a:pt x="127181" y="144357"/>
                    <a:pt x="127670" y="143321"/>
                    <a:pt x="127939" y="143321"/>
                  </a:cubicBezTo>
                  <a:cubicBezTo>
                    <a:pt x="128150" y="143321"/>
                    <a:pt x="128225" y="143963"/>
                    <a:pt x="128136" y="145625"/>
                  </a:cubicBezTo>
                  <a:cubicBezTo>
                    <a:pt x="130541" y="145589"/>
                    <a:pt x="133184" y="145554"/>
                    <a:pt x="135946" y="145530"/>
                  </a:cubicBezTo>
                  <a:cubicBezTo>
                    <a:pt x="138720" y="145554"/>
                    <a:pt x="141352" y="145589"/>
                    <a:pt x="143757" y="145625"/>
                  </a:cubicBezTo>
                  <a:cubicBezTo>
                    <a:pt x="143667" y="143963"/>
                    <a:pt x="143745" y="143321"/>
                    <a:pt x="143959" y="143321"/>
                  </a:cubicBezTo>
                  <a:cubicBezTo>
                    <a:pt x="144230" y="143321"/>
                    <a:pt x="144723" y="144357"/>
                    <a:pt x="145376" y="145649"/>
                  </a:cubicBezTo>
                  <a:cubicBezTo>
                    <a:pt x="145590" y="145661"/>
                    <a:pt x="145804" y="145661"/>
                    <a:pt x="146019" y="145661"/>
                  </a:cubicBezTo>
                  <a:cubicBezTo>
                    <a:pt x="145964" y="143902"/>
                    <a:pt x="146046" y="143165"/>
                    <a:pt x="146247" y="143165"/>
                  </a:cubicBezTo>
                  <a:cubicBezTo>
                    <a:pt x="146479" y="143165"/>
                    <a:pt x="146870" y="144156"/>
                    <a:pt x="147388" y="145697"/>
                  </a:cubicBezTo>
                  <a:cubicBezTo>
                    <a:pt x="151817" y="145792"/>
                    <a:pt x="155913" y="145947"/>
                    <a:pt x="159759" y="146161"/>
                  </a:cubicBezTo>
                  <a:cubicBezTo>
                    <a:pt x="159711" y="146375"/>
                    <a:pt x="159675" y="146601"/>
                    <a:pt x="159640" y="146828"/>
                  </a:cubicBezTo>
                  <a:cubicBezTo>
                    <a:pt x="161128" y="146685"/>
                    <a:pt x="162664" y="146554"/>
                    <a:pt x="164223" y="146447"/>
                  </a:cubicBezTo>
                  <a:cubicBezTo>
                    <a:pt x="165795" y="146554"/>
                    <a:pt x="167319" y="146685"/>
                    <a:pt x="168819" y="146828"/>
                  </a:cubicBezTo>
                  <a:cubicBezTo>
                    <a:pt x="168772" y="146601"/>
                    <a:pt x="168736" y="146375"/>
                    <a:pt x="168700" y="146161"/>
                  </a:cubicBezTo>
                  <a:cubicBezTo>
                    <a:pt x="171915" y="145982"/>
                    <a:pt x="175296" y="145851"/>
                    <a:pt x="178916" y="145744"/>
                  </a:cubicBezTo>
                  <a:cubicBezTo>
                    <a:pt x="179702" y="145304"/>
                    <a:pt x="180464" y="144792"/>
                    <a:pt x="181309" y="144435"/>
                  </a:cubicBezTo>
                  <a:lnTo>
                    <a:pt x="181309" y="144435"/>
                  </a:lnTo>
                  <a:cubicBezTo>
                    <a:pt x="181190" y="145256"/>
                    <a:pt x="181059" y="146054"/>
                    <a:pt x="180916" y="146816"/>
                  </a:cubicBezTo>
                  <a:cubicBezTo>
                    <a:pt x="186714" y="146268"/>
                    <a:pt x="193001" y="145947"/>
                    <a:pt x="200204" y="145744"/>
                  </a:cubicBezTo>
                  <a:cubicBezTo>
                    <a:pt x="200347" y="145661"/>
                    <a:pt x="200490" y="145578"/>
                    <a:pt x="200645" y="145494"/>
                  </a:cubicBezTo>
                  <a:cubicBezTo>
                    <a:pt x="201770" y="145488"/>
                    <a:pt x="202904" y="145485"/>
                    <a:pt x="204039" y="145485"/>
                  </a:cubicBezTo>
                  <a:cubicBezTo>
                    <a:pt x="205175" y="145485"/>
                    <a:pt x="206312" y="145488"/>
                    <a:pt x="207443" y="145494"/>
                  </a:cubicBezTo>
                  <a:cubicBezTo>
                    <a:pt x="207443" y="145530"/>
                    <a:pt x="207443" y="145566"/>
                    <a:pt x="207431" y="145601"/>
                  </a:cubicBezTo>
                  <a:cubicBezTo>
                    <a:pt x="209741" y="145566"/>
                    <a:pt x="212253" y="145542"/>
                    <a:pt x="214873" y="145518"/>
                  </a:cubicBezTo>
                  <a:cubicBezTo>
                    <a:pt x="218004" y="145542"/>
                    <a:pt x="220981" y="145578"/>
                    <a:pt x="223683" y="145625"/>
                  </a:cubicBezTo>
                  <a:cubicBezTo>
                    <a:pt x="223671" y="145578"/>
                    <a:pt x="223671" y="145530"/>
                    <a:pt x="223671" y="145494"/>
                  </a:cubicBezTo>
                  <a:cubicBezTo>
                    <a:pt x="224183" y="145494"/>
                    <a:pt x="224695" y="145482"/>
                    <a:pt x="225207" y="145482"/>
                  </a:cubicBezTo>
                  <a:cubicBezTo>
                    <a:pt x="225243" y="145542"/>
                    <a:pt x="225267" y="145601"/>
                    <a:pt x="225291" y="145649"/>
                  </a:cubicBezTo>
                  <a:cubicBezTo>
                    <a:pt x="225517" y="145661"/>
                    <a:pt x="225731" y="145661"/>
                    <a:pt x="225945" y="145661"/>
                  </a:cubicBezTo>
                  <a:cubicBezTo>
                    <a:pt x="225945" y="145601"/>
                    <a:pt x="225934" y="145542"/>
                    <a:pt x="225934" y="145482"/>
                  </a:cubicBezTo>
                  <a:cubicBezTo>
                    <a:pt x="226374" y="145482"/>
                    <a:pt x="226803" y="145482"/>
                    <a:pt x="227243" y="145494"/>
                  </a:cubicBezTo>
                  <a:cubicBezTo>
                    <a:pt x="227267" y="145554"/>
                    <a:pt x="227291" y="145625"/>
                    <a:pt x="227315" y="145697"/>
                  </a:cubicBezTo>
                  <a:cubicBezTo>
                    <a:pt x="235411" y="145875"/>
                    <a:pt x="242376" y="146220"/>
                    <a:pt x="248734" y="146816"/>
                  </a:cubicBezTo>
                  <a:cubicBezTo>
                    <a:pt x="248651" y="146363"/>
                    <a:pt x="248579" y="145899"/>
                    <a:pt x="248508" y="145423"/>
                  </a:cubicBezTo>
                  <a:lnTo>
                    <a:pt x="248508" y="145423"/>
                  </a:lnTo>
                  <a:cubicBezTo>
                    <a:pt x="248532" y="145506"/>
                    <a:pt x="248567" y="145601"/>
                    <a:pt x="248591" y="145697"/>
                  </a:cubicBezTo>
                  <a:cubicBezTo>
                    <a:pt x="256699" y="145875"/>
                    <a:pt x="263664" y="146220"/>
                    <a:pt x="270022" y="146816"/>
                  </a:cubicBezTo>
                  <a:cubicBezTo>
                    <a:pt x="268463" y="138065"/>
                    <a:pt x="268082" y="126123"/>
                    <a:pt x="268606" y="114598"/>
                  </a:cubicBezTo>
                  <a:cubicBezTo>
                    <a:pt x="267939" y="114478"/>
                    <a:pt x="263926" y="114038"/>
                    <a:pt x="266462" y="113466"/>
                  </a:cubicBezTo>
                  <a:cubicBezTo>
                    <a:pt x="266546" y="113288"/>
                    <a:pt x="266808" y="113347"/>
                    <a:pt x="266974" y="113312"/>
                  </a:cubicBezTo>
                  <a:cubicBezTo>
                    <a:pt x="267105" y="113205"/>
                    <a:pt x="267236" y="113109"/>
                    <a:pt x="267367" y="113002"/>
                  </a:cubicBezTo>
                  <a:cubicBezTo>
                    <a:pt x="267391" y="112954"/>
                    <a:pt x="267403" y="112919"/>
                    <a:pt x="267415" y="112871"/>
                  </a:cubicBezTo>
                  <a:cubicBezTo>
                    <a:pt x="258878" y="111740"/>
                    <a:pt x="264557" y="111323"/>
                    <a:pt x="268856" y="110121"/>
                  </a:cubicBezTo>
                  <a:cubicBezTo>
                    <a:pt x="268951" y="108668"/>
                    <a:pt x="269070" y="107228"/>
                    <a:pt x="269189" y="105811"/>
                  </a:cubicBezTo>
                  <a:cubicBezTo>
                    <a:pt x="269463" y="105846"/>
                    <a:pt x="269749" y="105870"/>
                    <a:pt x="270022" y="105894"/>
                  </a:cubicBezTo>
                  <a:cubicBezTo>
                    <a:pt x="269832" y="104834"/>
                    <a:pt x="269653" y="103727"/>
                    <a:pt x="269510" y="102584"/>
                  </a:cubicBezTo>
                  <a:cubicBezTo>
                    <a:pt x="270094" y="97036"/>
                    <a:pt x="270903" y="91940"/>
                    <a:pt x="271904" y="87809"/>
                  </a:cubicBezTo>
                  <a:lnTo>
                    <a:pt x="271904" y="87809"/>
                  </a:lnTo>
                  <a:cubicBezTo>
                    <a:pt x="270725" y="87928"/>
                    <a:pt x="269570" y="88047"/>
                    <a:pt x="268451" y="88154"/>
                  </a:cubicBezTo>
                  <a:cubicBezTo>
                    <a:pt x="268320" y="83427"/>
                    <a:pt x="268379" y="78510"/>
                    <a:pt x="268606" y="73664"/>
                  </a:cubicBezTo>
                  <a:cubicBezTo>
                    <a:pt x="267939" y="73557"/>
                    <a:pt x="263926" y="73104"/>
                    <a:pt x="266462" y="72545"/>
                  </a:cubicBezTo>
                  <a:cubicBezTo>
                    <a:pt x="266546" y="72366"/>
                    <a:pt x="266808" y="72426"/>
                    <a:pt x="266974" y="72390"/>
                  </a:cubicBezTo>
                  <a:cubicBezTo>
                    <a:pt x="267105" y="72283"/>
                    <a:pt x="267236" y="72176"/>
                    <a:pt x="267367" y="72069"/>
                  </a:cubicBezTo>
                  <a:cubicBezTo>
                    <a:pt x="267391" y="72033"/>
                    <a:pt x="267403" y="71985"/>
                    <a:pt x="267415" y="71949"/>
                  </a:cubicBezTo>
                  <a:cubicBezTo>
                    <a:pt x="258878" y="70818"/>
                    <a:pt x="264557" y="70402"/>
                    <a:pt x="268856" y="69199"/>
                  </a:cubicBezTo>
                  <a:cubicBezTo>
                    <a:pt x="269415" y="60770"/>
                    <a:pt x="270463" y="52840"/>
                    <a:pt x="271904" y="46875"/>
                  </a:cubicBezTo>
                  <a:lnTo>
                    <a:pt x="271904" y="46875"/>
                  </a:lnTo>
                  <a:cubicBezTo>
                    <a:pt x="270606" y="47006"/>
                    <a:pt x="269344" y="47137"/>
                    <a:pt x="268105" y="47256"/>
                  </a:cubicBezTo>
                  <a:cubicBezTo>
                    <a:pt x="267713" y="40803"/>
                    <a:pt x="267689" y="33719"/>
                    <a:pt x="268010" y="26789"/>
                  </a:cubicBezTo>
                  <a:cubicBezTo>
                    <a:pt x="267343" y="26670"/>
                    <a:pt x="263331" y="26230"/>
                    <a:pt x="265867" y="25658"/>
                  </a:cubicBezTo>
                  <a:cubicBezTo>
                    <a:pt x="265950" y="25479"/>
                    <a:pt x="266212" y="25539"/>
                    <a:pt x="266379" y="25503"/>
                  </a:cubicBezTo>
                  <a:cubicBezTo>
                    <a:pt x="266510" y="25396"/>
                    <a:pt x="266641" y="25301"/>
                    <a:pt x="266772" y="25194"/>
                  </a:cubicBezTo>
                  <a:cubicBezTo>
                    <a:pt x="266796" y="25146"/>
                    <a:pt x="266808" y="25110"/>
                    <a:pt x="266820" y="25063"/>
                  </a:cubicBezTo>
                  <a:cubicBezTo>
                    <a:pt x="258283" y="23932"/>
                    <a:pt x="263962" y="23515"/>
                    <a:pt x="268260" y="22312"/>
                  </a:cubicBezTo>
                  <a:cubicBezTo>
                    <a:pt x="268415" y="19919"/>
                    <a:pt x="268856" y="15300"/>
                    <a:pt x="268856" y="15300"/>
                  </a:cubicBezTo>
                  <a:lnTo>
                    <a:pt x="254901" y="1453"/>
                  </a:lnTo>
                  <a:cubicBezTo>
                    <a:pt x="254901" y="1453"/>
                    <a:pt x="251413" y="1679"/>
                    <a:pt x="249615" y="1774"/>
                  </a:cubicBezTo>
                  <a:cubicBezTo>
                    <a:pt x="249746" y="1167"/>
                    <a:pt x="249889" y="572"/>
                    <a:pt x="250020" y="0"/>
                  </a:cubicBezTo>
                  <a:lnTo>
                    <a:pt x="250020" y="0"/>
                  </a:lnTo>
                  <a:cubicBezTo>
                    <a:pt x="240828" y="929"/>
                    <a:pt x="233577" y="1572"/>
                    <a:pt x="225017" y="1929"/>
                  </a:cubicBezTo>
                  <a:cubicBezTo>
                    <a:pt x="224814" y="2179"/>
                    <a:pt x="224600" y="2441"/>
                    <a:pt x="224386" y="2715"/>
                  </a:cubicBezTo>
                  <a:cubicBezTo>
                    <a:pt x="223731" y="2953"/>
                    <a:pt x="223112" y="3274"/>
                    <a:pt x="222647" y="3751"/>
                  </a:cubicBezTo>
                  <a:cubicBezTo>
                    <a:pt x="222755" y="3346"/>
                    <a:pt x="222945" y="2774"/>
                    <a:pt x="223219" y="2000"/>
                  </a:cubicBezTo>
                  <a:cubicBezTo>
                    <a:pt x="223094" y="1992"/>
                    <a:pt x="222968" y="1988"/>
                    <a:pt x="222843" y="1988"/>
                  </a:cubicBezTo>
                  <a:cubicBezTo>
                    <a:pt x="221740" y="1988"/>
                    <a:pt x="220632" y="2285"/>
                    <a:pt x="219537" y="2285"/>
                  </a:cubicBezTo>
                  <a:cubicBezTo>
                    <a:pt x="219371" y="2285"/>
                    <a:pt x="219205" y="2278"/>
                    <a:pt x="219040" y="2262"/>
                  </a:cubicBezTo>
                  <a:cubicBezTo>
                    <a:pt x="218567" y="2506"/>
                    <a:pt x="218202" y="2952"/>
                    <a:pt x="217926" y="2952"/>
                  </a:cubicBezTo>
                  <a:cubicBezTo>
                    <a:pt x="217744" y="2952"/>
                    <a:pt x="217601" y="2757"/>
                    <a:pt x="217492" y="2179"/>
                  </a:cubicBezTo>
                  <a:cubicBezTo>
                    <a:pt x="216420" y="2203"/>
                    <a:pt x="215337" y="2227"/>
                    <a:pt x="214218" y="2239"/>
                  </a:cubicBezTo>
                  <a:cubicBezTo>
                    <a:pt x="210515" y="2179"/>
                    <a:pt x="207169" y="2084"/>
                    <a:pt x="204002" y="1965"/>
                  </a:cubicBezTo>
                  <a:cubicBezTo>
                    <a:pt x="203967" y="2131"/>
                    <a:pt x="203943" y="2298"/>
                    <a:pt x="203919" y="2453"/>
                  </a:cubicBezTo>
                  <a:cubicBezTo>
                    <a:pt x="203550" y="2560"/>
                    <a:pt x="203181" y="2679"/>
                    <a:pt x="202824" y="2822"/>
                  </a:cubicBezTo>
                  <a:cubicBezTo>
                    <a:pt x="202776" y="2548"/>
                    <a:pt x="202728" y="2239"/>
                    <a:pt x="202681" y="1905"/>
                  </a:cubicBezTo>
                  <a:cubicBezTo>
                    <a:pt x="194453" y="1524"/>
                    <a:pt x="187357" y="905"/>
                    <a:pt x="178440" y="0"/>
                  </a:cubicBezTo>
                  <a:lnTo>
                    <a:pt x="178440" y="0"/>
                  </a:lnTo>
                  <a:cubicBezTo>
                    <a:pt x="178582" y="572"/>
                    <a:pt x="178713" y="1167"/>
                    <a:pt x="178844" y="1774"/>
                  </a:cubicBezTo>
                  <a:cubicBezTo>
                    <a:pt x="175773" y="1607"/>
                    <a:pt x="172832" y="1417"/>
                    <a:pt x="169831" y="1179"/>
                  </a:cubicBezTo>
                  <a:cubicBezTo>
                    <a:pt x="169927" y="774"/>
                    <a:pt x="170010" y="381"/>
                    <a:pt x="170105" y="0"/>
                  </a:cubicBezTo>
                  <a:lnTo>
                    <a:pt x="170105" y="0"/>
                  </a:lnTo>
                  <a:cubicBezTo>
                    <a:pt x="167843" y="226"/>
                    <a:pt x="165700" y="441"/>
                    <a:pt x="163628" y="631"/>
                  </a:cubicBezTo>
                  <a:cubicBezTo>
                    <a:pt x="161556" y="441"/>
                    <a:pt x="159413" y="226"/>
                    <a:pt x="157163" y="0"/>
                  </a:cubicBezTo>
                  <a:lnTo>
                    <a:pt x="157163" y="0"/>
                  </a:lnTo>
                  <a:cubicBezTo>
                    <a:pt x="157246" y="381"/>
                    <a:pt x="157342" y="774"/>
                    <a:pt x="157425" y="1179"/>
                  </a:cubicBezTo>
                  <a:cubicBezTo>
                    <a:pt x="153377" y="1500"/>
                    <a:pt x="149400" y="1750"/>
                    <a:pt x="145102" y="1929"/>
                  </a:cubicBezTo>
                  <a:cubicBezTo>
                    <a:pt x="144154" y="3043"/>
                    <a:pt x="143049" y="4616"/>
                    <a:pt x="142712" y="4616"/>
                  </a:cubicBezTo>
                  <a:cubicBezTo>
                    <a:pt x="142491" y="4616"/>
                    <a:pt x="142601" y="3936"/>
                    <a:pt x="143304" y="2000"/>
                  </a:cubicBezTo>
                  <a:cubicBezTo>
                    <a:pt x="143179" y="1992"/>
                    <a:pt x="143053" y="1988"/>
                    <a:pt x="142928" y="1988"/>
                  </a:cubicBezTo>
                  <a:cubicBezTo>
                    <a:pt x="141825" y="1988"/>
                    <a:pt x="140718" y="2285"/>
                    <a:pt x="139622" y="2285"/>
                  </a:cubicBezTo>
                  <a:cubicBezTo>
                    <a:pt x="139456" y="2285"/>
                    <a:pt x="139290" y="2278"/>
                    <a:pt x="139125" y="2262"/>
                  </a:cubicBezTo>
                  <a:cubicBezTo>
                    <a:pt x="138780" y="2441"/>
                    <a:pt x="138494" y="2715"/>
                    <a:pt x="138256" y="2858"/>
                  </a:cubicBezTo>
                  <a:lnTo>
                    <a:pt x="138256" y="2250"/>
                  </a:lnTo>
                  <a:cubicBezTo>
                    <a:pt x="138030" y="2250"/>
                    <a:pt x="137803" y="2239"/>
                    <a:pt x="137589" y="2239"/>
                  </a:cubicBezTo>
                  <a:cubicBezTo>
                    <a:pt x="137577" y="2215"/>
                    <a:pt x="137577" y="2203"/>
                    <a:pt x="137565" y="2179"/>
                  </a:cubicBezTo>
                  <a:cubicBezTo>
                    <a:pt x="137041" y="2191"/>
                    <a:pt x="136494" y="2203"/>
                    <a:pt x="135946" y="2215"/>
                  </a:cubicBezTo>
                  <a:cubicBezTo>
                    <a:pt x="135410" y="2203"/>
                    <a:pt x="134863" y="2191"/>
                    <a:pt x="134327" y="2179"/>
                  </a:cubicBezTo>
                  <a:cubicBezTo>
                    <a:pt x="134327" y="2203"/>
                    <a:pt x="134327" y="2215"/>
                    <a:pt x="134315" y="2239"/>
                  </a:cubicBezTo>
                  <a:cubicBezTo>
                    <a:pt x="134089" y="2239"/>
                    <a:pt x="133874" y="2250"/>
                    <a:pt x="133648" y="2250"/>
                  </a:cubicBezTo>
                  <a:lnTo>
                    <a:pt x="133648" y="2858"/>
                  </a:lnTo>
                  <a:cubicBezTo>
                    <a:pt x="133410" y="2715"/>
                    <a:pt x="133124" y="2441"/>
                    <a:pt x="132779" y="2262"/>
                  </a:cubicBezTo>
                  <a:cubicBezTo>
                    <a:pt x="132604" y="2280"/>
                    <a:pt x="132429" y="2288"/>
                    <a:pt x="132254" y="2288"/>
                  </a:cubicBezTo>
                  <a:cubicBezTo>
                    <a:pt x="131165" y="2288"/>
                    <a:pt x="130064" y="1988"/>
                    <a:pt x="128968" y="1988"/>
                  </a:cubicBezTo>
                  <a:cubicBezTo>
                    <a:pt x="128845" y="1988"/>
                    <a:pt x="128723" y="1992"/>
                    <a:pt x="128600" y="2000"/>
                  </a:cubicBezTo>
                  <a:cubicBezTo>
                    <a:pt x="129303" y="3936"/>
                    <a:pt x="129413" y="4616"/>
                    <a:pt x="129192" y="4616"/>
                  </a:cubicBezTo>
                  <a:cubicBezTo>
                    <a:pt x="128855" y="4616"/>
                    <a:pt x="127750" y="3043"/>
                    <a:pt x="126802" y="1929"/>
                  </a:cubicBezTo>
                  <a:cubicBezTo>
                    <a:pt x="122492" y="1750"/>
                    <a:pt x="118527" y="1500"/>
                    <a:pt x="114467" y="1179"/>
                  </a:cubicBezTo>
                  <a:cubicBezTo>
                    <a:pt x="114562" y="774"/>
                    <a:pt x="114646" y="381"/>
                    <a:pt x="114741" y="0"/>
                  </a:cubicBezTo>
                  <a:lnTo>
                    <a:pt x="114741" y="0"/>
                  </a:lnTo>
                  <a:cubicBezTo>
                    <a:pt x="112491" y="226"/>
                    <a:pt x="110348" y="441"/>
                    <a:pt x="108276" y="631"/>
                  </a:cubicBezTo>
                  <a:cubicBezTo>
                    <a:pt x="106192" y="441"/>
                    <a:pt x="104061" y="226"/>
                    <a:pt x="101799" y="0"/>
                  </a:cubicBezTo>
                  <a:lnTo>
                    <a:pt x="101799" y="0"/>
                  </a:lnTo>
                  <a:cubicBezTo>
                    <a:pt x="101894" y="381"/>
                    <a:pt x="101978" y="774"/>
                    <a:pt x="102073" y="1179"/>
                  </a:cubicBezTo>
                  <a:cubicBezTo>
                    <a:pt x="99072" y="1417"/>
                    <a:pt x="96132" y="1607"/>
                    <a:pt x="93060" y="1774"/>
                  </a:cubicBezTo>
                  <a:cubicBezTo>
                    <a:pt x="93191" y="1167"/>
                    <a:pt x="93322" y="572"/>
                    <a:pt x="93465" y="0"/>
                  </a:cubicBezTo>
                  <a:lnTo>
                    <a:pt x="93465" y="0"/>
                  </a:lnTo>
                  <a:cubicBezTo>
                    <a:pt x="84535" y="905"/>
                    <a:pt x="77439" y="1524"/>
                    <a:pt x="69212" y="1905"/>
                  </a:cubicBezTo>
                  <a:cubicBezTo>
                    <a:pt x="69164" y="2239"/>
                    <a:pt x="69116" y="2548"/>
                    <a:pt x="69081" y="2822"/>
                  </a:cubicBezTo>
                  <a:cubicBezTo>
                    <a:pt x="68723" y="2667"/>
                    <a:pt x="68342" y="2548"/>
                    <a:pt x="67973" y="2453"/>
                  </a:cubicBezTo>
                  <a:cubicBezTo>
                    <a:pt x="67950" y="2298"/>
                    <a:pt x="67926" y="2131"/>
                    <a:pt x="67902" y="1953"/>
                  </a:cubicBezTo>
                  <a:cubicBezTo>
                    <a:pt x="64735" y="2084"/>
                    <a:pt x="61377" y="2179"/>
                    <a:pt x="57686" y="2239"/>
                  </a:cubicBezTo>
                  <a:cubicBezTo>
                    <a:pt x="56567" y="2227"/>
                    <a:pt x="55472" y="2203"/>
                    <a:pt x="54412" y="2179"/>
                  </a:cubicBezTo>
                  <a:cubicBezTo>
                    <a:pt x="54303" y="2757"/>
                    <a:pt x="54160" y="2952"/>
                    <a:pt x="53977" y="2952"/>
                  </a:cubicBezTo>
                  <a:cubicBezTo>
                    <a:pt x="53701" y="2952"/>
                    <a:pt x="53333" y="2506"/>
                    <a:pt x="52852" y="2262"/>
                  </a:cubicBezTo>
                  <a:cubicBezTo>
                    <a:pt x="52687" y="2278"/>
                    <a:pt x="52522" y="2285"/>
                    <a:pt x="52356" y="2285"/>
                  </a:cubicBezTo>
                  <a:cubicBezTo>
                    <a:pt x="51262" y="2285"/>
                    <a:pt x="50161" y="1988"/>
                    <a:pt x="49052" y="1988"/>
                  </a:cubicBezTo>
                  <a:cubicBezTo>
                    <a:pt x="48926" y="1988"/>
                    <a:pt x="48800" y="1992"/>
                    <a:pt x="48673" y="2000"/>
                  </a:cubicBezTo>
                  <a:cubicBezTo>
                    <a:pt x="48959" y="2774"/>
                    <a:pt x="49138" y="3346"/>
                    <a:pt x="49257" y="3751"/>
                  </a:cubicBezTo>
                  <a:cubicBezTo>
                    <a:pt x="48792" y="3274"/>
                    <a:pt x="48173" y="2953"/>
                    <a:pt x="47518" y="2703"/>
                  </a:cubicBezTo>
                  <a:cubicBezTo>
                    <a:pt x="47304" y="2441"/>
                    <a:pt x="47090" y="2179"/>
                    <a:pt x="46875" y="1929"/>
                  </a:cubicBezTo>
                  <a:cubicBezTo>
                    <a:pt x="38315" y="1572"/>
                    <a:pt x="31064" y="929"/>
                    <a:pt x="21872" y="0"/>
                  </a:cubicBezTo>
                  <a:lnTo>
                    <a:pt x="21872" y="0"/>
                  </a:lnTo>
                  <a:cubicBezTo>
                    <a:pt x="22015" y="572"/>
                    <a:pt x="22146" y="1167"/>
                    <a:pt x="22277" y="1774"/>
                  </a:cubicBezTo>
                  <a:cubicBezTo>
                    <a:pt x="15098" y="1393"/>
                    <a:pt x="8573" y="810"/>
                    <a:pt x="5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55"/>
            <p:cNvSpPr/>
            <p:nvPr/>
          </p:nvSpPr>
          <p:spPr>
            <a:xfrm>
              <a:off x="283950" y="193150"/>
              <a:ext cx="8615526" cy="4752359"/>
            </a:xfrm>
            <a:custGeom>
              <a:rect b="b" l="l" r="r" t="t"/>
              <a:pathLst>
                <a:path extrusionOk="0" h="146757" w="269046">
                  <a:moveTo>
                    <a:pt x="21241" y="131"/>
                  </a:moveTo>
                  <a:cubicBezTo>
                    <a:pt x="20884" y="346"/>
                    <a:pt x="20527" y="572"/>
                    <a:pt x="20170" y="798"/>
                  </a:cubicBezTo>
                  <a:cubicBezTo>
                    <a:pt x="20217" y="953"/>
                    <a:pt x="20253" y="1120"/>
                    <a:pt x="20289" y="1286"/>
                  </a:cubicBezTo>
                  <a:cubicBezTo>
                    <a:pt x="20860" y="929"/>
                    <a:pt x="21432" y="560"/>
                    <a:pt x="22015" y="203"/>
                  </a:cubicBezTo>
                  <a:cubicBezTo>
                    <a:pt x="21753" y="179"/>
                    <a:pt x="21503" y="155"/>
                    <a:pt x="21241" y="131"/>
                  </a:cubicBezTo>
                  <a:close/>
                  <a:moveTo>
                    <a:pt x="18777" y="1691"/>
                  </a:moveTo>
                  <a:cubicBezTo>
                    <a:pt x="18515" y="1858"/>
                    <a:pt x="18265" y="2012"/>
                    <a:pt x="18015" y="2179"/>
                  </a:cubicBezTo>
                  <a:cubicBezTo>
                    <a:pt x="11788" y="6263"/>
                    <a:pt x="6156" y="10644"/>
                    <a:pt x="1155" y="15252"/>
                  </a:cubicBezTo>
                  <a:cubicBezTo>
                    <a:pt x="1179" y="15455"/>
                    <a:pt x="1203" y="15657"/>
                    <a:pt x="1215" y="15848"/>
                  </a:cubicBezTo>
                  <a:cubicBezTo>
                    <a:pt x="6263" y="11156"/>
                    <a:pt x="11966" y="6727"/>
                    <a:pt x="18277" y="2584"/>
                  </a:cubicBezTo>
                  <a:cubicBezTo>
                    <a:pt x="18705" y="2298"/>
                    <a:pt x="19146" y="2012"/>
                    <a:pt x="19574" y="1739"/>
                  </a:cubicBezTo>
                  <a:cubicBezTo>
                    <a:pt x="19312" y="1727"/>
                    <a:pt x="19039" y="1703"/>
                    <a:pt x="18777" y="1691"/>
                  </a:cubicBezTo>
                  <a:close/>
                  <a:moveTo>
                    <a:pt x="257199" y="5608"/>
                  </a:moveTo>
                  <a:cubicBezTo>
                    <a:pt x="259819" y="11180"/>
                    <a:pt x="262128" y="16943"/>
                    <a:pt x="264105" y="22884"/>
                  </a:cubicBezTo>
                  <a:cubicBezTo>
                    <a:pt x="264307" y="22836"/>
                    <a:pt x="264522" y="22789"/>
                    <a:pt x="264736" y="22741"/>
                  </a:cubicBezTo>
                  <a:cubicBezTo>
                    <a:pt x="262950" y="17360"/>
                    <a:pt x="260890" y="12085"/>
                    <a:pt x="258557" y="6942"/>
                  </a:cubicBezTo>
                  <a:lnTo>
                    <a:pt x="257199" y="5608"/>
                  </a:lnTo>
                  <a:close/>
                  <a:moveTo>
                    <a:pt x="234685" y="1239"/>
                  </a:moveTo>
                  <a:cubicBezTo>
                    <a:pt x="234423" y="1262"/>
                    <a:pt x="234149" y="1286"/>
                    <a:pt x="233887" y="1298"/>
                  </a:cubicBezTo>
                  <a:cubicBezTo>
                    <a:pt x="234554" y="1727"/>
                    <a:pt x="235220" y="2143"/>
                    <a:pt x="235875" y="2584"/>
                  </a:cubicBezTo>
                  <a:cubicBezTo>
                    <a:pt x="245662" y="9001"/>
                    <a:pt x="253961" y="16145"/>
                    <a:pt x="260676" y="23813"/>
                  </a:cubicBezTo>
                  <a:cubicBezTo>
                    <a:pt x="260783" y="23741"/>
                    <a:pt x="260938" y="23682"/>
                    <a:pt x="261140" y="23610"/>
                  </a:cubicBezTo>
                  <a:cubicBezTo>
                    <a:pt x="254377" y="15871"/>
                    <a:pt x="246007" y="8656"/>
                    <a:pt x="236137" y="2179"/>
                  </a:cubicBezTo>
                  <a:cubicBezTo>
                    <a:pt x="235649" y="1870"/>
                    <a:pt x="235173" y="1548"/>
                    <a:pt x="234685" y="1239"/>
                  </a:cubicBezTo>
                  <a:close/>
                  <a:moveTo>
                    <a:pt x="264807" y="25051"/>
                  </a:moveTo>
                  <a:lnTo>
                    <a:pt x="264867" y="25218"/>
                  </a:lnTo>
                  <a:cubicBezTo>
                    <a:pt x="264879" y="25218"/>
                    <a:pt x="264879" y="25206"/>
                    <a:pt x="264891" y="25194"/>
                  </a:cubicBezTo>
                  <a:cubicBezTo>
                    <a:pt x="264914" y="25158"/>
                    <a:pt x="264926" y="25111"/>
                    <a:pt x="264938" y="25075"/>
                  </a:cubicBezTo>
                  <a:cubicBezTo>
                    <a:pt x="264891" y="25063"/>
                    <a:pt x="264855" y="25063"/>
                    <a:pt x="264807" y="25051"/>
                  </a:cubicBezTo>
                  <a:close/>
                  <a:moveTo>
                    <a:pt x="265319" y="26670"/>
                  </a:moveTo>
                  <a:lnTo>
                    <a:pt x="265319" y="26670"/>
                  </a:lnTo>
                  <a:cubicBezTo>
                    <a:pt x="265557" y="27480"/>
                    <a:pt x="265807" y="28290"/>
                    <a:pt x="266034" y="29099"/>
                  </a:cubicBezTo>
                  <a:cubicBezTo>
                    <a:pt x="266057" y="28444"/>
                    <a:pt x="266081" y="27789"/>
                    <a:pt x="266117" y="27135"/>
                  </a:cubicBezTo>
                  <a:cubicBezTo>
                    <a:pt x="266081" y="27016"/>
                    <a:pt x="266046" y="26896"/>
                    <a:pt x="266010" y="26777"/>
                  </a:cubicBezTo>
                  <a:cubicBezTo>
                    <a:pt x="265843" y="26754"/>
                    <a:pt x="265593" y="26718"/>
                    <a:pt x="265319" y="26670"/>
                  </a:cubicBezTo>
                  <a:close/>
                  <a:moveTo>
                    <a:pt x="261188" y="24408"/>
                  </a:moveTo>
                  <a:lnTo>
                    <a:pt x="261188" y="24408"/>
                  </a:lnTo>
                  <a:cubicBezTo>
                    <a:pt x="262902" y="26396"/>
                    <a:pt x="264498" y="28409"/>
                    <a:pt x="265998" y="30456"/>
                  </a:cubicBezTo>
                  <a:cubicBezTo>
                    <a:pt x="265998" y="30195"/>
                    <a:pt x="266010" y="29944"/>
                    <a:pt x="266022" y="29683"/>
                  </a:cubicBezTo>
                  <a:cubicBezTo>
                    <a:pt x="265153" y="28516"/>
                    <a:pt x="264260" y="27361"/>
                    <a:pt x="263331" y="26218"/>
                  </a:cubicBezTo>
                  <a:cubicBezTo>
                    <a:pt x="263200" y="26158"/>
                    <a:pt x="263140" y="26087"/>
                    <a:pt x="263164" y="26015"/>
                  </a:cubicBezTo>
                  <a:cubicBezTo>
                    <a:pt x="262771" y="25539"/>
                    <a:pt x="262378" y="25075"/>
                    <a:pt x="261986" y="24599"/>
                  </a:cubicBezTo>
                  <a:cubicBezTo>
                    <a:pt x="261664" y="24539"/>
                    <a:pt x="261402" y="24468"/>
                    <a:pt x="261188" y="24408"/>
                  </a:cubicBezTo>
                  <a:close/>
                  <a:moveTo>
                    <a:pt x="127076" y="17431"/>
                  </a:moveTo>
                  <a:cubicBezTo>
                    <a:pt x="133339" y="17431"/>
                    <a:pt x="139506" y="17574"/>
                    <a:pt x="145578" y="17848"/>
                  </a:cubicBezTo>
                  <a:cubicBezTo>
                    <a:pt x="146150" y="29278"/>
                    <a:pt x="146554" y="41363"/>
                    <a:pt x="146769" y="53924"/>
                  </a:cubicBezTo>
                  <a:cubicBezTo>
                    <a:pt x="140292" y="53816"/>
                    <a:pt x="133720" y="53769"/>
                    <a:pt x="127076" y="53769"/>
                  </a:cubicBezTo>
                  <a:cubicBezTo>
                    <a:pt x="120432" y="53769"/>
                    <a:pt x="113860" y="53816"/>
                    <a:pt x="107371" y="53924"/>
                  </a:cubicBezTo>
                  <a:cubicBezTo>
                    <a:pt x="107585" y="41363"/>
                    <a:pt x="107990" y="29278"/>
                    <a:pt x="108562" y="17848"/>
                  </a:cubicBezTo>
                  <a:cubicBezTo>
                    <a:pt x="114634" y="17574"/>
                    <a:pt x="120813" y="17431"/>
                    <a:pt x="127076" y="17431"/>
                  </a:cubicBezTo>
                  <a:close/>
                  <a:moveTo>
                    <a:pt x="108359" y="17848"/>
                  </a:moveTo>
                  <a:cubicBezTo>
                    <a:pt x="107776" y="29385"/>
                    <a:pt x="107371" y="41482"/>
                    <a:pt x="107169" y="53924"/>
                  </a:cubicBezTo>
                  <a:cubicBezTo>
                    <a:pt x="94727" y="54138"/>
                    <a:pt x="82630" y="54531"/>
                    <a:pt x="71093" y="55114"/>
                  </a:cubicBezTo>
                  <a:cubicBezTo>
                    <a:pt x="71617" y="43244"/>
                    <a:pt x="72640" y="31766"/>
                    <a:pt x="74117" y="20872"/>
                  </a:cubicBezTo>
                  <a:cubicBezTo>
                    <a:pt x="85011" y="19407"/>
                    <a:pt x="96477" y="18384"/>
                    <a:pt x="108359" y="17848"/>
                  </a:cubicBezTo>
                  <a:close/>
                  <a:moveTo>
                    <a:pt x="145792" y="17860"/>
                  </a:moveTo>
                  <a:lnTo>
                    <a:pt x="145792" y="17860"/>
                  </a:lnTo>
                  <a:cubicBezTo>
                    <a:pt x="157675" y="18384"/>
                    <a:pt x="169141" y="19407"/>
                    <a:pt x="180035" y="20884"/>
                  </a:cubicBezTo>
                  <a:cubicBezTo>
                    <a:pt x="181499" y="31766"/>
                    <a:pt x="182523" y="43244"/>
                    <a:pt x="183059" y="55114"/>
                  </a:cubicBezTo>
                  <a:cubicBezTo>
                    <a:pt x="171522" y="54531"/>
                    <a:pt x="159425" y="54138"/>
                    <a:pt x="146983" y="53924"/>
                  </a:cubicBezTo>
                  <a:cubicBezTo>
                    <a:pt x="146781" y="41482"/>
                    <a:pt x="146376" y="29385"/>
                    <a:pt x="145792" y="17860"/>
                  </a:cubicBezTo>
                  <a:close/>
                  <a:moveTo>
                    <a:pt x="73724" y="20931"/>
                  </a:moveTo>
                  <a:lnTo>
                    <a:pt x="73724" y="20931"/>
                  </a:lnTo>
                  <a:cubicBezTo>
                    <a:pt x="72259" y="31909"/>
                    <a:pt x="71247" y="43375"/>
                    <a:pt x="70724" y="55138"/>
                  </a:cubicBezTo>
                  <a:cubicBezTo>
                    <a:pt x="54805" y="55948"/>
                    <a:pt x="39958" y="57103"/>
                    <a:pt x="26742" y="58579"/>
                  </a:cubicBezTo>
                  <a:cubicBezTo>
                    <a:pt x="27373" y="48816"/>
                    <a:pt x="28599" y="39255"/>
                    <a:pt x="30397" y="29992"/>
                  </a:cubicBezTo>
                  <a:cubicBezTo>
                    <a:pt x="43292" y="26158"/>
                    <a:pt x="57901" y="23086"/>
                    <a:pt x="73724" y="20931"/>
                  </a:cubicBezTo>
                  <a:close/>
                  <a:moveTo>
                    <a:pt x="180416" y="20931"/>
                  </a:moveTo>
                  <a:lnTo>
                    <a:pt x="180416" y="20931"/>
                  </a:lnTo>
                  <a:cubicBezTo>
                    <a:pt x="196251" y="23086"/>
                    <a:pt x="210860" y="26170"/>
                    <a:pt x="223755" y="29992"/>
                  </a:cubicBezTo>
                  <a:cubicBezTo>
                    <a:pt x="225552" y="39255"/>
                    <a:pt x="226779" y="48816"/>
                    <a:pt x="227410" y="58579"/>
                  </a:cubicBezTo>
                  <a:cubicBezTo>
                    <a:pt x="214194" y="57103"/>
                    <a:pt x="199335" y="55948"/>
                    <a:pt x="183416" y="55138"/>
                  </a:cubicBezTo>
                  <a:cubicBezTo>
                    <a:pt x="182904" y="43375"/>
                    <a:pt x="181892" y="31909"/>
                    <a:pt x="180416" y="20931"/>
                  </a:cubicBezTo>
                  <a:close/>
                  <a:moveTo>
                    <a:pt x="70724" y="55352"/>
                  </a:moveTo>
                  <a:cubicBezTo>
                    <a:pt x="70450" y="61436"/>
                    <a:pt x="70319" y="67616"/>
                    <a:pt x="70319" y="73843"/>
                  </a:cubicBezTo>
                  <a:cubicBezTo>
                    <a:pt x="70319" y="80070"/>
                    <a:pt x="70450" y="86237"/>
                    <a:pt x="70724" y="92321"/>
                  </a:cubicBezTo>
                  <a:cubicBezTo>
                    <a:pt x="54543" y="91500"/>
                    <a:pt x="39696" y="90333"/>
                    <a:pt x="26730" y="88892"/>
                  </a:cubicBezTo>
                  <a:cubicBezTo>
                    <a:pt x="26420" y="83915"/>
                    <a:pt x="26254" y="78891"/>
                    <a:pt x="26254" y="73843"/>
                  </a:cubicBezTo>
                  <a:cubicBezTo>
                    <a:pt x="26254" y="68783"/>
                    <a:pt x="26420" y="63758"/>
                    <a:pt x="26730" y="58781"/>
                  </a:cubicBezTo>
                  <a:cubicBezTo>
                    <a:pt x="39696" y="57341"/>
                    <a:pt x="54543" y="56174"/>
                    <a:pt x="70724" y="55352"/>
                  </a:cubicBezTo>
                  <a:close/>
                  <a:moveTo>
                    <a:pt x="183428" y="55352"/>
                  </a:moveTo>
                  <a:cubicBezTo>
                    <a:pt x="199609" y="56174"/>
                    <a:pt x="214444" y="57341"/>
                    <a:pt x="227410" y="58781"/>
                  </a:cubicBezTo>
                  <a:cubicBezTo>
                    <a:pt x="227731" y="63758"/>
                    <a:pt x="227886" y="68783"/>
                    <a:pt x="227886" y="73843"/>
                  </a:cubicBezTo>
                  <a:cubicBezTo>
                    <a:pt x="227886" y="78903"/>
                    <a:pt x="227731" y="83915"/>
                    <a:pt x="227410" y="88892"/>
                  </a:cubicBezTo>
                  <a:cubicBezTo>
                    <a:pt x="214444" y="90333"/>
                    <a:pt x="199609" y="91500"/>
                    <a:pt x="183428" y="92321"/>
                  </a:cubicBezTo>
                  <a:cubicBezTo>
                    <a:pt x="183690" y="86237"/>
                    <a:pt x="183833" y="80070"/>
                    <a:pt x="183833" y="73843"/>
                  </a:cubicBezTo>
                  <a:cubicBezTo>
                    <a:pt x="183833" y="67616"/>
                    <a:pt x="183690" y="61436"/>
                    <a:pt x="183428" y="55352"/>
                  </a:cubicBezTo>
                  <a:close/>
                  <a:moveTo>
                    <a:pt x="107157" y="54138"/>
                  </a:moveTo>
                  <a:cubicBezTo>
                    <a:pt x="107050" y="60627"/>
                    <a:pt x="107002" y="67199"/>
                    <a:pt x="107002" y="73843"/>
                  </a:cubicBezTo>
                  <a:cubicBezTo>
                    <a:pt x="107002" y="80475"/>
                    <a:pt x="107050" y="87047"/>
                    <a:pt x="107157" y="93536"/>
                  </a:cubicBezTo>
                  <a:cubicBezTo>
                    <a:pt x="94596" y="93321"/>
                    <a:pt x="82511" y="92917"/>
                    <a:pt x="71081" y="92345"/>
                  </a:cubicBezTo>
                  <a:cubicBezTo>
                    <a:pt x="70807" y="86273"/>
                    <a:pt x="70676" y="80105"/>
                    <a:pt x="70676" y="73843"/>
                  </a:cubicBezTo>
                  <a:cubicBezTo>
                    <a:pt x="70676" y="67580"/>
                    <a:pt x="70807" y="61401"/>
                    <a:pt x="71081" y="55329"/>
                  </a:cubicBezTo>
                  <a:cubicBezTo>
                    <a:pt x="82511" y="54757"/>
                    <a:pt x="94596" y="54352"/>
                    <a:pt x="107157" y="54138"/>
                  </a:cubicBezTo>
                  <a:close/>
                  <a:moveTo>
                    <a:pt x="146983" y="54138"/>
                  </a:moveTo>
                  <a:cubicBezTo>
                    <a:pt x="159544" y="54352"/>
                    <a:pt x="171641" y="54757"/>
                    <a:pt x="183071" y="55329"/>
                  </a:cubicBezTo>
                  <a:cubicBezTo>
                    <a:pt x="183333" y="61401"/>
                    <a:pt x="183476" y="67568"/>
                    <a:pt x="183476" y="73831"/>
                  </a:cubicBezTo>
                  <a:cubicBezTo>
                    <a:pt x="183476" y="80094"/>
                    <a:pt x="183333" y="86273"/>
                    <a:pt x="183071" y="92345"/>
                  </a:cubicBezTo>
                  <a:cubicBezTo>
                    <a:pt x="171641" y="92917"/>
                    <a:pt x="159544" y="93321"/>
                    <a:pt x="146983" y="93536"/>
                  </a:cubicBezTo>
                  <a:cubicBezTo>
                    <a:pt x="147090" y="87047"/>
                    <a:pt x="147150" y="80475"/>
                    <a:pt x="147150" y="73843"/>
                  </a:cubicBezTo>
                  <a:cubicBezTo>
                    <a:pt x="147150" y="67199"/>
                    <a:pt x="147090" y="60627"/>
                    <a:pt x="146983" y="54138"/>
                  </a:cubicBezTo>
                  <a:close/>
                  <a:moveTo>
                    <a:pt x="127076" y="53971"/>
                  </a:moveTo>
                  <a:cubicBezTo>
                    <a:pt x="133743" y="53971"/>
                    <a:pt x="140327" y="54031"/>
                    <a:pt x="146781" y="54138"/>
                  </a:cubicBezTo>
                  <a:cubicBezTo>
                    <a:pt x="146876" y="60591"/>
                    <a:pt x="146935" y="67163"/>
                    <a:pt x="146935" y="73843"/>
                  </a:cubicBezTo>
                  <a:cubicBezTo>
                    <a:pt x="146935" y="80510"/>
                    <a:pt x="146888" y="87082"/>
                    <a:pt x="146781" y="93536"/>
                  </a:cubicBezTo>
                  <a:cubicBezTo>
                    <a:pt x="140327" y="93643"/>
                    <a:pt x="133743" y="93702"/>
                    <a:pt x="127076" y="93702"/>
                  </a:cubicBezTo>
                  <a:cubicBezTo>
                    <a:pt x="120396" y="93702"/>
                    <a:pt x="113824" y="93643"/>
                    <a:pt x="107371" y="93536"/>
                  </a:cubicBezTo>
                  <a:cubicBezTo>
                    <a:pt x="107264" y="87082"/>
                    <a:pt x="107204" y="80510"/>
                    <a:pt x="107204" y="73843"/>
                  </a:cubicBezTo>
                  <a:cubicBezTo>
                    <a:pt x="107204" y="67163"/>
                    <a:pt x="107264" y="60591"/>
                    <a:pt x="107371" y="54138"/>
                  </a:cubicBezTo>
                  <a:cubicBezTo>
                    <a:pt x="113824" y="54031"/>
                    <a:pt x="120396" y="53971"/>
                    <a:pt x="127076" y="53971"/>
                  </a:cubicBezTo>
                  <a:close/>
                  <a:moveTo>
                    <a:pt x="48" y="105632"/>
                  </a:moveTo>
                  <a:cubicBezTo>
                    <a:pt x="36" y="105716"/>
                    <a:pt x="12" y="105811"/>
                    <a:pt x="0" y="105894"/>
                  </a:cubicBezTo>
                  <a:cubicBezTo>
                    <a:pt x="155" y="105882"/>
                    <a:pt x="310" y="105870"/>
                    <a:pt x="477" y="105859"/>
                  </a:cubicBezTo>
                  <a:cubicBezTo>
                    <a:pt x="334" y="105775"/>
                    <a:pt x="191" y="105704"/>
                    <a:pt x="48" y="105632"/>
                  </a:cubicBezTo>
                  <a:close/>
                  <a:moveTo>
                    <a:pt x="26742" y="89095"/>
                  </a:moveTo>
                  <a:cubicBezTo>
                    <a:pt x="39958" y="90571"/>
                    <a:pt x="54805" y="91726"/>
                    <a:pt x="70724" y="92536"/>
                  </a:cubicBezTo>
                  <a:cubicBezTo>
                    <a:pt x="71247" y="104299"/>
                    <a:pt x="72259" y="115765"/>
                    <a:pt x="73724" y="126742"/>
                  </a:cubicBezTo>
                  <a:cubicBezTo>
                    <a:pt x="57901" y="124587"/>
                    <a:pt x="43292" y="121515"/>
                    <a:pt x="30397" y="117681"/>
                  </a:cubicBezTo>
                  <a:cubicBezTo>
                    <a:pt x="28599" y="108418"/>
                    <a:pt x="27373" y="98858"/>
                    <a:pt x="26742" y="89095"/>
                  </a:cubicBezTo>
                  <a:close/>
                  <a:moveTo>
                    <a:pt x="227410" y="89095"/>
                  </a:moveTo>
                  <a:cubicBezTo>
                    <a:pt x="226779" y="98858"/>
                    <a:pt x="225552" y="108418"/>
                    <a:pt x="223755" y="117681"/>
                  </a:cubicBezTo>
                  <a:cubicBezTo>
                    <a:pt x="210860" y="121515"/>
                    <a:pt x="196251" y="124587"/>
                    <a:pt x="180416" y="126742"/>
                  </a:cubicBezTo>
                  <a:cubicBezTo>
                    <a:pt x="181892" y="115765"/>
                    <a:pt x="182904" y="104299"/>
                    <a:pt x="183416" y="92536"/>
                  </a:cubicBezTo>
                  <a:cubicBezTo>
                    <a:pt x="199347" y="91726"/>
                    <a:pt x="214194" y="90571"/>
                    <a:pt x="227410" y="89095"/>
                  </a:cubicBezTo>
                  <a:close/>
                  <a:moveTo>
                    <a:pt x="71093" y="92559"/>
                  </a:moveTo>
                  <a:lnTo>
                    <a:pt x="71093" y="92559"/>
                  </a:lnTo>
                  <a:cubicBezTo>
                    <a:pt x="82630" y="93143"/>
                    <a:pt x="94715" y="93536"/>
                    <a:pt x="107169" y="93750"/>
                  </a:cubicBezTo>
                  <a:cubicBezTo>
                    <a:pt x="107371" y="106192"/>
                    <a:pt x="107776" y="118289"/>
                    <a:pt x="108347" y="129826"/>
                  </a:cubicBezTo>
                  <a:cubicBezTo>
                    <a:pt x="96477" y="129290"/>
                    <a:pt x="85011" y="128266"/>
                    <a:pt x="74117" y="126790"/>
                  </a:cubicBezTo>
                  <a:cubicBezTo>
                    <a:pt x="72640" y="115907"/>
                    <a:pt x="71617" y="104442"/>
                    <a:pt x="71093" y="92559"/>
                  </a:cubicBezTo>
                  <a:close/>
                  <a:moveTo>
                    <a:pt x="183059" y="92559"/>
                  </a:moveTo>
                  <a:lnTo>
                    <a:pt x="183059" y="92559"/>
                  </a:lnTo>
                  <a:cubicBezTo>
                    <a:pt x="182523" y="104442"/>
                    <a:pt x="181499" y="115907"/>
                    <a:pt x="180035" y="126802"/>
                  </a:cubicBezTo>
                  <a:cubicBezTo>
                    <a:pt x="169141" y="128266"/>
                    <a:pt x="157675" y="129290"/>
                    <a:pt x="145792" y="129826"/>
                  </a:cubicBezTo>
                  <a:cubicBezTo>
                    <a:pt x="146376" y="118289"/>
                    <a:pt x="146769" y="106192"/>
                    <a:pt x="146983" y="93750"/>
                  </a:cubicBezTo>
                  <a:cubicBezTo>
                    <a:pt x="159425" y="93536"/>
                    <a:pt x="171522" y="93143"/>
                    <a:pt x="183059" y="92559"/>
                  </a:cubicBezTo>
                  <a:close/>
                  <a:moveTo>
                    <a:pt x="107371" y="93750"/>
                  </a:moveTo>
                  <a:cubicBezTo>
                    <a:pt x="113860" y="93857"/>
                    <a:pt x="120432" y="93917"/>
                    <a:pt x="127076" y="93917"/>
                  </a:cubicBezTo>
                  <a:cubicBezTo>
                    <a:pt x="133708" y="93917"/>
                    <a:pt x="140292" y="93857"/>
                    <a:pt x="146769" y="93750"/>
                  </a:cubicBezTo>
                  <a:lnTo>
                    <a:pt x="146769" y="93750"/>
                  </a:lnTo>
                  <a:cubicBezTo>
                    <a:pt x="146566" y="106311"/>
                    <a:pt x="146150" y="118396"/>
                    <a:pt x="145578" y="129826"/>
                  </a:cubicBezTo>
                  <a:cubicBezTo>
                    <a:pt x="139506" y="130100"/>
                    <a:pt x="133339" y="130243"/>
                    <a:pt x="127076" y="130243"/>
                  </a:cubicBezTo>
                  <a:cubicBezTo>
                    <a:pt x="120813" y="130243"/>
                    <a:pt x="114634" y="130100"/>
                    <a:pt x="108574" y="129826"/>
                  </a:cubicBezTo>
                  <a:cubicBezTo>
                    <a:pt x="107990" y="118396"/>
                    <a:pt x="107585" y="106311"/>
                    <a:pt x="107371" y="93750"/>
                  </a:cubicBezTo>
                  <a:close/>
                  <a:moveTo>
                    <a:pt x="266653" y="116300"/>
                  </a:moveTo>
                  <a:lnTo>
                    <a:pt x="266653" y="116300"/>
                  </a:lnTo>
                  <a:cubicBezTo>
                    <a:pt x="259152" y="126861"/>
                    <a:pt x="248817" y="136600"/>
                    <a:pt x="235875" y="145101"/>
                  </a:cubicBezTo>
                  <a:cubicBezTo>
                    <a:pt x="235411" y="145399"/>
                    <a:pt x="234946" y="145697"/>
                    <a:pt x="234482" y="145994"/>
                  </a:cubicBezTo>
                  <a:cubicBezTo>
                    <a:pt x="234756" y="146006"/>
                    <a:pt x="235030" y="146018"/>
                    <a:pt x="235304" y="146030"/>
                  </a:cubicBezTo>
                  <a:cubicBezTo>
                    <a:pt x="235577" y="145852"/>
                    <a:pt x="235851" y="145673"/>
                    <a:pt x="236137" y="145494"/>
                  </a:cubicBezTo>
                  <a:cubicBezTo>
                    <a:pt x="248710" y="137243"/>
                    <a:pt x="258854" y="127814"/>
                    <a:pt x="266319" y="117586"/>
                  </a:cubicBezTo>
                  <a:lnTo>
                    <a:pt x="266319" y="117586"/>
                  </a:lnTo>
                  <a:cubicBezTo>
                    <a:pt x="263533" y="127504"/>
                    <a:pt x="259831" y="137005"/>
                    <a:pt x="255306" y="145971"/>
                  </a:cubicBezTo>
                  <a:cubicBezTo>
                    <a:pt x="255544" y="145983"/>
                    <a:pt x="255794" y="145994"/>
                    <a:pt x="256032" y="146006"/>
                  </a:cubicBezTo>
                  <a:cubicBezTo>
                    <a:pt x="260354" y="137374"/>
                    <a:pt x="263879" y="128338"/>
                    <a:pt x="266569" y="118991"/>
                  </a:cubicBezTo>
                  <a:cubicBezTo>
                    <a:pt x="266593" y="118098"/>
                    <a:pt x="266617" y="117193"/>
                    <a:pt x="266653" y="116300"/>
                  </a:cubicBezTo>
                  <a:close/>
                  <a:moveTo>
                    <a:pt x="1798" y="132362"/>
                  </a:moveTo>
                  <a:cubicBezTo>
                    <a:pt x="1774" y="132540"/>
                    <a:pt x="1739" y="132731"/>
                    <a:pt x="1715" y="132933"/>
                  </a:cubicBezTo>
                  <a:cubicBezTo>
                    <a:pt x="6573" y="137362"/>
                    <a:pt x="12014" y="141553"/>
                    <a:pt x="18015" y="145494"/>
                  </a:cubicBezTo>
                  <a:cubicBezTo>
                    <a:pt x="18229" y="145637"/>
                    <a:pt x="18455" y="145780"/>
                    <a:pt x="18669" y="145923"/>
                  </a:cubicBezTo>
                  <a:cubicBezTo>
                    <a:pt x="18681" y="145899"/>
                    <a:pt x="18681" y="145887"/>
                    <a:pt x="18693" y="145875"/>
                  </a:cubicBezTo>
                  <a:lnTo>
                    <a:pt x="18693" y="145875"/>
                  </a:lnTo>
                  <a:cubicBezTo>
                    <a:pt x="18681" y="145899"/>
                    <a:pt x="18693" y="145911"/>
                    <a:pt x="18693" y="145935"/>
                  </a:cubicBezTo>
                  <a:cubicBezTo>
                    <a:pt x="18800" y="146006"/>
                    <a:pt x="18908" y="146066"/>
                    <a:pt x="19015" y="146137"/>
                  </a:cubicBezTo>
                  <a:cubicBezTo>
                    <a:pt x="19348" y="146256"/>
                    <a:pt x="19872" y="146328"/>
                    <a:pt x="20336" y="146423"/>
                  </a:cubicBezTo>
                  <a:cubicBezTo>
                    <a:pt x="19646" y="145983"/>
                    <a:pt x="18955" y="145542"/>
                    <a:pt x="18277" y="145090"/>
                  </a:cubicBezTo>
                  <a:cubicBezTo>
                    <a:pt x="12204" y="141113"/>
                    <a:pt x="6692" y="136850"/>
                    <a:pt x="1798" y="132362"/>
                  </a:cubicBezTo>
                  <a:close/>
                  <a:moveTo>
                    <a:pt x="176558" y="0"/>
                  </a:moveTo>
                  <a:cubicBezTo>
                    <a:pt x="176701" y="572"/>
                    <a:pt x="176832" y="1167"/>
                    <a:pt x="176963" y="1774"/>
                  </a:cubicBezTo>
                  <a:lnTo>
                    <a:pt x="176903" y="1774"/>
                  </a:lnTo>
                  <a:cubicBezTo>
                    <a:pt x="178070" y="7787"/>
                    <a:pt x="179106" y="14038"/>
                    <a:pt x="179975" y="20491"/>
                  </a:cubicBezTo>
                  <a:cubicBezTo>
                    <a:pt x="168998" y="19015"/>
                    <a:pt x="157544" y="18003"/>
                    <a:pt x="145781" y="17491"/>
                  </a:cubicBezTo>
                  <a:cubicBezTo>
                    <a:pt x="145507" y="12157"/>
                    <a:pt x="145197" y="6942"/>
                    <a:pt x="144852" y="1858"/>
                  </a:cubicBezTo>
                  <a:cubicBezTo>
                    <a:pt x="144780" y="1870"/>
                    <a:pt x="144697" y="1870"/>
                    <a:pt x="144626" y="1870"/>
                  </a:cubicBezTo>
                  <a:cubicBezTo>
                    <a:pt x="144971" y="6918"/>
                    <a:pt x="145292" y="12121"/>
                    <a:pt x="145554" y="17479"/>
                  </a:cubicBezTo>
                  <a:cubicBezTo>
                    <a:pt x="139470" y="17217"/>
                    <a:pt x="133303" y="17074"/>
                    <a:pt x="127076" y="17074"/>
                  </a:cubicBezTo>
                  <a:cubicBezTo>
                    <a:pt x="120849" y="17074"/>
                    <a:pt x="114681" y="17217"/>
                    <a:pt x="108585" y="17479"/>
                  </a:cubicBezTo>
                  <a:cubicBezTo>
                    <a:pt x="108895" y="11573"/>
                    <a:pt x="109240" y="5846"/>
                    <a:pt x="109621" y="322"/>
                  </a:cubicBezTo>
                  <a:lnTo>
                    <a:pt x="109621" y="322"/>
                  </a:lnTo>
                  <a:cubicBezTo>
                    <a:pt x="109550" y="334"/>
                    <a:pt x="109478" y="334"/>
                    <a:pt x="109407" y="346"/>
                  </a:cubicBezTo>
                  <a:cubicBezTo>
                    <a:pt x="109014" y="5894"/>
                    <a:pt x="108669" y="11621"/>
                    <a:pt x="108371" y="17491"/>
                  </a:cubicBezTo>
                  <a:cubicBezTo>
                    <a:pt x="96608" y="18003"/>
                    <a:pt x="85142" y="19015"/>
                    <a:pt x="74164" y="20491"/>
                  </a:cubicBezTo>
                  <a:cubicBezTo>
                    <a:pt x="75069" y="13871"/>
                    <a:pt x="76129" y="7454"/>
                    <a:pt x="77343" y="1298"/>
                  </a:cubicBezTo>
                  <a:lnTo>
                    <a:pt x="77343" y="1298"/>
                  </a:lnTo>
                  <a:cubicBezTo>
                    <a:pt x="77212" y="1310"/>
                    <a:pt x="77081" y="1322"/>
                    <a:pt x="76951" y="1334"/>
                  </a:cubicBezTo>
                  <a:cubicBezTo>
                    <a:pt x="75724" y="7537"/>
                    <a:pt x="74665" y="13954"/>
                    <a:pt x="73783" y="20539"/>
                  </a:cubicBezTo>
                  <a:cubicBezTo>
                    <a:pt x="58198" y="22646"/>
                    <a:pt x="43601" y="25682"/>
                    <a:pt x="30480" y="29575"/>
                  </a:cubicBezTo>
                  <a:cubicBezTo>
                    <a:pt x="32374" y="19872"/>
                    <a:pt x="34910" y="10502"/>
                    <a:pt x="38029" y="1560"/>
                  </a:cubicBezTo>
                  <a:cubicBezTo>
                    <a:pt x="37874" y="1548"/>
                    <a:pt x="37708" y="1548"/>
                    <a:pt x="37541" y="1536"/>
                  </a:cubicBezTo>
                  <a:cubicBezTo>
                    <a:pt x="34409" y="10525"/>
                    <a:pt x="31862" y="19955"/>
                    <a:pt x="29968" y="29718"/>
                  </a:cubicBezTo>
                  <a:cubicBezTo>
                    <a:pt x="25849" y="30957"/>
                    <a:pt x="21884" y="32266"/>
                    <a:pt x="18086" y="33659"/>
                  </a:cubicBezTo>
                  <a:cubicBezTo>
                    <a:pt x="12252" y="35802"/>
                    <a:pt x="6942" y="38088"/>
                    <a:pt x="2191" y="40493"/>
                  </a:cubicBezTo>
                  <a:lnTo>
                    <a:pt x="2179" y="40934"/>
                  </a:lnTo>
                  <a:cubicBezTo>
                    <a:pt x="10097" y="36910"/>
                    <a:pt x="19420" y="33278"/>
                    <a:pt x="29885" y="30147"/>
                  </a:cubicBezTo>
                  <a:lnTo>
                    <a:pt x="29885" y="30147"/>
                  </a:lnTo>
                  <a:cubicBezTo>
                    <a:pt x="28111" y="39386"/>
                    <a:pt x="26885" y="48911"/>
                    <a:pt x="26266" y="58627"/>
                  </a:cubicBezTo>
                  <a:cubicBezTo>
                    <a:pt x="23480" y="58948"/>
                    <a:pt x="20765" y="59270"/>
                    <a:pt x="18134" y="59615"/>
                  </a:cubicBezTo>
                  <a:cubicBezTo>
                    <a:pt x="11621" y="60460"/>
                    <a:pt x="5763" y="61365"/>
                    <a:pt x="584" y="62329"/>
                  </a:cubicBezTo>
                  <a:cubicBezTo>
                    <a:pt x="596" y="62389"/>
                    <a:pt x="596" y="62460"/>
                    <a:pt x="608" y="62520"/>
                  </a:cubicBezTo>
                  <a:cubicBezTo>
                    <a:pt x="7942" y="61163"/>
                    <a:pt x="16574" y="59924"/>
                    <a:pt x="26254" y="58841"/>
                  </a:cubicBezTo>
                  <a:lnTo>
                    <a:pt x="26254" y="58841"/>
                  </a:lnTo>
                  <a:cubicBezTo>
                    <a:pt x="25944" y="63794"/>
                    <a:pt x="25777" y="68794"/>
                    <a:pt x="25777" y="73843"/>
                  </a:cubicBezTo>
                  <a:cubicBezTo>
                    <a:pt x="25777" y="78879"/>
                    <a:pt x="25944" y="83880"/>
                    <a:pt x="26254" y="88833"/>
                  </a:cubicBezTo>
                  <a:cubicBezTo>
                    <a:pt x="17014" y="87797"/>
                    <a:pt x="8740" y="86618"/>
                    <a:pt x="1620" y="85332"/>
                  </a:cubicBezTo>
                  <a:cubicBezTo>
                    <a:pt x="1620" y="85404"/>
                    <a:pt x="1620" y="85475"/>
                    <a:pt x="1620" y="85535"/>
                  </a:cubicBezTo>
                  <a:cubicBezTo>
                    <a:pt x="6537" y="86428"/>
                    <a:pt x="12050" y="87273"/>
                    <a:pt x="18134" y="88059"/>
                  </a:cubicBezTo>
                  <a:cubicBezTo>
                    <a:pt x="20765" y="88404"/>
                    <a:pt x="23480" y="88726"/>
                    <a:pt x="26266" y="89047"/>
                  </a:cubicBezTo>
                  <a:cubicBezTo>
                    <a:pt x="26885" y="98762"/>
                    <a:pt x="28099" y="108287"/>
                    <a:pt x="29885" y="117527"/>
                  </a:cubicBezTo>
                  <a:cubicBezTo>
                    <a:pt x="18824" y="114217"/>
                    <a:pt x="9037" y="110359"/>
                    <a:pt x="846" y="106049"/>
                  </a:cubicBezTo>
                  <a:lnTo>
                    <a:pt x="846" y="106049"/>
                  </a:lnTo>
                  <a:cubicBezTo>
                    <a:pt x="858" y="106204"/>
                    <a:pt x="870" y="106359"/>
                    <a:pt x="881" y="106513"/>
                  </a:cubicBezTo>
                  <a:cubicBezTo>
                    <a:pt x="5977" y="109169"/>
                    <a:pt x="11716" y="111669"/>
                    <a:pt x="18086" y="114014"/>
                  </a:cubicBezTo>
                  <a:cubicBezTo>
                    <a:pt x="21884" y="115407"/>
                    <a:pt x="25849" y="116717"/>
                    <a:pt x="29968" y="117955"/>
                  </a:cubicBezTo>
                  <a:cubicBezTo>
                    <a:pt x="31850" y="127611"/>
                    <a:pt x="34350" y="136946"/>
                    <a:pt x="37446" y="145852"/>
                  </a:cubicBezTo>
                  <a:cubicBezTo>
                    <a:pt x="37600" y="145840"/>
                    <a:pt x="37767" y="145840"/>
                    <a:pt x="37934" y="145828"/>
                  </a:cubicBezTo>
                  <a:cubicBezTo>
                    <a:pt x="34862" y="136981"/>
                    <a:pt x="32362" y="127706"/>
                    <a:pt x="30480" y="118098"/>
                  </a:cubicBezTo>
                  <a:lnTo>
                    <a:pt x="30480" y="118098"/>
                  </a:lnTo>
                  <a:cubicBezTo>
                    <a:pt x="43589" y="121992"/>
                    <a:pt x="58198" y="125028"/>
                    <a:pt x="73783" y="127135"/>
                  </a:cubicBezTo>
                  <a:cubicBezTo>
                    <a:pt x="74653" y="133600"/>
                    <a:pt x="75688" y="139910"/>
                    <a:pt x="76879" y="146006"/>
                  </a:cubicBezTo>
                  <a:cubicBezTo>
                    <a:pt x="77010" y="146006"/>
                    <a:pt x="77141" y="146018"/>
                    <a:pt x="77272" y="146018"/>
                  </a:cubicBezTo>
                  <a:cubicBezTo>
                    <a:pt x="76093" y="139970"/>
                    <a:pt x="75046" y="133683"/>
                    <a:pt x="74164" y="127183"/>
                  </a:cubicBezTo>
                  <a:lnTo>
                    <a:pt x="74164" y="127183"/>
                  </a:lnTo>
                  <a:cubicBezTo>
                    <a:pt x="85154" y="128659"/>
                    <a:pt x="96608" y="129659"/>
                    <a:pt x="108371" y="130183"/>
                  </a:cubicBezTo>
                  <a:cubicBezTo>
                    <a:pt x="108657" y="135850"/>
                    <a:pt x="108990" y="141375"/>
                    <a:pt x="109371" y="146733"/>
                  </a:cubicBezTo>
                  <a:cubicBezTo>
                    <a:pt x="109443" y="146745"/>
                    <a:pt x="109514" y="146745"/>
                    <a:pt x="109586" y="146756"/>
                  </a:cubicBezTo>
                  <a:cubicBezTo>
                    <a:pt x="109205" y="141411"/>
                    <a:pt x="108883" y="135886"/>
                    <a:pt x="108585" y="130195"/>
                  </a:cubicBezTo>
                  <a:lnTo>
                    <a:pt x="108585" y="130195"/>
                  </a:lnTo>
                  <a:cubicBezTo>
                    <a:pt x="114681" y="130457"/>
                    <a:pt x="120849" y="130600"/>
                    <a:pt x="127076" y="130600"/>
                  </a:cubicBezTo>
                  <a:cubicBezTo>
                    <a:pt x="133303" y="130600"/>
                    <a:pt x="139470" y="130457"/>
                    <a:pt x="145554" y="130195"/>
                  </a:cubicBezTo>
                  <a:lnTo>
                    <a:pt x="145554" y="130195"/>
                  </a:lnTo>
                  <a:cubicBezTo>
                    <a:pt x="145328" y="134815"/>
                    <a:pt x="145066" y="139327"/>
                    <a:pt x="144769" y="143720"/>
                  </a:cubicBezTo>
                  <a:cubicBezTo>
                    <a:pt x="144828" y="143851"/>
                    <a:pt x="144888" y="143994"/>
                    <a:pt x="144959" y="144161"/>
                  </a:cubicBezTo>
                  <a:cubicBezTo>
                    <a:pt x="145257" y="139613"/>
                    <a:pt x="145531" y="134945"/>
                    <a:pt x="145781" y="130183"/>
                  </a:cubicBezTo>
                  <a:cubicBezTo>
                    <a:pt x="157544" y="129671"/>
                    <a:pt x="168998" y="128659"/>
                    <a:pt x="179975" y="127183"/>
                  </a:cubicBezTo>
                  <a:lnTo>
                    <a:pt x="179975" y="127183"/>
                  </a:lnTo>
                  <a:cubicBezTo>
                    <a:pt x="179106" y="133588"/>
                    <a:pt x="178094" y="139791"/>
                    <a:pt x="176927" y="145756"/>
                  </a:cubicBezTo>
                  <a:lnTo>
                    <a:pt x="177034" y="145756"/>
                  </a:lnTo>
                  <a:cubicBezTo>
                    <a:pt x="177142" y="145697"/>
                    <a:pt x="177249" y="145625"/>
                    <a:pt x="177356" y="145566"/>
                  </a:cubicBezTo>
                  <a:cubicBezTo>
                    <a:pt x="178511" y="139601"/>
                    <a:pt x="179511" y="133445"/>
                    <a:pt x="180368" y="127135"/>
                  </a:cubicBezTo>
                  <a:cubicBezTo>
                    <a:pt x="195953" y="125028"/>
                    <a:pt x="210551" y="121992"/>
                    <a:pt x="223671" y="118098"/>
                  </a:cubicBezTo>
                  <a:lnTo>
                    <a:pt x="223671" y="118098"/>
                  </a:lnTo>
                  <a:cubicBezTo>
                    <a:pt x="221814" y="127599"/>
                    <a:pt x="219337" y="136791"/>
                    <a:pt x="216301" y="145554"/>
                  </a:cubicBezTo>
                  <a:lnTo>
                    <a:pt x="216801" y="145554"/>
                  </a:lnTo>
                  <a:cubicBezTo>
                    <a:pt x="219849" y="136743"/>
                    <a:pt x="222326" y="127504"/>
                    <a:pt x="224183" y="117943"/>
                  </a:cubicBezTo>
                  <a:cubicBezTo>
                    <a:pt x="228291" y="116717"/>
                    <a:pt x="232268" y="115407"/>
                    <a:pt x="236066" y="114002"/>
                  </a:cubicBezTo>
                  <a:cubicBezTo>
                    <a:pt x="249877" y="108930"/>
                    <a:pt x="260747" y="103073"/>
                    <a:pt x="268367" y="96679"/>
                  </a:cubicBezTo>
                  <a:cubicBezTo>
                    <a:pt x="268391" y="96476"/>
                    <a:pt x="268427" y="96286"/>
                    <a:pt x="268451" y="96084"/>
                  </a:cubicBezTo>
                  <a:lnTo>
                    <a:pt x="268451" y="96084"/>
                  </a:lnTo>
                  <a:cubicBezTo>
                    <a:pt x="258592" y="104477"/>
                    <a:pt x="243317" y="111824"/>
                    <a:pt x="224267" y="117527"/>
                  </a:cubicBezTo>
                  <a:cubicBezTo>
                    <a:pt x="226041" y="108287"/>
                    <a:pt x="227267" y="98762"/>
                    <a:pt x="227886" y="89047"/>
                  </a:cubicBezTo>
                  <a:cubicBezTo>
                    <a:pt x="230672" y="88726"/>
                    <a:pt x="233387" y="88404"/>
                    <a:pt x="236018" y="88059"/>
                  </a:cubicBezTo>
                  <a:cubicBezTo>
                    <a:pt x="248770" y="86404"/>
                    <a:pt x="259009" y="84511"/>
                    <a:pt x="266510" y="82451"/>
                  </a:cubicBezTo>
                  <a:cubicBezTo>
                    <a:pt x="266510" y="82379"/>
                    <a:pt x="266510" y="82308"/>
                    <a:pt x="266510" y="82249"/>
                  </a:cubicBezTo>
                  <a:cubicBezTo>
                    <a:pt x="257306" y="84773"/>
                    <a:pt x="244079" y="87023"/>
                    <a:pt x="227898" y="88833"/>
                  </a:cubicBezTo>
                  <a:cubicBezTo>
                    <a:pt x="228208" y="83880"/>
                    <a:pt x="228362" y="78867"/>
                    <a:pt x="228362" y="73831"/>
                  </a:cubicBezTo>
                  <a:cubicBezTo>
                    <a:pt x="228362" y="68794"/>
                    <a:pt x="228208" y="63782"/>
                    <a:pt x="227898" y="58829"/>
                  </a:cubicBezTo>
                  <a:lnTo>
                    <a:pt x="227898" y="58829"/>
                  </a:lnTo>
                  <a:cubicBezTo>
                    <a:pt x="244519" y="60698"/>
                    <a:pt x="258009" y="63008"/>
                    <a:pt x="267248" y="65627"/>
                  </a:cubicBezTo>
                  <a:cubicBezTo>
                    <a:pt x="267248" y="65556"/>
                    <a:pt x="267260" y="65496"/>
                    <a:pt x="267260" y="65425"/>
                  </a:cubicBezTo>
                  <a:cubicBezTo>
                    <a:pt x="259711" y="63282"/>
                    <a:pt x="249210" y="61317"/>
                    <a:pt x="236018" y="59603"/>
                  </a:cubicBezTo>
                  <a:cubicBezTo>
                    <a:pt x="233387" y="59270"/>
                    <a:pt x="230672" y="58936"/>
                    <a:pt x="227886" y="58627"/>
                  </a:cubicBezTo>
                  <a:cubicBezTo>
                    <a:pt x="227267" y="48899"/>
                    <a:pt x="226041" y="39374"/>
                    <a:pt x="224267" y="30135"/>
                  </a:cubicBezTo>
                  <a:lnTo>
                    <a:pt x="224267" y="30135"/>
                  </a:lnTo>
                  <a:cubicBezTo>
                    <a:pt x="243650" y="35945"/>
                    <a:pt x="259116" y="43446"/>
                    <a:pt x="268963" y="52019"/>
                  </a:cubicBezTo>
                  <a:cubicBezTo>
                    <a:pt x="268986" y="51864"/>
                    <a:pt x="269010" y="51709"/>
                    <a:pt x="269046" y="51566"/>
                  </a:cubicBezTo>
                  <a:cubicBezTo>
                    <a:pt x="261390" y="44946"/>
                    <a:pt x="250294" y="38886"/>
                    <a:pt x="236066" y="33659"/>
                  </a:cubicBezTo>
                  <a:cubicBezTo>
                    <a:pt x="232268" y="32266"/>
                    <a:pt x="228291" y="30945"/>
                    <a:pt x="224183" y="29718"/>
                  </a:cubicBezTo>
                  <a:cubicBezTo>
                    <a:pt x="222338" y="20277"/>
                    <a:pt x="219909" y="11133"/>
                    <a:pt x="216908" y="2417"/>
                  </a:cubicBezTo>
                  <a:cubicBezTo>
                    <a:pt x="216766" y="2513"/>
                    <a:pt x="216635" y="2620"/>
                    <a:pt x="216504" y="2715"/>
                  </a:cubicBezTo>
                  <a:cubicBezTo>
                    <a:pt x="219456" y="11299"/>
                    <a:pt x="221850" y="20277"/>
                    <a:pt x="223671" y="29563"/>
                  </a:cubicBezTo>
                  <a:cubicBezTo>
                    <a:pt x="210551" y="25682"/>
                    <a:pt x="195953" y="22646"/>
                    <a:pt x="180368" y="20539"/>
                  </a:cubicBezTo>
                  <a:cubicBezTo>
                    <a:pt x="179416" y="13490"/>
                    <a:pt x="178273" y="6644"/>
                    <a:pt x="176951" y="36"/>
                  </a:cubicBezTo>
                  <a:cubicBezTo>
                    <a:pt x="176820" y="24"/>
                    <a:pt x="176689" y="12"/>
                    <a:pt x="176558" y="0"/>
                  </a:cubicBezTo>
                  <a:close/>
                </a:path>
              </a:pathLst>
            </a:custGeom>
            <a:solidFill>
              <a:srgbClr val="E3C98E">
                <a:alpha val="246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4" name="Google Shape;954;p55"/>
          <p:cNvSpPr txBox="1"/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55" name="Google Shape;955;p55"/>
          <p:cNvSpPr txBox="1"/>
          <p:nvPr>
            <p:ph idx="1" type="subTitle"/>
          </p:nvPr>
        </p:nvSpPr>
        <p:spPr>
          <a:xfrm>
            <a:off x="1043850" y="1652900"/>
            <a:ext cx="3832800" cy="22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7" name="Google Shape;957;p56"/>
          <p:cNvGrpSpPr/>
          <p:nvPr/>
        </p:nvGrpSpPr>
        <p:grpSpPr>
          <a:xfrm>
            <a:off x="0" y="0"/>
            <a:ext cx="9144003" cy="5143501"/>
            <a:chOff x="0" y="0"/>
            <a:chExt cx="9144003" cy="5143501"/>
          </a:xfrm>
        </p:grpSpPr>
        <p:pic>
          <p:nvPicPr>
            <p:cNvPr id="958" name="Google Shape;958;p56"/>
            <p:cNvPicPr preferRelativeResize="0"/>
            <p:nvPr/>
          </p:nvPicPr>
          <p:blipFill rotWithShape="1">
            <a:blip r:embed="rId2">
              <a:alphaModFix/>
            </a:blip>
            <a:srcRect b="8068" l="0" r="0" t="8060"/>
            <a:stretch/>
          </p:blipFill>
          <p:spPr>
            <a:xfrm>
              <a:off x="0" y="0"/>
              <a:ext cx="9144003" cy="5143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9" name="Google Shape;959;p56"/>
            <p:cNvSpPr/>
            <p:nvPr/>
          </p:nvSpPr>
          <p:spPr>
            <a:xfrm>
              <a:off x="209980" y="194500"/>
              <a:ext cx="8763466" cy="4752275"/>
            </a:xfrm>
            <a:custGeom>
              <a:rect b="b" l="l" r="r" t="t"/>
              <a:pathLst>
                <a:path extrusionOk="0" h="147209" w="271904">
                  <a:moveTo>
                    <a:pt x="596" y="0"/>
                  </a:moveTo>
                  <a:lnTo>
                    <a:pt x="596" y="0"/>
                  </a:lnTo>
                  <a:cubicBezTo>
                    <a:pt x="2025" y="5965"/>
                    <a:pt x="3072" y="13895"/>
                    <a:pt x="3644" y="22312"/>
                  </a:cubicBezTo>
                  <a:cubicBezTo>
                    <a:pt x="7942" y="23515"/>
                    <a:pt x="13609" y="23932"/>
                    <a:pt x="5085" y="25063"/>
                  </a:cubicBezTo>
                  <a:cubicBezTo>
                    <a:pt x="5096" y="25110"/>
                    <a:pt x="5108" y="25146"/>
                    <a:pt x="5120" y="25194"/>
                  </a:cubicBezTo>
                  <a:cubicBezTo>
                    <a:pt x="5263" y="25301"/>
                    <a:pt x="5394" y="25396"/>
                    <a:pt x="5525" y="25503"/>
                  </a:cubicBezTo>
                  <a:cubicBezTo>
                    <a:pt x="5692" y="25539"/>
                    <a:pt x="5954" y="25479"/>
                    <a:pt x="6037" y="25658"/>
                  </a:cubicBezTo>
                  <a:cubicBezTo>
                    <a:pt x="8561" y="26230"/>
                    <a:pt x="4561" y="26670"/>
                    <a:pt x="3894" y="26789"/>
                  </a:cubicBezTo>
                  <a:cubicBezTo>
                    <a:pt x="4203" y="33719"/>
                    <a:pt x="4192" y="40803"/>
                    <a:pt x="3787" y="47256"/>
                  </a:cubicBezTo>
                  <a:cubicBezTo>
                    <a:pt x="2560" y="47137"/>
                    <a:pt x="1298" y="47006"/>
                    <a:pt x="1" y="46875"/>
                  </a:cubicBezTo>
                  <a:lnTo>
                    <a:pt x="1" y="46875"/>
                  </a:lnTo>
                  <a:cubicBezTo>
                    <a:pt x="1429" y="52840"/>
                    <a:pt x="2477" y="60770"/>
                    <a:pt x="3049" y="69199"/>
                  </a:cubicBezTo>
                  <a:cubicBezTo>
                    <a:pt x="7347" y="70402"/>
                    <a:pt x="13014" y="70818"/>
                    <a:pt x="4489" y="71949"/>
                  </a:cubicBezTo>
                  <a:cubicBezTo>
                    <a:pt x="4501" y="71985"/>
                    <a:pt x="4513" y="72033"/>
                    <a:pt x="4525" y="72069"/>
                  </a:cubicBezTo>
                  <a:cubicBezTo>
                    <a:pt x="4668" y="72176"/>
                    <a:pt x="4787" y="72283"/>
                    <a:pt x="4930" y="72390"/>
                  </a:cubicBezTo>
                  <a:cubicBezTo>
                    <a:pt x="5096" y="72414"/>
                    <a:pt x="5358" y="72366"/>
                    <a:pt x="5442" y="72545"/>
                  </a:cubicBezTo>
                  <a:cubicBezTo>
                    <a:pt x="7966" y="73104"/>
                    <a:pt x="3965" y="73557"/>
                    <a:pt x="3299" y="73664"/>
                  </a:cubicBezTo>
                  <a:cubicBezTo>
                    <a:pt x="3513" y="78510"/>
                    <a:pt x="3572" y="83427"/>
                    <a:pt x="3453" y="88154"/>
                  </a:cubicBezTo>
                  <a:cubicBezTo>
                    <a:pt x="2322" y="88047"/>
                    <a:pt x="1179" y="87928"/>
                    <a:pt x="1" y="87809"/>
                  </a:cubicBezTo>
                  <a:lnTo>
                    <a:pt x="1" y="87809"/>
                  </a:lnTo>
                  <a:cubicBezTo>
                    <a:pt x="989" y="91940"/>
                    <a:pt x="1798" y="97036"/>
                    <a:pt x="2394" y="102584"/>
                  </a:cubicBezTo>
                  <a:cubicBezTo>
                    <a:pt x="2239" y="103727"/>
                    <a:pt x="2072" y="104834"/>
                    <a:pt x="1882" y="105894"/>
                  </a:cubicBezTo>
                  <a:cubicBezTo>
                    <a:pt x="2156" y="105870"/>
                    <a:pt x="2429" y="105846"/>
                    <a:pt x="2715" y="105811"/>
                  </a:cubicBezTo>
                  <a:cubicBezTo>
                    <a:pt x="2834" y="107228"/>
                    <a:pt x="2953" y="108668"/>
                    <a:pt x="3049" y="110121"/>
                  </a:cubicBezTo>
                  <a:cubicBezTo>
                    <a:pt x="7347" y="111323"/>
                    <a:pt x="13014" y="111740"/>
                    <a:pt x="4489" y="112871"/>
                  </a:cubicBezTo>
                  <a:cubicBezTo>
                    <a:pt x="4501" y="112919"/>
                    <a:pt x="4513" y="112954"/>
                    <a:pt x="4525" y="113002"/>
                  </a:cubicBezTo>
                  <a:cubicBezTo>
                    <a:pt x="4668" y="113109"/>
                    <a:pt x="4799" y="113205"/>
                    <a:pt x="4930" y="113312"/>
                  </a:cubicBezTo>
                  <a:cubicBezTo>
                    <a:pt x="5096" y="113347"/>
                    <a:pt x="5358" y="113288"/>
                    <a:pt x="5442" y="113466"/>
                  </a:cubicBezTo>
                  <a:cubicBezTo>
                    <a:pt x="7966" y="114038"/>
                    <a:pt x="3965" y="114478"/>
                    <a:pt x="3299" y="114598"/>
                  </a:cubicBezTo>
                  <a:cubicBezTo>
                    <a:pt x="3822" y="126123"/>
                    <a:pt x="4668" y="127147"/>
                    <a:pt x="3120" y="135886"/>
                  </a:cubicBezTo>
                  <a:cubicBezTo>
                    <a:pt x="4608" y="136338"/>
                    <a:pt x="14133" y="147209"/>
                    <a:pt x="14133" y="147209"/>
                  </a:cubicBezTo>
                  <a:cubicBezTo>
                    <a:pt x="14133" y="147209"/>
                    <a:pt x="16765" y="146220"/>
                    <a:pt x="20479" y="146137"/>
                  </a:cubicBezTo>
                  <a:cubicBezTo>
                    <a:pt x="20503" y="146054"/>
                    <a:pt x="20539" y="145959"/>
                    <a:pt x="20563" y="145875"/>
                  </a:cubicBezTo>
                  <a:lnTo>
                    <a:pt x="20563" y="145875"/>
                  </a:lnTo>
                  <a:cubicBezTo>
                    <a:pt x="20491" y="146340"/>
                    <a:pt x="23242" y="146363"/>
                    <a:pt x="23158" y="146816"/>
                  </a:cubicBezTo>
                  <a:cubicBezTo>
                    <a:pt x="29516" y="146220"/>
                    <a:pt x="36481" y="145875"/>
                    <a:pt x="44589" y="145697"/>
                  </a:cubicBezTo>
                  <a:cubicBezTo>
                    <a:pt x="44613" y="145625"/>
                    <a:pt x="44637" y="145554"/>
                    <a:pt x="44661" y="145494"/>
                  </a:cubicBezTo>
                  <a:cubicBezTo>
                    <a:pt x="45090" y="145494"/>
                    <a:pt x="45530" y="145494"/>
                    <a:pt x="45959" y="145482"/>
                  </a:cubicBezTo>
                  <a:cubicBezTo>
                    <a:pt x="45959" y="145542"/>
                    <a:pt x="45959" y="145601"/>
                    <a:pt x="45959" y="145661"/>
                  </a:cubicBezTo>
                  <a:cubicBezTo>
                    <a:pt x="46173" y="145661"/>
                    <a:pt x="46387" y="145661"/>
                    <a:pt x="46602" y="145649"/>
                  </a:cubicBezTo>
                  <a:cubicBezTo>
                    <a:pt x="46637" y="145601"/>
                    <a:pt x="46661" y="145542"/>
                    <a:pt x="46685" y="145482"/>
                  </a:cubicBezTo>
                  <a:cubicBezTo>
                    <a:pt x="47197" y="145482"/>
                    <a:pt x="47709" y="145482"/>
                    <a:pt x="48221" y="145494"/>
                  </a:cubicBezTo>
                  <a:cubicBezTo>
                    <a:pt x="48221" y="145530"/>
                    <a:pt x="48221" y="145578"/>
                    <a:pt x="48221" y="145625"/>
                  </a:cubicBezTo>
                  <a:cubicBezTo>
                    <a:pt x="50912" y="145578"/>
                    <a:pt x="53900" y="145542"/>
                    <a:pt x="57031" y="145518"/>
                  </a:cubicBezTo>
                  <a:cubicBezTo>
                    <a:pt x="59651" y="145542"/>
                    <a:pt x="62151" y="145566"/>
                    <a:pt x="64461" y="145601"/>
                  </a:cubicBezTo>
                  <a:cubicBezTo>
                    <a:pt x="64461" y="145566"/>
                    <a:pt x="64461" y="145530"/>
                    <a:pt x="64461" y="145494"/>
                  </a:cubicBezTo>
                  <a:cubicBezTo>
                    <a:pt x="65592" y="145488"/>
                    <a:pt x="66726" y="145485"/>
                    <a:pt x="67860" y="145485"/>
                  </a:cubicBezTo>
                  <a:cubicBezTo>
                    <a:pt x="68994" y="145485"/>
                    <a:pt x="70128" y="145488"/>
                    <a:pt x="71259" y="145494"/>
                  </a:cubicBezTo>
                  <a:cubicBezTo>
                    <a:pt x="71402" y="145578"/>
                    <a:pt x="71545" y="145661"/>
                    <a:pt x="71700" y="145744"/>
                  </a:cubicBezTo>
                  <a:cubicBezTo>
                    <a:pt x="78891" y="145947"/>
                    <a:pt x="85190" y="146268"/>
                    <a:pt x="90976" y="146816"/>
                  </a:cubicBezTo>
                  <a:cubicBezTo>
                    <a:pt x="90845" y="146054"/>
                    <a:pt x="90714" y="145256"/>
                    <a:pt x="90595" y="144435"/>
                  </a:cubicBezTo>
                  <a:lnTo>
                    <a:pt x="90595" y="144435"/>
                  </a:lnTo>
                  <a:cubicBezTo>
                    <a:pt x="91429" y="144792"/>
                    <a:pt x="92191" y="145304"/>
                    <a:pt x="92976" y="145744"/>
                  </a:cubicBezTo>
                  <a:cubicBezTo>
                    <a:pt x="96596" y="145851"/>
                    <a:pt x="99989" y="145982"/>
                    <a:pt x="103204" y="146161"/>
                  </a:cubicBezTo>
                  <a:cubicBezTo>
                    <a:pt x="103156" y="146375"/>
                    <a:pt x="103121" y="146601"/>
                    <a:pt x="103085" y="146828"/>
                  </a:cubicBezTo>
                  <a:cubicBezTo>
                    <a:pt x="104573" y="146685"/>
                    <a:pt x="106109" y="146554"/>
                    <a:pt x="107669" y="146447"/>
                  </a:cubicBezTo>
                  <a:cubicBezTo>
                    <a:pt x="109240" y="146554"/>
                    <a:pt x="110764" y="146685"/>
                    <a:pt x="112265" y="146828"/>
                  </a:cubicBezTo>
                  <a:cubicBezTo>
                    <a:pt x="112217" y="146601"/>
                    <a:pt x="112181" y="146375"/>
                    <a:pt x="112146" y="146161"/>
                  </a:cubicBezTo>
                  <a:cubicBezTo>
                    <a:pt x="115979" y="145947"/>
                    <a:pt x="120075" y="145792"/>
                    <a:pt x="124504" y="145697"/>
                  </a:cubicBezTo>
                  <a:cubicBezTo>
                    <a:pt x="125022" y="144156"/>
                    <a:pt x="125413" y="143165"/>
                    <a:pt x="125645" y="143165"/>
                  </a:cubicBezTo>
                  <a:cubicBezTo>
                    <a:pt x="125846" y="143165"/>
                    <a:pt x="125929" y="143902"/>
                    <a:pt x="125873" y="145661"/>
                  </a:cubicBezTo>
                  <a:cubicBezTo>
                    <a:pt x="126100" y="145661"/>
                    <a:pt x="126302" y="145661"/>
                    <a:pt x="126528" y="145649"/>
                  </a:cubicBezTo>
                  <a:cubicBezTo>
                    <a:pt x="127181" y="144357"/>
                    <a:pt x="127670" y="143321"/>
                    <a:pt x="127939" y="143321"/>
                  </a:cubicBezTo>
                  <a:cubicBezTo>
                    <a:pt x="128150" y="143321"/>
                    <a:pt x="128225" y="143963"/>
                    <a:pt x="128136" y="145625"/>
                  </a:cubicBezTo>
                  <a:cubicBezTo>
                    <a:pt x="130541" y="145589"/>
                    <a:pt x="133184" y="145554"/>
                    <a:pt x="135946" y="145530"/>
                  </a:cubicBezTo>
                  <a:cubicBezTo>
                    <a:pt x="138720" y="145554"/>
                    <a:pt x="141352" y="145589"/>
                    <a:pt x="143757" y="145625"/>
                  </a:cubicBezTo>
                  <a:cubicBezTo>
                    <a:pt x="143667" y="143963"/>
                    <a:pt x="143745" y="143321"/>
                    <a:pt x="143959" y="143321"/>
                  </a:cubicBezTo>
                  <a:cubicBezTo>
                    <a:pt x="144230" y="143321"/>
                    <a:pt x="144723" y="144357"/>
                    <a:pt x="145376" y="145649"/>
                  </a:cubicBezTo>
                  <a:cubicBezTo>
                    <a:pt x="145590" y="145661"/>
                    <a:pt x="145804" y="145661"/>
                    <a:pt x="146019" y="145661"/>
                  </a:cubicBezTo>
                  <a:cubicBezTo>
                    <a:pt x="145964" y="143902"/>
                    <a:pt x="146046" y="143165"/>
                    <a:pt x="146247" y="143165"/>
                  </a:cubicBezTo>
                  <a:cubicBezTo>
                    <a:pt x="146479" y="143165"/>
                    <a:pt x="146870" y="144156"/>
                    <a:pt x="147388" y="145697"/>
                  </a:cubicBezTo>
                  <a:cubicBezTo>
                    <a:pt x="151817" y="145792"/>
                    <a:pt x="155913" y="145947"/>
                    <a:pt x="159759" y="146161"/>
                  </a:cubicBezTo>
                  <a:cubicBezTo>
                    <a:pt x="159711" y="146375"/>
                    <a:pt x="159675" y="146601"/>
                    <a:pt x="159640" y="146828"/>
                  </a:cubicBezTo>
                  <a:cubicBezTo>
                    <a:pt x="161128" y="146685"/>
                    <a:pt x="162664" y="146554"/>
                    <a:pt x="164223" y="146447"/>
                  </a:cubicBezTo>
                  <a:cubicBezTo>
                    <a:pt x="165795" y="146554"/>
                    <a:pt x="167319" y="146685"/>
                    <a:pt x="168819" y="146828"/>
                  </a:cubicBezTo>
                  <a:cubicBezTo>
                    <a:pt x="168772" y="146601"/>
                    <a:pt x="168736" y="146375"/>
                    <a:pt x="168700" y="146161"/>
                  </a:cubicBezTo>
                  <a:cubicBezTo>
                    <a:pt x="171915" y="145982"/>
                    <a:pt x="175296" y="145851"/>
                    <a:pt x="178916" y="145744"/>
                  </a:cubicBezTo>
                  <a:cubicBezTo>
                    <a:pt x="179702" y="145304"/>
                    <a:pt x="180464" y="144792"/>
                    <a:pt x="181309" y="144435"/>
                  </a:cubicBezTo>
                  <a:lnTo>
                    <a:pt x="181309" y="144435"/>
                  </a:lnTo>
                  <a:cubicBezTo>
                    <a:pt x="181190" y="145256"/>
                    <a:pt x="181059" y="146054"/>
                    <a:pt x="180916" y="146816"/>
                  </a:cubicBezTo>
                  <a:cubicBezTo>
                    <a:pt x="186714" y="146268"/>
                    <a:pt x="193001" y="145947"/>
                    <a:pt x="200204" y="145744"/>
                  </a:cubicBezTo>
                  <a:cubicBezTo>
                    <a:pt x="200347" y="145661"/>
                    <a:pt x="200490" y="145578"/>
                    <a:pt x="200645" y="145494"/>
                  </a:cubicBezTo>
                  <a:cubicBezTo>
                    <a:pt x="201770" y="145488"/>
                    <a:pt x="202904" y="145485"/>
                    <a:pt x="204039" y="145485"/>
                  </a:cubicBezTo>
                  <a:cubicBezTo>
                    <a:pt x="205175" y="145485"/>
                    <a:pt x="206312" y="145488"/>
                    <a:pt x="207443" y="145494"/>
                  </a:cubicBezTo>
                  <a:cubicBezTo>
                    <a:pt x="207443" y="145530"/>
                    <a:pt x="207443" y="145566"/>
                    <a:pt x="207431" y="145601"/>
                  </a:cubicBezTo>
                  <a:cubicBezTo>
                    <a:pt x="209741" y="145566"/>
                    <a:pt x="212253" y="145542"/>
                    <a:pt x="214873" y="145518"/>
                  </a:cubicBezTo>
                  <a:cubicBezTo>
                    <a:pt x="218004" y="145542"/>
                    <a:pt x="220981" y="145578"/>
                    <a:pt x="223683" y="145625"/>
                  </a:cubicBezTo>
                  <a:cubicBezTo>
                    <a:pt x="223671" y="145578"/>
                    <a:pt x="223671" y="145530"/>
                    <a:pt x="223671" y="145494"/>
                  </a:cubicBezTo>
                  <a:cubicBezTo>
                    <a:pt x="224183" y="145494"/>
                    <a:pt x="224695" y="145482"/>
                    <a:pt x="225207" y="145482"/>
                  </a:cubicBezTo>
                  <a:cubicBezTo>
                    <a:pt x="225243" y="145542"/>
                    <a:pt x="225267" y="145601"/>
                    <a:pt x="225291" y="145649"/>
                  </a:cubicBezTo>
                  <a:cubicBezTo>
                    <a:pt x="225517" y="145661"/>
                    <a:pt x="225731" y="145661"/>
                    <a:pt x="225945" y="145661"/>
                  </a:cubicBezTo>
                  <a:cubicBezTo>
                    <a:pt x="225945" y="145601"/>
                    <a:pt x="225934" y="145542"/>
                    <a:pt x="225934" y="145482"/>
                  </a:cubicBezTo>
                  <a:cubicBezTo>
                    <a:pt x="226374" y="145482"/>
                    <a:pt x="226803" y="145482"/>
                    <a:pt x="227243" y="145494"/>
                  </a:cubicBezTo>
                  <a:cubicBezTo>
                    <a:pt x="227267" y="145554"/>
                    <a:pt x="227291" y="145625"/>
                    <a:pt x="227315" y="145697"/>
                  </a:cubicBezTo>
                  <a:cubicBezTo>
                    <a:pt x="235411" y="145875"/>
                    <a:pt x="242376" y="146220"/>
                    <a:pt x="248734" y="146816"/>
                  </a:cubicBezTo>
                  <a:cubicBezTo>
                    <a:pt x="248651" y="146363"/>
                    <a:pt x="248579" y="145899"/>
                    <a:pt x="248508" y="145423"/>
                  </a:cubicBezTo>
                  <a:lnTo>
                    <a:pt x="248508" y="145423"/>
                  </a:lnTo>
                  <a:cubicBezTo>
                    <a:pt x="248532" y="145506"/>
                    <a:pt x="248567" y="145601"/>
                    <a:pt x="248591" y="145697"/>
                  </a:cubicBezTo>
                  <a:cubicBezTo>
                    <a:pt x="256699" y="145875"/>
                    <a:pt x="263664" y="146220"/>
                    <a:pt x="270022" y="146816"/>
                  </a:cubicBezTo>
                  <a:cubicBezTo>
                    <a:pt x="268463" y="138065"/>
                    <a:pt x="268082" y="126123"/>
                    <a:pt x="268606" y="114598"/>
                  </a:cubicBezTo>
                  <a:cubicBezTo>
                    <a:pt x="267939" y="114478"/>
                    <a:pt x="263926" y="114038"/>
                    <a:pt x="266462" y="113466"/>
                  </a:cubicBezTo>
                  <a:cubicBezTo>
                    <a:pt x="266546" y="113288"/>
                    <a:pt x="266808" y="113347"/>
                    <a:pt x="266974" y="113312"/>
                  </a:cubicBezTo>
                  <a:cubicBezTo>
                    <a:pt x="267105" y="113205"/>
                    <a:pt x="267236" y="113109"/>
                    <a:pt x="267367" y="113002"/>
                  </a:cubicBezTo>
                  <a:cubicBezTo>
                    <a:pt x="267391" y="112954"/>
                    <a:pt x="267403" y="112919"/>
                    <a:pt x="267415" y="112871"/>
                  </a:cubicBezTo>
                  <a:cubicBezTo>
                    <a:pt x="258878" y="111740"/>
                    <a:pt x="264557" y="111323"/>
                    <a:pt x="268856" y="110121"/>
                  </a:cubicBezTo>
                  <a:cubicBezTo>
                    <a:pt x="268951" y="108668"/>
                    <a:pt x="269070" y="107228"/>
                    <a:pt x="269189" y="105811"/>
                  </a:cubicBezTo>
                  <a:cubicBezTo>
                    <a:pt x="269463" y="105846"/>
                    <a:pt x="269749" y="105870"/>
                    <a:pt x="270022" y="105894"/>
                  </a:cubicBezTo>
                  <a:cubicBezTo>
                    <a:pt x="269832" y="104834"/>
                    <a:pt x="269653" y="103727"/>
                    <a:pt x="269510" y="102584"/>
                  </a:cubicBezTo>
                  <a:cubicBezTo>
                    <a:pt x="270094" y="97036"/>
                    <a:pt x="270903" y="91940"/>
                    <a:pt x="271904" y="87809"/>
                  </a:cubicBezTo>
                  <a:lnTo>
                    <a:pt x="271904" y="87809"/>
                  </a:lnTo>
                  <a:cubicBezTo>
                    <a:pt x="270725" y="87928"/>
                    <a:pt x="269570" y="88047"/>
                    <a:pt x="268451" y="88154"/>
                  </a:cubicBezTo>
                  <a:cubicBezTo>
                    <a:pt x="268320" y="83427"/>
                    <a:pt x="268379" y="78510"/>
                    <a:pt x="268606" y="73664"/>
                  </a:cubicBezTo>
                  <a:cubicBezTo>
                    <a:pt x="267939" y="73557"/>
                    <a:pt x="263926" y="73104"/>
                    <a:pt x="266462" y="72545"/>
                  </a:cubicBezTo>
                  <a:cubicBezTo>
                    <a:pt x="266546" y="72366"/>
                    <a:pt x="266808" y="72426"/>
                    <a:pt x="266974" y="72390"/>
                  </a:cubicBezTo>
                  <a:cubicBezTo>
                    <a:pt x="267105" y="72283"/>
                    <a:pt x="267236" y="72176"/>
                    <a:pt x="267367" y="72069"/>
                  </a:cubicBezTo>
                  <a:cubicBezTo>
                    <a:pt x="267391" y="72033"/>
                    <a:pt x="267403" y="71985"/>
                    <a:pt x="267415" y="71949"/>
                  </a:cubicBezTo>
                  <a:cubicBezTo>
                    <a:pt x="258878" y="70818"/>
                    <a:pt x="264557" y="70402"/>
                    <a:pt x="268856" y="69199"/>
                  </a:cubicBezTo>
                  <a:cubicBezTo>
                    <a:pt x="269415" y="60770"/>
                    <a:pt x="270463" y="52840"/>
                    <a:pt x="271904" y="46875"/>
                  </a:cubicBezTo>
                  <a:lnTo>
                    <a:pt x="271904" y="46875"/>
                  </a:lnTo>
                  <a:cubicBezTo>
                    <a:pt x="270606" y="47006"/>
                    <a:pt x="269344" y="47137"/>
                    <a:pt x="268105" y="47256"/>
                  </a:cubicBezTo>
                  <a:cubicBezTo>
                    <a:pt x="267713" y="40803"/>
                    <a:pt x="267689" y="33719"/>
                    <a:pt x="268010" y="26789"/>
                  </a:cubicBezTo>
                  <a:cubicBezTo>
                    <a:pt x="267343" y="26670"/>
                    <a:pt x="263331" y="26230"/>
                    <a:pt x="265867" y="25658"/>
                  </a:cubicBezTo>
                  <a:cubicBezTo>
                    <a:pt x="265950" y="25479"/>
                    <a:pt x="266212" y="25539"/>
                    <a:pt x="266379" y="25503"/>
                  </a:cubicBezTo>
                  <a:cubicBezTo>
                    <a:pt x="266510" y="25396"/>
                    <a:pt x="266641" y="25301"/>
                    <a:pt x="266772" y="25194"/>
                  </a:cubicBezTo>
                  <a:cubicBezTo>
                    <a:pt x="266796" y="25146"/>
                    <a:pt x="266808" y="25110"/>
                    <a:pt x="266820" y="25063"/>
                  </a:cubicBezTo>
                  <a:cubicBezTo>
                    <a:pt x="258283" y="23932"/>
                    <a:pt x="263962" y="23515"/>
                    <a:pt x="268260" y="22312"/>
                  </a:cubicBezTo>
                  <a:cubicBezTo>
                    <a:pt x="268415" y="19919"/>
                    <a:pt x="268856" y="15300"/>
                    <a:pt x="268856" y="15300"/>
                  </a:cubicBezTo>
                  <a:lnTo>
                    <a:pt x="254901" y="1453"/>
                  </a:lnTo>
                  <a:cubicBezTo>
                    <a:pt x="254901" y="1453"/>
                    <a:pt x="251413" y="1679"/>
                    <a:pt x="249615" y="1774"/>
                  </a:cubicBezTo>
                  <a:cubicBezTo>
                    <a:pt x="249746" y="1167"/>
                    <a:pt x="249889" y="572"/>
                    <a:pt x="250020" y="0"/>
                  </a:cubicBezTo>
                  <a:lnTo>
                    <a:pt x="250020" y="0"/>
                  </a:lnTo>
                  <a:cubicBezTo>
                    <a:pt x="240828" y="929"/>
                    <a:pt x="233577" y="1572"/>
                    <a:pt x="225017" y="1929"/>
                  </a:cubicBezTo>
                  <a:cubicBezTo>
                    <a:pt x="224814" y="2179"/>
                    <a:pt x="224600" y="2441"/>
                    <a:pt x="224386" y="2715"/>
                  </a:cubicBezTo>
                  <a:cubicBezTo>
                    <a:pt x="223731" y="2953"/>
                    <a:pt x="223112" y="3274"/>
                    <a:pt x="222647" y="3751"/>
                  </a:cubicBezTo>
                  <a:cubicBezTo>
                    <a:pt x="222755" y="3346"/>
                    <a:pt x="222945" y="2774"/>
                    <a:pt x="223219" y="2000"/>
                  </a:cubicBezTo>
                  <a:cubicBezTo>
                    <a:pt x="223094" y="1992"/>
                    <a:pt x="222968" y="1988"/>
                    <a:pt x="222843" y="1988"/>
                  </a:cubicBezTo>
                  <a:cubicBezTo>
                    <a:pt x="221740" y="1988"/>
                    <a:pt x="220632" y="2285"/>
                    <a:pt x="219537" y="2285"/>
                  </a:cubicBezTo>
                  <a:cubicBezTo>
                    <a:pt x="219371" y="2285"/>
                    <a:pt x="219205" y="2278"/>
                    <a:pt x="219040" y="2262"/>
                  </a:cubicBezTo>
                  <a:cubicBezTo>
                    <a:pt x="218567" y="2506"/>
                    <a:pt x="218202" y="2952"/>
                    <a:pt x="217926" y="2952"/>
                  </a:cubicBezTo>
                  <a:cubicBezTo>
                    <a:pt x="217744" y="2952"/>
                    <a:pt x="217601" y="2757"/>
                    <a:pt x="217492" y="2179"/>
                  </a:cubicBezTo>
                  <a:cubicBezTo>
                    <a:pt x="216420" y="2203"/>
                    <a:pt x="215337" y="2227"/>
                    <a:pt x="214218" y="2239"/>
                  </a:cubicBezTo>
                  <a:cubicBezTo>
                    <a:pt x="210515" y="2179"/>
                    <a:pt x="207169" y="2084"/>
                    <a:pt x="204002" y="1965"/>
                  </a:cubicBezTo>
                  <a:cubicBezTo>
                    <a:pt x="203967" y="2131"/>
                    <a:pt x="203943" y="2298"/>
                    <a:pt x="203919" y="2453"/>
                  </a:cubicBezTo>
                  <a:cubicBezTo>
                    <a:pt x="203550" y="2560"/>
                    <a:pt x="203181" y="2679"/>
                    <a:pt x="202824" y="2822"/>
                  </a:cubicBezTo>
                  <a:cubicBezTo>
                    <a:pt x="202776" y="2548"/>
                    <a:pt x="202728" y="2239"/>
                    <a:pt x="202681" y="1905"/>
                  </a:cubicBezTo>
                  <a:cubicBezTo>
                    <a:pt x="194453" y="1524"/>
                    <a:pt x="187357" y="905"/>
                    <a:pt x="178440" y="0"/>
                  </a:cubicBezTo>
                  <a:lnTo>
                    <a:pt x="178440" y="0"/>
                  </a:lnTo>
                  <a:cubicBezTo>
                    <a:pt x="178582" y="572"/>
                    <a:pt x="178713" y="1167"/>
                    <a:pt x="178844" y="1774"/>
                  </a:cubicBezTo>
                  <a:cubicBezTo>
                    <a:pt x="175773" y="1607"/>
                    <a:pt x="172832" y="1417"/>
                    <a:pt x="169831" y="1179"/>
                  </a:cubicBezTo>
                  <a:cubicBezTo>
                    <a:pt x="169927" y="774"/>
                    <a:pt x="170010" y="381"/>
                    <a:pt x="170105" y="0"/>
                  </a:cubicBezTo>
                  <a:lnTo>
                    <a:pt x="170105" y="0"/>
                  </a:lnTo>
                  <a:cubicBezTo>
                    <a:pt x="167843" y="226"/>
                    <a:pt x="165700" y="441"/>
                    <a:pt x="163628" y="631"/>
                  </a:cubicBezTo>
                  <a:cubicBezTo>
                    <a:pt x="161556" y="441"/>
                    <a:pt x="159413" y="226"/>
                    <a:pt x="157163" y="0"/>
                  </a:cubicBezTo>
                  <a:lnTo>
                    <a:pt x="157163" y="0"/>
                  </a:lnTo>
                  <a:cubicBezTo>
                    <a:pt x="157246" y="381"/>
                    <a:pt x="157342" y="774"/>
                    <a:pt x="157425" y="1179"/>
                  </a:cubicBezTo>
                  <a:cubicBezTo>
                    <a:pt x="153377" y="1500"/>
                    <a:pt x="149400" y="1750"/>
                    <a:pt x="145102" y="1929"/>
                  </a:cubicBezTo>
                  <a:cubicBezTo>
                    <a:pt x="144154" y="3043"/>
                    <a:pt x="143049" y="4616"/>
                    <a:pt x="142712" y="4616"/>
                  </a:cubicBezTo>
                  <a:cubicBezTo>
                    <a:pt x="142491" y="4616"/>
                    <a:pt x="142601" y="3936"/>
                    <a:pt x="143304" y="2000"/>
                  </a:cubicBezTo>
                  <a:cubicBezTo>
                    <a:pt x="143179" y="1992"/>
                    <a:pt x="143053" y="1988"/>
                    <a:pt x="142928" y="1988"/>
                  </a:cubicBezTo>
                  <a:cubicBezTo>
                    <a:pt x="141825" y="1988"/>
                    <a:pt x="140718" y="2285"/>
                    <a:pt x="139622" y="2285"/>
                  </a:cubicBezTo>
                  <a:cubicBezTo>
                    <a:pt x="139456" y="2285"/>
                    <a:pt x="139290" y="2278"/>
                    <a:pt x="139125" y="2262"/>
                  </a:cubicBezTo>
                  <a:cubicBezTo>
                    <a:pt x="138780" y="2441"/>
                    <a:pt x="138494" y="2715"/>
                    <a:pt x="138256" y="2858"/>
                  </a:cubicBezTo>
                  <a:lnTo>
                    <a:pt x="138256" y="2250"/>
                  </a:lnTo>
                  <a:cubicBezTo>
                    <a:pt x="138030" y="2250"/>
                    <a:pt x="137803" y="2239"/>
                    <a:pt x="137589" y="2239"/>
                  </a:cubicBezTo>
                  <a:cubicBezTo>
                    <a:pt x="137577" y="2215"/>
                    <a:pt x="137577" y="2203"/>
                    <a:pt x="137565" y="2179"/>
                  </a:cubicBezTo>
                  <a:cubicBezTo>
                    <a:pt x="137041" y="2191"/>
                    <a:pt x="136494" y="2203"/>
                    <a:pt x="135946" y="2215"/>
                  </a:cubicBezTo>
                  <a:cubicBezTo>
                    <a:pt x="135410" y="2203"/>
                    <a:pt x="134863" y="2191"/>
                    <a:pt x="134327" y="2179"/>
                  </a:cubicBezTo>
                  <a:cubicBezTo>
                    <a:pt x="134327" y="2203"/>
                    <a:pt x="134327" y="2215"/>
                    <a:pt x="134315" y="2239"/>
                  </a:cubicBezTo>
                  <a:cubicBezTo>
                    <a:pt x="134089" y="2239"/>
                    <a:pt x="133874" y="2250"/>
                    <a:pt x="133648" y="2250"/>
                  </a:cubicBezTo>
                  <a:lnTo>
                    <a:pt x="133648" y="2858"/>
                  </a:lnTo>
                  <a:cubicBezTo>
                    <a:pt x="133410" y="2715"/>
                    <a:pt x="133124" y="2441"/>
                    <a:pt x="132779" y="2262"/>
                  </a:cubicBezTo>
                  <a:cubicBezTo>
                    <a:pt x="132604" y="2280"/>
                    <a:pt x="132429" y="2288"/>
                    <a:pt x="132254" y="2288"/>
                  </a:cubicBezTo>
                  <a:cubicBezTo>
                    <a:pt x="131165" y="2288"/>
                    <a:pt x="130064" y="1988"/>
                    <a:pt x="128968" y="1988"/>
                  </a:cubicBezTo>
                  <a:cubicBezTo>
                    <a:pt x="128845" y="1988"/>
                    <a:pt x="128723" y="1992"/>
                    <a:pt x="128600" y="2000"/>
                  </a:cubicBezTo>
                  <a:cubicBezTo>
                    <a:pt x="129303" y="3936"/>
                    <a:pt x="129413" y="4616"/>
                    <a:pt x="129192" y="4616"/>
                  </a:cubicBezTo>
                  <a:cubicBezTo>
                    <a:pt x="128855" y="4616"/>
                    <a:pt x="127750" y="3043"/>
                    <a:pt x="126802" y="1929"/>
                  </a:cubicBezTo>
                  <a:cubicBezTo>
                    <a:pt x="122492" y="1750"/>
                    <a:pt x="118527" y="1500"/>
                    <a:pt x="114467" y="1179"/>
                  </a:cubicBezTo>
                  <a:cubicBezTo>
                    <a:pt x="114562" y="774"/>
                    <a:pt x="114646" y="381"/>
                    <a:pt x="114741" y="0"/>
                  </a:cubicBezTo>
                  <a:lnTo>
                    <a:pt x="114741" y="0"/>
                  </a:lnTo>
                  <a:cubicBezTo>
                    <a:pt x="112491" y="226"/>
                    <a:pt x="110348" y="441"/>
                    <a:pt x="108276" y="631"/>
                  </a:cubicBezTo>
                  <a:cubicBezTo>
                    <a:pt x="106192" y="441"/>
                    <a:pt x="104061" y="226"/>
                    <a:pt x="101799" y="0"/>
                  </a:cubicBezTo>
                  <a:lnTo>
                    <a:pt x="101799" y="0"/>
                  </a:lnTo>
                  <a:cubicBezTo>
                    <a:pt x="101894" y="381"/>
                    <a:pt x="101978" y="774"/>
                    <a:pt x="102073" y="1179"/>
                  </a:cubicBezTo>
                  <a:cubicBezTo>
                    <a:pt x="99072" y="1417"/>
                    <a:pt x="96132" y="1607"/>
                    <a:pt x="93060" y="1774"/>
                  </a:cubicBezTo>
                  <a:cubicBezTo>
                    <a:pt x="93191" y="1167"/>
                    <a:pt x="93322" y="572"/>
                    <a:pt x="93465" y="0"/>
                  </a:cubicBezTo>
                  <a:lnTo>
                    <a:pt x="93465" y="0"/>
                  </a:lnTo>
                  <a:cubicBezTo>
                    <a:pt x="84535" y="905"/>
                    <a:pt x="77439" y="1524"/>
                    <a:pt x="69212" y="1905"/>
                  </a:cubicBezTo>
                  <a:cubicBezTo>
                    <a:pt x="69164" y="2239"/>
                    <a:pt x="69116" y="2548"/>
                    <a:pt x="69081" y="2822"/>
                  </a:cubicBezTo>
                  <a:cubicBezTo>
                    <a:pt x="68723" y="2667"/>
                    <a:pt x="68342" y="2548"/>
                    <a:pt x="67973" y="2453"/>
                  </a:cubicBezTo>
                  <a:cubicBezTo>
                    <a:pt x="67950" y="2298"/>
                    <a:pt x="67926" y="2131"/>
                    <a:pt x="67902" y="1953"/>
                  </a:cubicBezTo>
                  <a:cubicBezTo>
                    <a:pt x="64735" y="2084"/>
                    <a:pt x="61377" y="2179"/>
                    <a:pt x="57686" y="2239"/>
                  </a:cubicBezTo>
                  <a:cubicBezTo>
                    <a:pt x="56567" y="2227"/>
                    <a:pt x="55472" y="2203"/>
                    <a:pt x="54412" y="2179"/>
                  </a:cubicBezTo>
                  <a:cubicBezTo>
                    <a:pt x="54303" y="2757"/>
                    <a:pt x="54160" y="2952"/>
                    <a:pt x="53977" y="2952"/>
                  </a:cubicBezTo>
                  <a:cubicBezTo>
                    <a:pt x="53701" y="2952"/>
                    <a:pt x="53333" y="2506"/>
                    <a:pt x="52852" y="2262"/>
                  </a:cubicBezTo>
                  <a:cubicBezTo>
                    <a:pt x="52687" y="2278"/>
                    <a:pt x="52522" y="2285"/>
                    <a:pt x="52356" y="2285"/>
                  </a:cubicBezTo>
                  <a:cubicBezTo>
                    <a:pt x="51262" y="2285"/>
                    <a:pt x="50161" y="1988"/>
                    <a:pt x="49052" y="1988"/>
                  </a:cubicBezTo>
                  <a:cubicBezTo>
                    <a:pt x="48926" y="1988"/>
                    <a:pt x="48800" y="1992"/>
                    <a:pt x="48673" y="2000"/>
                  </a:cubicBezTo>
                  <a:cubicBezTo>
                    <a:pt x="48959" y="2774"/>
                    <a:pt x="49138" y="3346"/>
                    <a:pt x="49257" y="3751"/>
                  </a:cubicBezTo>
                  <a:cubicBezTo>
                    <a:pt x="48792" y="3274"/>
                    <a:pt x="48173" y="2953"/>
                    <a:pt x="47518" y="2703"/>
                  </a:cubicBezTo>
                  <a:cubicBezTo>
                    <a:pt x="47304" y="2441"/>
                    <a:pt x="47090" y="2179"/>
                    <a:pt x="46875" y="1929"/>
                  </a:cubicBezTo>
                  <a:cubicBezTo>
                    <a:pt x="38315" y="1572"/>
                    <a:pt x="31064" y="929"/>
                    <a:pt x="21872" y="0"/>
                  </a:cubicBezTo>
                  <a:lnTo>
                    <a:pt x="21872" y="0"/>
                  </a:lnTo>
                  <a:cubicBezTo>
                    <a:pt x="22015" y="572"/>
                    <a:pt x="22146" y="1167"/>
                    <a:pt x="22277" y="1774"/>
                  </a:cubicBezTo>
                  <a:cubicBezTo>
                    <a:pt x="15098" y="1393"/>
                    <a:pt x="8573" y="810"/>
                    <a:pt x="5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56"/>
            <p:cNvSpPr/>
            <p:nvPr/>
          </p:nvSpPr>
          <p:spPr>
            <a:xfrm>
              <a:off x="283950" y="193150"/>
              <a:ext cx="8615526" cy="4752359"/>
            </a:xfrm>
            <a:custGeom>
              <a:rect b="b" l="l" r="r" t="t"/>
              <a:pathLst>
                <a:path extrusionOk="0" h="146757" w="269046">
                  <a:moveTo>
                    <a:pt x="21241" y="131"/>
                  </a:moveTo>
                  <a:cubicBezTo>
                    <a:pt x="20884" y="346"/>
                    <a:pt x="20527" y="572"/>
                    <a:pt x="20170" y="798"/>
                  </a:cubicBezTo>
                  <a:cubicBezTo>
                    <a:pt x="20217" y="953"/>
                    <a:pt x="20253" y="1120"/>
                    <a:pt x="20289" y="1286"/>
                  </a:cubicBezTo>
                  <a:cubicBezTo>
                    <a:pt x="20860" y="929"/>
                    <a:pt x="21432" y="560"/>
                    <a:pt x="22015" y="203"/>
                  </a:cubicBezTo>
                  <a:cubicBezTo>
                    <a:pt x="21753" y="179"/>
                    <a:pt x="21503" y="155"/>
                    <a:pt x="21241" y="131"/>
                  </a:cubicBezTo>
                  <a:close/>
                  <a:moveTo>
                    <a:pt x="18777" y="1691"/>
                  </a:moveTo>
                  <a:cubicBezTo>
                    <a:pt x="18515" y="1858"/>
                    <a:pt x="18265" y="2012"/>
                    <a:pt x="18015" y="2179"/>
                  </a:cubicBezTo>
                  <a:cubicBezTo>
                    <a:pt x="11788" y="6263"/>
                    <a:pt x="6156" y="10644"/>
                    <a:pt x="1155" y="15252"/>
                  </a:cubicBezTo>
                  <a:cubicBezTo>
                    <a:pt x="1179" y="15455"/>
                    <a:pt x="1203" y="15657"/>
                    <a:pt x="1215" y="15848"/>
                  </a:cubicBezTo>
                  <a:cubicBezTo>
                    <a:pt x="6263" y="11156"/>
                    <a:pt x="11966" y="6727"/>
                    <a:pt x="18277" y="2584"/>
                  </a:cubicBezTo>
                  <a:cubicBezTo>
                    <a:pt x="18705" y="2298"/>
                    <a:pt x="19146" y="2012"/>
                    <a:pt x="19574" y="1739"/>
                  </a:cubicBezTo>
                  <a:cubicBezTo>
                    <a:pt x="19312" y="1727"/>
                    <a:pt x="19039" y="1703"/>
                    <a:pt x="18777" y="1691"/>
                  </a:cubicBezTo>
                  <a:close/>
                  <a:moveTo>
                    <a:pt x="257199" y="5608"/>
                  </a:moveTo>
                  <a:cubicBezTo>
                    <a:pt x="259819" y="11180"/>
                    <a:pt x="262128" y="16943"/>
                    <a:pt x="264105" y="22884"/>
                  </a:cubicBezTo>
                  <a:cubicBezTo>
                    <a:pt x="264307" y="22836"/>
                    <a:pt x="264522" y="22789"/>
                    <a:pt x="264736" y="22741"/>
                  </a:cubicBezTo>
                  <a:cubicBezTo>
                    <a:pt x="262950" y="17360"/>
                    <a:pt x="260890" y="12085"/>
                    <a:pt x="258557" y="6942"/>
                  </a:cubicBezTo>
                  <a:lnTo>
                    <a:pt x="257199" y="5608"/>
                  </a:lnTo>
                  <a:close/>
                  <a:moveTo>
                    <a:pt x="234685" y="1239"/>
                  </a:moveTo>
                  <a:cubicBezTo>
                    <a:pt x="234423" y="1262"/>
                    <a:pt x="234149" y="1286"/>
                    <a:pt x="233887" y="1298"/>
                  </a:cubicBezTo>
                  <a:cubicBezTo>
                    <a:pt x="234554" y="1727"/>
                    <a:pt x="235220" y="2143"/>
                    <a:pt x="235875" y="2584"/>
                  </a:cubicBezTo>
                  <a:cubicBezTo>
                    <a:pt x="245662" y="9001"/>
                    <a:pt x="253961" y="16145"/>
                    <a:pt x="260676" y="23813"/>
                  </a:cubicBezTo>
                  <a:cubicBezTo>
                    <a:pt x="260783" y="23741"/>
                    <a:pt x="260938" y="23682"/>
                    <a:pt x="261140" y="23610"/>
                  </a:cubicBezTo>
                  <a:cubicBezTo>
                    <a:pt x="254377" y="15871"/>
                    <a:pt x="246007" y="8656"/>
                    <a:pt x="236137" y="2179"/>
                  </a:cubicBezTo>
                  <a:cubicBezTo>
                    <a:pt x="235649" y="1870"/>
                    <a:pt x="235173" y="1548"/>
                    <a:pt x="234685" y="1239"/>
                  </a:cubicBezTo>
                  <a:close/>
                  <a:moveTo>
                    <a:pt x="264807" y="25051"/>
                  </a:moveTo>
                  <a:lnTo>
                    <a:pt x="264867" y="25218"/>
                  </a:lnTo>
                  <a:cubicBezTo>
                    <a:pt x="264879" y="25218"/>
                    <a:pt x="264879" y="25206"/>
                    <a:pt x="264891" y="25194"/>
                  </a:cubicBezTo>
                  <a:cubicBezTo>
                    <a:pt x="264914" y="25158"/>
                    <a:pt x="264926" y="25111"/>
                    <a:pt x="264938" y="25075"/>
                  </a:cubicBezTo>
                  <a:cubicBezTo>
                    <a:pt x="264891" y="25063"/>
                    <a:pt x="264855" y="25063"/>
                    <a:pt x="264807" y="25051"/>
                  </a:cubicBezTo>
                  <a:close/>
                  <a:moveTo>
                    <a:pt x="265319" y="26670"/>
                  </a:moveTo>
                  <a:lnTo>
                    <a:pt x="265319" y="26670"/>
                  </a:lnTo>
                  <a:cubicBezTo>
                    <a:pt x="265557" y="27480"/>
                    <a:pt x="265807" y="28290"/>
                    <a:pt x="266034" y="29099"/>
                  </a:cubicBezTo>
                  <a:cubicBezTo>
                    <a:pt x="266057" y="28444"/>
                    <a:pt x="266081" y="27789"/>
                    <a:pt x="266117" y="27135"/>
                  </a:cubicBezTo>
                  <a:cubicBezTo>
                    <a:pt x="266081" y="27016"/>
                    <a:pt x="266046" y="26896"/>
                    <a:pt x="266010" y="26777"/>
                  </a:cubicBezTo>
                  <a:cubicBezTo>
                    <a:pt x="265843" y="26754"/>
                    <a:pt x="265593" y="26718"/>
                    <a:pt x="265319" y="26670"/>
                  </a:cubicBezTo>
                  <a:close/>
                  <a:moveTo>
                    <a:pt x="261188" y="24408"/>
                  </a:moveTo>
                  <a:lnTo>
                    <a:pt x="261188" y="24408"/>
                  </a:lnTo>
                  <a:cubicBezTo>
                    <a:pt x="262902" y="26396"/>
                    <a:pt x="264498" y="28409"/>
                    <a:pt x="265998" y="30456"/>
                  </a:cubicBezTo>
                  <a:cubicBezTo>
                    <a:pt x="265998" y="30195"/>
                    <a:pt x="266010" y="29944"/>
                    <a:pt x="266022" y="29683"/>
                  </a:cubicBezTo>
                  <a:cubicBezTo>
                    <a:pt x="265153" y="28516"/>
                    <a:pt x="264260" y="27361"/>
                    <a:pt x="263331" y="26218"/>
                  </a:cubicBezTo>
                  <a:cubicBezTo>
                    <a:pt x="263200" y="26158"/>
                    <a:pt x="263140" y="26087"/>
                    <a:pt x="263164" y="26015"/>
                  </a:cubicBezTo>
                  <a:cubicBezTo>
                    <a:pt x="262771" y="25539"/>
                    <a:pt x="262378" y="25075"/>
                    <a:pt x="261986" y="24599"/>
                  </a:cubicBezTo>
                  <a:cubicBezTo>
                    <a:pt x="261664" y="24539"/>
                    <a:pt x="261402" y="24468"/>
                    <a:pt x="261188" y="24408"/>
                  </a:cubicBezTo>
                  <a:close/>
                  <a:moveTo>
                    <a:pt x="127076" y="17431"/>
                  </a:moveTo>
                  <a:cubicBezTo>
                    <a:pt x="133339" y="17431"/>
                    <a:pt x="139506" y="17574"/>
                    <a:pt x="145578" y="17848"/>
                  </a:cubicBezTo>
                  <a:cubicBezTo>
                    <a:pt x="146150" y="29278"/>
                    <a:pt x="146554" y="41363"/>
                    <a:pt x="146769" y="53924"/>
                  </a:cubicBezTo>
                  <a:cubicBezTo>
                    <a:pt x="140292" y="53816"/>
                    <a:pt x="133720" y="53769"/>
                    <a:pt x="127076" y="53769"/>
                  </a:cubicBezTo>
                  <a:cubicBezTo>
                    <a:pt x="120432" y="53769"/>
                    <a:pt x="113860" y="53816"/>
                    <a:pt x="107371" y="53924"/>
                  </a:cubicBezTo>
                  <a:cubicBezTo>
                    <a:pt x="107585" y="41363"/>
                    <a:pt x="107990" y="29278"/>
                    <a:pt x="108562" y="17848"/>
                  </a:cubicBezTo>
                  <a:cubicBezTo>
                    <a:pt x="114634" y="17574"/>
                    <a:pt x="120813" y="17431"/>
                    <a:pt x="127076" y="17431"/>
                  </a:cubicBezTo>
                  <a:close/>
                  <a:moveTo>
                    <a:pt x="108359" y="17848"/>
                  </a:moveTo>
                  <a:cubicBezTo>
                    <a:pt x="107776" y="29385"/>
                    <a:pt x="107371" y="41482"/>
                    <a:pt x="107169" y="53924"/>
                  </a:cubicBezTo>
                  <a:cubicBezTo>
                    <a:pt x="94727" y="54138"/>
                    <a:pt x="82630" y="54531"/>
                    <a:pt x="71093" y="55114"/>
                  </a:cubicBezTo>
                  <a:cubicBezTo>
                    <a:pt x="71617" y="43244"/>
                    <a:pt x="72640" y="31766"/>
                    <a:pt x="74117" y="20872"/>
                  </a:cubicBezTo>
                  <a:cubicBezTo>
                    <a:pt x="85011" y="19407"/>
                    <a:pt x="96477" y="18384"/>
                    <a:pt x="108359" y="17848"/>
                  </a:cubicBezTo>
                  <a:close/>
                  <a:moveTo>
                    <a:pt x="145792" y="17860"/>
                  </a:moveTo>
                  <a:lnTo>
                    <a:pt x="145792" y="17860"/>
                  </a:lnTo>
                  <a:cubicBezTo>
                    <a:pt x="157675" y="18384"/>
                    <a:pt x="169141" y="19407"/>
                    <a:pt x="180035" y="20884"/>
                  </a:cubicBezTo>
                  <a:cubicBezTo>
                    <a:pt x="181499" y="31766"/>
                    <a:pt x="182523" y="43244"/>
                    <a:pt x="183059" y="55114"/>
                  </a:cubicBezTo>
                  <a:cubicBezTo>
                    <a:pt x="171522" y="54531"/>
                    <a:pt x="159425" y="54138"/>
                    <a:pt x="146983" y="53924"/>
                  </a:cubicBezTo>
                  <a:cubicBezTo>
                    <a:pt x="146781" y="41482"/>
                    <a:pt x="146376" y="29385"/>
                    <a:pt x="145792" y="17860"/>
                  </a:cubicBezTo>
                  <a:close/>
                  <a:moveTo>
                    <a:pt x="73724" y="20931"/>
                  </a:moveTo>
                  <a:lnTo>
                    <a:pt x="73724" y="20931"/>
                  </a:lnTo>
                  <a:cubicBezTo>
                    <a:pt x="72259" y="31909"/>
                    <a:pt x="71247" y="43375"/>
                    <a:pt x="70724" y="55138"/>
                  </a:cubicBezTo>
                  <a:cubicBezTo>
                    <a:pt x="54805" y="55948"/>
                    <a:pt x="39958" y="57103"/>
                    <a:pt x="26742" y="58579"/>
                  </a:cubicBezTo>
                  <a:cubicBezTo>
                    <a:pt x="27373" y="48816"/>
                    <a:pt x="28599" y="39255"/>
                    <a:pt x="30397" y="29992"/>
                  </a:cubicBezTo>
                  <a:cubicBezTo>
                    <a:pt x="43292" y="26158"/>
                    <a:pt x="57901" y="23086"/>
                    <a:pt x="73724" y="20931"/>
                  </a:cubicBezTo>
                  <a:close/>
                  <a:moveTo>
                    <a:pt x="180416" y="20931"/>
                  </a:moveTo>
                  <a:lnTo>
                    <a:pt x="180416" y="20931"/>
                  </a:lnTo>
                  <a:cubicBezTo>
                    <a:pt x="196251" y="23086"/>
                    <a:pt x="210860" y="26170"/>
                    <a:pt x="223755" y="29992"/>
                  </a:cubicBezTo>
                  <a:cubicBezTo>
                    <a:pt x="225552" y="39255"/>
                    <a:pt x="226779" y="48816"/>
                    <a:pt x="227410" y="58579"/>
                  </a:cubicBezTo>
                  <a:cubicBezTo>
                    <a:pt x="214194" y="57103"/>
                    <a:pt x="199335" y="55948"/>
                    <a:pt x="183416" y="55138"/>
                  </a:cubicBezTo>
                  <a:cubicBezTo>
                    <a:pt x="182904" y="43375"/>
                    <a:pt x="181892" y="31909"/>
                    <a:pt x="180416" y="20931"/>
                  </a:cubicBezTo>
                  <a:close/>
                  <a:moveTo>
                    <a:pt x="70724" y="55352"/>
                  </a:moveTo>
                  <a:cubicBezTo>
                    <a:pt x="70450" y="61436"/>
                    <a:pt x="70319" y="67616"/>
                    <a:pt x="70319" y="73843"/>
                  </a:cubicBezTo>
                  <a:cubicBezTo>
                    <a:pt x="70319" y="80070"/>
                    <a:pt x="70450" y="86237"/>
                    <a:pt x="70724" y="92321"/>
                  </a:cubicBezTo>
                  <a:cubicBezTo>
                    <a:pt x="54543" y="91500"/>
                    <a:pt x="39696" y="90333"/>
                    <a:pt x="26730" y="88892"/>
                  </a:cubicBezTo>
                  <a:cubicBezTo>
                    <a:pt x="26420" y="83915"/>
                    <a:pt x="26254" y="78891"/>
                    <a:pt x="26254" y="73843"/>
                  </a:cubicBezTo>
                  <a:cubicBezTo>
                    <a:pt x="26254" y="68783"/>
                    <a:pt x="26420" y="63758"/>
                    <a:pt x="26730" y="58781"/>
                  </a:cubicBezTo>
                  <a:cubicBezTo>
                    <a:pt x="39696" y="57341"/>
                    <a:pt x="54543" y="56174"/>
                    <a:pt x="70724" y="55352"/>
                  </a:cubicBezTo>
                  <a:close/>
                  <a:moveTo>
                    <a:pt x="183428" y="55352"/>
                  </a:moveTo>
                  <a:cubicBezTo>
                    <a:pt x="199609" y="56174"/>
                    <a:pt x="214444" y="57341"/>
                    <a:pt x="227410" y="58781"/>
                  </a:cubicBezTo>
                  <a:cubicBezTo>
                    <a:pt x="227731" y="63758"/>
                    <a:pt x="227886" y="68783"/>
                    <a:pt x="227886" y="73843"/>
                  </a:cubicBezTo>
                  <a:cubicBezTo>
                    <a:pt x="227886" y="78903"/>
                    <a:pt x="227731" y="83915"/>
                    <a:pt x="227410" y="88892"/>
                  </a:cubicBezTo>
                  <a:cubicBezTo>
                    <a:pt x="214444" y="90333"/>
                    <a:pt x="199609" y="91500"/>
                    <a:pt x="183428" y="92321"/>
                  </a:cubicBezTo>
                  <a:cubicBezTo>
                    <a:pt x="183690" y="86237"/>
                    <a:pt x="183833" y="80070"/>
                    <a:pt x="183833" y="73843"/>
                  </a:cubicBezTo>
                  <a:cubicBezTo>
                    <a:pt x="183833" y="67616"/>
                    <a:pt x="183690" y="61436"/>
                    <a:pt x="183428" y="55352"/>
                  </a:cubicBezTo>
                  <a:close/>
                  <a:moveTo>
                    <a:pt x="107157" y="54138"/>
                  </a:moveTo>
                  <a:cubicBezTo>
                    <a:pt x="107050" y="60627"/>
                    <a:pt x="107002" y="67199"/>
                    <a:pt x="107002" y="73843"/>
                  </a:cubicBezTo>
                  <a:cubicBezTo>
                    <a:pt x="107002" y="80475"/>
                    <a:pt x="107050" y="87047"/>
                    <a:pt x="107157" y="93536"/>
                  </a:cubicBezTo>
                  <a:cubicBezTo>
                    <a:pt x="94596" y="93321"/>
                    <a:pt x="82511" y="92917"/>
                    <a:pt x="71081" y="92345"/>
                  </a:cubicBezTo>
                  <a:cubicBezTo>
                    <a:pt x="70807" y="86273"/>
                    <a:pt x="70676" y="80105"/>
                    <a:pt x="70676" y="73843"/>
                  </a:cubicBezTo>
                  <a:cubicBezTo>
                    <a:pt x="70676" y="67580"/>
                    <a:pt x="70807" y="61401"/>
                    <a:pt x="71081" y="55329"/>
                  </a:cubicBezTo>
                  <a:cubicBezTo>
                    <a:pt x="82511" y="54757"/>
                    <a:pt x="94596" y="54352"/>
                    <a:pt x="107157" y="54138"/>
                  </a:cubicBezTo>
                  <a:close/>
                  <a:moveTo>
                    <a:pt x="146983" y="54138"/>
                  </a:moveTo>
                  <a:cubicBezTo>
                    <a:pt x="159544" y="54352"/>
                    <a:pt x="171641" y="54757"/>
                    <a:pt x="183071" y="55329"/>
                  </a:cubicBezTo>
                  <a:cubicBezTo>
                    <a:pt x="183333" y="61401"/>
                    <a:pt x="183476" y="67568"/>
                    <a:pt x="183476" y="73831"/>
                  </a:cubicBezTo>
                  <a:cubicBezTo>
                    <a:pt x="183476" y="80094"/>
                    <a:pt x="183333" y="86273"/>
                    <a:pt x="183071" y="92345"/>
                  </a:cubicBezTo>
                  <a:cubicBezTo>
                    <a:pt x="171641" y="92917"/>
                    <a:pt x="159544" y="93321"/>
                    <a:pt x="146983" y="93536"/>
                  </a:cubicBezTo>
                  <a:cubicBezTo>
                    <a:pt x="147090" y="87047"/>
                    <a:pt x="147150" y="80475"/>
                    <a:pt x="147150" y="73843"/>
                  </a:cubicBezTo>
                  <a:cubicBezTo>
                    <a:pt x="147150" y="67199"/>
                    <a:pt x="147090" y="60627"/>
                    <a:pt x="146983" y="54138"/>
                  </a:cubicBezTo>
                  <a:close/>
                  <a:moveTo>
                    <a:pt x="127076" y="53971"/>
                  </a:moveTo>
                  <a:cubicBezTo>
                    <a:pt x="133743" y="53971"/>
                    <a:pt x="140327" y="54031"/>
                    <a:pt x="146781" y="54138"/>
                  </a:cubicBezTo>
                  <a:cubicBezTo>
                    <a:pt x="146876" y="60591"/>
                    <a:pt x="146935" y="67163"/>
                    <a:pt x="146935" y="73843"/>
                  </a:cubicBezTo>
                  <a:cubicBezTo>
                    <a:pt x="146935" y="80510"/>
                    <a:pt x="146888" y="87082"/>
                    <a:pt x="146781" y="93536"/>
                  </a:cubicBezTo>
                  <a:cubicBezTo>
                    <a:pt x="140327" y="93643"/>
                    <a:pt x="133743" y="93702"/>
                    <a:pt x="127076" y="93702"/>
                  </a:cubicBezTo>
                  <a:cubicBezTo>
                    <a:pt x="120396" y="93702"/>
                    <a:pt x="113824" y="93643"/>
                    <a:pt x="107371" y="93536"/>
                  </a:cubicBezTo>
                  <a:cubicBezTo>
                    <a:pt x="107264" y="87082"/>
                    <a:pt x="107204" y="80510"/>
                    <a:pt x="107204" y="73843"/>
                  </a:cubicBezTo>
                  <a:cubicBezTo>
                    <a:pt x="107204" y="67163"/>
                    <a:pt x="107264" y="60591"/>
                    <a:pt x="107371" y="54138"/>
                  </a:cubicBezTo>
                  <a:cubicBezTo>
                    <a:pt x="113824" y="54031"/>
                    <a:pt x="120396" y="53971"/>
                    <a:pt x="127076" y="53971"/>
                  </a:cubicBezTo>
                  <a:close/>
                  <a:moveTo>
                    <a:pt x="48" y="105632"/>
                  </a:moveTo>
                  <a:cubicBezTo>
                    <a:pt x="36" y="105716"/>
                    <a:pt x="12" y="105811"/>
                    <a:pt x="0" y="105894"/>
                  </a:cubicBezTo>
                  <a:cubicBezTo>
                    <a:pt x="155" y="105882"/>
                    <a:pt x="310" y="105870"/>
                    <a:pt x="477" y="105859"/>
                  </a:cubicBezTo>
                  <a:cubicBezTo>
                    <a:pt x="334" y="105775"/>
                    <a:pt x="191" y="105704"/>
                    <a:pt x="48" y="105632"/>
                  </a:cubicBezTo>
                  <a:close/>
                  <a:moveTo>
                    <a:pt x="26742" y="89095"/>
                  </a:moveTo>
                  <a:cubicBezTo>
                    <a:pt x="39958" y="90571"/>
                    <a:pt x="54805" y="91726"/>
                    <a:pt x="70724" y="92536"/>
                  </a:cubicBezTo>
                  <a:cubicBezTo>
                    <a:pt x="71247" y="104299"/>
                    <a:pt x="72259" y="115765"/>
                    <a:pt x="73724" y="126742"/>
                  </a:cubicBezTo>
                  <a:cubicBezTo>
                    <a:pt x="57901" y="124587"/>
                    <a:pt x="43292" y="121515"/>
                    <a:pt x="30397" y="117681"/>
                  </a:cubicBezTo>
                  <a:cubicBezTo>
                    <a:pt x="28599" y="108418"/>
                    <a:pt x="27373" y="98858"/>
                    <a:pt x="26742" y="89095"/>
                  </a:cubicBezTo>
                  <a:close/>
                  <a:moveTo>
                    <a:pt x="227410" y="89095"/>
                  </a:moveTo>
                  <a:cubicBezTo>
                    <a:pt x="226779" y="98858"/>
                    <a:pt x="225552" y="108418"/>
                    <a:pt x="223755" y="117681"/>
                  </a:cubicBezTo>
                  <a:cubicBezTo>
                    <a:pt x="210860" y="121515"/>
                    <a:pt x="196251" y="124587"/>
                    <a:pt x="180416" y="126742"/>
                  </a:cubicBezTo>
                  <a:cubicBezTo>
                    <a:pt x="181892" y="115765"/>
                    <a:pt x="182904" y="104299"/>
                    <a:pt x="183416" y="92536"/>
                  </a:cubicBezTo>
                  <a:cubicBezTo>
                    <a:pt x="199347" y="91726"/>
                    <a:pt x="214194" y="90571"/>
                    <a:pt x="227410" y="89095"/>
                  </a:cubicBezTo>
                  <a:close/>
                  <a:moveTo>
                    <a:pt x="71093" y="92559"/>
                  </a:moveTo>
                  <a:lnTo>
                    <a:pt x="71093" y="92559"/>
                  </a:lnTo>
                  <a:cubicBezTo>
                    <a:pt x="82630" y="93143"/>
                    <a:pt x="94715" y="93536"/>
                    <a:pt x="107169" y="93750"/>
                  </a:cubicBezTo>
                  <a:cubicBezTo>
                    <a:pt x="107371" y="106192"/>
                    <a:pt x="107776" y="118289"/>
                    <a:pt x="108347" y="129826"/>
                  </a:cubicBezTo>
                  <a:cubicBezTo>
                    <a:pt x="96477" y="129290"/>
                    <a:pt x="85011" y="128266"/>
                    <a:pt x="74117" y="126790"/>
                  </a:cubicBezTo>
                  <a:cubicBezTo>
                    <a:pt x="72640" y="115907"/>
                    <a:pt x="71617" y="104442"/>
                    <a:pt x="71093" y="92559"/>
                  </a:cubicBezTo>
                  <a:close/>
                  <a:moveTo>
                    <a:pt x="183059" y="92559"/>
                  </a:moveTo>
                  <a:lnTo>
                    <a:pt x="183059" y="92559"/>
                  </a:lnTo>
                  <a:cubicBezTo>
                    <a:pt x="182523" y="104442"/>
                    <a:pt x="181499" y="115907"/>
                    <a:pt x="180035" y="126802"/>
                  </a:cubicBezTo>
                  <a:cubicBezTo>
                    <a:pt x="169141" y="128266"/>
                    <a:pt x="157675" y="129290"/>
                    <a:pt x="145792" y="129826"/>
                  </a:cubicBezTo>
                  <a:cubicBezTo>
                    <a:pt x="146376" y="118289"/>
                    <a:pt x="146769" y="106192"/>
                    <a:pt x="146983" y="93750"/>
                  </a:cubicBezTo>
                  <a:cubicBezTo>
                    <a:pt x="159425" y="93536"/>
                    <a:pt x="171522" y="93143"/>
                    <a:pt x="183059" y="92559"/>
                  </a:cubicBezTo>
                  <a:close/>
                  <a:moveTo>
                    <a:pt x="107371" y="93750"/>
                  </a:moveTo>
                  <a:cubicBezTo>
                    <a:pt x="113860" y="93857"/>
                    <a:pt x="120432" y="93917"/>
                    <a:pt x="127076" y="93917"/>
                  </a:cubicBezTo>
                  <a:cubicBezTo>
                    <a:pt x="133708" y="93917"/>
                    <a:pt x="140292" y="93857"/>
                    <a:pt x="146769" y="93750"/>
                  </a:cubicBezTo>
                  <a:lnTo>
                    <a:pt x="146769" y="93750"/>
                  </a:lnTo>
                  <a:cubicBezTo>
                    <a:pt x="146566" y="106311"/>
                    <a:pt x="146150" y="118396"/>
                    <a:pt x="145578" y="129826"/>
                  </a:cubicBezTo>
                  <a:cubicBezTo>
                    <a:pt x="139506" y="130100"/>
                    <a:pt x="133339" y="130243"/>
                    <a:pt x="127076" y="130243"/>
                  </a:cubicBezTo>
                  <a:cubicBezTo>
                    <a:pt x="120813" y="130243"/>
                    <a:pt x="114634" y="130100"/>
                    <a:pt x="108574" y="129826"/>
                  </a:cubicBezTo>
                  <a:cubicBezTo>
                    <a:pt x="107990" y="118396"/>
                    <a:pt x="107585" y="106311"/>
                    <a:pt x="107371" y="93750"/>
                  </a:cubicBezTo>
                  <a:close/>
                  <a:moveTo>
                    <a:pt x="266653" y="116300"/>
                  </a:moveTo>
                  <a:lnTo>
                    <a:pt x="266653" y="116300"/>
                  </a:lnTo>
                  <a:cubicBezTo>
                    <a:pt x="259152" y="126861"/>
                    <a:pt x="248817" y="136600"/>
                    <a:pt x="235875" y="145101"/>
                  </a:cubicBezTo>
                  <a:cubicBezTo>
                    <a:pt x="235411" y="145399"/>
                    <a:pt x="234946" y="145697"/>
                    <a:pt x="234482" y="145994"/>
                  </a:cubicBezTo>
                  <a:cubicBezTo>
                    <a:pt x="234756" y="146006"/>
                    <a:pt x="235030" y="146018"/>
                    <a:pt x="235304" y="146030"/>
                  </a:cubicBezTo>
                  <a:cubicBezTo>
                    <a:pt x="235577" y="145852"/>
                    <a:pt x="235851" y="145673"/>
                    <a:pt x="236137" y="145494"/>
                  </a:cubicBezTo>
                  <a:cubicBezTo>
                    <a:pt x="248710" y="137243"/>
                    <a:pt x="258854" y="127814"/>
                    <a:pt x="266319" y="117586"/>
                  </a:cubicBezTo>
                  <a:lnTo>
                    <a:pt x="266319" y="117586"/>
                  </a:lnTo>
                  <a:cubicBezTo>
                    <a:pt x="263533" y="127504"/>
                    <a:pt x="259831" y="137005"/>
                    <a:pt x="255306" y="145971"/>
                  </a:cubicBezTo>
                  <a:cubicBezTo>
                    <a:pt x="255544" y="145983"/>
                    <a:pt x="255794" y="145994"/>
                    <a:pt x="256032" y="146006"/>
                  </a:cubicBezTo>
                  <a:cubicBezTo>
                    <a:pt x="260354" y="137374"/>
                    <a:pt x="263879" y="128338"/>
                    <a:pt x="266569" y="118991"/>
                  </a:cubicBezTo>
                  <a:cubicBezTo>
                    <a:pt x="266593" y="118098"/>
                    <a:pt x="266617" y="117193"/>
                    <a:pt x="266653" y="116300"/>
                  </a:cubicBezTo>
                  <a:close/>
                  <a:moveTo>
                    <a:pt x="1798" y="132362"/>
                  </a:moveTo>
                  <a:cubicBezTo>
                    <a:pt x="1774" y="132540"/>
                    <a:pt x="1739" y="132731"/>
                    <a:pt x="1715" y="132933"/>
                  </a:cubicBezTo>
                  <a:cubicBezTo>
                    <a:pt x="6573" y="137362"/>
                    <a:pt x="12014" y="141553"/>
                    <a:pt x="18015" y="145494"/>
                  </a:cubicBezTo>
                  <a:cubicBezTo>
                    <a:pt x="18229" y="145637"/>
                    <a:pt x="18455" y="145780"/>
                    <a:pt x="18669" y="145923"/>
                  </a:cubicBezTo>
                  <a:cubicBezTo>
                    <a:pt x="18681" y="145899"/>
                    <a:pt x="18681" y="145887"/>
                    <a:pt x="18693" y="145875"/>
                  </a:cubicBezTo>
                  <a:lnTo>
                    <a:pt x="18693" y="145875"/>
                  </a:lnTo>
                  <a:cubicBezTo>
                    <a:pt x="18681" y="145899"/>
                    <a:pt x="18693" y="145911"/>
                    <a:pt x="18693" y="145935"/>
                  </a:cubicBezTo>
                  <a:cubicBezTo>
                    <a:pt x="18800" y="146006"/>
                    <a:pt x="18908" y="146066"/>
                    <a:pt x="19015" y="146137"/>
                  </a:cubicBezTo>
                  <a:cubicBezTo>
                    <a:pt x="19348" y="146256"/>
                    <a:pt x="19872" y="146328"/>
                    <a:pt x="20336" y="146423"/>
                  </a:cubicBezTo>
                  <a:cubicBezTo>
                    <a:pt x="19646" y="145983"/>
                    <a:pt x="18955" y="145542"/>
                    <a:pt x="18277" y="145090"/>
                  </a:cubicBezTo>
                  <a:cubicBezTo>
                    <a:pt x="12204" y="141113"/>
                    <a:pt x="6692" y="136850"/>
                    <a:pt x="1798" y="132362"/>
                  </a:cubicBezTo>
                  <a:close/>
                  <a:moveTo>
                    <a:pt x="176558" y="0"/>
                  </a:moveTo>
                  <a:cubicBezTo>
                    <a:pt x="176701" y="572"/>
                    <a:pt x="176832" y="1167"/>
                    <a:pt x="176963" y="1774"/>
                  </a:cubicBezTo>
                  <a:lnTo>
                    <a:pt x="176903" y="1774"/>
                  </a:lnTo>
                  <a:cubicBezTo>
                    <a:pt x="178070" y="7787"/>
                    <a:pt x="179106" y="14038"/>
                    <a:pt x="179975" y="20491"/>
                  </a:cubicBezTo>
                  <a:cubicBezTo>
                    <a:pt x="168998" y="19015"/>
                    <a:pt x="157544" y="18003"/>
                    <a:pt x="145781" y="17491"/>
                  </a:cubicBezTo>
                  <a:cubicBezTo>
                    <a:pt x="145507" y="12157"/>
                    <a:pt x="145197" y="6942"/>
                    <a:pt x="144852" y="1858"/>
                  </a:cubicBezTo>
                  <a:cubicBezTo>
                    <a:pt x="144780" y="1870"/>
                    <a:pt x="144697" y="1870"/>
                    <a:pt x="144626" y="1870"/>
                  </a:cubicBezTo>
                  <a:cubicBezTo>
                    <a:pt x="144971" y="6918"/>
                    <a:pt x="145292" y="12121"/>
                    <a:pt x="145554" y="17479"/>
                  </a:cubicBezTo>
                  <a:cubicBezTo>
                    <a:pt x="139470" y="17217"/>
                    <a:pt x="133303" y="17074"/>
                    <a:pt x="127076" y="17074"/>
                  </a:cubicBezTo>
                  <a:cubicBezTo>
                    <a:pt x="120849" y="17074"/>
                    <a:pt x="114681" y="17217"/>
                    <a:pt x="108585" y="17479"/>
                  </a:cubicBezTo>
                  <a:cubicBezTo>
                    <a:pt x="108895" y="11573"/>
                    <a:pt x="109240" y="5846"/>
                    <a:pt x="109621" y="322"/>
                  </a:cubicBezTo>
                  <a:lnTo>
                    <a:pt x="109621" y="322"/>
                  </a:lnTo>
                  <a:cubicBezTo>
                    <a:pt x="109550" y="334"/>
                    <a:pt x="109478" y="334"/>
                    <a:pt x="109407" y="346"/>
                  </a:cubicBezTo>
                  <a:cubicBezTo>
                    <a:pt x="109014" y="5894"/>
                    <a:pt x="108669" y="11621"/>
                    <a:pt x="108371" y="17491"/>
                  </a:cubicBezTo>
                  <a:cubicBezTo>
                    <a:pt x="96608" y="18003"/>
                    <a:pt x="85142" y="19015"/>
                    <a:pt x="74164" y="20491"/>
                  </a:cubicBezTo>
                  <a:cubicBezTo>
                    <a:pt x="75069" y="13871"/>
                    <a:pt x="76129" y="7454"/>
                    <a:pt x="77343" y="1298"/>
                  </a:cubicBezTo>
                  <a:lnTo>
                    <a:pt x="77343" y="1298"/>
                  </a:lnTo>
                  <a:cubicBezTo>
                    <a:pt x="77212" y="1310"/>
                    <a:pt x="77081" y="1322"/>
                    <a:pt x="76951" y="1334"/>
                  </a:cubicBezTo>
                  <a:cubicBezTo>
                    <a:pt x="75724" y="7537"/>
                    <a:pt x="74665" y="13954"/>
                    <a:pt x="73783" y="20539"/>
                  </a:cubicBezTo>
                  <a:cubicBezTo>
                    <a:pt x="58198" y="22646"/>
                    <a:pt x="43601" y="25682"/>
                    <a:pt x="30480" y="29575"/>
                  </a:cubicBezTo>
                  <a:cubicBezTo>
                    <a:pt x="32374" y="19872"/>
                    <a:pt x="34910" y="10502"/>
                    <a:pt x="38029" y="1560"/>
                  </a:cubicBezTo>
                  <a:cubicBezTo>
                    <a:pt x="37874" y="1548"/>
                    <a:pt x="37708" y="1548"/>
                    <a:pt x="37541" y="1536"/>
                  </a:cubicBezTo>
                  <a:cubicBezTo>
                    <a:pt x="34409" y="10525"/>
                    <a:pt x="31862" y="19955"/>
                    <a:pt x="29968" y="29718"/>
                  </a:cubicBezTo>
                  <a:cubicBezTo>
                    <a:pt x="25849" y="30957"/>
                    <a:pt x="21884" y="32266"/>
                    <a:pt x="18086" y="33659"/>
                  </a:cubicBezTo>
                  <a:cubicBezTo>
                    <a:pt x="12252" y="35802"/>
                    <a:pt x="6942" y="38088"/>
                    <a:pt x="2191" y="40493"/>
                  </a:cubicBezTo>
                  <a:lnTo>
                    <a:pt x="2179" y="40934"/>
                  </a:lnTo>
                  <a:cubicBezTo>
                    <a:pt x="10097" y="36910"/>
                    <a:pt x="19420" y="33278"/>
                    <a:pt x="29885" y="30147"/>
                  </a:cubicBezTo>
                  <a:lnTo>
                    <a:pt x="29885" y="30147"/>
                  </a:lnTo>
                  <a:cubicBezTo>
                    <a:pt x="28111" y="39386"/>
                    <a:pt x="26885" y="48911"/>
                    <a:pt x="26266" y="58627"/>
                  </a:cubicBezTo>
                  <a:cubicBezTo>
                    <a:pt x="23480" y="58948"/>
                    <a:pt x="20765" y="59270"/>
                    <a:pt x="18134" y="59615"/>
                  </a:cubicBezTo>
                  <a:cubicBezTo>
                    <a:pt x="11621" y="60460"/>
                    <a:pt x="5763" y="61365"/>
                    <a:pt x="584" y="62329"/>
                  </a:cubicBezTo>
                  <a:cubicBezTo>
                    <a:pt x="596" y="62389"/>
                    <a:pt x="596" y="62460"/>
                    <a:pt x="608" y="62520"/>
                  </a:cubicBezTo>
                  <a:cubicBezTo>
                    <a:pt x="7942" y="61163"/>
                    <a:pt x="16574" y="59924"/>
                    <a:pt x="26254" y="58841"/>
                  </a:cubicBezTo>
                  <a:lnTo>
                    <a:pt x="26254" y="58841"/>
                  </a:lnTo>
                  <a:cubicBezTo>
                    <a:pt x="25944" y="63794"/>
                    <a:pt x="25777" y="68794"/>
                    <a:pt x="25777" y="73843"/>
                  </a:cubicBezTo>
                  <a:cubicBezTo>
                    <a:pt x="25777" y="78879"/>
                    <a:pt x="25944" y="83880"/>
                    <a:pt x="26254" y="88833"/>
                  </a:cubicBezTo>
                  <a:cubicBezTo>
                    <a:pt x="17014" y="87797"/>
                    <a:pt x="8740" y="86618"/>
                    <a:pt x="1620" y="85332"/>
                  </a:cubicBezTo>
                  <a:cubicBezTo>
                    <a:pt x="1620" y="85404"/>
                    <a:pt x="1620" y="85475"/>
                    <a:pt x="1620" y="85535"/>
                  </a:cubicBezTo>
                  <a:cubicBezTo>
                    <a:pt x="6537" y="86428"/>
                    <a:pt x="12050" y="87273"/>
                    <a:pt x="18134" y="88059"/>
                  </a:cubicBezTo>
                  <a:cubicBezTo>
                    <a:pt x="20765" y="88404"/>
                    <a:pt x="23480" y="88726"/>
                    <a:pt x="26266" y="89047"/>
                  </a:cubicBezTo>
                  <a:cubicBezTo>
                    <a:pt x="26885" y="98762"/>
                    <a:pt x="28099" y="108287"/>
                    <a:pt x="29885" y="117527"/>
                  </a:cubicBezTo>
                  <a:cubicBezTo>
                    <a:pt x="18824" y="114217"/>
                    <a:pt x="9037" y="110359"/>
                    <a:pt x="846" y="106049"/>
                  </a:cubicBezTo>
                  <a:lnTo>
                    <a:pt x="846" y="106049"/>
                  </a:lnTo>
                  <a:cubicBezTo>
                    <a:pt x="858" y="106204"/>
                    <a:pt x="870" y="106359"/>
                    <a:pt x="881" y="106513"/>
                  </a:cubicBezTo>
                  <a:cubicBezTo>
                    <a:pt x="5977" y="109169"/>
                    <a:pt x="11716" y="111669"/>
                    <a:pt x="18086" y="114014"/>
                  </a:cubicBezTo>
                  <a:cubicBezTo>
                    <a:pt x="21884" y="115407"/>
                    <a:pt x="25849" y="116717"/>
                    <a:pt x="29968" y="117955"/>
                  </a:cubicBezTo>
                  <a:cubicBezTo>
                    <a:pt x="31850" y="127611"/>
                    <a:pt x="34350" y="136946"/>
                    <a:pt x="37446" y="145852"/>
                  </a:cubicBezTo>
                  <a:cubicBezTo>
                    <a:pt x="37600" y="145840"/>
                    <a:pt x="37767" y="145840"/>
                    <a:pt x="37934" y="145828"/>
                  </a:cubicBezTo>
                  <a:cubicBezTo>
                    <a:pt x="34862" y="136981"/>
                    <a:pt x="32362" y="127706"/>
                    <a:pt x="30480" y="118098"/>
                  </a:cubicBezTo>
                  <a:lnTo>
                    <a:pt x="30480" y="118098"/>
                  </a:lnTo>
                  <a:cubicBezTo>
                    <a:pt x="43589" y="121992"/>
                    <a:pt x="58198" y="125028"/>
                    <a:pt x="73783" y="127135"/>
                  </a:cubicBezTo>
                  <a:cubicBezTo>
                    <a:pt x="74653" y="133600"/>
                    <a:pt x="75688" y="139910"/>
                    <a:pt x="76879" y="146006"/>
                  </a:cubicBezTo>
                  <a:cubicBezTo>
                    <a:pt x="77010" y="146006"/>
                    <a:pt x="77141" y="146018"/>
                    <a:pt x="77272" y="146018"/>
                  </a:cubicBezTo>
                  <a:cubicBezTo>
                    <a:pt x="76093" y="139970"/>
                    <a:pt x="75046" y="133683"/>
                    <a:pt x="74164" y="127183"/>
                  </a:cubicBezTo>
                  <a:lnTo>
                    <a:pt x="74164" y="127183"/>
                  </a:lnTo>
                  <a:cubicBezTo>
                    <a:pt x="85154" y="128659"/>
                    <a:pt x="96608" y="129659"/>
                    <a:pt x="108371" y="130183"/>
                  </a:cubicBezTo>
                  <a:cubicBezTo>
                    <a:pt x="108657" y="135850"/>
                    <a:pt x="108990" y="141375"/>
                    <a:pt x="109371" y="146733"/>
                  </a:cubicBezTo>
                  <a:cubicBezTo>
                    <a:pt x="109443" y="146745"/>
                    <a:pt x="109514" y="146745"/>
                    <a:pt x="109586" y="146756"/>
                  </a:cubicBezTo>
                  <a:cubicBezTo>
                    <a:pt x="109205" y="141411"/>
                    <a:pt x="108883" y="135886"/>
                    <a:pt x="108585" y="130195"/>
                  </a:cubicBezTo>
                  <a:lnTo>
                    <a:pt x="108585" y="130195"/>
                  </a:lnTo>
                  <a:cubicBezTo>
                    <a:pt x="114681" y="130457"/>
                    <a:pt x="120849" y="130600"/>
                    <a:pt x="127076" y="130600"/>
                  </a:cubicBezTo>
                  <a:cubicBezTo>
                    <a:pt x="133303" y="130600"/>
                    <a:pt x="139470" y="130457"/>
                    <a:pt x="145554" y="130195"/>
                  </a:cubicBezTo>
                  <a:lnTo>
                    <a:pt x="145554" y="130195"/>
                  </a:lnTo>
                  <a:cubicBezTo>
                    <a:pt x="145328" y="134815"/>
                    <a:pt x="145066" y="139327"/>
                    <a:pt x="144769" y="143720"/>
                  </a:cubicBezTo>
                  <a:cubicBezTo>
                    <a:pt x="144828" y="143851"/>
                    <a:pt x="144888" y="143994"/>
                    <a:pt x="144959" y="144161"/>
                  </a:cubicBezTo>
                  <a:cubicBezTo>
                    <a:pt x="145257" y="139613"/>
                    <a:pt x="145531" y="134945"/>
                    <a:pt x="145781" y="130183"/>
                  </a:cubicBezTo>
                  <a:cubicBezTo>
                    <a:pt x="157544" y="129671"/>
                    <a:pt x="168998" y="128659"/>
                    <a:pt x="179975" y="127183"/>
                  </a:cubicBezTo>
                  <a:lnTo>
                    <a:pt x="179975" y="127183"/>
                  </a:lnTo>
                  <a:cubicBezTo>
                    <a:pt x="179106" y="133588"/>
                    <a:pt x="178094" y="139791"/>
                    <a:pt x="176927" y="145756"/>
                  </a:cubicBezTo>
                  <a:lnTo>
                    <a:pt x="177034" y="145756"/>
                  </a:lnTo>
                  <a:cubicBezTo>
                    <a:pt x="177142" y="145697"/>
                    <a:pt x="177249" y="145625"/>
                    <a:pt x="177356" y="145566"/>
                  </a:cubicBezTo>
                  <a:cubicBezTo>
                    <a:pt x="178511" y="139601"/>
                    <a:pt x="179511" y="133445"/>
                    <a:pt x="180368" y="127135"/>
                  </a:cubicBezTo>
                  <a:cubicBezTo>
                    <a:pt x="195953" y="125028"/>
                    <a:pt x="210551" y="121992"/>
                    <a:pt x="223671" y="118098"/>
                  </a:cubicBezTo>
                  <a:lnTo>
                    <a:pt x="223671" y="118098"/>
                  </a:lnTo>
                  <a:cubicBezTo>
                    <a:pt x="221814" y="127599"/>
                    <a:pt x="219337" y="136791"/>
                    <a:pt x="216301" y="145554"/>
                  </a:cubicBezTo>
                  <a:lnTo>
                    <a:pt x="216801" y="145554"/>
                  </a:lnTo>
                  <a:cubicBezTo>
                    <a:pt x="219849" y="136743"/>
                    <a:pt x="222326" y="127504"/>
                    <a:pt x="224183" y="117943"/>
                  </a:cubicBezTo>
                  <a:cubicBezTo>
                    <a:pt x="228291" y="116717"/>
                    <a:pt x="232268" y="115407"/>
                    <a:pt x="236066" y="114002"/>
                  </a:cubicBezTo>
                  <a:cubicBezTo>
                    <a:pt x="249877" y="108930"/>
                    <a:pt x="260747" y="103073"/>
                    <a:pt x="268367" y="96679"/>
                  </a:cubicBezTo>
                  <a:cubicBezTo>
                    <a:pt x="268391" y="96476"/>
                    <a:pt x="268427" y="96286"/>
                    <a:pt x="268451" y="96084"/>
                  </a:cubicBezTo>
                  <a:lnTo>
                    <a:pt x="268451" y="96084"/>
                  </a:lnTo>
                  <a:cubicBezTo>
                    <a:pt x="258592" y="104477"/>
                    <a:pt x="243317" y="111824"/>
                    <a:pt x="224267" y="117527"/>
                  </a:cubicBezTo>
                  <a:cubicBezTo>
                    <a:pt x="226041" y="108287"/>
                    <a:pt x="227267" y="98762"/>
                    <a:pt x="227886" y="89047"/>
                  </a:cubicBezTo>
                  <a:cubicBezTo>
                    <a:pt x="230672" y="88726"/>
                    <a:pt x="233387" y="88404"/>
                    <a:pt x="236018" y="88059"/>
                  </a:cubicBezTo>
                  <a:cubicBezTo>
                    <a:pt x="248770" y="86404"/>
                    <a:pt x="259009" y="84511"/>
                    <a:pt x="266510" y="82451"/>
                  </a:cubicBezTo>
                  <a:cubicBezTo>
                    <a:pt x="266510" y="82379"/>
                    <a:pt x="266510" y="82308"/>
                    <a:pt x="266510" y="82249"/>
                  </a:cubicBezTo>
                  <a:cubicBezTo>
                    <a:pt x="257306" y="84773"/>
                    <a:pt x="244079" y="87023"/>
                    <a:pt x="227898" y="88833"/>
                  </a:cubicBezTo>
                  <a:cubicBezTo>
                    <a:pt x="228208" y="83880"/>
                    <a:pt x="228362" y="78867"/>
                    <a:pt x="228362" y="73831"/>
                  </a:cubicBezTo>
                  <a:cubicBezTo>
                    <a:pt x="228362" y="68794"/>
                    <a:pt x="228208" y="63782"/>
                    <a:pt x="227898" y="58829"/>
                  </a:cubicBezTo>
                  <a:lnTo>
                    <a:pt x="227898" y="58829"/>
                  </a:lnTo>
                  <a:cubicBezTo>
                    <a:pt x="244519" y="60698"/>
                    <a:pt x="258009" y="63008"/>
                    <a:pt x="267248" y="65627"/>
                  </a:cubicBezTo>
                  <a:cubicBezTo>
                    <a:pt x="267248" y="65556"/>
                    <a:pt x="267260" y="65496"/>
                    <a:pt x="267260" y="65425"/>
                  </a:cubicBezTo>
                  <a:cubicBezTo>
                    <a:pt x="259711" y="63282"/>
                    <a:pt x="249210" y="61317"/>
                    <a:pt x="236018" y="59603"/>
                  </a:cubicBezTo>
                  <a:cubicBezTo>
                    <a:pt x="233387" y="59270"/>
                    <a:pt x="230672" y="58936"/>
                    <a:pt x="227886" y="58627"/>
                  </a:cubicBezTo>
                  <a:cubicBezTo>
                    <a:pt x="227267" y="48899"/>
                    <a:pt x="226041" y="39374"/>
                    <a:pt x="224267" y="30135"/>
                  </a:cubicBezTo>
                  <a:lnTo>
                    <a:pt x="224267" y="30135"/>
                  </a:lnTo>
                  <a:cubicBezTo>
                    <a:pt x="243650" y="35945"/>
                    <a:pt x="259116" y="43446"/>
                    <a:pt x="268963" y="52019"/>
                  </a:cubicBezTo>
                  <a:cubicBezTo>
                    <a:pt x="268986" y="51864"/>
                    <a:pt x="269010" y="51709"/>
                    <a:pt x="269046" y="51566"/>
                  </a:cubicBezTo>
                  <a:cubicBezTo>
                    <a:pt x="261390" y="44946"/>
                    <a:pt x="250294" y="38886"/>
                    <a:pt x="236066" y="33659"/>
                  </a:cubicBezTo>
                  <a:cubicBezTo>
                    <a:pt x="232268" y="32266"/>
                    <a:pt x="228291" y="30945"/>
                    <a:pt x="224183" y="29718"/>
                  </a:cubicBezTo>
                  <a:cubicBezTo>
                    <a:pt x="222338" y="20277"/>
                    <a:pt x="219909" y="11133"/>
                    <a:pt x="216908" y="2417"/>
                  </a:cubicBezTo>
                  <a:cubicBezTo>
                    <a:pt x="216766" y="2513"/>
                    <a:pt x="216635" y="2620"/>
                    <a:pt x="216504" y="2715"/>
                  </a:cubicBezTo>
                  <a:cubicBezTo>
                    <a:pt x="219456" y="11299"/>
                    <a:pt x="221850" y="20277"/>
                    <a:pt x="223671" y="29563"/>
                  </a:cubicBezTo>
                  <a:cubicBezTo>
                    <a:pt x="210551" y="25682"/>
                    <a:pt x="195953" y="22646"/>
                    <a:pt x="180368" y="20539"/>
                  </a:cubicBezTo>
                  <a:cubicBezTo>
                    <a:pt x="179416" y="13490"/>
                    <a:pt x="178273" y="6644"/>
                    <a:pt x="176951" y="36"/>
                  </a:cubicBezTo>
                  <a:cubicBezTo>
                    <a:pt x="176820" y="24"/>
                    <a:pt x="176689" y="12"/>
                    <a:pt x="176558" y="0"/>
                  </a:cubicBezTo>
                  <a:close/>
                </a:path>
              </a:pathLst>
            </a:custGeom>
            <a:solidFill>
              <a:srgbClr val="E3C98E">
                <a:alpha val="246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61" name="Google Shape;961;p56"/>
          <p:cNvSpPr txBox="1"/>
          <p:nvPr>
            <p:ph type="title"/>
          </p:nvPr>
        </p:nvSpPr>
        <p:spPr>
          <a:xfrm>
            <a:off x="1768550" y="1307100"/>
            <a:ext cx="56070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82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3" name="Google Shape;963;p57"/>
          <p:cNvGrpSpPr/>
          <p:nvPr/>
        </p:nvGrpSpPr>
        <p:grpSpPr>
          <a:xfrm>
            <a:off x="0" y="0"/>
            <a:ext cx="9144003" cy="5143501"/>
            <a:chOff x="0" y="0"/>
            <a:chExt cx="9144003" cy="5143501"/>
          </a:xfrm>
        </p:grpSpPr>
        <p:pic>
          <p:nvPicPr>
            <p:cNvPr id="964" name="Google Shape;964;p57"/>
            <p:cNvPicPr preferRelativeResize="0"/>
            <p:nvPr/>
          </p:nvPicPr>
          <p:blipFill rotWithShape="1">
            <a:blip r:embed="rId2">
              <a:alphaModFix/>
            </a:blip>
            <a:srcRect b="8068" l="0" r="0" t="8060"/>
            <a:stretch/>
          </p:blipFill>
          <p:spPr>
            <a:xfrm>
              <a:off x="0" y="0"/>
              <a:ext cx="9144003" cy="5143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5" name="Google Shape;965;p57"/>
            <p:cNvSpPr/>
            <p:nvPr/>
          </p:nvSpPr>
          <p:spPr>
            <a:xfrm>
              <a:off x="209980" y="194500"/>
              <a:ext cx="8763466" cy="4752275"/>
            </a:xfrm>
            <a:custGeom>
              <a:rect b="b" l="l" r="r" t="t"/>
              <a:pathLst>
                <a:path extrusionOk="0" h="147209" w="271904">
                  <a:moveTo>
                    <a:pt x="596" y="0"/>
                  </a:moveTo>
                  <a:lnTo>
                    <a:pt x="596" y="0"/>
                  </a:lnTo>
                  <a:cubicBezTo>
                    <a:pt x="2025" y="5965"/>
                    <a:pt x="3072" y="13895"/>
                    <a:pt x="3644" y="22312"/>
                  </a:cubicBezTo>
                  <a:cubicBezTo>
                    <a:pt x="7942" y="23515"/>
                    <a:pt x="13609" y="23932"/>
                    <a:pt x="5085" y="25063"/>
                  </a:cubicBezTo>
                  <a:cubicBezTo>
                    <a:pt x="5096" y="25110"/>
                    <a:pt x="5108" y="25146"/>
                    <a:pt x="5120" y="25194"/>
                  </a:cubicBezTo>
                  <a:cubicBezTo>
                    <a:pt x="5263" y="25301"/>
                    <a:pt x="5394" y="25396"/>
                    <a:pt x="5525" y="25503"/>
                  </a:cubicBezTo>
                  <a:cubicBezTo>
                    <a:pt x="5692" y="25539"/>
                    <a:pt x="5954" y="25479"/>
                    <a:pt x="6037" y="25658"/>
                  </a:cubicBezTo>
                  <a:cubicBezTo>
                    <a:pt x="8561" y="26230"/>
                    <a:pt x="4561" y="26670"/>
                    <a:pt x="3894" y="26789"/>
                  </a:cubicBezTo>
                  <a:cubicBezTo>
                    <a:pt x="4203" y="33719"/>
                    <a:pt x="4192" y="40803"/>
                    <a:pt x="3787" y="47256"/>
                  </a:cubicBezTo>
                  <a:cubicBezTo>
                    <a:pt x="2560" y="47137"/>
                    <a:pt x="1298" y="47006"/>
                    <a:pt x="1" y="46875"/>
                  </a:cubicBezTo>
                  <a:lnTo>
                    <a:pt x="1" y="46875"/>
                  </a:lnTo>
                  <a:cubicBezTo>
                    <a:pt x="1429" y="52840"/>
                    <a:pt x="2477" y="60770"/>
                    <a:pt x="3049" y="69199"/>
                  </a:cubicBezTo>
                  <a:cubicBezTo>
                    <a:pt x="7347" y="70402"/>
                    <a:pt x="13014" y="70818"/>
                    <a:pt x="4489" y="71949"/>
                  </a:cubicBezTo>
                  <a:cubicBezTo>
                    <a:pt x="4501" y="71985"/>
                    <a:pt x="4513" y="72033"/>
                    <a:pt x="4525" y="72069"/>
                  </a:cubicBezTo>
                  <a:cubicBezTo>
                    <a:pt x="4668" y="72176"/>
                    <a:pt x="4787" y="72283"/>
                    <a:pt x="4930" y="72390"/>
                  </a:cubicBezTo>
                  <a:cubicBezTo>
                    <a:pt x="5096" y="72414"/>
                    <a:pt x="5358" y="72366"/>
                    <a:pt x="5442" y="72545"/>
                  </a:cubicBezTo>
                  <a:cubicBezTo>
                    <a:pt x="7966" y="73104"/>
                    <a:pt x="3965" y="73557"/>
                    <a:pt x="3299" y="73664"/>
                  </a:cubicBezTo>
                  <a:cubicBezTo>
                    <a:pt x="3513" y="78510"/>
                    <a:pt x="3572" y="83427"/>
                    <a:pt x="3453" y="88154"/>
                  </a:cubicBezTo>
                  <a:cubicBezTo>
                    <a:pt x="2322" y="88047"/>
                    <a:pt x="1179" y="87928"/>
                    <a:pt x="1" y="87809"/>
                  </a:cubicBezTo>
                  <a:lnTo>
                    <a:pt x="1" y="87809"/>
                  </a:lnTo>
                  <a:cubicBezTo>
                    <a:pt x="989" y="91940"/>
                    <a:pt x="1798" y="97036"/>
                    <a:pt x="2394" y="102584"/>
                  </a:cubicBezTo>
                  <a:cubicBezTo>
                    <a:pt x="2239" y="103727"/>
                    <a:pt x="2072" y="104834"/>
                    <a:pt x="1882" y="105894"/>
                  </a:cubicBezTo>
                  <a:cubicBezTo>
                    <a:pt x="2156" y="105870"/>
                    <a:pt x="2429" y="105846"/>
                    <a:pt x="2715" y="105811"/>
                  </a:cubicBezTo>
                  <a:cubicBezTo>
                    <a:pt x="2834" y="107228"/>
                    <a:pt x="2953" y="108668"/>
                    <a:pt x="3049" y="110121"/>
                  </a:cubicBezTo>
                  <a:cubicBezTo>
                    <a:pt x="7347" y="111323"/>
                    <a:pt x="13014" y="111740"/>
                    <a:pt x="4489" y="112871"/>
                  </a:cubicBezTo>
                  <a:cubicBezTo>
                    <a:pt x="4501" y="112919"/>
                    <a:pt x="4513" y="112954"/>
                    <a:pt x="4525" y="113002"/>
                  </a:cubicBezTo>
                  <a:cubicBezTo>
                    <a:pt x="4668" y="113109"/>
                    <a:pt x="4799" y="113205"/>
                    <a:pt x="4930" y="113312"/>
                  </a:cubicBezTo>
                  <a:cubicBezTo>
                    <a:pt x="5096" y="113347"/>
                    <a:pt x="5358" y="113288"/>
                    <a:pt x="5442" y="113466"/>
                  </a:cubicBezTo>
                  <a:cubicBezTo>
                    <a:pt x="7966" y="114038"/>
                    <a:pt x="3965" y="114478"/>
                    <a:pt x="3299" y="114598"/>
                  </a:cubicBezTo>
                  <a:cubicBezTo>
                    <a:pt x="3822" y="126123"/>
                    <a:pt x="4668" y="127147"/>
                    <a:pt x="3120" y="135886"/>
                  </a:cubicBezTo>
                  <a:cubicBezTo>
                    <a:pt x="4608" y="136338"/>
                    <a:pt x="14133" y="147209"/>
                    <a:pt x="14133" y="147209"/>
                  </a:cubicBezTo>
                  <a:cubicBezTo>
                    <a:pt x="14133" y="147209"/>
                    <a:pt x="16765" y="146220"/>
                    <a:pt x="20479" y="146137"/>
                  </a:cubicBezTo>
                  <a:cubicBezTo>
                    <a:pt x="20503" y="146054"/>
                    <a:pt x="20539" y="145959"/>
                    <a:pt x="20563" y="145875"/>
                  </a:cubicBezTo>
                  <a:lnTo>
                    <a:pt x="20563" y="145875"/>
                  </a:lnTo>
                  <a:cubicBezTo>
                    <a:pt x="20491" y="146340"/>
                    <a:pt x="23242" y="146363"/>
                    <a:pt x="23158" y="146816"/>
                  </a:cubicBezTo>
                  <a:cubicBezTo>
                    <a:pt x="29516" y="146220"/>
                    <a:pt x="36481" y="145875"/>
                    <a:pt x="44589" y="145697"/>
                  </a:cubicBezTo>
                  <a:cubicBezTo>
                    <a:pt x="44613" y="145625"/>
                    <a:pt x="44637" y="145554"/>
                    <a:pt x="44661" y="145494"/>
                  </a:cubicBezTo>
                  <a:cubicBezTo>
                    <a:pt x="45090" y="145494"/>
                    <a:pt x="45530" y="145494"/>
                    <a:pt x="45959" y="145482"/>
                  </a:cubicBezTo>
                  <a:cubicBezTo>
                    <a:pt x="45959" y="145542"/>
                    <a:pt x="45959" y="145601"/>
                    <a:pt x="45959" y="145661"/>
                  </a:cubicBezTo>
                  <a:cubicBezTo>
                    <a:pt x="46173" y="145661"/>
                    <a:pt x="46387" y="145661"/>
                    <a:pt x="46602" y="145649"/>
                  </a:cubicBezTo>
                  <a:cubicBezTo>
                    <a:pt x="46637" y="145601"/>
                    <a:pt x="46661" y="145542"/>
                    <a:pt x="46685" y="145482"/>
                  </a:cubicBezTo>
                  <a:cubicBezTo>
                    <a:pt x="47197" y="145482"/>
                    <a:pt x="47709" y="145482"/>
                    <a:pt x="48221" y="145494"/>
                  </a:cubicBezTo>
                  <a:cubicBezTo>
                    <a:pt x="48221" y="145530"/>
                    <a:pt x="48221" y="145578"/>
                    <a:pt x="48221" y="145625"/>
                  </a:cubicBezTo>
                  <a:cubicBezTo>
                    <a:pt x="50912" y="145578"/>
                    <a:pt x="53900" y="145542"/>
                    <a:pt x="57031" y="145518"/>
                  </a:cubicBezTo>
                  <a:cubicBezTo>
                    <a:pt x="59651" y="145542"/>
                    <a:pt x="62151" y="145566"/>
                    <a:pt x="64461" y="145601"/>
                  </a:cubicBezTo>
                  <a:cubicBezTo>
                    <a:pt x="64461" y="145566"/>
                    <a:pt x="64461" y="145530"/>
                    <a:pt x="64461" y="145494"/>
                  </a:cubicBezTo>
                  <a:cubicBezTo>
                    <a:pt x="65592" y="145488"/>
                    <a:pt x="66726" y="145485"/>
                    <a:pt x="67860" y="145485"/>
                  </a:cubicBezTo>
                  <a:cubicBezTo>
                    <a:pt x="68994" y="145485"/>
                    <a:pt x="70128" y="145488"/>
                    <a:pt x="71259" y="145494"/>
                  </a:cubicBezTo>
                  <a:cubicBezTo>
                    <a:pt x="71402" y="145578"/>
                    <a:pt x="71545" y="145661"/>
                    <a:pt x="71700" y="145744"/>
                  </a:cubicBezTo>
                  <a:cubicBezTo>
                    <a:pt x="78891" y="145947"/>
                    <a:pt x="85190" y="146268"/>
                    <a:pt x="90976" y="146816"/>
                  </a:cubicBezTo>
                  <a:cubicBezTo>
                    <a:pt x="90845" y="146054"/>
                    <a:pt x="90714" y="145256"/>
                    <a:pt x="90595" y="144435"/>
                  </a:cubicBezTo>
                  <a:lnTo>
                    <a:pt x="90595" y="144435"/>
                  </a:lnTo>
                  <a:cubicBezTo>
                    <a:pt x="91429" y="144792"/>
                    <a:pt x="92191" y="145304"/>
                    <a:pt x="92976" y="145744"/>
                  </a:cubicBezTo>
                  <a:cubicBezTo>
                    <a:pt x="96596" y="145851"/>
                    <a:pt x="99989" y="145982"/>
                    <a:pt x="103204" y="146161"/>
                  </a:cubicBezTo>
                  <a:cubicBezTo>
                    <a:pt x="103156" y="146375"/>
                    <a:pt x="103121" y="146601"/>
                    <a:pt x="103085" y="146828"/>
                  </a:cubicBezTo>
                  <a:cubicBezTo>
                    <a:pt x="104573" y="146685"/>
                    <a:pt x="106109" y="146554"/>
                    <a:pt x="107669" y="146447"/>
                  </a:cubicBezTo>
                  <a:cubicBezTo>
                    <a:pt x="109240" y="146554"/>
                    <a:pt x="110764" y="146685"/>
                    <a:pt x="112265" y="146828"/>
                  </a:cubicBezTo>
                  <a:cubicBezTo>
                    <a:pt x="112217" y="146601"/>
                    <a:pt x="112181" y="146375"/>
                    <a:pt x="112146" y="146161"/>
                  </a:cubicBezTo>
                  <a:cubicBezTo>
                    <a:pt x="115979" y="145947"/>
                    <a:pt x="120075" y="145792"/>
                    <a:pt x="124504" y="145697"/>
                  </a:cubicBezTo>
                  <a:cubicBezTo>
                    <a:pt x="125022" y="144156"/>
                    <a:pt x="125413" y="143165"/>
                    <a:pt x="125645" y="143165"/>
                  </a:cubicBezTo>
                  <a:cubicBezTo>
                    <a:pt x="125846" y="143165"/>
                    <a:pt x="125929" y="143902"/>
                    <a:pt x="125873" y="145661"/>
                  </a:cubicBezTo>
                  <a:cubicBezTo>
                    <a:pt x="126100" y="145661"/>
                    <a:pt x="126302" y="145661"/>
                    <a:pt x="126528" y="145649"/>
                  </a:cubicBezTo>
                  <a:cubicBezTo>
                    <a:pt x="127181" y="144357"/>
                    <a:pt x="127670" y="143321"/>
                    <a:pt x="127939" y="143321"/>
                  </a:cubicBezTo>
                  <a:cubicBezTo>
                    <a:pt x="128150" y="143321"/>
                    <a:pt x="128225" y="143963"/>
                    <a:pt x="128136" y="145625"/>
                  </a:cubicBezTo>
                  <a:cubicBezTo>
                    <a:pt x="130541" y="145589"/>
                    <a:pt x="133184" y="145554"/>
                    <a:pt x="135946" y="145530"/>
                  </a:cubicBezTo>
                  <a:cubicBezTo>
                    <a:pt x="138720" y="145554"/>
                    <a:pt x="141352" y="145589"/>
                    <a:pt x="143757" y="145625"/>
                  </a:cubicBezTo>
                  <a:cubicBezTo>
                    <a:pt x="143667" y="143963"/>
                    <a:pt x="143745" y="143321"/>
                    <a:pt x="143959" y="143321"/>
                  </a:cubicBezTo>
                  <a:cubicBezTo>
                    <a:pt x="144230" y="143321"/>
                    <a:pt x="144723" y="144357"/>
                    <a:pt x="145376" y="145649"/>
                  </a:cubicBezTo>
                  <a:cubicBezTo>
                    <a:pt x="145590" y="145661"/>
                    <a:pt x="145804" y="145661"/>
                    <a:pt x="146019" y="145661"/>
                  </a:cubicBezTo>
                  <a:cubicBezTo>
                    <a:pt x="145964" y="143902"/>
                    <a:pt x="146046" y="143165"/>
                    <a:pt x="146247" y="143165"/>
                  </a:cubicBezTo>
                  <a:cubicBezTo>
                    <a:pt x="146479" y="143165"/>
                    <a:pt x="146870" y="144156"/>
                    <a:pt x="147388" y="145697"/>
                  </a:cubicBezTo>
                  <a:cubicBezTo>
                    <a:pt x="151817" y="145792"/>
                    <a:pt x="155913" y="145947"/>
                    <a:pt x="159759" y="146161"/>
                  </a:cubicBezTo>
                  <a:cubicBezTo>
                    <a:pt x="159711" y="146375"/>
                    <a:pt x="159675" y="146601"/>
                    <a:pt x="159640" y="146828"/>
                  </a:cubicBezTo>
                  <a:cubicBezTo>
                    <a:pt x="161128" y="146685"/>
                    <a:pt x="162664" y="146554"/>
                    <a:pt x="164223" y="146447"/>
                  </a:cubicBezTo>
                  <a:cubicBezTo>
                    <a:pt x="165795" y="146554"/>
                    <a:pt x="167319" y="146685"/>
                    <a:pt x="168819" y="146828"/>
                  </a:cubicBezTo>
                  <a:cubicBezTo>
                    <a:pt x="168772" y="146601"/>
                    <a:pt x="168736" y="146375"/>
                    <a:pt x="168700" y="146161"/>
                  </a:cubicBezTo>
                  <a:cubicBezTo>
                    <a:pt x="171915" y="145982"/>
                    <a:pt x="175296" y="145851"/>
                    <a:pt x="178916" y="145744"/>
                  </a:cubicBezTo>
                  <a:cubicBezTo>
                    <a:pt x="179702" y="145304"/>
                    <a:pt x="180464" y="144792"/>
                    <a:pt x="181309" y="144435"/>
                  </a:cubicBezTo>
                  <a:lnTo>
                    <a:pt x="181309" y="144435"/>
                  </a:lnTo>
                  <a:cubicBezTo>
                    <a:pt x="181190" y="145256"/>
                    <a:pt x="181059" y="146054"/>
                    <a:pt x="180916" y="146816"/>
                  </a:cubicBezTo>
                  <a:cubicBezTo>
                    <a:pt x="186714" y="146268"/>
                    <a:pt x="193001" y="145947"/>
                    <a:pt x="200204" y="145744"/>
                  </a:cubicBezTo>
                  <a:cubicBezTo>
                    <a:pt x="200347" y="145661"/>
                    <a:pt x="200490" y="145578"/>
                    <a:pt x="200645" y="145494"/>
                  </a:cubicBezTo>
                  <a:cubicBezTo>
                    <a:pt x="201770" y="145488"/>
                    <a:pt x="202904" y="145485"/>
                    <a:pt x="204039" y="145485"/>
                  </a:cubicBezTo>
                  <a:cubicBezTo>
                    <a:pt x="205175" y="145485"/>
                    <a:pt x="206312" y="145488"/>
                    <a:pt x="207443" y="145494"/>
                  </a:cubicBezTo>
                  <a:cubicBezTo>
                    <a:pt x="207443" y="145530"/>
                    <a:pt x="207443" y="145566"/>
                    <a:pt x="207431" y="145601"/>
                  </a:cubicBezTo>
                  <a:cubicBezTo>
                    <a:pt x="209741" y="145566"/>
                    <a:pt x="212253" y="145542"/>
                    <a:pt x="214873" y="145518"/>
                  </a:cubicBezTo>
                  <a:cubicBezTo>
                    <a:pt x="218004" y="145542"/>
                    <a:pt x="220981" y="145578"/>
                    <a:pt x="223683" y="145625"/>
                  </a:cubicBezTo>
                  <a:cubicBezTo>
                    <a:pt x="223671" y="145578"/>
                    <a:pt x="223671" y="145530"/>
                    <a:pt x="223671" y="145494"/>
                  </a:cubicBezTo>
                  <a:cubicBezTo>
                    <a:pt x="224183" y="145494"/>
                    <a:pt x="224695" y="145482"/>
                    <a:pt x="225207" y="145482"/>
                  </a:cubicBezTo>
                  <a:cubicBezTo>
                    <a:pt x="225243" y="145542"/>
                    <a:pt x="225267" y="145601"/>
                    <a:pt x="225291" y="145649"/>
                  </a:cubicBezTo>
                  <a:cubicBezTo>
                    <a:pt x="225517" y="145661"/>
                    <a:pt x="225731" y="145661"/>
                    <a:pt x="225945" y="145661"/>
                  </a:cubicBezTo>
                  <a:cubicBezTo>
                    <a:pt x="225945" y="145601"/>
                    <a:pt x="225934" y="145542"/>
                    <a:pt x="225934" y="145482"/>
                  </a:cubicBezTo>
                  <a:cubicBezTo>
                    <a:pt x="226374" y="145482"/>
                    <a:pt x="226803" y="145482"/>
                    <a:pt x="227243" y="145494"/>
                  </a:cubicBezTo>
                  <a:cubicBezTo>
                    <a:pt x="227267" y="145554"/>
                    <a:pt x="227291" y="145625"/>
                    <a:pt x="227315" y="145697"/>
                  </a:cubicBezTo>
                  <a:cubicBezTo>
                    <a:pt x="235411" y="145875"/>
                    <a:pt x="242376" y="146220"/>
                    <a:pt x="248734" y="146816"/>
                  </a:cubicBezTo>
                  <a:cubicBezTo>
                    <a:pt x="248651" y="146363"/>
                    <a:pt x="248579" y="145899"/>
                    <a:pt x="248508" y="145423"/>
                  </a:cubicBezTo>
                  <a:lnTo>
                    <a:pt x="248508" y="145423"/>
                  </a:lnTo>
                  <a:cubicBezTo>
                    <a:pt x="248532" y="145506"/>
                    <a:pt x="248567" y="145601"/>
                    <a:pt x="248591" y="145697"/>
                  </a:cubicBezTo>
                  <a:cubicBezTo>
                    <a:pt x="256699" y="145875"/>
                    <a:pt x="263664" y="146220"/>
                    <a:pt x="270022" y="146816"/>
                  </a:cubicBezTo>
                  <a:cubicBezTo>
                    <a:pt x="268463" y="138065"/>
                    <a:pt x="268082" y="126123"/>
                    <a:pt x="268606" y="114598"/>
                  </a:cubicBezTo>
                  <a:cubicBezTo>
                    <a:pt x="267939" y="114478"/>
                    <a:pt x="263926" y="114038"/>
                    <a:pt x="266462" y="113466"/>
                  </a:cubicBezTo>
                  <a:cubicBezTo>
                    <a:pt x="266546" y="113288"/>
                    <a:pt x="266808" y="113347"/>
                    <a:pt x="266974" y="113312"/>
                  </a:cubicBezTo>
                  <a:cubicBezTo>
                    <a:pt x="267105" y="113205"/>
                    <a:pt x="267236" y="113109"/>
                    <a:pt x="267367" y="113002"/>
                  </a:cubicBezTo>
                  <a:cubicBezTo>
                    <a:pt x="267391" y="112954"/>
                    <a:pt x="267403" y="112919"/>
                    <a:pt x="267415" y="112871"/>
                  </a:cubicBezTo>
                  <a:cubicBezTo>
                    <a:pt x="258878" y="111740"/>
                    <a:pt x="264557" y="111323"/>
                    <a:pt x="268856" y="110121"/>
                  </a:cubicBezTo>
                  <a:cubicBezTo>
                    <a:pt x="268951" y="108668"/>
                    <a:pt x="269070" y="107228"/>
                    <a:pt x="269189" y="105811"/>
                  </a:cubicBezTo>
                  <a:cubicBezTo>
                    <a:pt x="269463" y="105846"/>
                    <a:pt x="269749" y="105870"/>
                    <a:pt x="270022" y="105894"/>
                  </a:cubicBezTo>
                  <a:cubicBezTo>
                    <a:pt x="269832" y="104834"/>
                    <a:pt x="269653" y="103727"/>
                    <a:pt x="269510" y="102584"/>
                  </a:cubicBezTo>
                  <a:cubicBezTo>
                    <a:pt x="270094" y="97036"/>
                    <a:pt x="270903" y="91940"/>
                    <a:pt x="271904" y="87809"/>
                  </a:cubicBezTo>
                  <a:lnTo>
                    <a:pt x="271904" y="87809"/>
                  </a:lnTo>
                  <a:cubicBezTo>
                    <a:pt x="270725" y="87928"/>
                    <a:pt x="269570" y="88047"/>
                    <a:pt x="268451" y="88154"/>
                  </a:cubicBezTo>
                  <a:cubicBezTo>
                    <a:pt x="268320" y="83427"/>
                    <a:pt x="268379" y="78510"/>
                    <a:pt x="268606" y="73664"/>
                  </a:cubicBezTo>
                  <a:cubicBezTo>
                    <a:pt x="267939" y="73557"/>
                    <a:pt x="263926" y="73104"/>
                    <a:pt x="266462" y="72545"/>
                  </a:cubicBezTo>
                  <a:cubicBezTo>
                    <a:pt x="266546" y="72366"/>
                    <a:pt x="266808" y="72426"/>
                    <a:pt x="266974" y="72390"/>
                  </a:cubicBezTo>
                  <a:cubicBezTo>
                    <a:pt x="267105" y="72283"/>
                    <a:pt x="267236" y="72176"/>
                    <a:pt x="267367" y="72069"/>
                  </a:cubicBezTo>
                  <a:cubicBezTo>
                    <a:pt x="267391" y="72033"/>
                    <a:pt x="267403" y="71985"/>
                    <a:pt x="267415" y="71949"/>
                  </a:cubicBezTo>
                  <a:cubicBezTo>
                    <a:pt x="258878" y="70818"/>
                    <a:pt x="264557" y="70402"/>
                    <a:pt x="268856" y="69199"/>
                  </a:cubicBezTo>
                  <a:cubicBezTo>
                    <a:pt x="269415" y="60770"/>
                    <a:pt x="270463" y="52840"/>
                    <a:pt x="271904" y="46875"/>
                  </a:cubicBezTo>
                  <a:lnTo>
                    <a:pt x="271904" y="46875"/>
                  </a:lnTo>
                  <a:cubicBezTo>
                    <a:pt x="270606" y="47006"/>
                    <a:pt x="269344" y="47137"/>
                    <a:pt x="268105" y="47256"/>
                  </a:cubicBezTo>
                  <a:cubicBezTo>
                    <a:pt x="267713" y="40803"/>
                    <a:pt x="267689" y="33719"/>
                    <a:pt x="268010" y="26789"/>
                  </a:cubicBezTo>
                  <a:cubicBezTo>
                    <a:pt x="267343" y="26670"/>
                    <a:pt x="263331" y="26230"/>
                    <a:pt x="265867" y="25658"/>
                  </a:cubicBezTo>
                  <a:cubicBezTo>
                    <a:pt x="265950" y="25479"/>
                    <a:pt x="266212" y="25539"/>
                    <a:pt x="266379" y="25503"/>
                  </a:cubicBezTo>
                  <a:cubicBezTo>
                    <a:pt x="266510" y="25396"/>
                    <a:pt x="266641" y="25301"/>
                    <a:pt x="266772" y="25194"/>
                  </a:cubicBezTo>
                  <a:cubicBezTo>
                    <a:pt x="266796" y="25146"/>
                    <a:pt x="266808" y="25110"/>
                    <a:pt x="266820" y="25063"/>
                  </a:cubicBezTo>
                  <a:cubicBezTo>
                    <a:pt x="258283" y="23932"/>
                    <a:pt x="263962" y="23515"/>
                    <a:pt x="268260" y="22312"/>
                  </a:cubicBezTo>
                  <a:cubicBezTo>
                    <a:pt x="268415" y="19919"/>
                    <a:pt x="268856" y="15300"/>
                    <a:pt x="268856" y="15300"/>
                  </a:cubicBezTo>
                  <a:lnTo>
                    <a:pt x="254901" y="1453"/>
                  </a:lnTo>
                  <a:cubicBezTo>
                    <a:pt x="254901" y="1453"/>
                    <a:pt x="251413" y="1679"/>
                    <a:pt x="249615" y="1774"/>
                  </a:cubicBezTo>
                  <a:cubicBezTo>
                    <a:pt x="249746" y="1167"/>
                    <a:pt x="249889" y="572"/>
                    <a:pt x="250020" y="0"/>
                  </a:cubicBezTo>
                  <a:lnTo>
                    <a:pt x="250020" y="0"/>
                  </a:lnTo>
                  <a:cubicBezTo>
                    <a:pt x="240828" y="929"/>
                    <a:pt x="233577" y="1572"/>
                    <a:pt x="225017" y="1929"/>
                  </a:cubicBezTo>
                  <a:cubicBezTo>
                    <a:pt x="224814" y="2179"/>
                    <a:pt x="224600" y="2441"/>
                    <a:pt x="224386" y="2715"/>
                  </a:cubicBezTo>
                  <a:cubicBezTo>
                    <a:pt x="223731" y="2953"/>
                    <a:pt x="223112" y="3274"/>
                    <a:pt x="222647" y="3751"/>
                  </a:cubicBezTo>
                  <a:cubicBezTo>
                    <a:pt x="222755" y="3346"/>
                    <a:pt x="222945" y="2774"/>
                    <a:pt x="223219" y="2000"/>
                  </a:cubicBezTo>
                  <a:cubicBezTo>
                    <a:pt x="223094" y="1992"/>
                    <a:pt x="222968" y="1988"/>
                    <a:pt x="222843" y="1988"/>
                  </a:cubicBezTo>
                  <a:cubicBezTo>
                    <a:pt x="221740" y="1988"/>
                    <a:pt x="220632" y="2285"/>
                    <a:pt x="219537" y="2285"/>
                  </a:cubicBezTo>
                  <a:cubicBezTo>
                    <a:pt x="219371" y="2285"/>
                    <a:pt x="219205" y="2278"/>
                    <a:pt x="219040" y="2262"/>
                  </a:cubicBezTo>
                  <a:cubicBezTo>
                    <a:pt x="218567" y="2506"/>
                    <a:pt x="218202" y="2952"/>
                    <a:pt x="217926" y="2952"/>
                  </a:cubicBezTo>
                  <a:cubicBezTo>
                    <a:pt x="217744" y="2952"/>
                    <a:pt x="217601" y="2757"/>
                    <a:pt x="217492" y="2179"/>
                  </a:cubicBezTo>
                  <a:cubicBezTo>
                    <a:pt x="216420" y="2203"/>
                    <a:pt x="215337" y="2227"/>
                    <a:pt x="214218" y="2239"/>
                  </a:cubicBezTo>
                  <a:cubicBezTo>
                    <a:pt x="210515" y="2179"/>
                    <a:pt x="207169" y="2084"/>
                    <a:pt x="204002" y="1965"/>
                  </a:cubicBezTo>
                  <a:cubicBezTo>
                    <a:pt x="203967" y="2131"/>
                    <a:pt x="203943" y="2298"/>
                    <a:pt x="203919" y="2453"/>
                  </a:cubicBezTo>
                  <a:cubicBezTo>
                    <a:pt x="203550" y="2560"/>
                    <a:pt x="203181" y="2679"/>
                    <a:pt x="202824" y="2822"/>
                  </a:cubicBezTo>
                  <a:cubicBezTo>
                    <a:pt x="202776" y="2548"/>
                    <a:pt x="202728" y="2239"/>
                    <a:pt x="202681" y="1905"/>
                  </a:cubicBezTo>
                  <a:cubicBezTo>
                    <a:pt x="194453" y="1524"/>
                    <a:pt x="187357" y="905"/>
                    <a:pt x="178440" y="0"/>
                  </a:cubicBezTo>
                  <a:lnTo>
                    <a:pt x="178440" y="0"/>
                  </a:lnTo>
                  <a:cubicBezTo>
                    <a:pt x="178582" y="572"/>
                    <a:pt x="178713" y="1167"/>
                    <a:pt x="178844" y="1774"/>
                  </a:cubicBezTo>
                  <a:cubicBezTo>
                    <a:pt x="175773" y="1607"/>
                    <a:pt x="172832" y="1417"/>
                    <a:pt x="169831" y="1179"/>
                  </a:cubicBezTo>
                  <a:cubicBezTo>
                    <a:pt x="169927" y="774"/>
                    <a:pt x="170010" y="381"/>
                    <a:pt x="170105" y="0"/>
                  </a:cubicBezTo>
                  <a:lnTo>
                    <a:pt x="170105" y="0"/>
                  </a:lnTo>
                  <a:cubicBezTo>
                    <a:pt x="167843" y="226"/>
                    <a:pt x="165700" y="441"/>
                    <a:pt x="163628" y="631"/>
                  </a:cubicBezTo>
                  <a:cubicBezTo>
                    <a:pt x="161556" y="441"/>
                    <a:pt x="159413" y="226"/>
                    <a:pt x="157163" y="0"/>
                  </a:cubicBezTo>
                  <a:lnTo>
                    <a:pt x="157163" y="0"/>
                  </a:lnTo>
                  <a:cubicBezTo>
                    <a:pt x="157246" y="381"/>
                    <a:pt x="157342" y="774"/>
                    <a:pt x="157425" y="1179"/>
                  </a:cubicBezTo>
                  <a:cubicBezTo>
                    <a:pt x="153377" y="1500"/>
                    <a:pt x="149400" y="1750"/>
                    <a:pt x="145102" y="1929"/>
                  </a:cubicBezTo>
                  <a:cubicBezTo>
                    <a:pt x="144154" y="3043"/>
                    <a:pt x="143049" y="4616"/>
                    <a:pt x="142712" y="4616"/>
                  </a:cubicBezTo>
                  <a:cubicBezTo>
                    <a:pt x="142491" y="4616"/>
                    <a:pt x="142601" y="3936"/>
                    <a:pt x="143304" y="2000"/>
                  </a:cubicBezTo>
                  <a:cubicBezTo>
                    <a:pt x="143179" y="1992"/>
                    <a:pt x="143053" y="1988"/>
                    <a:pt x="142928" y="1988"/>
                  </a:cubicBezTo>
                  <a:cubicBezTo>
                    <a:pt x="141825" y="1988"/>
                    <a:pt x="140718" y="2285"/>
                    <a:pt x="139622" y="2285"/>
                  </a:cubicBezTo>
                  <a:cubicBezTo>
                    <a:pt x="139456" y="2285"/>
                    <a:pt x="139290" y="2278"/>
                    <a:pt x="139125" y="2262"/>
                  </a:cubicBezTo>
                  <a:cubicBezTo>
                    <a:pt x="138780" y="2441"/>
                    <a:pt x="138494" y="2715"/>
                    <a:pt x="138256" y="2858"/>
                  </a:cubicBezTo>
                  <a:lnTo>
                    <a:pt x="138256" y="2250"/>
                  </a:lnTo>
                  <a:cubicBezTo>
                    <a:pt x="138030" y="2250"/>
                    <a:pt x="137803" y="2239"/>
                    <a:pt x="137589" y="2239"/>
                  </a:cubicBezTo>
                  <a:cubicBezTo>
                    <a:pt x="137577" y="2215"/>
                    <a:pt x="137577" y="2203"/>
                    <a:pt x="137565" y="2179"/>
                  </a:cubicBezTo>
                  <a:cubicBezTo>
                    <a:pt x="137041" y="2191"/>
                    <a:pt x="136494" y="2203"/>
                    <a:pt x="135946" y="2215"/>
                  </a:cubicBezTo>
                  <a:cubicBezTo>
                    <a:pt x="135410" y="2203"/>
                    <a:pt x="134863" y="2191"/>
                    <a:pt x="134327" y="2179"/>
                  </a:cubicBezTo>
                  <a:cubicBezTo>
                    <a:pt x="134327" y="2203"/>
                    <a:pt x="134327" y="2215"/>
                    <a:pt x="134315" y="2239"/>
                  </a:cubicBezTo>
                  <a:cubicBezTo>
                    <a:pt x="134089" y="2239"/>
                    <a:pt x="133874" y="2250"/>
                    <a:pt x="133648" y="2250"/>
                  </a:cubicBezTo>
                  <a:lnTo>
                    <a:pt x="133648" y="2858"/>
                  </a:lnTo>
                  <a:cubicBezTo>
                    <a:pt x="133410" y="2715"/>
                    <a:pt x="133124" y="2441"/>
                    <a:pt x="132779" y="2262"/>
                  </a:cubicBezTo>
                  <a:cubicBezTo>
                    <a:pt x="132604" y="2280"/>
                    <a:pt x="132429" y="2288"/>
                    <a:pt x="132254" y="2288"/>
                  </a:cubicBezTo>
                  <a:cubicBezTo>
                    <a:pt x="131165" y="2288"/>
                    <a:pt x="130064" y="1988"/>
                    <a:pt x="128968" y="1988"/>
                  </a:cubicBezTo>
                  <a:cubicBezTo>
                    <a:pt x="128845" y="1988"/>
                    <a:pt x="128723" y="1992"/>
                    <a:pt x="128600" y="2000"/>
                  </a:cubicBezTo>
                  <a:cubicBezTo>
                    <a:pt x="129303" y="3936"/>
                    <a:pt x="129413" y="4616"/>
                    <a:pt x="129192" y="4616"/>
                  </a:cubicBezTo>
                  <a:cubicBezTo>
                    <a:pt x="128855" y="4616"/>
                    <a:pt x="127750" y="3043"/>
                    <a:pt x="126802" y="1929"/>
                  </a:cubicBezTo>
                  <a:cubicBezTo>
                    <a:pt x="122492" y="1750"/>
                    <a:pt x="118527" y="1500"/>
                    <a:pt x="114467" y="1179"/>
                  </a:cubicBezTo>
                  <a:cubicBezTo>
                    <a:pt x="114562" y="774"/>
                    <a:pt x="114646" y="381"/>
                    <a:pt x="114741" y="0"/>
                  </a:cubicBezTo>
                  <a:lnTo>
                    <a:pt x="114741" y="0"/>
                  </a:lnTo>
                  <a:cubicBezTo>
                    <a:pt x="112491" y="226"/>
                    <a:pt x="110348" y="441"/>
                    <a:pt x="108276" y="631"/>
                  </a:cubicBezTo>
                  <a:cubicBezTo>
                    <a:pt x="106192" y="441"/>
                    <a:pt x="104061" y="226"/>
                    <a:pt x="101799" y="0"/>
                  </a:cubicBezTo>
                  <a:lnTo>
                    <a:pt x="101799" y="0"/>
                  </a:lnTo>
                  <a:cubicBezTo>
                    <a:pt x="101894" y="381"/>
                    <a:pt x="101978" y="774"/>
                    <a:pt x="102073" y="1179"/>
                  </a:cubicBezTo>
                  <a:cubicBezTo>
                    <a:pt x="99072" y="1417"/>
                    <a:pt x="96132" y="1607"/>
                    <a:pt x="93060" y="1774"/>
                  </a:cubicBezTo>
                  <a:cubicBezTo>
                    <a:pt x="93191" y="1167"/>
                    <a:pt x="93322" y="572"/>
                    <a:pt x="93465" y="0"/>
                  </a:cubicBezTo>
                  <a:lnTo>
                    <a:pt x="93465" y="0"/>
                  </a:lnTo>
                  <a:cubicBezTo>
                    <a:pt x="84535" y="905"/>
                    <a:pt x="77439" y="1524"/>
                    <a:pt x="69212" y="1905"/>
                  </a:cubicBezTo>
                  <a:cubicBezTo>
                    <a:pt x="69164" y="2239"/>
                    <a:pt x="69116" y="2548"/>
                    <a:pt x="69081" y="2822"/>
                  </a:cubicBezTo>
                  <a:cubicBezTo>
                    <a:pt x="68723" y="2667"/>
                    <a:pt x="68342" y="2548"/>
                    <a:pt x="67973" y="2453"/>
                  </a:cubicBezTo>
                  <a:cubicBezTo>
                    <a:pt x="67950" y="2298"/>
                    <a:pt x="67926" y="2131"/>
                    <a:pt x="67902" y="1953"/>
                  </a:cubicBezTo>
                  <a:cubicBezTo>
                    <a:pt x="64735" y="2084"/>
                    <a:pt x="61377" y="2179"/>
                    <a:pt x="57686" y="2239"/>
                  </a:cubicBezTo>
                  <a:cubicBezTo>
                    <a:pt x="56567" y="2227"/>
                    <a:pt x="55472" y="2203"/>
                    <a:pt x="54412" y="2179"/>
                  </a:cubicBezTo>
                  <a:cubicBezTo>
                    <a:pt x="54303" y="2757"/>
                    <a:pt x="54160" y="2952"/>
                    <a:pt x="53977" y="2952"/>
                  </a:cubicBezTo>
                  <a:cubicBezTo>
                    <a:pt x="53701" y="2952"/>
                    <a:pt x="53333" y="2506"/>
                    <a:pt x="52852" y="2262"/>
                  </a:cubicBezTo>
                  <a:cubicBezTo>
                    <a:pt x="52687" y="2278"/>
                    <a:pt x="52522" y="2285"/>
                    <a:pt x="52356" y="2285"/>
                  </a:cubicBezTo>
                  <a:cubicBezTo>
                    <a:pt x="51262" y="2285"/>
                    <a:pt x="50161" y="1988"/>
                    <a:pt x="49052" y="1988"/>
                  </a:cubicBezTo>
                  <a:cubicBezTo>
                    <a:pt x="48926" y="1988"/>
                    <a:pt x="48800" y="1992"/>
                    <a:pt x="48673" y="2000"/>
                  </a:cubicBezTo>
                  <a:cubicBezTo>
                    <a:pt x="48959" y="2774"/>
                    <a:pt x="49138" y="3346"/>
                    <a:pt x="49257" y="3751"/>
                  </a:cubicBezTo>
                  <a:cubicBezTo>
                    <a:pt x="48792" y="3274"/>
                    <a:pt x="48173" y="2953"/>
                    <a:pt x="47518" y="2703"/>
                  </a:cubicBezTo>
                  <a:cubicBezTo>
                    <a:pt x="47304" y="2441"/>
                    <a:pt x="47090" y="2179"/>
                    <a:pt x="46875" y="1929"/>
                  </a:cubicBezTo>
                  <a:cubicBezTo>
                    <a:pt x="38315" y="1572"/>
                    <a:pt x="31064" y="929"/>
                    <a:pt x="21872" y="0"/>
                  </a:cubicBezTo>
                  <a:lnTo>
                    <a:pt x="21872" y="0"/>
                  </a:lnTo>
                  <a:cubicBezTo>
                    <a:pt x="22015" y="572"/>
                    <a:pt x="22146" y="1167"/>
                    <a:pt x="22277" y="1774"/>
                  </a:cubicBezTo>
                  <a:cubicBezTo>
                    <a:pt x="15098" y="1393"/>
                    <a:pt x="8573" y="810"/>
                    <a:pt x="5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57"/>
            <p:cNvSpPr/>
            <p:nvPr/>
          </p:nvSpPr>
          <p:spPr>
            <a:xfrm>
              <a:off x="283950" y="193150"/>
              <a:ext cx="8615526" cy="4752359"/>
            </a:xfrm>
            <a:custGeom>
              <a:rect b="b" l="l" r="r" t="t"/>
              <a:pathLst>
                <a:path extrusionOk="0" h="146757" w="269046">
                  <a:moveTo>
                    <a:pt x="21241" y="131"/>
                  </a:moveTo>
                  <a:cubicBezTo>
                    <a:pt x="20884" y="346"/>
                    <a:pt x="20527" y="572"/>
                    <a:pt x="20170" y="798"/>
                  </a:cubicBezTo>
                  <a:cubicBezTo>
                    <a:pt x="20217" y="953"/>
                    <a:pt x="20253" y="1120"/>
                    <a:pt x="20289" y="1286"/>
                  </a:cubicBezTo>
                  <a:cubicBezTo>
                    <a:pt x="20860" y="929"/>
                    <a:pt x="21432" y="560"/>
                    <a:pt x="22015" y="203"/>
                  </a:cubicBezTo>
                  <a:cubicBezTo>
                    <a:pt x="21753" y="179"/>
                    <a:pt x="21503" y="155"/>
                    <a:pt x="21241" y="131"/>
                  </a:cubicBezTo>
                  <a:close/>
                  <a:moveTo>
                    <a:pt x="18777" y="1691"/>
                  </a:moveTo>
                  <a:cubicBezTo>
                    <a:pt x="18515" y="1858"/>
                    <a:pt x="18265" y="2012"/>
                    <a:pt x="18015" y="2179"/>
                  </a:cubicBezTo>
                  <a:cubicBezTo>
                    <a:pt x="11788" y="6263"/>
                    <a:pt x="6156" y="10644"/>
                    <a:pt x="1155" y="15252"/>
                  </a:cubicBezTo>
                  <a:cubicBezTo>
                    <a:pt x="1179" y="15455"/>
                    <a:pt x="1203" y="15657"/>
                    <a:pt x="1215" y="15848"/>
                  </a:cubicBezTo>
                  <a:cubicBezTo>
                    <a:pt x="6263" y="11156"/>
                    <a:pt x="11966" y="6727"/>
                    <a:pt x="18277" y="2584"/>
                  </a:cubicBezTo>
                  <a:cubicBezTo>
                    <a:pt x="18705" y="2298"/>
                    <a:pt x="19146" y="2012"/>
                    <a:pt x="19574" y="1739"/>
                  </a:cubicBezTo>
                  <a:cubicBezTo>
                    <a:pt x="19312" y="1727"/>
                    <a:pt x="19039" y="1703"/>
                    <a:pt x="18777" y="1691"/>
                  </a:cubicBezTo>
                  <a:close/>
                  <a:moveTo>
                    <a:pt x="257199" y="5608"/>
                  </a:moveTo>
                  <a:cubicBezTo>
                    <a:pt x="259819" y="11180"/>
                    <a:pt x="262128" y="16943"/>
                    <a:pt x="264105" y="22884"/>
                  </a:cubicBezTo>
                  <a:cubicBezTo>
                    <a:pt x="264307" y="22836"/>
                    <a:pt x="264522" y="22789"/>
                    <a:pt x="264736" y="22741"/>
                  </a:cubicBezTo>
                  <a:cubicBezTo>
                    <a:pt x="262950" y="17360"/>
                    <a:pt x="260890" y="12085"/>
                    <a:pt x="258557" y="6942"/>
                  </a:cubicBezTo>
                  <a:lnTo>
                    <a:pt x="257199" y="5608"/>
                  </a:lnTo>
                  <a:close/>
                  <a:moveTo>
                    <a:pt x="234685" y="1239"/>
                  </a:moveTo>
                  <a:cubicBezTo>
                    <a:pt x="234423" y="1262"/>
                    <a:pt x="234149" y="1286"/>
                    <a:pt x="233887" y="1298"/>
                  </a:cubicBezTo>
                  <a:cubicBezTo>
                    <a:pt x="234554" y="1727"/>
                    <a:pt x="235220" y="2143"/>
                    <a:pt x="235875" y="2584"/>
                  </a:cubicBezTo>
                  <a:cubicBezTo>
                    <a:pt x="245662" y="9001"/>
                    <a:pt x="253961" y="16145"/>
                    <a:pt x="260676" y="23813"/>
                  </a:cubicBezTo>
                  <a:cubicBezTo>
                    <a:pt x="260783" y="23741"/>
                    <a:pt x="260938" y="23682"/>
                    <a:pt x="261140" y="23610"/>
                  </a:cubicBezTo>
                  <a:cubicBezTo>
                    <a:pt x="254377" y="15871"/>
                    <a:pt x="246007" y="8656"/>
                    <a:pt x="236137" y="2179"/>
                  </a:cubicBezTo>
                  <a:cubicBezTo>
                    <a:pt x="235649" y="1870"/>
                    <a:pt x="235173" y="1548"/>
                    <a:pt x="234685" y="1239"/>
                  </a:cubicBezTo>
                  <a:close/>
                  <a:moveTo>
                    <a:pt x="264807" y="25051"/>
                  </a:moveTo>
                  <a:lnTo>
                    <a:pt x="264867" y="25218"/>
                  </a:lnTo>
                  <a:cubicBezTo>
                    <a:pt x="264879" y="25218"/>
                    <a:pt x="264879" y="25206"/>
                    <a:pt x="264891" y="25194"/>
                  </a:cubicBezTo>
                  <a:cubicBezTo>
                    <a:pt x="264914" y="25158"/>
                    <a:pt x="264926" y="25111"/>
                    <a:pt x="264938" y="25075"/>
                  </a:cubicBezTo>
                  <a:cubicBezTo>
                    <a:pt x="264891" y="25063"/>
                    <a:pt x="264855" y="25063"/>
                    <a:pt x="264807" y="25051"/>
                  </a:cubicBezTo>
                  <a:close/>
                  <a:moveTo>
                    <a:pt x="265319" y="26670"/>
                  </a:moveTo>
                  <a:lnTo>
                    <a:pt x="265319" y="26670"/>
                  </a:lnTo>
                  <a:cubicBezTo>
                    <a:pt x="265557" y="27480"/>
                    <a:pt x="265807" y="28290"/>
                    <a:pt x="266034" y="29099"/>
                  </a:cubicBezTo>
                  <a:cubicBezTo>
                    <a:pt x="266057" y="28444"/>
                    <a:pt x="266081" y="27789"/>
                    <a:pt x="266117" y="27135"/>
                  </a:cubicBezTo>
                  <a:cubicBezTo>
                    <a:pt x="266081" y="27016"/>
                    <a:pt x="266046" y="26896"/>
                    <a:pt x="266010" y="26777"/>
                  </a:cubicBezTo>
                  <a:cubicBezTo>
                    <a:pt x="265843" y="26754"/>
                    <a:pt x="265593" y="26718"/>
                    <a:pt x="265319" y="26670"/>
                  </a:cubicBezTo>
                  <a:close/>
                  <a:moveTo>
                    <a:pt x="261188" y="24408"/>
                  </a:moveTo>
                  <a:lnTo>
                    <a:pt x="261188" y="24408"/>
                  </a:lnTo>
                  <a:cubicBezTo>
                    <a:pt x="262902" y="26396"/>
                    <a:pt x="264498" y="28409"/>
                    <a:pt x="265998" y="30456"/>
                  </a:cubicBezTo>
                  <a:cubicBezTo>
                    <a:pt x="265998" y="30195"/>
                    <a:pt x="266010" y="29944"/>
                    <a:pt x="266022" y="29683"/>
                  </a:cubicBezTo>
                  <a:cubicBezTo>
                    <a:pt x="265153" y="28516"/>
                    <a:pt x="264260" y="27361"/>
                    <a:pt x="263331" y="26218"/>
                  </a:cubicBezTo>
                  <a:cubicBezTo>
                    <a:pt x="263200" y="26158"/>
                    <a:pt x="263140" y="26087"/>
                    <a:pt x="263164" y="26015"/>
                  </a:cubicBezTo>
                  <a:cubicBezTo>
                    <a:pt x="262771" y="25539"/>
                    <a:pt x="262378" y="25075"/>
                    <a:pt x="261986" y="24599"/>
                  </a:cubicBezTo>
                  <a:cubicBezTo>
                    <a:pt x="261664" y="24539"/>
                    <a:pt x="261402" y="24468"/>
                    <a:pt x="261188" y="24408"/>
                  </a:cubicBezTo>
                  <a:close/>
                  <a:moveTo>
                    <a:pt x="127076" y="17431"/>
                  </a:moveTo>
                  <a:cubicBezTo>
                    <a:pt x="133339" y="17431"/>
                    <a:pt x="139506" y="17574"/>
                    <a:pt x="145578" y="17848"/>
                  </a:cubicBezTo>
                  <a:cubicBezTo>
                    <a:pt x="146150" y="29278"/>
                    <a:pt x="146554" y="41363"/>
                    <a:pt x="146769" y="53924"/>
                  </a:cubicBezTo>
                  <a:cubicBezTo>
                    <a:pt x="140292" y="53816"/>
                    <a:pt x="133720" y="53769"/>
                    <a:pt x="127076" y="53769"/>
                  </a:cubicBezTo>
                  <a:cubicBezTo>
                    <a:pt x="120432" y="53769"/>
                    <a:pt x="113860" y="53816"/>
                    <a:pt x="107371" y="53924"/>
                  </a:cubicBezTo>
                  <a:cubicBezTo>
                    <a:pt x="107585" y="41363"/>
                    <a:pt x="107990" y="29278"/>
                    <a:pt x="108562" y="17848"/>
                  </a:cubicBezTo>
                  <a:cubicBezTo>
                    <a:pt x="114634" y="17574"/>
                    <a:pt x="120813" y="17431"/>
                    <a:pt x="127076" y="17431"/>
                  </a:cubicBezTo>
                  <a:close/>
                  <a:moveTo>
                    <a:pt x="108359" y="17848"/>
                  </a:moveTo>
                  <a:cubicBezTo>
                    <a:pt x="107776" y="29385"/>
                    <a:pt x="107371" y="41482"/>
                    <a:pt x="107169" y="53924"/>
                  </a:cubicBezTo>
                  <a:cubicBezTo>
                    <a:pt x="94727" y="54138"/>
                    <a:pt x="82630" y="54531"/>
                    <a:pt x="71093" y="55114"/>
                  </a:cubicBezTo>
                  <a:cubicBezTo>
                    <a:pt x="71617" y="43244"/>
                    <a:pt x="72640" y="31766"/>
                    <a:pt x="74117" y="20872"/>
                  </a:cubicBezTo>
                  <a:cubicBezTo>
                    <a:pt x="85011" y="19407"/>
                    <a:pt x="96477" y="18384"/>
                    <a:pt x="108359" y="17848"/>
                  </a:cubicBezTo>
                  <a:close/>
                  <a:moveTo>
                    <a:pt x="145792" y="17860"/>
                  </a:moveTo>
                  <a:lnTo>
                    <a:pt x="145792" y="17860"/>
                  </a:lnTo>
                  <a:cubicBezTo>
                    <a:pt x="157675" y="18384"/>
                    <a:pt x="169141" y="19407"/>
                    <a:pt x="180035" y="20884"/>
                  </a:cubicBezTo>
                  <a:cubicBezTo>
                    <a:pt x="181499" y="31766"/>
                    <a:pt x="182523" y="43244"/>
                    <a:pt x="183059" y="55114"/>
                  </a:cubicBezTo>
                  <a:cubicBezTo>
                    <a:pt x="171522" y="54531"/>
                    <a:pt x="159425" y="54138"/>
                    <a:pt x="146983" y="53924"/>
                  </a:cubicBezTo>
                  <a:cubicBezTo>
                    <a:pt x="146781" y="41482"/>
                    <a:pt x="146376" y="29385"/>
                    <a:pt x="145792" y="17860"/>
                  </a:cubicBezTo>
                  <a:close/>
                  <a:moveTo>
                    <a:pt x="73724" y="20931"/>
                  </a:moveTo>
                  <a:lnTo>
                    <a:pt x="73724" y="20931"/>
                  </a:lnTo>
                  <a:cubicBezTo>
                    <a:pt x="72259" y="31909"/>
                    <a:pt x="71247" y="43375"/>
                    <a:pt x="70724" y="55138"/>
                  </a:cubicBezTo>
                  <a:cubicBezTo>
                    <a:pt x="54805" y="55948"/>
                    <a:pt x="39958" y="57103"/>
                    <a:pt x="26742" y="58579"/>
                  </a:cubicBezTo>
                  <a:cubicBezTo>
                    <a:pt x="27373" y="48816"/>
                    <a:pt x="28599" y="39255"/>
                    <a:pt x="30397" y="29992"/>
                  </a:cubicBezTo>
                  <a:cubicBezTo>
                    <a:pt x="43292" y="26158"/>
                    <a:pt x="57901" y="23086"/>
                    <a:pt x="73724" y="20931"/>
                  </a:cubicBezTo>
                  <a:close/>
                  <a:moveTo>
                    <a:pt x="180416" y="20931"/>
                  </a:moveTo>
                  <a:lnTo>
                    <a:pt x="180416" y="20931"/>
                  </a:lnTo>
                  <a:cubicBezTo>
                    <a:pt x="196251" y="23086"/>
                    <a:pt x="210860" y="26170"/>
                    <a:pt x="223755" y="29992"/>
                  </a:cubicBezTo>
                  <a:cubicBezTo>
                    <a:pt x="225552" y="39255"/>
                    <a:pt x="226779" y="48816"/>
                    <a:pt x="227410" y="58579"/>
                  </a:cubicBezTo>
                  <a:cubicBezTo>
                    <a:pt x="214194" y="57103"/>
                    <a:pt x="199335" y="55948"/>
                    <a:pt x="183416" y="55138"/>
                  </a:cubicBezTo>
                  <a:cubicBezTo>
                    <a:pt x="182904" y="43375"/>
                    <a:pt x="181892" y="31909"/>
                    <a:pt x="180416" y="20931"/>
                  </a:cubicBezTo>
                  <a:close/>
                  <a:moveTo>
                    <a:pt x="70724" y="55352"/>
                  </a:moveTo>
                  <a:cubicBezTo>
                    <a:pt x="70450" y="61436"/>
                    <a:pt x="70319" y="67616"/>
                    <a:pt x="70319" y="73843"/>
                  </a:cubicBezTo>
                  <a:cubicBezTo>
                    <a:pt x="70319" y="80070"/>
                    <a:pt x="70450" y="86237"/>
                    <a:pt x="70724" y="92321"/>
                  </a:cubicBezTo>
                  <a:cubicBezTo>
                    <a:pt x="54543" y="91500"/>
                    <a:pt x="39696" y="90333"/>
                    <a:pt x="26730" y="88892"/>
                  </a:cubicBezTo>
                  <a:cubicBezTo>
                    <a:pt x="26420" y="83915"/>
                    <a:pt x="26254" y="78891"/>
                    <a:pt x="26254" y="73843"/>
                  </a:cubicBezTo>
                  <a:cubicBezTo>
                    <a:pt x="26254" y="68783"/>
                    <a:pt x="26420" y="63758"/>
                    <a:pt x="26730" y="58781"/>
                  </a:cubicBezTo>
                  <a:cubicBezTo>
                    <a:pt x="39696" y="57341"/>
                    <a:pt x="54543" y="56174"/>
                    <a:pt x="70724" y="55352"/>
                  </a:cubicBezTo>
                  <a:close/>
                  <a:moveTo>
                    <a:pt x="183428" y="55352"/>
                  </a:moveTo>
                  <a:cubicBezTo>
                    <a:pt x="199609" y="56174"/>
                    <a:pt x="214444" y="57341"/>
                    <a:pt x="227410" y="58781"/>
                  </a:cubicBezTo>
                  <a:cubicBezTo>
                    <a:pt x="227731" y="63758"/>
                    <a:pt x="227886" y="68783"/>
                    <a:pt x="227886" y="73843"/>
                  </a:cubicBezTo>
                  <a:cubicBezTo>
                    <a:pt x="227886" y="78903"/>
                    <a:pt x="227731" y="83915"/>
                    <a:pt x="227410" y="88892"/>
                  </a:cubicBezTo>
                  <a:cubicBezTo>
                    <a:pt x="214444" y="90333"/>
                    <a:pt x="199609" y="91500"/>
                    <a:pt x="183428" y="92321"/>
                  </a:cubicBezTo>
                  <a:cubicBezTo>
                    <a:pt x="183690" y="86237"/>
                    <a:pt x="183833" y="80070"/>
                    <a:pt x="183833" y="73843"/>
                  </a:cubicBezTo>
                  <a:cubicBezTo>
                    <a:pt x="183833" y="67616"/>
                    <a:pt x="183690" y="61436"/>
                    <a:pt x="183428" y="55352"/>
                  </a:cubicBezTo>
                  <a:close/>
                  <a:moveTo>
                    <a:pt x="107157" y="54138"/>
                  </a:moveTo>
                  <a:cubicBezTo>
                    <a:pt x="107050" y="60627"/>
                    <a:pt x="107002" y="67199"/>
                    <a:pt x="107002" y="73843"/>
                  </a:cubicBezTo>
                  <a:cubicBezTo>
                    <a:pt x="107002" y="80475"/>
                    <a:pt x="107050" y="87047"/>
                    <a:pt x="107157" y="93536"/>
                  </a:cubicBezTo>
                  <a:cubicBezTo>
                    <a:pt x="94596" y="93321"/>
                    <a:pt x="82511" y="92917"/>
                    <a:pt x="71081" y="92345"/>
                  </a:cubicBezTo>
                  <a:cubicBezTo>
                    <a:pt x="70807" y="86273"/>
                    <a:pt x="70676" y="80105"/>
                    <a:pt x="70676" y="73843"/>
                  </a:cubicBezTo>
                  <a:cubicBezTo>
                    <a:pt x="70676" y="67580"/>
                    <a:pt x="70807" y="61401"/>
                    <a:pt x="71081" y="55329"/>
                  </a:cubicBezTo>
                  <a:cubicBezTo>
                    <a:pt x="82511" y="54757"/>
                    <a:pt x="94596" y="54352"/>
                    <a:pt x="107157" y="54138"/>
                  </a:cubicBezTo>
                  <a:close/>
                  <a:moveTo>
                    <a:pt x="146983" y="54138"/>
                  </a:moveTo>
                  <a:cubicBezTo>
                    <a:pt x="159544" y="54352"/>
                    <a:pt x="171641" y="54757"/>
                    <a:pt x="183071" y="55329"/>
                  </a:cubicBezTo>
                  <a:cubicBezTo>
                    <a:pt x="183333" y="61401"/>
                    <a:pt x="183476" y="67568"/>
                    <a:pt x="183476" y="73831"/>
                  </a:cubicBezTo>
                  <a:cubicBezTo>
                    <a:pt x="183476" y="80094"/>
                    <a:pt x="183333" y="86273"/>
                    <a:pt x="183071" y="92345"/>
                  </a:cubicBezTo>
                  <a:cubicBezTo>
                    <a:pt x="171641" y="92917"/>
                    <a:pt x="159544" y="93321"/>
                    <a:pt x="146983" y="93536"/>
                  </a:cubicBezTo>
                  <a:cubicBezTo>
                    <a:pt x="147090" y="87047"/>
                    <a:pt x="147150" y="80475"/>
                    <a:pt x="147150" y="73843"/>
                  </a:cubicBezTo>
                  <a:cubicBezTo>
                    <a:pt x="147150" y="67199"/>
                    <a:pt x="147090" y="60627"/>
                    <a:pt x="146983" y="54138"/>
                  </a:cubicBezTo>
                  <a:close/>
                  <a:moveTo>
                    <a:pt x="127076" y="53971"/>
                  </a:moveTo>
                  <a:cubicBezTo>
                    <a:pt x="133743" y="53971"/>
                    <a:pt x="140327" y="54031"/>
                    <a:pt x="146781" y="54138"/>
                  </a:cubicBezTo>
                  <a:cubicBezTo>
                    <a:pt x="146876" y="60591"/>
                    <a:pt x="146935" y="67163"/>
                    <a:pt x="146935" y="73843"/>
                  </a:cubicBezTo>
                  <a:cubicBezTo>
                    <a:pt x="146935" y="80510"/>
                    <a:pt x="146888" y="87082"/>
                    <a:pt x="146781" y="93536"/>
                  </a:cubicBezTo>
                  <a:cubicBezTo>
                    <a:pt x="140327" y="93643"/>
                    <a:pt x="133743" y="93702"/>
                    <a:pt x="127076" y="93702"/>
                  </a:cubicBezTo>
                  <a:cubicBezTo>
                    <a:pt x="120396" y="93702"/>
                    <a:pt x="113824" y="93643"/>
                    <a:pt x="107371" y="93536"/>
                  </a:cubicBezTo>
                  <a:cubicBezTo>
                    <a:pt x="107264" y="87082"/>
                    <a:pt x="107204" y="80510"/>
                    <a:pt x="107204" y="73843"/>
                  </a:cubicBezTo>
                  <a:cubicBezTo>
                    <a:pt x="107204" y="67163"/>
                    <a:pt x="107264" y="60591"/>
                    <a:pt x="107371" y="54138"/>
                  </a:cubicBezTo>
                  <a:cubicBezTo>
                    <a:pt x="113824" y="54031"/>
                    <a:pt x="120396" y="53971"/>
                    <a:pt x="127076" y="53971"/>
                  </a:cubicBezTo>
                  <a:close/>
                  <a:moveTo>
                    <a:pt x="48" y="105632"/>
                  </a:moveTo>
                  <a:cubicBezTo>
                    <a:pt x="36" y="105716"/>
                    <a:pt x="12" y="105811"/>
                    <a:pt x="0" y="105894"/>
                  </a:cubicBezTo>
                  <a:cubicBezTo>
                    <a:pt x="155" y="105882"/>
                    <a:pt x="310" y="105870"/>
                    <a:pt x="477" y="105859"/>
                  </a:cubicBezTo>
                  <a:cubicBezTo>
                    <a:pt x="334" y="105775"/>
                    <a:pt x="191" y="105704"/>
                    <a:pt x="48" y="105632"/>
                  </a:cubicBezTo>
                  <a:close/>
                  <a:moveTo>
                    <a:pt x="26742" y="89095"/>
                  </a:moveTo>
                  <a:cubicBezTo>
                    <a:pt x="39958" y="90571"/>
                    <a:pt x="54805" y="91726"/>
                    <a:pt x="70724" y="92536"/>
                  </a:cubicBezTo>
                  <a:cubicBezTo>
                    <a:pt x="71247" y="104299"/>
                    <a:pt x="72259" y="115765"/>
                    <a:pt x="73724" y="126742"/>
                  </a:cubicBezTo>
                  <a:cubicBezTo>
                    <a:pt x="57901" y="124587"/>
                    <a:pt x="43292" y="121515"/>
                    <a:pt x="30397" y="117681"/>
                  </a:cubicBezTo>
                  <a:cubicBezTo>
                    <a:pt x="28599" y="108418"/>
                    <a:pt x="27373" y="98858"/>
                    <a:pt x="26742" y="89095"/>
                  </a:cubicBezTo>
                  <a:close/>
                  <a:moveTo>
                    <a:pt x="227410" y="89095"/>
                  </a:moveTo>
                  <a:cubicBezTo>
                    <a:pt x="226779" y="98858"/>
                    <a:pt x="225552" y="108418"/>
                    <a:pt x="223755" y="117681"/>
                  </a:cubicBezTo>
                  <a:cubicBezTo>
                    <a:pt x="210860" y="121515"/>
                    <a:pt x="196251" y="124587"/>
                    <a:pt x="180416" y="126742"/>
                  </a:cubicBezTo>
                  <a:cubicBezTo>
                    <a:pt x="181892" y="115765"/>
                    <a:pt x="182904" y="104299"/>
                    <a:pt x="183416" y="92536"/>
                  </a:cubicBezTo>
                  <a:cubicBezTo>
                    <a:pt x="199347" y="91726"/>
                    <a:pt x="214194" y="90571"/>
                    <a:pt x="227410" y="89095"/>
                  </a:cubicBezTo>
                  <a:close/>
                  <a:moveTo>
                    <a:pt x="71093" y="92559"/>
                  </a:moveTo>
                  <a:lnTo>
                    <a:pt x="71093" y="92559"/>
                  </a:lnTo>
                  <a:cubicBezTo>
                    <a:pt x="82630" y="93143"/>
                    <a:pt x="94715" y="93536"/>
                    <a:pt x="107169" y="93750"/>
                  </a:cubicBezTo>
                  <a:cubicBezTo>
                    <a:pt x="107371" y="106192"/>
                    <a:pt x="107776" y="118289"/>
                    <a:pt x="108347" y="129826"/>
                  </a:cubicBezTo>
                  <a:cubicBezTo>
                    <a:pt x="96477" y="129290"/>
                    <a:pt x="85011" y="128266"/>
                    <a:pt x="74117" y="126790"/>
                  </a:cubicBezTo>
                  <a:cubicBezTo>
                    <a:pt x="72640" y="115907"/>
                    <a:pt x="71617" y="104442"/>
                    <a:pt x="71093" y="92559"/>
                  </a:cubicBezTo>
                  <a:close/>
                  <a:moveTo>
                    <a:pt x="183059" y="92559"/>
                  </a:moveTo>
                  <a:lnTo>
                    <a:pt x="183059" y="92559"/>
                  </a:lnTo>
                  <a:cubicBezTo>
                    <a:pt x="182523" y="104442"/>
                    <a:pt x="181499" y="115907"/>
                    <a:pt x="180035" y="126802"/>
                  </a:cubicBezTo>
                  <a:cubicBezTo>
                    <a:pt x="169141" y="128266"/>
                    <a:pt x="157675" y="129290"/>
                    <a:pt x="145792" y="129826"/>
                  </a:cubicBezTo>
                  <a:cubicBezTo>
                    <a:pt x="146376" y="118289"/>
                    <a:pt x="146769" y="106192"/>
                    <a:pt x="146983" y="93750"/>
                  </a:cubicBezTo>
                  <a:cubicBezTo>
                    <a:pt x="159425" y="93536"/>
                    <a:pt x="171522" y="93143"/>
                    <a:pt x="183059" y="92559"/>
                  </a:cubicBezTo>
                  <a:close/>
                  <a:moveTo>
                    <a:pt x="107371" y="93750"/>
                  </a:moveTo>
                  <a:cubicBezTo>
                    <a:pt x="113860" y="93857"/>
                    <a:pt x="120432" y="93917"/>
                    <a:pt x="127076" y="93917"/>
                  </a:cubicBezTo>
                  <a:cubicBezTo>
                    <a:pt x="133708" y="93917"/>
                    <a:pt x="140292" y="93857"/>
                    <a:pt x="146769" y="93750"/>
                  </a:cubicBezTo>
                  <a:lnTo>
                    <a:pt x="146769" y="93750"/>
                  </a:lnTo>
                  <a:cubicBezTo>
                    <a:pt x="146566" y="106311"/>
                    <a:pt x="146150" y="118396"/>
                    <a:pt x="145578" y="129826"/>
                  </a:cubicBezTo>
                  <a:cubicBezTo>
                    <a:pt x="139506" y="130100"/>
                    <a:pt x="133339" y="130243"/>
                    <a:pt x="127076" y="130243"/>
                  </a:cubicBezTo>
                  <a:cubicBezTo>
                    <a:pt x="120813" y="130243"/>
                    <a:pt x="114634" y="130100"/>
                    <a:pt x="108574" y="129826"/>
                  </a:cubicBezTo>
                  <a:cubicBezTo>
                    <a:pt x="107990" y="118396"/>
                    <a:pt x="107585" y="106311"/>
                    <a:pt x="107371" y="93750"/>
                  </a:cubicBezTo>
                  <a:close/>
                  <a:moveTo>
                    <a:pt x="266653" y="116300"/>
                  </a:moveTo>
                  <a:lnTo>
                    <a:pt x="266653" y="116300"/>
                  </a:lnTo>
                  <a:cubicBezTo>
                    <a:pt x="259152" y="126861"/>
                    <a:pt x="248817" y="136600"/>
                    <a:pt x="235875" y="145101"/>
                  </a:cubicBezTo>
                  <a:cubicBezTo>
                    <a:pt x="235411" y="145399"/>
                    <a:pt x="234946" y="145697"/>
                    <a:pt x="234482" y="145994"/>
                  </a:cubicBezTo>
                  <a:cubicBezTo>
                    <a:pt x="234756" y="146006"/>
                    <a:pt x="235030" y="146018"/>
                    <a:pt x="235304" y="146030"/>
                  </a:cubicBezTo>
                  <a:cubicBezTo>
                    <a:pt x="235577" y="145852"/>
                    <a:pt x="235851" y="145673"/>
                    <a:pt x="236137" y="145494"/>
                  </a:cubicBezTo>
                  <a:cubicBezTo>
                    <a:pt x="248710" y="137243"/>
                    <a:pt x="258854" y="127814"/>
                    <a:pt x="266319" y="117586"/>
                  </a:cubicBezTo>
                  <a:lnTo>
                    <a:pt x="266319" y="117586"/>
                  </a:lnTo>
                  <a:cubicBezTo>
                    <a:pt x="263533" y="127504"/>
                    <a:pt x="259831" y="137005"/>
                    <a:pt x="255306" y="145971"/>
                  </a:cubicBezTo>
                  <a:cubicBezTo>
                    <a:pt x="255544" y="145983"/>
                    <a:pt x="255794" y="145994"/>
                    <a:pt x="256032" y="146006"/>
                  </a:cubicBezTo>
                  <a:cubicBezTo>
                    <a:pt x="260354" y="137374"/>
                    <a:pt x="263879" y="128338"/>
                    <a:pt x="266569" y="118991"/>
                  </a:cubicBezTo>
                  <a:cubicBezTo>
                    <a:pt x="266593" y="118098"/>
                    <a:pt x="266617" y="117193"/>
                    <a:pt x="266653" y="116300"/>
                  </a:cubicBezTo>
                  <a:close/>
                  <a:moveTo>
                    <a:pt x="1798" y="132362"/>
                  </a:moveTo>
                  <a:cubicBezTo>
                    <a:pt x="1774" y="132540"/>
                    <a:pt x="1739" y="132731"/>
                    <a:pt x="1715" y="132933"/>
                  </a:cubicBezTo>
                  <a:cubicBezTo>
                    <a:pt x="6573" y="137362"/>
                    <a:pt x="12014" y="141553"/>
                    <a:pt x="18015" y="145494"/>
                  </a:cubicBezTo>
                  <a:cubicBezTo>
                    <a:pt x="18229" y="145637"/>
                    <a:pt x="18455" y="145780"/>
                    <a:pt x="18669" y="145923"/>
                  </a:cubicBezTo>
                  <a:cubicBezTo>
                    <a:pt x="18681" y="145899"/>
                    <a:pt x="18681" y="145887"/>
                    <a:pt x="18693" y="145875"/>
                  </a:cubicBezTo>
                  <a:lnTo>
                    <a:pt x="18693" y="145875"/>
                  </a:lnTo>
                  <a:cubicBezTo>
                    <a:pt x="18681" y="145899"/>
                    <a:pt x="18693" y="145911"/>
                    <a:pt x="18693" y="145935"/>
                  </a:cubicBezTo>
                  <a:cubicBezTo>
                    <a:pt x="18800" y="146006"/>
                    <a:pt x="18908" y="146066"/>
                    <a:pt x="19015" y="146137"/>
                  </a:cubicBezTo>
                  <a:cubicBezTo>
                    <a:pt x="19348" y="146256"/>
                    <a:pt x="19872" y="146328"/>
                    <a:pt x="20336" y="146423"/>
                  </a:cubicBezTo>
                  <a:cubicBezTo>
                    <a:pt x="19646" y="145983"/>
                    <a:pt x="18955" y="145542"/>
                    <a:pt x="18277" y="145090"/>
                  </a:cubicBezTo>
                  <a:cubicBezTo>
                    <a:pt x="12204" y="141113"/>
                    <a:pt x="6692" y="136850"/>
                    <a:pt x="1798" y="132362"/>
                  </a:cubicBezTo>
                  <a:close/>
                  <a:moveTo>
                    <a:pt x="176558" y="0"/>
                  </a:moveTo>
                  <a:cubicBezTo>
                    <a:pt x="176701" y="572"/>
                    <a:pt x="176832" y="1167"/>
                    <a:pt x="176963" y="1774"/>
                  </a:cubicBezTo>
                  <a:lnTo>
                    <a:pt x="176903" y="1774"/>
                  </a:lnTo>
                  <a:cubicBezTo>
                    <a:pt x="178070" y="7787"/>
                    <a:pt x="179106" y="14038"/>
                    <a:pt x="179975" y="20491"/>
                  </a:cubicBezTo>
                  <a:cubicBezTo>
                    <a:pt x="168998" y="19015"/>
                    <a:pt x="157544" y="18003"/>
                    <a:pt x="145781" y="17491"/>
                  </a:cubicBezTo>
                  <a:cubicBezTo>
                    <a:pt x="145507" y="12157"/>
                    <a:pt x="145197" y="6942"/>
                    <a:pt x="144852" y="1858"/>
                  </a:cubicBezTo>
                  <a:cubicBezTo>
                    <a:pt x="144780" y="1870"/>
                    <a:pt x="144697" y="1870"/>
                    <a:pt x="144626" y="1870"/>
                  </a:cubicBezTo>
                  <a:cubicBezTo>
                    <a:pt x="144971" y="6918"/>
                    <a:pt x="145292" y="12121"/>
                    <a:pt x="145554" y="17479"/>
                  </a:cubicBezTo>
                  <a:cubicBezTo>
                    <a:pt x="139470" y="17217"/>
                    <a:pt x="133303" y="17074"/>
                    <a:pt x="127076" y="17074"/>
                  </a:cubicBezTo>
                  <a:cubicBezTo>
                    <a:pt x="120849" y="17074"/>
                    <a:pt x="114681" y="17217"/>
                    <a:pt x="108585" y="17479"/>
                  </a:cubicBezTo>
                  <a:cubicBezTo>
                    <a:pt x="108895" y="11573"/>
                    <a:pt x="109240" y="5846"/>
                    <a:pt x="109621" y="322"/>
                  </a:cubicBezTo>
                  <a:lnTo>
                    <a:pt x="109621" y="322"/>
                  </a:lnTo>
                  <a:cubicBezTo>
                    <a:pt x="109550" y="334"/>
                    <a:pt x="109478" y="334"/>
                    <a:pt x="109407" y="346"/>
                  </a:cubicBezTo>
                  <a:cubicBezTo>
                    <a:pt x="109014" y="5894"/>
                    <a:pt x="108669" y="11621"/>
                    <a:pt x="108371" y="17491"/>
                  </a:cubicBezTo>
                  <a:cubicBezTo>
                    <a:pt x="96608" y="18003"/>
                    <a:pt x="85142" y="19015"/>
                    <a:pt x="74164" y="20491"/>
                  </a:cubicBezTo>
                  <a:cubicBezTo>
                    <a:pt x="75069" y="13871"/>
                    <a:pt x="76129" y="7454"/>
                    <a:pt x="77343" y="1298"/>
                  </a:cubicBezTo>
                  <a:lnTo>
                    <a:pt x="77343" y="1298"/>
                  </a:lnTo>
                  <a:cubicBezTo>
                    <a:pt x="77212" y="1310"/>
                    <a:pt x="77081" y="1322"/>
                    <a:pt x="76951" y="1334"/>
                  </a:cubicBezTo>
                  <a:cubicBezTo>
                    <a:pt x="75724" y="7537"/>
                    <a:pt x="74665" y="13954"/>
                    <a:pt x="73783" y="20539"/>
                  </a:cubicBezTo>
                  <a:cubicBezTo>
                    <a:pt x="58198" y="22646"/>
                    <a:pt x="43601" y="25682"/>
                    <a:pt x="30480" y="29575"/>
                  </a:cubicBezTo>
                  <a:cubicBezTo>
                    <a:pt x="32374" y="19872"/>
                    <a:pt x="34910" y="10502"/>
                    <a:pt x="38029" y="1560"/>
                  </a:cubicBezTo>
                  <a:cubicBezTo>
                    <a:pt x="37874" y="1548"/>
                    <a:pt x="37708" y="1548"/>
                    <a:pt x="37541" y="1536"/>
                  </a:cubicBezTo>
                  <a:cubicBezTo>
                    <a:pt x="34409" y="10525"/>
                    <a:pt x="31862" y="19955"/>
                    <a:pt x="29968" y="29718"/>
                  </a:cubicBezTo>
                  <a:cubicBezTo>
                    <a:pt x="25849" y="30957"/>
                    <a:pt x="21884" y="32266"/>
                    <a:pt x="18086" y="33659"/>
                  </a:cubicBezTo>
                  <a:cubicBezTo>
                    <a:pt x="12252" y="35802"/>
                    <a:pt x="6942" y="38088"/>
                    <a:pt x="2191" y="40493"/>
                  </a:cubicBezTo>
                  <a:lnTo>
                    <a:pt x="2179" y="40934"/>
                  </a:lnTo>
                  <a:cubicBezTo>
                    <a:pt x="10097" y="36910"/>
                    <a:pt x="19420" y="33278"/>
                    <a:pt x="29885" y="30147"/>
                  </a:cubicBezTo>
                  <a:lnTo>
                    <a:pt x="29885" y="30147"/>
                  </a:lnTo>
                  <a:cubicBezTo>
                    <a:pt x="28111" y="39386"/>
                    <a:pt x="26885" y="48911"/>
                    <a:pt x="26266" y="58627"/>
                  </a:cubicBezTo>
                  <a:cubicBezTo>
                    <a:pt x="23480" y="58948"/>
                    <a:pt x="20765" y="59270"/>
                    <a:pt x="18134" y="59615"/>
                  </a:cubicBezTo>
                  <a:cubicBezTo>
                    <a:pt x="11621" y="60460"/>
                    <a:pt x="5763" y="61365"/>
                    <a:pt x="584" y="62329"/>
                  </a:cubicBezTo>
                  <a:cubicBezTo>
                    <a:pt x="596" y="62389"/>
                    <a:pt x="596" y="62460"/>
                    <a:pt x="608" y="62520"/>
                  </a:cubicBezTo>
                  <a:cubicBezTo>
                    <a:pt x="7942" y="61163"/>
                    <a:pt x="16574" y="59924"/>
                    <a:pt x="26254" y="58841"/>
                  </a:cubicBezTo>
                  <a:lnTo>
                    <a:pt x="26254" y="58841"/>
                  </a:lnTo>
                  <a:cubicBezTo>
                    <a:pt x="25944" y="63794"/>
                    <a:pt x="25777" y="68794"/>
                    <a:pt x="25777" y="73843"/>
                  </a:cubicBezTo>
                  <a:cubicBezTo>
                    <a:pt x="25777" y="78879"/>
                    <a:pt x="25944" y="83880"/>
                    <a:pt x="26254" y="88833"/>
                  </a:cubicBezTo>
                  <a:cubicBezTo>
                    <a:pt x="17014" y="87797"/>
                    <a:pt x="8740" y="86618"/>
                    <a:pt x="1620" y="85332"/>
                  </a:cubicBezTo>
                  <a:cubicBezTo>
                    <a:pt x="1620" y="85404"/>
                    <a:pt x="1620" y="85475"/>
                    <a:pt x="1620" y="85535"/>
                  </a:cubicBezTo>
                  <a:cubicBezTo>
                    <a:pt x="6537" y="86428"/>
                    <a:pt x="12050" y="87273"/>
                    <a:pt x="18134" y="88059"/>
                  </a:cubicBezTo>
                  <a:cubicBezTo>
                    <a:pt x="20765" y="88404"/>
                    <a:pt x="23480" y="88726"/>
                    <a:pt x="26266" y="89047"/>
                  </a:cubicBezTo>
                  <a:cubicBezTo>
                    <a:pt x="26885" y="98762"/>
                    <a:pt x="28099" y="108287"/>
                    <a:pt x="29885" y="117527"/>
                  </a:cubicBezTo>
                  <a:cubicBezTo>
                    <a:pt x="18824" y="114217"/>
                    <a:pt x="9037" y="110359"/>
                    <a:pt x="846" y="106049"/>
                  </a:cubicBezTo>
                  <a:lnTo>
                    <a:pt x="846" y="106049"/>
                  </a:lnTo>
                  <a:cubicBezTo>
                    <a:pt x="858" y="106204"/>
                    <a:pt x="870" y="106359"/>
                    <a:pt x="881" y="106513"/>
                  </a:cubicBezTo>
                  <a:cubicBezTo>
                    <a:pt x="5977" y="109169"/>
                    <a:pt x="11716" y="111669"/>
                    <a:pt x="18086" y="114014"/>
                  </a:cubicBezTo>
                  <a:cubicBezTo>
                    <a:pt x="21884" y="115407"/>
                    <a:pt x="25849" y="116717"/>
                    <a:pt x="29968" y="117955"/>
                  </a:cubicBezTo>
                  <a:cubicBezTo>
                    <a:pt x="31850" y="127611"/>
                    <a:pt x="34350" y="136946"/>
                    <a:pt x="37446" y="145852"/>
                  </a:cubicBezTo>
                  <a:cubicBezTo>
                    <a:pt x="37600" y="145840"/>
                    <a:pt x="37767" y="145840"/>
                    <a:pt x="37934" y="145828"/>
                  </a:cubicBezTo>
                  <a:cubicBezTo>
                    <a:pt x="34862" y="136981"/>
                    <a:pt x="32362" y="127706"/>
                    <a:pt x="30480" y="118098"/>
                  </a:cubicBezTo>
                  <a:lnTo>
                    <a:pt x="30480" y="118098"/>
                  </a:lnTo>
                  <a:cubicBezTo>
                    <a:pt x="43589" y="121992"/>
                    <a:pt x="58198" y="125028"/>
                    <a:pt x="73783" y="127135"/>
                  </a:cubicBezTo>
                  <a:cubicBezTo>
                    <a:pt x="74653" y="133600"/>
                    <a:pt x="75688" y="139910"/>
                    <a:pt x="76879" y="146006"/>
                  </a:cubicBezTo>
                  <a:cubicBezTo>
                    <a:pt x="77010" y="146006"/>
                    <a:pt x="77141" y="146018"/>
                    <a:pt x="77272" y="146018"/>
                  </a:cubicBezTo>
                  <a:cubicBezTo>
                    <a:pt x="76093" y="139970"/>
                    <a:pt x="75046" y="133683"/>
                    <a:pt x="74164" y="127183"/>
                  </a:cubicBezTo>
                  <a:lnTo>
                    <a:pt x="74164" y="127183"/>
                  </a:lnTo>
                  <a:cubicBezTo>
                    <a:pt x="85154" y="128659"/>
                    <a:pt x="96608" y="129659"/>
                    <a:pt x="108371" y="130183"/>
                  </a:cubicBezTo>
                  <a:cubicBezTo>
                    <a:pt x="108657" y="135850"/>
                    <a:pt x="108990" y="141375"/>
                    <a:pt x="109371" y="146733"/>
                  </a:cubicBezTo>
                  <a:cubicBezTo>
                    <a:pt x="109443" y="146745"/>
                    <a:pt x="109514" y="146745"/>
                    <a:pt x="109586" y="146756"/>
                  </a:cubicBezTo>
                  <a:cubicBezTo>
                    <a:pt x="109205" y="141411"/>
                    <a:pt x="108883" y="135886"/>
                    <a:pt x="108585" y="130195"/>
                  </a:cubicBezTo>
                  <a:lnTo>
                    <a:pt x="108585" y="130195"/>
                  </a:lnTo>
                  <a:cubicBezTo>
                    <a:pt x="114681" y="130457"/>
                    <a:pt x="120849" y="130600"/>
                    <a:pt x="127076" y="130600"/>
                  </a:cubicBezTo>
                  <a:cubicBezTo>
                    <a:pt x="133303" y="130600"/>
                    <a:pt x="139470" y="130457"/>
                    <a:pt x="145554" y="130195"/>
                  </a:cubicBezTo>
                  <a:lnTo>
                    <a:pt x="145554" y="130195"/>
                  </a:lnTo>
                  <a:cubicBezTo>
                    <a:pt x="145328" y="134815"/>
                    <a:pt x="145066" y="139327"/>
                    <a:pt x="144769" y="143720"/>
                  </a:cubicBezTo>
                  <a:cubicBezTo>
                    <a:pt x="144828" y="143851"/>
                    <a:pt x="144888" y="143994"/>
                    <a:pt x="144959" y="144161"/>
                  </a:cubicBezTo>
                  <a:cubicBezTo>
                    <a:pt x="145257" y="139613"/>
                    <a:pt x="145531" y="134945"/>
                    <a:pt x="145781" y="130183"/>
                  </a:cubicBezTo>
                  <a:cubicBezTo>
                    <a:pt x="157544" y="129671"/>
                    <a:pt x="168998" y="128659"/>
                    <a:pt x="179975" y="127183"/>
                  </a:cubicBezTo>
                  <a:lnTo>
                    <a:pt x="179975" y="127183"/>
                  </a:lnTo>
                  <a:cubicBezTo>
                    <a:pt x="179106" y="133588"/>
                    <a:pt x="178094" y="139791"/>
                    <a:pt x="176927" y="145756"/>
                  </a:cubicBezTo>
                  <a:lnTo>
                    <a:pt x="177034" y="145756"/>
                  </a:lnTo>
                  <a:cubicBezTo>
                    <a:pt x="177142" y="145697"/>
                    <a:pt x="177249" y="145625"/>
                    <a:pt x="177356" y="145566"/>
                  </a:cubicBezTo>
                  <a:cubicBezTo>
                    <a:pt x="178511" y="139601"/>
                    <a:pt x="179511" y="133445"/>
                    <a:pt x="180368" y="127135"/>
                  </a:cubicBezTo>
                  <a:cubicBezTo>
                    <a:pt x="195953" y="125028"/>
                    <a:pt x="210551" y="121992"/>
                    <a:pt x="223671" y="118098"/>
                  </a:cubicBezTo>
                  <a:lnTo>
                    <a:pt x="223671" y="118098"/>
                  </a:lnTo>
                  <a:cubicBezTo>
                    <a:pt x="221814" y="127599"/>
                    <a:pt x="219337" y="136791"/>
                    <a:pt x="216301" y="145554"/>
                  </a:cubicBezTo>
                  <a:lnTo>
                    <a:pt x="216801" y="145554"/>
                  </a:lnTo>
                  <a:cubicBezTo>
                    <a:pt x="219849" y="136743"/>
                    <a:pt x="222326" y="127504"/>
                    <a:pt x="224183" y="117943"/>
                  </a:cubicBezTo>
                  <a:cubicBezTo>
                    <a:pt x="228291" y="116717"/>
                    <a:pt x="232268" y="115407"/>
                    <a:pt x="236066" y="114002"/>
                  </a:cubicBezTo>
                  <a:cubicBezTo>
                    <a:pt x="249877" y="108930"/>
                    <a:pt x="260747" y="103073"/>
                    <a:pt x="268367" y="96679"/>
                  </a:cubicBezTo>
                  <a:cubicBezTo>
                    <a:pt x="268391" y="96476"/>
                    <a:pt x="268427" y="96286"/>
                    <a:pt x="268451" y="96084"/>
                  </a:cubicBezTo>
                  <a:lnTo>
                    <a:pt x="268451" y="96084"/>
                  </a:lnTo>
                  <a:cubicBezTo>
                    <a:pt x="258592" y="104477"/>
                    <a:pt x="243317" y="111824"/>
                    <a:pt x="224267" y="117527"/>
                  </a:cubicBezTo>
                  <a:cubicBezTo>
                    <a:pt x="226041" y="108287"/>
                    <a:pt x="227267" y="98762"/>
                    <a:pt x="227886" y="89047"/>
                  </a:cubicBezTo>
                  <a:cubicBezTo>
                    <a:pt x="230672" y="88726"/>
                    <a:pt x="233387" y="88404"/>
                    <a:pt x="236018" y="88059"/>
                  </a:cubicBezTo>
                  <a:cubicBezTo>
                    <a:pt x="248770" y="86404"/>
                    <a:pt x="259009" y="84511"/>
                    <a:pt x="266510" y="82451"/>
                  </a:cubicBezTo>
                  <a:cubicBezTo>
                    <a:pt x="266510" y="82379"/>
                    <a:pt x="266510" y="82308"/>
                    <a:pt x="266510" y="82249"/>
                  </a:cubicBezTo>
                  <a:cubicBezTo>
                    <a:pt x="257306" y="84773"/>
                    <a:pt x="244079" y="87023"/>
                    <a:pt x="227898" y="88833"/>
                  </a:cubicBezTo>
                  <a:cubicBezTo>
                    <a:pt x="228208" y="83880"/>
                    <a:pt x="228362" y="78867"/>
                    <a:pt x="228362" y="73831"/>
                  </a:cubicBezTo>
                  <a:cubicBezTo>
                    <a:pt x="228362" y="68794"/>
                    <a:pt x="228208" y="63782"/>
                    <a:pt x="227898" y="58829"/>
                  </a:cubicBezTo>
                  <a:lnTo>
                    <a:pt x="227898" y="58829"/>
                  </a:lnTo>
                  <a:cubicBezTo>
                    <a:pt x="244519" y="60698"/>
                    <a:pt x="258009" y="63008"/>
                    <a:pt x="267248" y="65627"/>
                  </a:cubicBezTo>
                  <a:cubicBezTo>
                    <a:pt x="267248" y="65556"/>
                    <a:pt x="267260" y="65496"/>
                    <a:pt x="267260" y="65425"/>
                  </a:cubicBezTo>
                  <a:cubicBezTo>
                    <a:pt x="259711" y="63282"/>
                    <a:pt x="249210" y="61317"/>
                    <a:pt x="236018" y="59603"/>
                  </a:cubicBezTo>
                  <a:cubicBezTo>
                    <a:pt x="233387" y="59270"/>
                    <a:pt x="230672" y="58936"/>
                    <a:pt x="227886" y="58627"/>
                  </a:cubicBezTo>
                  <a:cubicBezTo>
                    <a:pt x="227267" y="48899"/>
                    <a:pt x="226041" y="39374"/>
                    <a:pt x="224267" y="30135"/>
                  </a:cubicBezTo>
                  <a:lnTo>
                    <a:pt x="224267" y="30135"/>
                  </a:lnTo>
                  <a:cubicBezTo>
                    <a:pt x="243650" y="35945"/>
                    <a:pt x="259116" y="43446"/>
                    <a:pt x="268963" y="52019"/>
                  </a:cubicBezTo>
                  <a:cubicBezTo>
                    <a:pt x="268986" y="51864"/>
                    <a:pt x="269010" y="51709"/>
                    <a:pt x="269046" y="51566"/>
                  </a:cubicBezTo>
                  <a:cubicBezTo>
                    <a:pt x="261390" y="44946"/>
                    <a:pt x="250294" y="38886"/>
                    <a:pt x="236066" y="33659"/>
                  </a:cubicBezTo>
                  <a:cubicBezTo>
                    <a:pt x="232268" y="32266"/>
                    <a:pt x="228291" y="30945"/>
                    <a:pt x="224183" y="29718"/>
                  </a:cubicBezTo>
                  <a:cubicBezTo>
                    <a:pt x="222338" y="20277"/>
                    <a:pt x="219909" y="11133"/>
                    <a:pt x="216908" y="2417"/>
                  </a:cubicBezTo>
                  <a:cubicBezTo>
                    <a:pt x="216766" y="2513"/>
                    <a:pt x="216635" y="2620"/>
                    <a:pt x="216504" y="2715"/>
                  </a:cubicBezTo>
                  <a:cubicBezTo>
                    <a:pt x="219456" y="11299"/>
                    <a:pt x="221850" y="20277"/>
                    <a:pt x="223671" y="29563"/>
                  </a:cubicBezTo>
                  <a:cubicBezTo>
                    <a:pt x="210551" y="25682"/>
                    <a:pt x="195953" y="22646"/>
                    <a:pt x="180368" y="20539"/>
                  </a:cubicBezTo>
                  <a:cubicBezTo>
                    <a:pt x="179416" y="13490"/>
                    <a:pt x="178273" y="6644"/>
                    <a:pt x="176951" y="36"/>
                  </a:cubicBezTo>
                  <a:cubicBezTo>
                    <a:pt x="176820" y="24"/>
                    <a:pt x="176689" y="12"/>
                    <a:pt x="176558" y="0"/>
                  </a:cubicBezTo>
                  <a:close/>
                </a:path>
              </a:pathLst>
            </a:custGeom>
            <a:solidFill>
              <a:srgbClr val="E3C98E">
                <a:alpha val="246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67" name="Google Shape;967;p57"/>
          <p:cNvSpPr txBox="1"/>
          <p:nvPr>
            <p:ph type="title"/>
          </p:nvPr>
        </p:nvSpPr>
        <p:spPr>
          <a:xfrm>
            <a:off x="2135550" y="1118242"/>
            <a:ext cx="4872900" cy="189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b="1"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68" name="Google Shape;968;p57"/>
          <p:cNvSpPr txBox="1"/>
          <p:nvPr>
            <p:ph idx="1" type="subTitle"/>
          </p:nvPr>
        </p:nvSpPr>
        <p:spPr>
          <a:xfrm>
            <a:off x="2135550" y="3011238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p58"/>
          <p:cNvSpPr/>
          <p:nvPr>
            <p:ph idx="2" type="pic"/>
          </p:nvPr>
        </p:nvSpPr>
        <p:spPr>
          <a:xfrm>
            <a:off x="-25" y="-13725"/>
            <a:ext cx="9144000" cy="5156700"/>
          </a:xfrm>
          <a:prstGeom prst="rect">
            <a:avLst/>
          </a:prstGeom>
          <a:noFill/>
          <a:ln>
            <a:noFill/>
          </a:ln>
        </p:spPr>
      </p:sp>
      <p:sp>
        <p:nvSpPr>
          <p:cNvPr id="971" name="Google Shape;971;p58"/>
          <p:cNvSpPr txBox="1"/>
          <p:nvPr>
            <p:ph type="title"/>
          </p:nvPr>
        </p:nvSpPr>
        <p:spPr>
          <a:xfrm>
            <a:off x="790575" y="4014450"/>
            <a:ext cx="7105800" cy="5727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3" name="Google Shape;973;p59"/>
          <p:cNvGrpSpPr/>
          <p:nvPr/>
        </p:nvGrpSpPr>
        <p:grpSpPr>
          <a:xfrm>
            <a:off x="0" y="0"/>
            <a:ext cx="9144003" cy="5143501"/>
            <a:chOff x="0" y="0"/>
            <a:chExt cx="9144003" cy="5143501"/>
          </a:xfrm>
        </p:grpSpPr>
        <p:pic>
          <p:nvPicPr>
            <p:cNvPr id="974" name="Google Shape;974;p59"/>
            <p:cNvPicPr preferRelativeResize="0"/>
            <p:nvPr/>
          </p:nvPicPr>
          <p:blipFill rotWithShape="1">
            <a:blip r:embed="rId2">
              <a:alphaModFix/>
            </a:blip>
            <a:srcRect b="8068" l="0" r="0" t="8060"/>
            <a:stretch/>
          </p:blipFill>
          <p:spPr>
            <a:xfrm>
              <a:off x="0" y="0"/>
              <a:ext cx="9144003" cy="5143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5" name="Google Shape;975;p59"/>
            <p:cNvSpPr/>
            <p:nvPr/>
          </p:nvSpPr>
          <p:spPr>
            <a:xfrm>
              <a:off x="209980" y="194500"/>
              <a:ext cx="8763466" cy="4752275"/>
            </a:xfrm>
            <a:custGeom>
              <a:rect b="b" l="l" r="r" t="t"/>
              <a:pathLst>
                <a:path extrusionOk="0" h="147209" w="271904">
                  <a:moveTo>
                    <a:pt x="596" y="0"/>
                  </a:moveTo>
                  <a:lnTo>
                    <a:pt x="596" y="0"/>
                  </a:lnTo>
                  <a:cubicBezTo>
                    <a:pt x="2025" y="5965"/>
                    <a:pt x="3072" y="13895"/>
                    <a:pt x="3644" y="22312"/>
                  </a:cubicBezTo>
                  <a:cubicBezTo>
                    <a:pt x="7942" y="23515"/>
                    <a:pt x="13609" y="23932"/>
                    <a:pt x="5085" y="25063"/>
                  </a:cubicBezTo>
                  <a:cubicBezTo>
                    <a:pt x="5096" y="25110"/>
                    <a:pt x="5108" y="25146"/>
                    <a:pt x="5120" y="25194"/>
                  </a:cubicBezTo>
                  <a:cubicBezTo>
                    <a:pt x="5263" y="25301"/>
                    <a:pt x="5394" y="25396"/>
                    <a:pt x="5525" y="25503"/>
                  </a:cubicBezTo>
                  <a:cubicBezTo>
                    <a:pt x="5692" y="25539"/>
                    <a:pt x="5954" y="25479"/>
                    <a:pt x="6037" y="25658"/>
                  </a:cubicBezTo>
                  <a:cubicBezTo>
                    <a:pt x="8561" y="26230"/>
                    <a:pt x="4561" y="26670"/>
                    <a:pt x="3894" y="26789"/>
                  </a:cubicBezTo>
                  <a:cubicBezTo>
                    <a:pt x="4203" y="33719"/>
                    <a:pt x="4192" y="40803"/>
                    <a:pt x="3787" y="47256"/>
                  </a:cubicBezTo>
                  <a:cubicBezTo>
                    <a:pt x="2560" y="47137"/>
                    <a:pt x="1298" y="47006"/>
                    <a:pt x="1" y="46875"/>
                  </a:cubicBezTo>
                  <a:lnTo>
                    <a:pt x="1" y="46875"/>
                  </a:lnTo>
                  <a:cubicBezTo>
                    <a:pt x="1429" y="52840"/>
                    <a:pt x="2477" y="60770"/>
                    <a:pt x="3049" y="69199"/>
                  </a:cubicBezTo>
                  <a:cubicBezTo>
                    <a:pt x="7347" y="70402"/>
                    <a:pt x="13014" y="70818"/>
                    <a:pt x="4489" y="71949"/>
                  </a:cubicBezTo>
                  <a:cubicBezTo>
                    <a:pt x="4501" y="71985"/>
                    <a:pt x="4513" y="72033"/>
                    <a:pt x="4525" y="72069"/>
                  </a:cubicBezTo>
                  <a:cubicBezTo>
                    <a:pt x="4668" y="72176"/>
                    <a:pt x="4787" y="72283"/>
                    <a:pt x="4930" y="72390"/>
                  </a:cubicBezTo>
                  <a:cubicBezTo>
                    <a:pt x="5096" y="72414"/>
                    <a:pt x="5358" y="72366"/>
                    <a:pt x="5442" y="72545"/>
                  </a:cubicBezTo>
                  <a:cubicBezTo>
                    <a:pt x="7966" y="73104"/>
                    <a:pt x="3965" y="73557"/>
                    <a:pt x="3299" y="73664"/>
                  </a:cubicBezTo>
                  <a:cubicBezTo>
                    <a:pt x="3513" y="78510"/>
                    <a:pt x="3572" y="83427"/>
                    <a:pt x="3453" y="88154"/>
                  </a:cubicBezTo>
                  <a:cubicBezTo>
                    <a:pt x="2322" y="88047"/>
                    <a:pt x="1179" y="87928"/>
                    <a:pt x="1" y="87809"/>
                  </a:cubicBezTo>
                  <a:lnTo>
                    <a:pt x="1" y="87809"/>
                  </a:lnTo>
                  <a:cubicBezTo>
                    <a:pt x="989" y="91940"/>
                    <a:pt x="1798" y="97036"/>
                    <a:pt x="2394" y="102584"/>
                  </a:cubicBezTo>
                  <a:cubicBezTo>
                    <a:pt x="2239" y="103727"/>
                    <a:pt x="2072" y="104834"/>
                    <a:pt x="1882" y="105894"/>
                  </a:cubicBezTo>
                  <a:cubicBezTo>
                    <a:pt x="2156" y="105870"/>
                    <a:pt x="2429" y="105846"/>
                    <a:pt x="2715" y="105811"/>
                  </a:cubicBezTo>
                  <a:cubicBezTo>
                    <a:pt x="2834" y="107228"/>
                    <a:pt x="2953" y="108668"/>
                    <a:pt x="3049" y="110121"/>
                  </a:cubicBezTo>
                  <a:cubicBezTo>
                    <a:pt x="7347" y="111323"/>
                    <a:pt x="13014" y="111740"/>
                    <a:pt x="4489" y="112871"/>
                  </a:cubicBezTo>
                  <a:cubicBezTo>
                    <a:pt x="4501" y="112919"/>
                    <a:pt x="4513" y="112954"/>
                    <a:pt x="4525" y="113002"/>
                  </a:cubicBezTo>
                  <a:cubicBezTo>
                    <a:pt x="4668" y="113109"/>
                    <a:pt x="4799" y="113205"/>
                    <a:pt x="4930" y="113312"/>
                  </a:cubicBezTo>
                  <a:cubicBezTo>
                    <a:pt x="5096" y="113347"/>
                    <a:pt x="5358" y="113288"/>
                    <a:pt x="5442" y="113466"/>
                  </a:cubicBezTo>
                  <a:cubicBezTo>
                    <a:pt x="7966" y="114038"/>
                    <a:pt x="3965" y="114478"/>
                    <a:pt x="3299" y="114598"/>
                  </a:cubicBezTo>
                  <a:cubicBezTo>
                    <a:pt x="3822" y="126123"/>
                    <a:pt x="4668" y="127147"/>
                    <a:pt x="3120" y="135886"/>
                  </a:cubicBezTo>
                  <a:cubicBezTo>
                    <a:pt x="4608" y="136338"/>
                    <a:pt x="14133" y="147209"/>
                    <a:pt x="14133" y="147209"/>
                  </a:cubicBezTo>
                  <a:cubicBezTo>
                    <a:pt x="14133" y="147209"/>
                    <a:pt x="16765" y="146220"/>
                    <a:pt x="20479" y="146137"/>
                  </a:cubicBezTo>
                  <a:cubicBezTo>
                    <a:pt x="20503" y="146054"/>
                    <a:pt x="20539" y="145959"/>
                    <a:pt x="20563" y="145875"/>
                  </a:cubicBezTo>
                  <a:lnTo>
                    <a:pt x="20563" y="145875"/>
                  </a:lnTo>
                  <a:cubicBezTo>
                    <a:pt x="20491" y="146340"/>
                    <a:pt x="23242" y="146363"/>
                    <a:pt x="23158" y="146816"/>
                  </a:cubicBezTo>
                  <a:cubicBezTo>
                    <a:pt x="29516" y="146220"/>
                    <a:pt x="36481" y="145875"/>
                    <a:pt x="44589" y="145697"/>
                  </a:cubicBezTo>
                  <a:cubicBezTo>
                    <a:pt x="44613" y="145625"/>
                    <a:pt x="44637" y="145554"/>
                    <a:pt x="44661" y="145494"/>
                  </a:cubicBezTo>
                  <a:cubicBezTo>
                    <a:pt x="45090" y="145494"/>
                    <a:pt x="45530" y="145494"/>
                    <a:pt x="45959" y="145482"/>
                  </a:cubicBezTo>
                  <a:cubicBezTo>
                    <a:pt x="45959" y="145542"/>
                    <a:pt x="45959" y="145601"/>
                    <a:pt x="45959" y="145661"/>
                  </a:cubicBezTo>
                  <a:cubicBezTo>
                    <a:pt x="46173" y="145661"/>
                    <a:pt x="46387" y="145661"/>
                    <a:pt x="46602" y="145649"/>
                  </a:cubicBezTo>
                  <a:cubicBezTo>
                    <a:pt x="46637" y="145601"/>
                    <a:pt x="46661" y="145542"/>
                    <a:pt x="46685" y="145482"/>
                  </a:cubicBezTo>
                  <a:cubicBezTo>
                    <a:pt x="47197" y="145482"/>
                    <a:pt x="47709" y="145482"/>
                    <a:pt x="48221" y="145494"/>
                  </a:cubicBezTo>
                  <a:cubicBezTo>
                    <a:pt x="48221" y="145530"/>
                    <a:pt x="48221" y="145578"/>
                    <a:pt x="48221" y="145625"/>
                  </a:cubicBezTo>
                  <a:cubicBezTo>
                    <a:pt x="50912" y="145578"/>
                    <a:pt x="53900" y="145542"/>
                    <a:pt x="57031" y="145518"/>
                  </a:cubicBezTo>
                  <a:cubicBezTo>
                    <a:pt x="59651" y="145542"/>
                    <a:pt x="62151" y="145566"/>
                    <a:pt x="64461" y="145601"/>
                  </a:cubicBezTo>
                  <a:cubicBezTo>
                    <a:pt x="64461" y="145566"/>
                    <a:pt x="64461" y="145530"/>
                    <a:pt x="64461" y="145494"/>
                  </a:cubicBezTo>
                  <a:cubicBezTo>
                    <a:pt x="65592" y="145488"/>
                    <a:pt x="66726" y="145485"/>
                    <a:pt x="67860" y="145485"/>
                  </a:cubicBezTo>
                  <a:cubicBezTo>
                    <a:pt x="68994" y="145485"/>
                    <a:pt x="70128" y="145488"/>
                    <a:pt x="71259" y="145494"/>
                  </a:cubicBezTo>
                  <a:cubicBezTo>
                    <a:pt x="71402" y="145578"/>
                    <a:pt x="71545" y="145661"/>
                    <a:pt x="71700" y="145744"/>
                  </a:cubicBezTo>
                  <a:cubicBezTo>
                    <a:pt x="78891" y="145947"/>
                    <a:pt x="85190" y="146268"/>
                    <a:pt x="90976" y="146816"/>
                  </a:cubicBezTo>
                  <a:cubicBezTo>
                    <a:pt x="90845" y="146054"/>
                    <a:pt x="90714" y="145256"/>
                    <a:pt x="90595" y="144435"/>
                  </a:cubicBezTo>
                  <a:lnTo>
                    <a:pt x="90595" y="144435"/>
                  </a:lnTo>
                  <a:cubicBezTo>
                    <a:pt x="91429" y="144792"/>
                    <a:pt x="92191" y="145304"/>
                    <a:pt x="92976" y="145744"/>
                  </a:cubicBezTo>
                  <a:cubicBezTo>
                    <a:pt x="96596" y="145851"/>
                    <a:pt x="99989" y="145982"/>
                    <a:pt x="103204" y="146161"/>
                  </a:cubicBezTo>
                  <a:cubicBezTo>
                    <a:pt x="103156" y="146375"/>
                    <a:pt x="103121" y="146601"/>
                    <a:pt x="103085" y="146828"/>
                  </a:cubicBezTo>
                  <a:cubicBezTo>
                    <a:pt x="104573" y="146685"/>
                    <a:pt x="106109" y="146554"/>
                    <a:pt x="107669" y="146447"/>
                  </a:cubicBezTo>
                  <a:cubicBezTo>
                    <a:pt x="109240" y="146554"/>
                    <a:pt x="110764" y="146685"/>
                    <a:pt x="112265" y="146828"/>
                  </a:cubicBezTo>
                  <a:cubicBezTo>
                    <a:pt x="112217" y="146601"/>
                    <a:pt x="112181" y="146375"/>
                    <a:pt x="112146" y="146161"/>
                  </a:cubicBezTo>
                  <a:cubicBezTo>
                    <a:pt x="115979" y="145947"/>
                    <a:pt x="120075" y="145792"/>
                    <a:pt x="124504" y="145697"/>
                  </a:cubicBezTo>
                  <a:cubicBezTo>
                    <a:pt x="125022" y="144156"/>
                    <a:pt x="125413" y="143165"/>
                    <a:pt x="125645" y="143165"/>
                  </a:cubicBezTo>
                  <a:cubicBezTo>
                    <a:pt x="125846" y="143165"/>
                    <a:pt x="125929" y="143902"/>
                    <a:pt x="125873" y="145661"/>
                  </a:cubicBezTo>
                  <a:cubicBezTo>
                    <a:pt x="126100" y="145661"/>
                    <a:pt x="126302" y="145661"/>
                    <a:pt x="126528" y="145649"/>
                  </a:cubicBezTo>
                  <a:cubicBezTo>
                    <a:pt x="127181" y="144357"/>
                    <a:pt x="127670" y="143321"/>
                    <a:pt x="127939" y="143321"/>
                  </a:cubicBezTo>
                  <a:cubicBezTo>
                    <a:pt x="128150" y="143321"/>
                    <a:pt x="128225" y="143963"/>
                    <a:pt x="128136" y="145625"/>
                  </a:cubicBezTo>
                  <a:cubicBezTo>
                    <a:pt x="130541" y="145589"/>
                    <a:pt x="133184" y="145554"/>
                    <a:pt x="135946" y="145530"/>
                  </a:cubicBezTo>
                  <a:cubicBezTo>
                    <a:pt x="138720" y="145554"/>
                    <a:pt x="141352" y="145589"/>
                    <a:pt x="143757" y="145625"/>
                  </a:cubicBezTo>
                  <a:cubicBezTo>
                    <a:pt x="143667" y="143963"/>
                    <a:pt x="143745" y="143321"/>
                    <a:pt x="143959" y="143321"/>
                  </a:cubicBezTo>
                  <a:cubicBezTo>
                    <a:pt x="144230" y="143321"/>
                    <a:pt x="144723" y="144357"/>
                    <a:pt x="145376" y="145649"/>
                  </a:cubicBezTo>
                  <a:cubicBezTo>
                    <a:pt x="145590" y="145661"/>
                    <a:pt x="145804" y="145661"/>
                    <a:pt x="146019" y="145661"/>
                  </a:cubicBezTo>
                  <a:cubicBezTo>
                    <a:pt x="145964" y="143902"/>
                    <a:pt x="146046" y="143165"/>
                    <a:pt x="146247" y="143165"/>
                  </a:cubicBezTo>
                  <a:cubicBezTo>
                    <a:pt x="146479" y="143165"/>
                    <a:pt x="146870" y="144156"/>
                    <a:pt x="147388" y="145697"/>
                  </a:cubicBezTo>
                  <a:cubicBezTo>
                    <a:pt x="151817" y="145792"/>
                    <a:pt x="155913" y="145947"/>
                    <a:pt x="159759" y="146161"/>
                  </a:cubicBezTo>
                  <a:cubicBezTo>
                    <a:pt x="159711" y="146375"/>
                    <a:pt x="159675" y="146601"/>
                    <a:pt x="159640" y="146828"/>
                  </a:cubicBezTo>
                  <a:cubicBezTo>
                    <a:pt x="161128" y="146685"/>
                    <a:pt x="162664" y="146554"/>
                    <a:pt x="164223" y="146447"/>
                  </a:cubicBezTo>
                  <a:cubicBezTo>
                    <a:pt x="165795" y="146554"/>
                    <a:pt x="167319" y="146685"/>
                    <a:pt x="168819" y="146828"/>
                  </a:cubicBezTo>
                  <a:cubicBezTo>
                    <a:pt x="168772" y="146601"/>
                    <a:pt x="168736" y="146375"/>
                    <a:pt x="168700" y="146161"/>
                  </a:cubicBezTo>
                  <a:cubicBezTo>
                    <a:pt x="171915" y="145982"/>
                    <a:pt x="175296" y="145851"/>
                    <a:pt x="178916" y="145744"/>
                  </a:cubicBezTo>
                  <a:cubicBezTo>
                    <a:pt x="179702" y="145304"/>
                    <a:pt x="180464" y="144792"/>
                    <a:pt x="181309" y="144435"/>
                  </a:cubicBezTo>
                  <a:lnTo>
                    <a:pt x="181309" y="144435"/>
                  </a:lnTo>
                  <a:cubicBezTo>
                    <a:pt x="181190" y="145256"/>
                    <a:pt x="181059" y="146054"/>
                    <a:pt x="180916" y="146816"/>
                  </a:cubicBezTo>
                  <a:cubicBezTo>
                    <a:pt x="186714" y="146268"/>
                    <a:pt x="193001" y="145947"/>
                    <a:pt x="200204" y="145744"/>
                  </a:cubicBezTo>
                  <a:cubicBezTo>
                    <a:pt x="200347" y="145661"/>
                    <a:pt x="200490" y="145578"/>
                    <a:pt x="200645" y="145494"/>
                  </a:cubicBezTo>
                  <a:cubicBezTo>
                    <a:pt x="201770" y="145488"/>
                    <a:pt x="202904" y="145485"/>
                    <a:pt x="204039" y="145485"/>
                  </a:cubicBezTo>
                  <a:cubicBezTo>
                    <a:pt x="205175" y="145485"/>
                    <a:pt x="206312" y="145488"/>
                    <a:pt x="207443" y="145494"/>
                  </a:cubicBezTo>
                  <a:cubicBezTo>
                    <a:pt x="207443" y="145530"/>
                    <a:pt x="207443" y="145566"/>
                    <a:pt x="207431" y="145601"/>
                  </a:cubicBezTo>
                  <a:cubicBezTo>
                    <a:pt x="209741" y="145566"/>
                    <a:pt x="212253" y="145542"/>
                    <a:pt x="214873" y="145518"/>
                  </a:cubicBezTo>
                  <a:cubicBezTo>
                    <a:pt x="218004" y="145542"/>
                    <a:pt x="220981" y="145578"/>
                    <a:pt x="223683" y="145625"/>
                  </a:cubicBezTo>
                  <a:cubicBezTo>
                    <a:pt x="223671" y="145578"/>
                    <a:pt x="223671" y="145530"/>
                    <a:pt x="223671" y="145494"/>
                  </a:cubicBezTo>
                  <a:cubicBezTo>
                    <a:pt x="224183" y="145494"/>
                    <a:pt x="224695" y="145482"/>
                    <a:pt x="225207" y="145482"/>
                  </a:cubicBezTo>
                  <a:cubicBezTo>
                    <a:pt x="225243" y="145542"/>
                    <a:pt x="225267" y="145601"/>
                    <a:pt x="225291" y="145649"/>
                  </a:cubicBezTo>
                  <a:cubicBezTo>
                    <a:pt x="225517" y="145661"/>
                    <a:pt x="225731" y="145661"/>
                    <a:pt x="225945" y="145661"/>
                  </a:cubicBezTo>
                  <a:cubicBezTo>
                    <a:pt x="225945" y="145601"/>
                    <a:pt x="225934" y="145542"/>
                    <a:pt x="225934" y="145482"/>
                  </a:cubicBezTo>
                  <a:cubicBezTo>
                    <a:pt x="226374" y="145482"/>
                    <a:pt x="226803" y="145482"/>
                    <a:pt x="227243" y="145494"/>
                  </a:cubicBezTo>
                  <a:cubicBezTo>
                    <a:pt x="227267" y="145554"/>
                    <a:pt x="227291" y="145625"/>
                    <a:pt x="227315" y="145697"/>
                  </a:cubicBezTo>
                  <a:cubicBezTo>
                    <a:pt x="235411" y="145875"/>
                    <a:pt x="242376" y="146220"/>
                    <a:pt x="248734" y="146816"/>
                  </a:cubicBezTo>
                  <a:cubicBezTo>
                    <a:pt x="248651" y="146363"/>
                    <a:pt x="248579" y="145899"/>
                    <a:pt x="248508" y="145423"/>
                  </a:cubicBezTo>
                  <a:lnTo>
                    <a:pt x="248508" y="145423"/>
                  </a:lnTo>
                  <a:cubicBezTo>
                    <a:pt x="248532" y="145506"/>
                    <a:pt x="248567" y="145601"/>
                    <a:pt x="248591" y="145697"/>
                  </a:cubicBezTo>
                  <a:cubicBezTo>
                    <a:pt x="256699" y="145875"/>
                    <a:pt x="263664" y="146220"/>
                    <a:pt x="270022" y="146816"/>
                  </a:cubicBezTo>
                  <a:cubicBezTo>
                    <a:pt x="268463" y="138065"/>
                    <a:pt x="268082" y="126123"/>
                    <a:pt x="268606" y="114598"/>
                  </a:cubicBezTo>
                  <a:cubicBezTo>
                    <a:pt x="267939" y="114478"/>
                    <a:pt x="263926" y="114038"/>
                    <a:pt x="266462" y="113466"/>
                  </a:cubicBezTo>
                  <a:cubicBezTo>
                    <a:pt x="266546" y="113288"/>
                    <a:pt x="266808" y="113347"/>
                    <a:pt x="266974" y="113312"/>
                  </a:cubicBezTo>
                  <a:cubicBezTo>
                    <a:pt x="267105" y="113205"/>
                    <a:pt x="267236" y="113109"/>
                    <a:pt x="267367" y="113002"/>
                  </a:cubicBezTo>
                  <a:cubicBezTo>
                    <a:pt x="267391" y="112954"/>
                    <a:pt x="267403" y="112919"/>
                    <a:pt x="267415" y="112871"/>
                  </a:cubicBezTo>
                  <a:cubicBezTo>
                    <a:pt x="258878" y="111740"/>
                    <a:pt x="264557" y="111323"/>
                    <a:pt x="268856" y="110121"/>
                  </a:cubicBezTo>
                  <a:cubicBezTo>
                    <a:pt x="268951" y="108668"/>
                    <a:pt x="269070" y="107228"/>
                    <a:pt x="269189" y="105811"/>
                  </a:cubicBezTo>
                  <a:cubicBezTo>
                    <a:pt x="269463" y="105846"/>
                    <a:pt x="269749" y="105870"/>
                    <a:pt x="270022" y="105894"/>
                  </a:cubicBezTo>
                  <a:cubicBezTo>
                    <a:pt x="269832" y="104834"/>
                    <a:pt x="269653" y="103727"/>
                    <a:pt x="269510" y="102584"/>
                  </a:cubicBezTo>
                  <a:cubicBezTo>
                    <a:pt x="270094" y="97036"/>
                    <a:pt x="270903" y="91940"/>
                    <a:pt x="271904" y="87809"/>
                  </a:cubicBezTo>
                  <a:lnTo>
                    <a:pt x="271904" y="87809"/>
                  </a:lnTo>
                  <a:cubicBezTo>
                    <a:pt x="270725" y="87928"/>
                    <a:pt x="269570" y="88047"/>
                    <a:pt x="268451" y="88154"/>
                  </a:cubicBezTo>
                  <a:cubicBezTo>
                    <a:pt x="268320" y="83427"/>
                    <a:pt x="268379" y="78510"/>
                    <a:pt x="268606" y="73664"/>
                  </a:cubicBezTo>
                  <a:cubicBezTo>
                    <a:pt x="267939" y="73557"/>
                    <a:pt x="263926" y="73104"/>
                    <a:pt x="266462" y="72545"/>
                  </a:cubicBezTo>
                  <a:cubicBezTo>
                    <a:pt x="266546" y="72366"/>
                    <a:pt x="266808" y="72426"/>
                    <a:pt x="266974" y="72390"/>
                  </a:cubicBezTo>
                  <a:cubicBezTo>
                    <a:pt x="267105" y="72283"/>
                    <a:pt x="267236" y="72176"/>
                    <a:pt x="267367" y="72069"/>
                  </a:cubicBezTo>
                  <a:cubicBezTo>
                    <a:pt x="267391" y="72033"/>
                    <a:pt x="267403" y="71985"/>
                    <a:pt x="267415" y="71949"/>
                  </a:cubicBezTo>
                  <a:cubicBezTo>
                    <a:pt x="258878" y="70818"/>
                    <a:pt x="264557" y="70402"/>
                    <a:pt x="268856" y="69199"/>
                  </a:cubicBezTo>
                  <a:cubicBezTo>
                    <a:pt x="269415" y="60770"/>
                    <a:pt x="270463" y="52840"/>
                    <a:pt x="271904" y="46875"/>
                  </a:cubicBezTo>
                  <a:lnTo>
                    <a:pt x="271904" y="46875"/>
                  </a:lnTo>
                  <a:cubicBezTo>
                    <a:pt x="270606" y="47006"/>
                    <a:pt x="269344" y="47137"/>
                    <a:pt x="268105" y="47256"/>
                  </a:cubicBezTo>
                  <a:cubicBezTo>
                    <a:pt x="267713" y="40803"/>
                    <a:pt x="267689" y="33719"/>
                    <a:pt x="268010" y="26789"/>
                  </a:cubicBezTo>
                  <a:cubicBezTo>
                    <a:pt x="267343" y="26670"/>
                    <a:pt x="263331" y="26230"/>
                    <a:pt x="265867" y="25658"/>
                  </a:cubicBezTo>
                  <a:cubicBezTo>
                    <a:pt x="265950" y="25479"/>
                    <a:pt x="266212" y="25539"/>
                    <a:pt x="266379" y="25503"/>
                  </a:cubicBezTo>
                  <a:cubicBezTo>
                    <a:pt x="266510" y="25396"/>
                    <a:pt x="266641" y="25301"/>
                    <a:pt x="266772" y="25194"/>
                  </a:cubicBezTo>
                  <a:cubicBezTo>
                    <a:pt x="266796" y="25146"/>
                    <a:pt x="266808" y="25110"/>
                    <a:pt x="266820" y="25063"/>
                  </a:cubicBezTo>
                  <a:cubicBezTo>
                    <a:pt x="258283" y="23932"/>
                    <a:pt x="263962" y="23515"/>
                    <a:pt x="268260" y="22312"/>
                  </a:cubicBezTo>
                  <a:cubicBezTo>
                    <a:pt x="268415" y="19919"/>
                    <a:pt x="268856" y="15300"/>
                    <a:pt x="268856" y="15300"/>
                  </a:cubicBezTo>
                  <a:lnTo>
                    <a:pt x="254901" y="1453"/>
                  </a:lnTo>
                  <a:cubicBezTo>
                    <a:pt x="254901" y="1453"/>
                    <a:pt x="251413" y="1679"/>
                    <a:pt x="249615" y="1774"/>
                  </a:cubicBezTo>
                  <a:cubicBezTo>
                    <a:pt x="249746" y="1167"/>
                    <a:pt x="249889" y="572"/>
                    <a:pt x="250020" y="0"/>
                  </a:cubicBezTo>
                  <a:lnTo>
                    <a:pt x="250020" y="0"/>
                  </a:lnTo>
                  <a:cubicBezTo>
                    <a:pt x="240828" y="929"/>
                    <a:pt x="233577" y="1572"/>
                    <a:pt x="225017" y="1929"/>
                  </a:cubicBezTo>
                  <a:cubicBezTo>
                    <a:pt x="224814" y="2179"/>
                    <a:pt x="224600" y="2441"/>
                    <a:pt x="224386" y="2715"/>
                  </a:cubicBezTo>
                  <a:cubicBezTo>
                    <a:pt x="223731" y="2953"/>
                    <a:pt x="223112" y="3274"/>
                    <a:pt x="222647" y="3751"/>
                  </a:cubicBezTo>
                  <a:cubicBezTo>
                    <a:pt x="222755" y="3346"/>
                    <a:pt x="222945" y="2774"/>
                    <a:pt x="223219" y="2000"/>
                  </a:cubicBezTo>
                  <a:cubicBezTo>
                    <a:pt x="223094" y="1992"/>
                    <a:pt x="222968" y="1988"/>
                    <a:pt x="222843" y="1988"/>
                  </a:cubicBezTo>
                  <a:cubicBezTo>
                    <a:pt x="221740" y="1988"/>
                    <a:pt x="220632" y="2285"/>
                    <a:pt x="219537" y="2285"/>
                  </a:cubicBezTo>
                  <a:cubicBezTo>
                    <a:pt x="219371" y="2285"/>
                    <a:pt x="219205" y="2278"/>
                    <a:pt x="219040" y="2262"/>
                  </a:cubicBezTo>
                  <a:cubicBezTo>
                    <a:pt x="218567" y="2506"/>
                    <a:pt x="218202" y="2952"/>
                    <a:pt x="217926" y="2952"/>
                  </a:cubicBezTo>
                  <a:cubicBezTo>
                    <a:pt x="217744" y="2952"/>
                    <a:pt x="217601" y="2757"/>
                    <a:pt x="217492" y="2179"/>
                  </a:cubicBezTo>
                  <a:cubicBezTo>
                    <a:pt x="216420" y="2203"/>
                    <a:pt x="215337" y="2227"/>
                    <a:pt x="214218" y="2239"/>
                  </a:cubicBezTo>
                  <a:cubicBezTo>
                    <a:pt x="210515" y="2179"/>
                    <a:pt x="207169" y="2084"/>
                    <a:pt x="204002" y="1965"/>
                  </a:cubicBezTo>
                  <a:cubicBezTo>
                    <a:pt x="203967" y="2131"/>
                    <a:pt x="203943" y="2298"/>
                    <a:pt x="203919" y="2453"/>
                  </a:cubicBezTo>
                  <a:cubicBezTo>
                    <a:pt x="203550" y="2560"/>
                    <a:pt x="203181" y="2679"/>
                    <a:pt x="202824" y="2822"/>
                  </a:cubicBezTo>
                  <a:cubicBezTo>
                    <a:pt x="202776" y="2548"/>
                    <a:pt x="202728" y="2239"/>
                    <a:pt x="202681" y="1905"/>
                  </a:cubicBezTo>
                  <a:cubicBezTo>
                    <a:pt x="194453" y="1524"/>
                    <a:pt x="187357" y="905"/>
                    <a:pt x="178440" y="0"/>
                  </a:cubicBezTo>
                  <a:lnTo>
                    <a:pt x="178440" y="0"/>
                  </a:lnTo>
                  <a:cubicBezTo>
                    <a:pt x="178582" y="572"/>
                    <a:pt x="178713" y="1167"/>
                    <a:pt x="178844" y="1774"/>
                  </a:cubicBezTo>
                  <a:cubicBezTo>
                    <a:pt x="175773" y="1607"/>
                    <a:pt x="172832" y="1417"/>
                    <a:pt x="169831" y="1179"/>
                  </a:cubicBezTo>
                  <a:cubicBezTo>
                    <a:pt x="169927" y="774"/>
                    <a:pt x="170010" y="381"/>
                    <a:pt x="170105" y="0"/>
                  </a:cubicBezTo>
                  <a:lnTo>
                    <a:pt x="170105" y="0"/>
                  </a:lnTo>
                  <a:cubicBezTo>
                    <a:pt x="167843" y="226"/>
                    <a:pt x="165700" y="441"/>
                    <a:pt x="163628" y="631"/>
                  </a:cubicBezTo>
                  <a:cubicBezTo>
                    <a:pt x="161556" y="441"/>
                    <a:pt x="159413" y="226"/>
                    <a:pt x="157163" y="0"/>
                  </a:cubicBezTo>
                  <a:lnTo>
                    <a:pt x="157163" y="0"/>
                  </a:lnTo>
                  <a:cubicBezTo>
                    <a:pt x="157246" y="381"/>
                    <a:pt x="157342" y="774"/>
                    <a:pt x="157425" y="1179"/>
                  </a:cubicBezTo>
                  <a:cubicBezTo>
                    <a:pt x="153377" y="1500"/>
                    <a:pt x="149400" y="1750"/>
                    <a:pt x="145102" y="1929"/>
                  </a:cubicBezTo>
                  <a:cubicBezTo>
                    <a:pt x="144154" y="3043"/>
                    <a:pt x="143049" y="4616"/>
                    <a:pt x="142712" y="4616"/>
                  </a:cubicBezTo>
                  <a:cubicBezTo>
                    <a:pt x="142491" y="4616"/>
                    <a:pt x="142601" y="3936"/>
                    <a:pt x="143304" y="2000"/>
                  </a:cubicBezTo>
                  <a:cubicBezTo>
                    <a:pt x="143179" y="1992"/>
                    <a:pt x="143053" y="1988"/>
                    <a:pt x="142928" y="1988"/>
                  </a:cubicBezTo>
                  <a:cubicBezTo>
                    <a:pt x="141825" y="1988"/>
                    <a:pt x="140718" y="2285"/>
                    <a:pt x="139622" y="2285"/>
                  </a:cubicBezTo>
                  <a:cubicBezTo>
                    <a:pt x="139456" y="2285"/>
                    <a:pt x="139290" y="2278"/>
                    <a:pt x="139125" y="2262"/>
                  </a:cubicBezTo>
                  <a:cubicBezTo>
                    <a:pt x="138780" y="2441"/>
                    <a:pt x="138494" y="2715"/>
                    <a:pt x="138256" y="2858"/>
                  </a:cubicBezTo>
                  <a:lnTo>
                    <a:pt x="138256" y="2250"/>
                  </a:lnTo>
                  <a:cubicBezTo>
                    <a:pt x="138030" y="2250"/>
                    <a:pt x="137803" y="2239"/>
                    <a:pt x="137589" y="2239"/>
                  </a:cubicBezTo>
                  <a:cubicBezTo>
                    <a:pt x="137577" y="2215"/>
                    <a:pt x="137577" y="2203"/>
                    <a:pt x="137565" y="2179"/>
                  </a:cubicBezTo>
                  <a:cubicBezTo>
                    <a:pt x="137041" y="2191"/>
                    <a:pt x="136494" y="2203"/>
                    <a:pt x="135946" y="2215"/>
                  </a:cubicBezTo>
                  <a:cubicBezTo>
                    <a:pt x="135410" y="2203"/>
                    <a:pt x="134863" y="2191"/>
                    <a:pt x="134327" y="2179"/>
                  </a:cubicBezTo>
                  <a:cubicBezTo>
                    <a:pt x="134327" y="2203"/>
                    <a:pt x="134327" y="2215"/>
                    <a:pt x="134315" y="2239"/>
                  </a:cubicBezTo>
                  <a:cubicBezTo>
                    <a:pt x="134089" y="2239"/>
                    <a:pt x="133874" y="2250"/>
                    <a:pt x="133648" y="2250"/>
                  </a:cubicBezTo>
                  <a:lnTo>
                    <a:pt x="133648" y="2858"/>
                  </a:lnTo>
                  <a:cubicBezTo>
                    <a:pt x="133410" y="2715"/>
                    <a:pt x="133124" y="2441"/>
                    <a:pt x="132779" y="2262"/>
                  </a:cubicBezTo>
                  <a:cubicBezTo>
                    <a:pt x="132604" y="2280"/>
                    <a:pt x="132429" y="2288"/>
                    <a:pt x="132254" y="2288"/>
                  </a:cubicBezTo>
                  <a:cubicBezTo>
                    <a:pt x="131165" y="2288"/>
                    <a:pt x="130064" y="1988"/>
                    <a:pt x="128968" y="1988"/>
                  </a:cubicBezTo>
                  <a:cubicBezTo>
                    <a:pt x="128845" y="1988"/>
                    <a:pt x="128723" y="1992"/>
                    <a:pt x="128600" y="2000"/>
                  </a:cubicBezTo>
                  <a:cubicBezTo>
                    <a:pt x="129303" y="3936"/>
                    <a:pt x="129413" y="4616"/>
                    <a:pt x="129192" y="4616"/>
                  </a:cubicBezTo>
                  <a:cubicBezTo>
                    <a:pt x="128855" y="4616"/>
                    <a:pt x="127750" y="3043"/>
                    <a:pt x="126802" y="1929"/>
                  </a:cubicBezTo>
                  <a:cubicBezTo>
                    <a:pt x="122492" y="1750"/>
                    <a:pt x="118527" y="1500"/>
                    <a:pt x="114467" y="1179"/>
                  </a:cubicBezTo>
                  <a:cubicBezTo>
                    <a:pt x="114562" y="774"/>
                    <a:pt x="114646" y="381"/>
                    <a:pt x="114741" y="0"/>
                  </a:cubicBezTo>
                  <a:lnTo>
                    <a:pt x="114741" y="0"/>
                  </a:lnTo>
                  <a:cubicBezTo>
                    <a:pt x="112491" y="226"/>
                    <a:pt x="110348" y="441"/>
                    <a:pt x="108276" y="631"/>
                  </a:cubicBezTo>
                  <a:cubicBezTo>
                    <a:pt x="106192" y="441"/>
                    <a:pt x="104061" y="226"/>
                    <a:pt x="101799" y="0"/>
                  </a:cubicBezTo>
                  <a:lnTo>
                    <a:pt x="101799" y="0"/>
                  </a:lnTo>
                  <a:cubicBezTo>
                    <a:pt x="101894" y="381"/>
                    <a:pt x="101978" y="774"/>
                    <a:pt x="102073" y="1179"/>
                  </a:cubicBezTo>
                  <a:cubicBezTo>
                    <a:pt x="99072" y="1417"/>
                    <a:pt x="96132" y="1607"/>
                    <a:pt x="93060" y="1774"/>
                  </a:cubicBezTo>
                  <a:cubicBezTo>
                    <a:pt x="93191" y="1167"/>
                    <a:pt x="93322" y="572"/>
                    <a:pt x="93465" y="0"/>
                  </a:cubicBezTo>
                  <a:lnTo>
                    <a:pt x="93465" y="0"/>
                  </a:lnTo>
                  <a:cubicBezTo>
                    <a:pt x="84535" y="905"/>
                    <a:pt x="77439" y="1524"/>
                    <a:pt x="69212" y="1905"/>
                  </a:cubicBezTo>
                  <a:cubicBezTo>
                    <a:pt x="69164" y="2239"/>
                    <a:pt x="69116" y="2548"/>
                    <a:pt x="69081" y="2822"/>
                  </a:cubicBezTo>
                  <a:cubicBezTo>
                    <a:pt x="68723" y="2667"/>
                    <a:pt x="68342" y="2548"/>
                    <a:pt x="67973" y="2453"/>
                  </a:cubicBezTo>
                  <a:cubicBezTo>
                    <a:pt x="67950" y="2298"/>
                    <a:pt x="67926" y="2131"/>
                    <a:pt x="67902" y="1953"/>
                  </a:cubicBezTo>
                  <a:cubicBezTo>
                    <a:pt x="64735" y="2084"/>
                    <a:pt x="61377" y="2179"/>
                    <a:pt x="57686" y="2239"/>
                  </a:cubicBezTo>
                  <a:cubicBezTo>
                    <a:pt x="56567" y="2227"/>
                    <a:pt x="55472" y="2203"/>
                    <a:pt x="54412" y="2179"/>
                  </a:cubicBezTo>
                  <a:cubicBezTo>
                    <a:pt x="54303" y="2757"/>
                    <a:pt x="54160" y="2952"/>
                    <a:pt x="53977" y="2952"/>
                  </a:cubicBezTo>
                  <a:cubicBezTo>
                    <a:pt x="53701" y="2952"/>
                    <a:pt x="53333" y="2506"/>
                    <a:pt x="52852" y="2262"/>
                  </a:cubicBezTo>
                  <a:cubicBezTo>
                    <a:pt x="52687" y="2278"/>
                    <a:pt x="52522" y="2285"/>
                    <a:pt x="52356" y="2285"/>
                  </a:cubicBezTo>
                  <a:cubicBezTo>
                    <a:pt x="51262" y="2285"/>
                    <a:pt x="50161" y="1988"/>
                    <a:pt x="49052" y="1988"/>
                  </a:cubicBezTo>
                  <a:cubicBezTo>
                    <a:pt x="48926" y="1988"/>
                    <a:pt x="48800" y="1992"/>
                    <a:pt x="48673" y="2000"/>
                  </a:cubicBezTo>
                  <a:cubicBezTo>
                    <a:pt x="48959" y="2774"/>
                    <a:pt x="49138" y="3346"/>
                    <a:pt x="49257" y="3751"/>
                  </a:cubicBezTo>
                  <a:cubicBezTo>
                    <a:pt x="48792" y="3274"/>
                    <a:pt x="48173" y="2953"/>
                    <a:pt x="47518" y="2703"/>
                  </a:cubicBezTo>
                  <a:cubicBezTo>
                    <a:pt x="47304" y="2441"/>
                    <a:pt x="47090" y="2179"/>
                    <a:pt x="46875" y="1929"/>
                  </a:cubicBezTo>
                  <a:cubicBezTo>
                    <a:pt x="38315" y="1572"/>
                    <a:pt x="31064" y="929"/>
                    <a:pt x="21872" y="0"/>
                  </a:cubicBezTo>
                  <a:lnTo>
                    <a:pt x="21872" y="0"/>
                  </a:lnTo>
                  <a:cubicBezTo>
                    <a:pt x="22015" y="572"/>
                    <a:pt x="22146" y="1167"/>
                    <a:pt x="22277" y="1774"/>
                  </a:cubicBezTo>
                  <a:cubicBezTo>
                    <a:pt x="15098" y="1393"/>
                    <a:pt x="8573" y="810"/>
                    <a:pt x="5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59"/>
            <p:cNvSpPr/>
            <p:nvPr/>
          </p:nvSpPr>
          <p:spPr>
            <a:xfrm>
              <a:off x="283950" y="193150"/>
              <a:ext cx="8615526" cy="4752359"/>
            </a:xfrm>
            <a:custGeom>
              <a:rect b="b" l="l" r="r" t="t"/>
              <a:pathLst>
                <a:path extrusionOk="0" h="146757" w="269046">
                  <a:moveTo>
                    <a:pt x="21241" y="131"/>
                  </a:moveTo>
                  <a:cubicBezTo>
                    <a:pt x="20884" y="346"/>
                    <a:pt x="20527" y="572"/>
                    <a:pt x="20170" y="798"/>
                  </a:cubicBezTo>
                  <a:cubicBezTo>
                    <a:pt x="20217" y="953"/>
                    <a:pt x="20253" y="1120"/>
                    <a:pt x="20289" y="1286"/>
                  </a:cubicBezTo>
                  <a:cubicBezTo>
                    <a:pt x="20860" y="929"/>
                    <a:pt x="21432" y="560"/>
                    <a:pt x="22015" y="203"/>
                  </a:cubicBezTo>
                  <a:cubicBezTo>
                    <a:pt x="21753" y="179"/>
                    <a:pt x="21503" y="155"/>
                    <a:pt x="21241" y="131"/>
                  </a:cubicBezTo>
                  <a:close/>
                  <a:moveTo>
                    <a:pt x="18777" y="1691"/>
                  </a:moveTo>
                  <a:cubicBezTo>
                    <a:pt x="18515" y="1858"/>
                    <a:pt x="18265" y="2012"/>
                    <a:pt x="18015" y="2179"/>
                  </a:cubicBezTo>
                  <a:cubicBezTo>
                    <a:pt x="11788" y="6263"/>
                    <a:pt x="6156" y="10644"/>
                    <a:pt x="1155" y="15252"/>
                  </a:cubicBezTo>
                  <a:cubicBezTo>
                    <a:pt x="1179" y="15455"/>
                    <a:pt x="1203" y="15657"/>
                    <a:pt x="1215" y="15848"/>
                  </a:cubicBezTo>
                  <a:cubicBezTo>
                    <a:pt x="6263" y="11156"/>
                    <a:pt x="11966" y="6727"/>
                    <a:pt x="18277" y="2584"/>
                  </a:cubicBezTo>
                  <a:cubicBezTo>
                    <a:pt x="18705" y="2298"/>
                    <a:pt x="19146" y="2012"/>
                    <a:pt x="19574" y="1739"/>
                  </a:cubicBezTo>
                  <a:cubicBezTo>
                    <a:pt x="19312" y="1727"/>
                    <a:pt x="19039" y="1703"/>
                    <a:pt x="18777" y="1691"/>
                  </a:cubicBezTo>
                  <a:close/>
                  <a:moveTo>
                    <a:pt x="257199" y="5608"/>
                  </a:moveTo>
                  <a:cubicBezTo>
                    <a:pt x="259819" y="11180"/>
                    <a:pt x="262128" y="16943"/>
                    <a:pt x="264105" y="22884"/>
                  </a:cubicBezTo>
                  <a:cubicBezTo>
                    <a:pt x="264307" y="22836"/>
                    <a:pt x="264522" y="22789"/>
                    <a:pt x="264736" y="22741"/>
                  </a:cubicBezTo>
                  <a:cubicBezTo>
                    <a:pt x="262950" y="17360"/>
                    <a:pt x="260890" y="12085"/>
                    <a:pt x="258557" y="6942"/>
                  </a:cubicBezTo>
                  <a:lnTo>
                    <a:pt x="257199" y="5608"/>
                  </a:lnTo>
                  <a:close/>
                  <a:moveTo>
                    <a:pt x="234685" y="1239"/>
                  </a:moveTo>
                  <a:cubicBezTo>
                    <a:pt x="234423" y="1262"/>
                    <a:pt x="234149" y="1286"/>
                    <a:pt x="233887" y="1298"/>
                  </a:cubicBezTo>
                  <a:cubicBezTo>
                    <a:pt x="234554" y="1727"/>
                    <a:pt x="235220" y="2143"/>
                    <a:pt x="235875" y="2584"/>
                  </a:cubicBezTo>
                  <a:cubicBezTo>
                    <a:pt x="245662" y="9001"/>
                    <a:pt x="253961" y="16145"/>
                    <a:pt x="260676" y="23813"/>
                  </a:cubicBezTo>
                  <a:cubicBezTo>
                    <a:pt x="260783" y="23741"/>
                    <a:pt x="260938" y="23682"/>
                    <a:pt x="261140" y="23610"/>
                  </a:cubicBezTo>
                  <a:cubicBezTo>
                    <a:pt x="254377" y="15871"/>
                    <a:pt x="246007" y="8656"/>
                    <a:pt x="236137" y="2179"/>
                  </a:cubicBezTo>
                  <a:cubicBezTo>
                    <a:pt x="235649" y="1870"/>
                    <a:pt x="235173" y="1548"/>
                    <a:pt x="234685" y="1239"/>
                  </a:cubicBezTo>
                  <a:close/>
                  <a:moveTo>
                    <a:pt x="264807" y="25051"/>
                  </a:moveTo>
                  <a:lnTo>
                    <a:pt x="264867" y="25218"/>
                  </a:lnTo>
                  <a:cubicBezTo>
                    <a:pt x="264879" y="25218"/>
                    <a:pt x="264879" y="25206"/>
                    <a:pt x="264891" y="25194"/>
                  </a:cubicBezTo>
                  <a:cubicBezTo>
                    <a:pt x="264914" y="25158"/>
                    <a:pt x="264926" y="25111"/>
                    <a:pt x="264938" y="25075"/>
                  </a:cubicBezTo>
                  <a:cubicBezTo>
                    <a:pt x="264891" y="25063"/>
                    <a:pt x="264855" y="25063"/>
                    <a:pt x="264807" y="25051"/>
                  </a:cubicBezTo>
                  <a:close/>
                  <a:moveTo>
                    <a:pt x="265319" y="26670"/>
                  </a:moveTo>
                  <a:lnTo>
                    <a:pt x="265319" y="26670"/>
                  </a:lnTo>
                  <a:cubicBezTo>
                    <a:pt x="265557" y="27480"/>
                    <a:pt x="265807" y="28290"/>
                    <a:pt x="266034" y="29099"/>
                  </a:cubicBezTo>
                  <a:cubicBezTo>
                    <a:pt x="266057" y="28444"/>
                    <a:pt x="266081" y="27789"/>
                    <a:pt x="266117" y="27135"/>
                  </a:cubicBezTo>
                  <a:cubicBezTo>
                    <a:pt x="266081" y="27016"/>
                    <a:pt x="266046" y="26896"/>
                    <a:pt x="266010" y="26777"/>
                  </a:cubicBezTo>
                  <a:cubicBezTo>
                    <a:pt x="265843" y="26754"/>
                    <a:pt x="265593" y="26718"/>
                    <a:pt x="265319" y="26670"/>
                  </a:cubicBezTo>
                  <a:close/>
                  <a:moveTo>
                    <a:pt x="261188" y="24408"/>
                  </a:moveTo>
                  <a:lnTo>
                    <a:pt x="261188" y="24408"/>
                  </a:lnTo>
                  <a:cubicBezTo>
                    <a:pt x="262902" y="26396"/>
                    <a:pt x="264498" y="28409"/>
                    <a:pt x="265998" y="30456"/>
                  </a:cubicBezTo>
                  <a:cubicBezTo>
                    <a:pt x="265998" y="30195"/>
                    <a:pt x="266010" y="29944"/>
                    <a:pt x="266022" y="29683"/>
                  </a:cubicBezTo>
                  <a:cubicBezTo>
                    <a:pt x="265153" y="28516"/>
                    <a:pt x="264260" y="27361"/>
                    <a:pt x="263331" y="26218"/>
                  </a:cubicBezTo>
                  <a:cubicBezTo>
                    <a:pt x="263200" y="26158"/>
                    <a:pt x="263140" y="26087"/>
                    <a:pt x="263164" y="26015"/>
                  </a:cubicBezTo>
                  <a:cubicBezTo>
                    <a:pt x="262771" y="25539"/>
                    <a:pt x="262378" y="25075"/>
                    <a:pt x="261986" y="24599"/>
                  </a:cubicBezTo>
                  <a:cubicBezTo>
                    <a:pt x="261664" y="24539"/>
                    <a:pt x="261402" y="24468"/>
                    <a:pt x="261188" y="24408"/>
                  </a:cubicBezTo>
                  <a:close/>
                  <a:moveTo>
                    <a:pt x="127076" y="17431"/>
                  </a:moveTo>
                  <a:cubicBezTo>
                    <a:pt x="133339" y="17431"/>
                    <a:pt x="139506" y="17574"/>
                    <a:pt x="145578" y="17848"/>
                  </a:cubicBezTo>
                  <a:cubicBezTo>
                    <a:pt x="146150" y="29278"/>
                    <a:pt x="146554" y="41363"/>
                    <a:pt x="146769" y="53924"/>
                  </a:cubicBezTo>
                  <a:cubicBezTo>
                    <a:pt x="140292" y="53816"/>
                    <a:pt x="133720" y="53769"/>
                    <a:pt x="127076" y="53769"/>
                  </a:cubicBezTo>
                  <a:cubicBezTo>
                    <a:pt x="120432" y="53769"/>
                    <a:pt x="113860" y="53816"/>
                    <a:pt x="107371" y="53924"/>
                  </a:cubicBezTo>
                  <a:cubicBezTo>
                    <a:pt x="107585" y="41363"/>
                    <a:pt x="107990" y="29278"/>
                    <a:pt x="108562" y="17848"/>
                  </a:cubicBezTo>
                  <a:cubicBezTo>
                    <a:pt x="114634" y="17574"/>
                    <a:pt x="120813" y="17431"/>
                    <a:pt x="127076" y="17431"/>
                  </a:cubicBezTo>
                  <a:close/>
                  <a:moveTo>
                    <a:pt x="108359" y="17848"/>
                  </a:moveTo>
                  <a:cubicBezTo>
                    <a:pt x="107776" y="29385"/>
                    <a:pt x="107371" y="41482"/>
                    <a:pt x="107169" y="53924"/>
                  </a:cubicBezTo>
                  <a:cubicBezTo>
                    <a:pt x="94727" y="54138"/>
                    <a:pt x="82630" y="54531"/>
                    <a:pt x="71093" y="55114"/>
                  </a:cubicBezTo>
                  <a:cubicBezTo>
                    <a:pt x="71617" y="43244"/>
                    <a:pt x="72640" y="31766"/>
                    <a:pt x="74117" y="20872"/>
                  </a:cubicBezTo>
                  <a:cubicBezTo>
                    <a:pt x="85011" y="19407"/>
                    <a:pt x="96477" y="18384"/>
                    <a:pt x="108359" y="17848"/>
                  </a:cubicBezTo>
                  <a:close/>
                  <a:moveTo>
                    <a:pt x="145792" y="17860"/>
                  </a:moveTo>
                  <a:lnTo>
                    <a:pt x="145792" y="17860"/>
                  </a:lnTo>
                  <a:cubicBezTo>
                    <a:pt x="157675" y="18384"/>
                    <a:pt x="169141" y="19407"/>
                    <a:pt x="180035" y="20884"/>
                  </a:cubicBezTo>
                  <a:cubicBezTo>
                    <a:pt x="181499" y="31766"/>
                    <a:pt x="182523" y="43244"/>
                    <a:pt x="183059" y="55114"/>
                  </a:cubicBezTo>
                  <a:cubicBezTo>
                    <a:pt x="171522" y="54531"/>
                    <a:pt x="159425" y="54138"/>
                    <a:pt x="146983" y="53924"/>
                  </a:cubicBezTo>
                  <a:cubicBezTo>
                    <a:pt x="146781" y="41482"/>
                    <a:pt x="146376" y="29385"/>
                    <a:pt x="145792" y="17860"/>
                  </a:cubicBezTo>
                  <a:close/>
                  <a:moveTo>
                    <a:pt x="73724" y="20931"/>
                  </a:moveTo>
                  <a:lnTo>
                    <a:pt x="73724" y="20931"/>
                  </a:lnTo>
                  <a:cubicBezTo>
                    <a:pt x="72259" y="31909"/>
                    <a:pt x="71247" y="43375"/>
                    <a:pt x="70724" y="55138"/>
                  </a:cubicBezTo>
                  <a:cubicBezTo>
                    <a:pt x="54805" y="55948"/>
                    <a:pt x="39958" y="57103"/>
                    <a:pt x="26742" y="58579"/>
                  </a:cubicBezTo>
                  <a:cubicBezTo>
                    <a:pt x="27373" y="48816"/>
                    <a:pt x="28599" y="39255"/>
                    <a:pt x="30397" y="29992"/>
                  </a:cubicBezTo>
                  <a:cubicBezTo>
                    <a:pt x="43292" y="26158"/>
                    <a:pt x="57901" y="23086"/>
                    <a:pt x="73724" y="20931"/>
                  </a:cubicBezTo>
                  <a:close/>
                  <a:moveTo>
                    <a:pt x="180416" y="20931"/>
                  </a:moveTo>
                  <a:lnTo>
                    <a:pt x="180416" y="20931"/>
                  </a:lnTo>
                  <a:cubicBezTo>
                    <a:pt x="196251" y="23086"/>
                    <a:pt x="210860" y="26170"/>
                    <a:pt x="223755" y="29992"/>
                  </a:cubicBezTo>
                  <a:cubicBezTo>
                    <a:pt x="225552" y="39255"/>
                    <a:pt x="226779" y="48816"/>
                    <a:pt x="227410" y="58579"/>
                  </a:cubicBezTo>
                  <a:cubicBezTo>
                    <a:pt x="214194" y="57103"/>
                    <a:pt x="199335" y="55948"/>
                    <a:pt x="183416" y="55138"/>
                  </a:cubicBezTo>
                  <a:cubicBezTo>
                    <a:pt x="182904" y="43375"/>
                    <a:pt x="181892" y="31909"/>
                    <a:pt x="180416" y="20931"/>
                  </a:cubicBezTo>
                  <a:close/>
                  <a:moveTo>
                    <a:pt x="70724" y="55352"/>
                  </a:moveTo>
                  <a:cubicBezTo>
                    <a:pt x="70450" y="61436"/>
                    <a:pt x="70319" y="67616"/>
                    <a:pt x="70319" y="73843"/>
                  </a:cubicBezTo>
                  <a:cubicBezTo>
                    <a:pt x="70319" y="80070"/>
                    <a:pt x="70450" y="86237"/>
                    <a:pt x="70724" y="92321"/>
                  </a:cubicBezTo>
                  <a:cubicBezTo>
                    <a:pt x="54543" y="91500"/>
                    <a:pt x="39696" y="90333"/>
                    <a:pt x="26730" y="88892"/>
                  </a:cubicBezTo>
                  <a:cubicBezTo>
                    <a:pt x="26420" y="83915"/>
                    <a:pt x="26254" y="78891"/>
                    <a:pt x="26254" y="73843"/>
                  </a:cubicBezTo>
                  <a:cubicBezTo>
                    <a:pt x="26254" y="68783"/>
                    <a:pt x="26420" y="63758"/>
                    <a:pt x="26730" y="58781"/>
                  </a:cubicBezTo>
                  <a:cubicBezTo>
                    <a:pt x="39696" y="57341"/>
                    <a:pt x="54543" y="56174"/>
                    <a:pt x="70724" y="55352"/>
                  </a:cubicBezTo>
                  <a:close/>
                  <a:moveTo>
                    <a:pt x="183428" y="55352"/>
                  </a:moveTo>
                  <a:cubicBezTo>
                    <a:pt x="199609" y="56174"/>
                    <a:pt x="214444" y="57341"/>
                    <a:pt x="227410" y="58781"/>
                  </a:cubicBezTo>
                  <a:cubicBezTo>
                    <a:pt x="227731" y="63758"/>
                    <a:pt x="227886" y="68783"/>
                    <a:pt x="227886" y="73843"/>
                  </a:cubicBezTo>
                  <a:cubicBezTo>
                    <a:pt x="227886" y="78903"/>
                    <a:pt x="227731" y="83915"/>
                    <a:pt x="227410" y="88892"/>
                  </a:cubicBezTo>
                  <a:cubicBezTo>
                    <a:pt x="214444" y="90333"/>
                    <a:pt x="199609" y="91500"/>
                    <a:pt x="183428" y="92321"/>
                  </a:cubicBezTo>
                  <a:cubicBezTo>
                    <a:pt x="183690" y="86237"/>
                    <a:pt x="183833" y="80070"/>
                    <a:pt x="183833" y="73843"/>
                  </a:cubicBezTo>
                  <a:cubicBezTo>
                    <a:pt x="183833" y="67616"/>
                    <a:pt x="183690" y="61436"/>
                    <a:pt x="183428" y="55352"/>
                  </a:cubicBezTo>
                  <a:close/>
                  <a:moveTo>
                    <a:pt x="107157" y="54138"/>
                  </a:moveTo>
                  <a:cubicBezTo>
                    <a:pt x="107050" y="60627"/>
                    <a:pt x="107002" y="67199"/>
                    <a:pt x="107002" y="73843"/>
                  </a:cubicBezTo>
                  <a:cubicBezTo>
                    <a:pt x="107002" y="80475"/>
                    <a:pt x="107050" y="87047"/>
                    <a:pt x="107157" y="93536"/>
                  </a:cubicBezTo>
                  <a:cubicBezTo>
                    <a:pt x="94596" y="93321"/>
                    <a:pt x="82511" y="92917"/>
                    <a:pt x="71081" y="92345"/>
                  </a:cubicBezTo>
                  <a:cubicBezTo>
                    <a:pt x="70807" y="86273"/>
                    <a:pt x="70676" y="80105"/>
                    <a:pt x="70676" y="73843"/>
                  </a:cubicBezTo>
                  <a:cubicBezTo>
                    <a:pt x="70676" y="67580"/>
                    <a:pt x="70807" y="61401"/>
                    <a:pt x="71081" y="55329"/>
                  </a:cubicBezTo>
                  <a:cubicBezTo>
                    <a:pt x="82511" y="54757"/>
                    <a:pt x="94596" y="54352"/>
                    <a:pt x="107157" y="54138"/>
                  </a:cubicBezTo>
                  <a:close/>
                  <a:moveTo>
                    <a:pt x="146983" y="54138"/>
                  </a:moveTo>
                  <a:cubicBezTo>
                    <a:pt x="159544" y="54352"/>
                    <a:pt x="171641" y="54757"/>
                    <a:pt x="183071" y="55329"/>
                  </a:cubicBezTo>
                  <a:cubicBezTo>
                    <a:pt x="183333" y="61401"/>
                    <a:pt x="183476" y="67568"/>
                    <a:pt x="183476" y="73831"/>
                  </a:cubicBezTo>
                  <a:cubicBezTo>
                    <a:pt x="183476" y="80094"/>
                    <a:pt x="183333" y="86273"/>
                    <a:pt x="183071" y="92345"/>
                  </a:cubicBezTo>
                  <a:cubicBezTo>
                    <a:pt x="171641" y="92917"/>
                    <a:pt x="159544" y="93321"/>
                    <a:pt x="146983" y="93536"/>
                  </a:cubicBezTo>
                  <a:cubicBezTo>
                    <a:pt x="147090" y="87047"/>
                    <a:pt x="147150" y="80475"/>
                    <a:pt x="147150" y="73843"/>
                  </a:cubicBezTo>
                  <a:cubicBezTo>
                    <a:pt x="147150" y="67199"/>
                    <a:pt x="147090" y="60627"/>
                    <a:pt x="146983" y="54138"/>
                  </a:cubicBezTo>
                  <a:close/>
                  <a:moveTo>
                    <a:pt x="127076" y="53971"/>
                  </a:moveTo>
                  <a:cubicBezTo>
                    <a:pt x="133743" y="53971"/>
                    <a:pt x="140327" y="54031"/>
                    <a:pt x="146781" y="54138"/>
                  </a:cubicBezTo>
                  <a:cubicBezTo>
                    <a:pt x="146876" y="60591"/>
                    <a:pt x="146935" y="67163"/>
                    <a:pt x="146935" y="73843"/>
                  </a:cubicBezTo>
                  <a:cubicBezTo>
                    <a:pt x="146935" y="80510"/>
                    <a:pt x="146888" y="87082"/>
                    <a:pt x="146781" y="93536"/>
                  </a:cubicBezTo>
                  <a:cubicBezTo>
                    <a:pt x="140327" y="93643"/>
                    <a:pt x="133743" y="93702"/>
                    <a:pt x="127076" y="93702"/>
                  </a:cubicBezTo>
                  <a:cubicBezTo>
                    <a:pt x="120396" y="93702"/>
                    <a:pt x="113824" y="93643"/>
                    <a:pt x="107371" y="93536"/>
                  </a:cubicBezTo>
                  <a:cubicBezTo>
                    <a:pt x="107264" y="87082"/>
                    <a:pt x="107204" y="80510"/>
                    <a:pt x="107204" y="73843"/>
                  </a:cubicBezTo>
                  <a:cubicBezTo>
                    <a:pt x="107204" y="67163"/>
                    <a:pt x="107264" y="60591"/>
                    <a:pt x="107371" y="54138"/>
                  </a:cubicBezTo>
                  <a:cubicBezTo>
                    <a:pt x="113824" y="54031"/>
                    <a:pt x="120396" y="53971"/>
                    <a:pt x="127076" y="53971"/>
                  </a:cubicBezTo>
                  <a:close/>
                  <a:moveTo>
                    <a:pt x="48" y="105632"/>
                  </a:moveTo>
                  <a:cubicBezTo>
                    <a:pt x="36" y="105716"/>
                    <a:pt x="12" y="105811"/>
                    <a:pt x="0" y="105894"/>
                  </a:cubicBezTo>
                  <a:cubicBezTo>
                    <a:pt x="155" y="105882"/>
                    <a:pt x="310" y="105870"/>
                    <a:pt x="477" y="105859"/>
                  </a:cubicBezTo>
                  <a:cubicBezTo>
                    <a:pt x="334" y="105775"/>
                    <a:pt x="191" y="105704"/>
                    <a:pt x="48" y="105632"/>
                  </a:cubicBezTo>
                  <a:close/>
                  <a:moveTo>
                    <a:pt x="26742" y="89095"/>
                  </a:moveTo>
                  <a:cubicBezTo>
                    <a:pt x="39958" y="90571"/>
                    <a:pt x="54805" y="91726"/>
                    <a:pt x="70724" y="92536"/>
                  </a:cubicBezTo>
                  <a:cubicBezTo>
                    <a:pt x="71247" y="104299"/>
                    <a:pt x="72259" y="115765"/>
                    <a:pt x="73724" y="126742"/>
                  </a:cubicBezTo>
                  <a:cubicBezTo>
                    <a:pt x="57901" y="124587"/>
                    <a:pt x="43292" y="121515"/>
                    <a:pt x="30397" y="117681"/>
                  </a:cubicBezTo>
                  <a:cubicBezTo>
                    <a:pt x="28599" y="108418"/>
                    <a:pt x="27373" y="98858"/>
                    <a:pt x="26742" y="89095"/>
                  </a:cubicBezTo>
                  <a:close/>
                  <a:moveTo>
                    <a:pt x="227410" y="89095"/>
                  </a:moveTo>
                  <a:cubicBezTo>
                    <a:pt x="226779" y="98858"/>
                    <a:pt x="225552" y="108418"/>
                    <a:pt x="223755" y="117681"/>
                  </a:cubicBezTo>
                  <a:cubicBezTo>
                    <a:pt x="210860" y="121515"/>
                    <a:pt x="196251" y="124587"/>
                    <a:pt x="180416" y="126742"/>
                  </a:cubicBezTo>
                  <a:cubicBezTo>
                    <a:pt x="181892" y="115765"/>
                    <a:pt x="182904" y="104299"/>
                    <a:pt x="183416" y="92536"/>
                  </a:cubicBezTo>
                  <a:cubicBezTo>
                    <a:pt x="199347" y="91726"/>
                    <a:pt x="214194" y="90571"/>
                    <a:pt x="227410" y="89095"/>
                  </a:cubicBezTo>
                  <a:close/>
                  <a:moveTo>
                    <a:pt x="71093" y="92559"/>
                  </a:moveTo>
                  <a:lnTo>
                    <a:pt x="71093" y="92559"/>
                  </a:lnTo>
                  <a:cubicBezTo>
                    <a:pt x="82630" y="93143"/>
                    <a:pt x="94715" y="93536"/>
                    <a:pt x="107169" y="93750"/>
                  </a:cubicBezTo>
                  <a:cubicBezTo>
                    <a:pt x="107371" y="106192"/>
                    <a:pt x="107776" y="118289"/>
                    <a:pt x="108347" y="129826"/>
                  </a:cubicBezTo>
                  <a:cubicBezTo>
                    <a:pt x="96477" y="129290"/>
                    <a:pt x="85011" y="128266"/>
                    <a:pt x="74117" y="126790"/>
                  </a:cubicBezTo>
                  <a:cubicBezTo>
                    <a:pt x="72640" y="115907"/>
                    <a:pt x="71617" y="104442"/>
                    <a:pt x="71093" y="92559"/>
                  </a:cubicBezTo>
                  <a:close/>
                  <a:moveTo>
                    <a:pt x="183059" y="92559"/>
                  </a:moveTo>
                  <a:lnTo>
                    <a:pt x="183059" y="92559"/>
                  </a:lnTo>
                  <a:cubicBezTo>
                    <a:pt x="182523" y="104442"/>
                    <a:pt x="181499" y="115907"/>
                    <a:pt x="180035" y="126802"/>
                  </a:cubicBezTo>
                  <a:cubicBezTo>
                    <a:pt x="169141" y="128266"/>
                    <a:pt x="157675" y="129290"/>
                    <a:pt x="145792" y="129826"/>
                  </a:cubicBezTo>
                  <a:cubicBezTo>
                    <a:pt x="146376" y="118289"/>
                    <a:pt x="146769" y="106192"/>
                    <a:pt x="146983" y="93750"/>
                  </a:cubicBezTo>
                  <a:cubicBezTo>
                    <a:pt x="159425" y="93536"/>
                    <a:pt x="171522" y="93143"/>
                    <a:pt x="183059" y="92559"/>
                  </a:cubicBezTo>
                  <a:close/>
                  <a:moveTo>
                    <a:pt x="107371" y="93750"/>
                  </a:moveTo>
                  <a:cubicBezTo>
                    <a:pt x="113860" y="93857"/>
                    <a:pt x="120432" y="93917"/>
                    <a:pt x="127076" y="93917"/>
                  </a:cubicBezTo>
                  <a:cubicBezTo>
                    <a:pt x="133708" y="93917"/>
                    <a:pt x="140292" y="93857"/>
                    <a:pt x="146769" y="93750"/>
                  </a:cubicBezTo>
                  <a:lnTo>
                    <a:pt x="146769" y="93750"/>
                  </a:lnTo>
                  <a:cubicBezTo>
                    <a:pt x="146566" y="106311"/>
                    <a:pt x="146150" y="118396"/>
                    <a:pt x="145578" y="129826"/>
                  </a:cubicBezTo>
                  <a:cubicBezTo>
                    <a:pt x="139506" y="130100"/>
                    <a:pt x="133339" y="130243"/>
                    <a:pt x="127076" y="130243"/>
                  </a:cubicBezTo>
                  <a:cubicBezTo>
                    <a:pt x="120813" y="130243"/>
                    <a:pt x="114634" y="130100"/>
                    <a:pt x="108574" y="129826"/>
                  </a:cubicBezTo>
                  <a:cubicBezTo>
                    <a:pt x="107990" y="118396"/>
                    <a:pt x="107585" y="106311"/>
                    <a:pt x="107371" y="93750"/>
                  </a:cubicBezTo>
                  <a:close/>
                  <a:moveTo>
                    <a:pt x="266653" y="116300"/>
                  </a:moveTo>
                  <a:lnTo>
                    <a:pt x="266653" y="116300"/>
                  </a:lnTo>
                  <a:cubicBezTo>
                    <a:pt x="259152" y="126861"/>
                    <a:pt x="248817" y="136600"/>
                    <a:pt x="235875" y="145101"/>
                  </a:cubicBezTo>
                  <a:cubicBezTo>
                    <a:pt x="235411" y="145399"/>
                    <a:pt x="234946" y="145697"/>
                    <a:pt x="234482" y="145994"/>
                  </a:cubicBezTo>
                  <a:cubicBezTo>
                    <a:pt x="234756" y="146006"/>
                    <a:pt x="235030" y="146018"/>
                    <a:pt x="235304" y="146030"/>
                  </a:cubicBezTo>
                  <a:cubicBezTo>
                    <a:pt x="235577" y="145852"/>
                    <a:pt x="235851" y="145673"/>
                    <a:pt x="236137" y="145494"/>
                  </a:cubicBezTo>
                  <a:cubicBezTo>
                    <a:pt x="248710" y="137243"/>
                    <a:pt x="258854" y="127814"/>
                    <a:pt x="266319" y="117586"/>
                  </a:cubicBezTo>
                  <a:lnTo>
                    <a:pt x="266319" y="117586"/>
                  </a:lnTo>
                  <a:cubicBezTo>
                    <a:pt x="263533" y="127504"/>
                    <a:pt x="259831" y="137005"/>
                    <a:pt x="255306" y="145971"/>
                  </a:cubicBezTo>
                  <a:cubicBezTo>
                    <a:pt x="255544" y="145983"/>
                    <a:pt x="255794" y="145994"/>
                    <a:pt x="256032" y="146006"/>
                  </a:cubicBezTo>
                  <a:cubicBezTo>
                    <a:pt x="260354" y="137374"/>
                    <a:pt x="263879" y="128338"/>
                    <a:pt x="266569" y="118991"/>
                  </a:cubicBezTo>
                  <a:cubicBezTo>
                    <a:pt x="266593" y="118098"/>
                    <a:pt x="266617" y="117193"/>
                    <a:pt x="266653" y="116300"/>
                  </a:cubicBezTo>
                  <a:close/>
                  <a:moveTo>
                    <a:pt x="1798" y="132362"/>
                  </a:moveTo>
                  <a:cubicBezTo>
                    <a:pt x="1774" y="132540"/>
                    <a:pt x="1739" y="132731"/>
                    <a:pt x="1715" y="132933"/>
                  </a:cubicBezTo>
                  <a:cubicBezTo>
                    <a:pt x="6573" y="137362"/>
                    <a:pt x="12014" y="141553"/>
                    <a:pt x="18015" y="145494"/>
                  </a:cubicBezTo>
                  <a:cubicBezTo>
                    <a:pt x="18229" y="145637"/>
                    <a:pt x="18455" y="145780"/>
                    <a:pt x="18669" y="145923"/>
                  </a:cubicBezTo>
                  <a:cubicBezTo>
                    <a:pt x="18681" y="145899"/>
                    <a:pt x="18681" y="145887"/>
                    <a:pt x="18693" y="145875"/>
                  </a:cubicBezTo>
                  <a:lnTo>
                    <a:pt x="18693" y="145875"/>
                  </a:lnTo>
                  <a:cubicBezTo>
                    <a:pt x="18681" y="145899"/>
                    <a:pt x="18693" y="145911"/>
                    <a:pt x="18693" y="145935"/>
                  </a:cubicBezTo>
                  <a:cubicBezTo>
                    <a:pt x="18800" y="146006"/>
                    <a:pt x="18908" y="146066"/>
                    <a:pt x="19015" y="146137"/>
                  </a:cubicBezTo>
                  <a:cubicBezTo>
                    <a:pt x="19348" y="146256"/>
                    <a:pt x="19872" y="146328"/>
                    <a:pt x="20336" y="146423"/>
                  </a:cubicBezTo>
                  <a:cubicBezTo>
                    <a:pt x="19646" y="145983"/>
                    <a:pt x="18955" y="145542"/>
                    <a:pt x="18277" y="145090"/>
                  </a:cubicBezTo>
                  <a:cubicBezTo>
                    <a:pt x="12204" y="141113"/>
                    <a:pt x="6692" y="136850"/>
                    <a:pt x="1798" y="132362"/>
                  </a:cubicBezTo>
                  <a:close/>
                  <a:moveTo>
                    <a:pt x="176558" y="0"/>
                  </a:moveTo>
                  <a:cubicBezTo>
                    <a:pt x="176701" y="572"/>
                    <a:pt x="176832" y="1167"/>
                    <a:pt x="176963" y="1774"/>
                  </a:cubicBezTo>
                  <a:lnTo>
                    <a:pt x="176903" y="1774"/>
                  </a:lnTo>
                  <a:cubicBezTo>
                    <a:pt x="178070" y="7787"/>
                    <a:pt x="179106" y="14038"/>
                    <a:pt x="179975" y="20491"/>
                  </a:cubicBezTo>
                  <a:cubicBezTo>
                    <a:pt x="168998" y="19015"/>
                    <a:pt x="157544" y="18003"/>
                    <a:pt x="145781" y="17491"/>
                  </a:cubicBezTo>
                  <a:cubicBezTo>
                    <a:pt x="145507" y="12157"/>
                    <a:pt x="145197" y="6942"/>
                    <a:pt x="144852" y="1858"/>
                  </a:cubicBezTo>
                  <a:cubicBezTo>
                    <a:pt x="144780" y="1870"/>
                    <a:pt x="144697" y="1870"/>
                    <a:pt x="144626" y="1870"/>
                  </a:cubicBezTo>
                  <a:cubicBezTo>
                    <a:pt x="144971" y="6918"/>
                    <a:pt x="145292" y="12121"/>
                    <a:pt x="145554" y="17479"/>
                  </a:cubicBezTo>
                  <a:cubicBezTo>
                    <a:pt x="139470" y="17217"/>
                    <a:pt x="133303" y="17074"/>
                    <a:pt x="127076" y="17074"/>
                  </a:cubicBezTo>
                  <a:cubicBezTo>
                    <a:pt x="120849" y="17074"/>
                    <a:pt x="114681" y="17217"/>
                    <a:pt x="108585" y="17479"/>
                  </a:cubicBezTo>
                  <a:cubicBezTo>
                    <a:pt x="108895" y="11573"/>
                    <a:pt x="109240" y="5846"/>
                    <a:pt x="109621" y="322"/>
                  </a:cubicBezTo>
                  <a:lnTo>
                    <a:pt x="109621" y="322"/>
                  </a:lnTo>
                  <a:cubicBezTo>
                    <a:pt x="109550" y="334"/>
                    <a:pt x="109478" y="334"/>
                    <a:pt x="109407" y="346"/>
                  </a:cubicBezTo>
                  <a:cubicBezTo>
                    <a:pt x="109014" y="5894"/>
                    <a:pt x="108669" y="11621"/>
                    <a:pt x="108371" y="17491"/>
                  </a:cubicBezTo>
                  <a:cubicBezTo>
                    <a:pt x="96608" y="18003"/>
                    <a:pt x="85142" y="19015"/>
                    <a:pt x="74164" y="20491"/>
                  </a:cubicBezTo>
                  <a:cubicBezTo>
                    <a:pt x="75069" y="13871"/>
                    <a:pt x="76129" y="7454"/>
                    <a:pt x="77343" y="1298"/>
                  </a:cubicBezTo>
                  <a:lnTo>
                    <a:pt x="77343" y="1298"/>
                  </a:lnTo>
                  <a:cubicBezTo>
                    <a:pt x="77212" y="1310"/>
                    <a:pt x="77081" y="1322"/>
                    <a:pt x="76951" y="1334"/>
                  </a:cubicBezTo>
                  <a:cubicBezTo>
                    <a:pt x="75724" y="7537"/>
                    <a:pt x="74665" y="13954"/>
                    <a:pt x="73783" y="20539"/>
                  </a:cubicBezTo>
                  <a:cubicBezTo>
                    <a:pt x="58198" y="22646"/>
                    <a:pt x="43601" y="25682"/>
                    <a:pt x="30480" y="29575"/>
                  </a:cubicBezTo>
                  <a:cubicBezTo>
                    <a:pt x="32374" y="19872"/>
                    <a:pt x="34910" y="10502"/>
                    <a:pt x="38029" y="1560"/>
                  </a:cubicBezTo>
                  <a:cubicBezTo>
                    <a:pt x="37874" y="1548"/>
                    <a:pt x="37708" y="1548"/>
                    <a:pt x="37541" y="1536"/>
                  </a:cubicBezTo>
                  <a:cubicBezTo>
                    <a:pt x="34409" y="10525"/>
                    <a:pt x="31862" y="19955"/>
                    <a:pt x="29968" y="29718"/>
                  </a:cubicBezTo>
                  <a:cubicBezTo>
                    <a:pt x="25849" y="30957"/>
                    <a:pt x="21884" y="32266"/>
                    <a:pt x="18086" y="33659"/>
                  </a:cubicBezTo>
                  <a:cubicBezTo>
                    <a:pt x="12252" y="35802"/>
                    <a:pt x="6942" y="38088"/>
                    <a:pt x="2191" y="40493"/>
                  </a:cubicBezTo>
                  <a:lnTo>
                    <a:pt x="2179" y="40934"/>
                  </a:lnTo>
                  <a:cubicBezTo>
                    <a:pt x="10097" y="36910"/>
                    <a:pt x="19420" y="33278"/>
                    <a:pt x="29885" y="30147"/>
                  </a:cubicBezTo>
                  <a:lnTo>
                    <a:pt x="29885" y="30147"/>
                  </a:lnTo>
                  <a:cubicBezTo>
                    <a:pt x="28111" y="39386"/>
                    <a:pt x="26885" y="48911"/>
                    <a:pt x="26266" y="58627"/>
                  </a:cubicBezTo>
                  <a:cubicBezTo>
                    <a:pt x="23480" y="58948"/>
                    <a:pt x="20765" y="59270"/>
                    <a:pt x="18134" y="59615"/>
                  </a:cubicBezTo>
                  <a:cubicBezTo>
                    <a:pt x="11621" y="60460"/>
                    <a:pt x="5763" y="61365"/>
                    <a:pt x="584" y="62329"/>
                  </a:cubicBezTo>
                  <a:cubicBezTo>
                    <a:pt x="596" y="62389"/>
                    <a:pt x="596" y="62460"/>
                    <a:pt x="608" y="62520"/>
                  </a:cubicBezTo>
                  <a:cubicBezTo>
                    <a:pt x="7942" y="61163"/>
                    <a:pt x="16574" y="59924"/>
                    <a:pt x="26254" y="58841"/>
                  </a:cubicBezTo>
                  <a:lnTo>
                    <a:pt x="26254" y="58841"/>
                  </a:lnTo>
                  <a:cubicBezTo>
                    <a:pt x="25944" y="63794"/>
                    <a:pt x="25777" y="68794"/>
                    <a:pt x="25777" y="73843"/>
                  </a:cubicBezTo>
                  <a:cubicBezTo>
                    <a:pt x="25777" y="78879"/>
                    <a:pt x="25944" y="83880"/>
                    <a:pt x="26254" y="88833"/>
                  </a:cubicBezTo>
                  <a:cubicBezTo>
                    <a:pt x="17014" y="87797"/>
                    <a:pt x="8740" y="86618"/>
                    <a:pt x="1620" y="85332"/>
                  </a:cubicBezTo>
                  <a:cubicBezTo>
                    <a:pt x="1620" y="85404"/>
                    <a:pt x="1620" y="85475"/>
                    <a:pt x="1620" y="85535"/>
                  </a:cubicBezTo>
                  <a:cubicBezTo>
                    <a:pt x="6537" y="86428"/>
                    <a:pt x="12050" y="87273"/>
                    <a:pt x="18134" y="88059"/>
                  </a:cubicBezTo>
                  <a:cubicBezTo>
                    <a:pt x="20765" y="88404"/>
                    <a:pt x="23480" y="88726"/>
                    <a:pt x="26266" y="89047"/>
                  </a:cubicBezTo>
                  <a:cubicBezTo>
                    <a:pt x="26885" y="98762"/>
                    <a:pt x="28099" y="108287"/>
                    <a:pt x="29885" y="117527"/>
                  </a:cubicBezTo>
                  <a:cubicBezTo>
                    <a:pt x="18824" y="114217"/>
                    <a:pt x="9037" y="110359"/>
                    <a:pt x="846" y="106049"/>
                  </a:cubicBezTo>
                  <a:lnTo>
                    <a:pt x="846" y="106049"/>
                  </a:lnTo>
                  <a:cubicBezTo>
                    <a:pt x="858" y="106204"/>
                    <a:pt x="870" y="106359"/>
                    <a:pt x="881" y="106513"/>
                  </a:cubicBezTo>
                  <a:cubicBezTo>
                    <a:pt x="5977" y="109169"/>
                    <a:pt x="11716" y="111669"/>
                    <a:pt x="18086" y="114014"/>
                  </a:cubicBezTo>
                  <a:cubicBezTo>
                    <a:pt x="21884" y="115407"/>
                    <a:pt x="25849" y="116717"/>
                    <a:pt x="29968" y="117955"/>
                  </a:cubicBezTo>
                  <a:cubicBezTo>
                    <a:pt x="31850" y="127611"/>
                    <a:pt x="34350" y="136946"/>
                    <a:pt x="37446" y="145852"/>
                  </a:cubicBezTo>
                  <a:cubicBezTo>
                    <a:pt x="37600" y="145840"/>
                    <a:pt x="37767" y="145840"/>
                    <a:pt x="37934" y="145828"/>
                  </a:cubicBezTo>
                  <a:cubicBezTo>
                    <a:pt x="34862" y="136981"/>
                    <a:pt x="32362" y="127706"/>
                    <a:pt x="30480" y="118098"/>
                  </a:cubicBezTo>
                  <a:lnTo>
                    <a:pt x="30480" y="118098"/>
                  </a:lnTo>
                  <a:cubicBezTo>
                    <a:pt x="43589" y="121992"/>
                    <a:pt x="58198" y="125028"/>
                    <a:pt x="73783" y="127135"/>
                  </a:cubicBezTo>
                  <a:cubicBezTo>
                    <a:pt x="74653" y="133600"/>
                    <a:pt x="75688" y="139910"/>
                    <a:pt x="76879" y="146006"/>
                  </a:cubicBezTo>
                  <a:cubicBezTo>
                    <a:pt x="77010" y="146006"/>
                    <a:pt x="77141" y="146018"/>
                    <a:pt x="77272" y="146018"/>
                  </a:cubicBezTo>
                  <a:cubicBezTo>
                    <a:pt x="76093" y="139970"/>
                    <a:pt x="75046" y="133683"/>
                    <a:pt x="74164" y="127183"/>
                  </a:cubicBezTo>
                  <a:lnTo>
                    <a:pt x="74164" y="127183"/>
                  </a:lnTo>
                  <a:cubicBezTo>
                    <a:pt x="85154" y="128659"/>
                    <a:pt x="96608" y="129659"/>
                    <a:pt x="108371" y="130183"/>
                  </a:cubicBezTo>
                  <a:cubicBezTo>
                    <a:pt x="108657" y="135850"/>
                    <a:pt x="108990" y="141375"/>
                    <a:pt x="109371" y="146733"/>
                  </a:cubicBezTo>
                  <a:cubicBezTo>
                    <a:pt x="109443" y="146745"/>
                    <a:pt x="109514" y="146745"/>
                    <a:pt x="109586" y="146756"/>
                  </a:cubicBezTo>
                  <a:cubicBezTo>
                    <a:pt x="109205" y="141411"/>
                    <a:pt x="108883" y="135886"/>
                    <a:pt x="108585" y="130195"/>
                  </a:cubicBezTo>
                  <a:lnTo>
                    <a:pt x="108585" y="130195"/>
                  </a:lnTo>
                  <a:cubicBezTo>
                    <a:pt x="114681" y="130457"/>
                    <a:pt x="120849" y="130600"/>
                    <a:pt x="127076" y="130600"/>
                  </a:cubicBezTo>
                  <a:cubicBezTo>
                    <a:pt x="133303" y="130600"/>
                    <a:pt x="139470" y="130457"/>
                    <a:pt x="145554" y="130195"/>
                  </a:cubicBezTo>
                  <a:lnTo>
                    <a:pt x="145554" y="130195"/>
                  </a:lnTo>
                  <a:cubicBezTo>
                    <a:pt x="145328" y="134815"/>
                    <a:pt x="145066" y="139327"/>
                    <a:pt x="144769" y="143720"/>
                  </a:cubicBezTo>
                  <a:cubicBezTo>
                    <a:pt x="144828" y="143851"/>
                    <a:pt x="144888" y="143994"/>
                    <a:pt x="144959" y="144161"/>
                  </a:cubicBezTo>
                  <a:cubicBezTo>
                    <a:pt x="145257" y="139613"/>
                    <a:pt x="145531" y="134945"/>
                    <a:pt x="145781" y="130183"/>
                  </a:cubicBezTo>
                  <a:cubicBezTo>
                    <a:pt x="157544" y="129671"/>
                    <a:pt x="168998" y="128659"/>
                    <a:pt x="179975" y="127183"/>
                  </a:cubicBezTo>
                  <a:lnTo>
                    <a:pt x="179975" y="127183"/>
                  </a:lnTo>
                  <a:cubicBezTo>
                    <a:pt x="179106" y="133588"/>
                    <a:pt x="178094" y="139791"/>
                    <a:pt x="176927" y="145756"/>
                  </a:cubicBezTo>
                  <a:lnTo>
                    <a:pt x="177034" y="145756"/>
                  </a:lnTo>
                  <a:cubicBezTo>
                    <a:pt x="177142" y="145697"/>
                    <a:pt x="177249" y="145625"/>
                    <a:pt x="177356" y="145566"/>
                  </a:cubicBezTo>
                  <a:cubicBezTo>
                    <a:pt x="178511" y="139601"/>
                    <a:pt x="179511" y="133445"/>
                    <a:pt x="180368" y="127135"/>
                  </a:cubicBezTo>
                  <a:cubicBezTo>
                    <a:pt x="195953" y="125028"/>
                    <a:pt x="210551" y="121992"/>
                    <a:pt x="223671" y="118098"/>
                  </a:cubicBezTo>
                  <a:lnTo>
                    <a:pt x="223671" y="118098"/>
                  </a:lnTo>
                  <a:cubicBezTo>
                    <a:pt x="221814" y="127599"/>
                    <a:pt x="219337" y="136791"/>
                    <a:pt x="216301" y="145554"/>
                  </a:cubicBezTo>
                  <a:lnTo>
                    <a:pt x="216801" y="145554"/>
                  </a:lnTo>
                  <a:cubicBezTo>
                    <a:pt x="219849" y="136743"/>
                    <a:pt x="222326" y="127504"/>
                    <a:pt x="224183" y="117943"/>
                  </a:cubicBezTo>
                  <a:cubicBezTo>
                    <a:pt x="228291" y="116717"/>
                    <a:pt x="232268" y="115407"/>
                    <a:pt x="236066" y="114002"/>
                  </a:cubicBezTo>
                  <a:cubicBezTo>
                    <a:pt x="249877" y="108930"/>
                    <a:pt x="260747" y="103073"/>
                    <a:pt x="268367" y="96679"/>
                  </a:cubicBezTo>
                  <a:cubicBezTo>
                    <a:pt x="268391" y="96476"/>
                    <a:pt x="268427" y="96286"/>
                    <a:pt x="268451" y="96084"/>
                  </a:cubicBezTo>
                  <a:lnTo>
                    <a:pt x="268451" y="96084"/>
                  </a:lnTo>
                  <a:cubicBezTo>
                    <a:pt x="258592" y="104477"/>
                    <a:pt x="243317" y="111824"/>
                    <a:pt x="224267" y="117527"/>
                  </a:cubicBezTo>
                  <a:cubicBezTo>
                    <a:pt x="226041" y="108287"/>
                    <a:pt x="227267" y="98762"/>
                    <a:pt x="227886" y="89047"/>
                  </a:cubicBezTo>
                  <a:cubicBezTo>
                    <a:pt x="230672" y="88726"/>
                    <a:pt x="233387" y="88404"/>
                    <a:pt x="236018" y="88059"/>
                  </a:cubicBezTo>
                  <a:cubicBezTo>
                    <a:pt x="248770" y="86404"/>
                    <a:pt x="259009" y="84511"/>
                    <a:pt x="266510" y="82451"/>
                  </a:cubicBezTo>
                  <a:cubicBezTo>
                    <a:pt x="266510" y="82379"/>
                    <a:pt x="266510" y="82308"/>
                    <a:pt x="266510" y="82249"/>
                  </a:cubicBezTo>
                  <a:cubicBezTo>
                    <a:pt x="257306" y="84773"/>
                    <a:pt x="244079" y="87023"/>
                    <a:pt x="227898" y="88833"/>
                  </a:cubicBezTo>
                  <a:cubicBezTo>
                    <a:pt x="228208" y="83880"/>
                    <a:pt x="228362" y="78867"/>
                    <a:pt x="228362" y="73831"/>
                  </a:cubicBezTo>
                  <a:cubicBezTo>
                    <a:pt x="228362" y="68794"/>
                    <a:pt x="228208" y="63782"/>
                    <a:pt x="227898" y="58829"/>
                  </a:cubicBezTo>
                  <a:lnTo>
                    <a:pt x="227898" y="58829"/>
                  </a:lnTo>
                  <a:cubicBezTo>
                    <a:pt x="244519" y="60698"/>
                    <a:pt x="258009" y="63008"/>
                    <a:pt x="267248" y="65627"/>
                  </a:cubicBezTo>
                  <a:cubicBezTo>
                    <a:pt x="267248" y="65556"/>
                    <a:pt x="267260" y="65496"/>
                    <a:pt x="267260" y="65425"/>
                  </a:cubicBezTo>
                  <a:cubicBezTo>
                    <a:pt x="259711" y="63282"/>
                    <a:pt x="249210" y="61317"/>
                    <a:pt x="236018" y="59603"/>
                  </a:cubicBezTo>
                  <a:cubicBezTo>
                    <a:pt x="233387" y="59270"/>
                    <a:pt x="230672" y="58936"/>
                    <a:pt x="227886" y="58627"/>
                  </a:cubicBezTo>
                  <a:cubicBezTo>
                    <a:pt x="227267" y="48899"/>
                    <a:pt x="226041" y="39374"/>
                    <a:pt x="224267" y="30135"/>
                  </a:cubicBezTo>
                  <a:lnTo>
                    <a:pt x="224267" y="30135"/>
                  </a:lnTo>
                  <a:cubicBezTo>
                    <a:pt x="243650" y="35945"/>
                    <a:pt x="259116" y="43446"/>
                    <a:pt x="268963" y="52019"/>
                  </a:cubicBezTo>
                  <a:cubicBezTo>
                    <a:pt x="268986" y="51864"/>
                    <a:pt x="269010" y="51709"/>
                    <a:pt x="269046" y="51566"/>
                  </a:cubicBezTo>
                  <a:cubicBezTo>
                    <a:pt x="261390" y="44946"/>
                    <a:pt x="250294" y="38886"/>
                    <a:pt x="236066" y="33659"/>
                  </a:cubicBezTo>
                  <a:cubicBezTo>
                    <a:pt x="232268" y="32266"/>
                    <a:pt x="228291" y="30945"/>
                    <a:pt x="224183" y="29718"/>
                  </a:cubicBezTo>
                  <a:cubicBezTo>
                    <a:pt x="222338" y="20277"/>
                    <a:pt x="219909" y="11133"/>
                    <a:pt x="216908" y="2417"/>
                  </a:cubicBezTo>
                  <a:cubicBezTo>
                    <a:pt x="216766" y="2513"/>
                    <a:pt x="216635" y="2620"/>
                    <a:pt x="216504" y="2715"/>
                  </a:cubicBezTo>
                  <a:cubicBezTo>
                    <a:pt x="219456" y="11299"/>
                    <a:pt x="221850" y="20277"/>
                    <a:pt x="223671" y="29563"/>
                  </a:cubicBezTo>
                  <a:cubicBezTo>
                    <a:pt x="210551" y="25682"/>
                    <a:pt x="195953" y="22646"/>
                    <a:pt x="180368" y="20539"/>
                  </a:cubicBezTo>
                  <a:cubicBezTo>
                    <a:pt x="179416" y="13490"/>
                    <a:pt x="178273" y="6644"/>
                    <a:pt x="176951" y="36"/>
                  </a:cubicBezTo>
                  <a:cubicBezTo>
                    <a:pt x="176820" y="24"/>
                    <a:pt x="176689" y="12"/>
                    <a:pt x="176558" y="0"/>
                  </a:cubicBezTo>
                  <a:close/>
                </a:path>
              </a:pathLst>
            </a:custGeom>
            <a:solidFill>
              <a:srgbClr val="E3C98E">
                <a:alpha val="246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77" name="Google Shape;977;p59"/>
          <p:cNvSpPr txBox="1"/>
          <p:nvPr>
            <p:ph hasCustomPrompt="1" type="title"/>
          </p:nvPr>
        </p:nvSpPr>
        <p:spPr>
          <a:xfrm>
            <a:off x="1284000" y="1058499"/>
            <a:ext cx="6576000" cy="171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0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978" name="Google Shape;978;p59"/>
          <p:cNvSpPr txBox="1"/>
          <p:nvPr>
            <p:ph idx="1" type="subTitle"/>
          </p:nvPr>
        </p:nvSpPr>
        <p:spPr>
          <a:xfrm>
            <a:off x="1284000" y="2615949"/>
            <a:ext cx="65760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6"/>
        </a:solidFill>
      </p:bgPr>
    </p:bg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1" name="Google Shape;981;p61"/>
          <p:cNvGrpSpPr/>
          <p:nvPr/>
        </p:nvGrpSpPr>
        <p:grpSpPr>
          <a:xfrm>
            <a:off x="0" y="0"/>
            <a:ext cx="9144003" cy="5143501"/>
            <a:chOff x="0" y="0"/>
            <a:chExt cx="9144003" cy="5143501"/>
          </a:xfrm>
        </p:grpSpPr>
        <p:pic>
          <p:nvPicPr>
            <p:cNvPr id="982" name="Google Shape;982;p61"/>
            <p:cNvPicPr preferRelativeResize="0"/>
            <p:nvPr/>
          </p:nvPicPr>
          <p:blipFill rotWithShape="1">
            <a:blip r:embed="rId2">
              <a:alphaModFix/>
            </a:blip>
            <a:srcRect b="8068" l="0" r="0" t="8060"/>
            <a:stretch/>
          </p:blipFill>
          <p:spPr>
            <a:xfrm>
              <a:off x="0" y="0"/>
              <a:ext cx="9144003" cy="5143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3" name="Google Shape;983;p61"/>
            <p:cNvSpPr/>
            <p:nvPr/>
          </p:nvSpPr>
          <p:spPr>
            <a:xfrm>
              <a:off x="209980" y="194500"/>
              <a:ext cx="8763466" cy="4752275"/>
            </a:xfrm>
            <a:custGeom>
              <a:rect b="b" l="l" r="r" t="t"/>
              <a:pathLst>
                <a:path extrusionOk="0" h="147209" w="271904">
                  <a:moveTo>
                    <a:pt x="596" y="0"/>
                  </a:moveTo>
                  <a:lnTo>
                    <a:pt x="596" y="0"/>
                  </a:lnTo>
                  <a:cubicBezTo>
                    <a:pt x="2025" y="5965"/>
                    <a:pt x="3072" y="13895"/>
                    <a:pt x="3644" y="22312"/>
                  </a:cubicBezTo>
                  <a:cubicBezTo>
                    <a:pt x="7942" y="23515"/>
                    <a:pt x="13609" y="23932"/>
                    <a:pt x="5085" y="25063"/>
                  </a:cubicBezTo>
                  <a:cubicBezTo>
                    <a:pt x="5096" y="25110"/>
                    <a:pt x="5108" y="25146"/>
                    <a:pt x="5120" y="25194"/>
                  </a:cubicBezTo>
                  <a:cubicBezTo>
                    <a:pt x="5263" y="25301"/>
                    <a:pt x="5394" y="25396"/>
                    <a:pt x="5525" y="25503"/>
                  </a:cubicBezTo>
                  <a:cubicBezTo>
                    <a:pt x="5692" y="25539"/>
                    <a:pt x="5954" y="25479"/>
                    <a:pt x="6037" y="25658"/>
                  </a:cubicBezTo>
                  <a:cubicBezTo>
                    <a:pt x="8561" y="26230"/>
                    <a:pt x="4561" y="26670"/>
                    <a:pt x="3894" y="26789"/>
                  </a:cubicBezTo>
                  <a:cubicBezTo>
                    <a:pt x="4203" y="33719"/>
                    <a:pt x="4192" y="40803"/>
                    <a:pt x="3787" y="47256"/>
                  </a:cubicBezTo>
                  <a:cubicBezTo>
                    <a:pt x="2560" y="47137"/>
                    <a:pt x="1298" y="47006"/>
                    <a:pt x="1" y="46875"/>
                  </a:cubicBezTo>
                  <a:lnTo>
                    <a:pt x="1" y="46875"/>
                  </a:lnTo>
                  <a:cubicBezTo>
                    <a:pt x="1429" y="52840"/>
                    <a:pt x="2477" y="60770"/>
                    <a:pt x="3049" y="69199"/>
                  </a:cubicBezTo>
                  <a:cubicBezTo>
                    <a:pt x="7347" y="70402"/>
                    <a:pt x="13014" y="70818"/>
                    <a:pt x="4489" y="71949"/>
                  </a:cubicBezTo>
                  <a:cubicBezTo>
                    <a:pt x="4501" y="71985"/>
                    <a:pt x="4513" y="72033"/>
                    <a:pt x="4525" y="72069"/>
                  </a:cubicBezTo>
                  <a:cubicBezTo>
                    <a:pt x="4668" y="72176"/>
                    <a:pt x="4787" y="72283"/>
                    <a:pt x="4930" y="72390"/>
                  </a:cubicBezTo>
                  <a:cubicBezTo>
                    <a:pt x="5096" y="72414"/>
                    <a:pt x="5358" y="72366"/>
                    <a:pt x="5442" y="72545"/>
                  </a:cubicBezTo>
                  <a:cubicBezTo>
                    <a:pt x="7966" y="73104"/>
                    <a:pt x="3965" y="73557"/>
                    <a:pt x="3299" y="73664"/>
                  </a:cubicBezTo>
                  <a:cubicBezTo>
                    <a:pt x="3513" y="78510"/>
                    <a:pt x="3572" y="83427"/>
                    <a:pt x="3453" y="88154"/>
                  </a:cubicBezTo>
                  <a:cubicBezTo>
                    <a:pt x="2322" y="88047"/>
                    <a:pt x="1179" y="87928"/>
                    <a:pt x="1" y="87809"/>
                  </a:cubicBezTo>
                  <a:lnTo>
                    <a:pt x="1" y="87809"/>
                  </a:lnTo>
                  <a:cubicBezTo>
                    <a:pt x="989" y="91940"/>
                    <a:pt x="1798" y="97036"/>
                    <a:pt x="2394" y="102584"/>
                  </a:cubicBezTo>
                  <a:cubicBezTo>
                    <a:pt x="2239" y="103727"/>
                    <a:pt x="2072" y="104834"/>
                    <a:pt x="1882" y="105894"/>
                  </a:cubicBezTo>
                  <a:cubicBezTo>
                    <a:pt x="2156" y="105870"/>
                    <a:pt x="2429" y="105846"/>
                    <a:pt x="2715" y="105811"/>
                  </a:cubicBezTo>
                  <a:cubicBezTo>
                    <a:pt x="2834" y="107228"/>
                    <a:pt x="2953" y="108668"/>
                    <a:pt x="3049" y="110121"/>
                  </a:cubicBezTo>
                  <a:cubicBezTo>
                    <a:pt x="7347" y="111323"/>
                    <a:pt x="13014" y="111740"/>
                    <a:pt x="4489" y="112871"/>
                  </a:cubicBezTo>
                  <a:cubicBezTo>
                    <a:pt x="4501" y="112919"/>
                    <a:pt x="4513" y="112954"/>
                    <a:pt x="4525" y="113002"/>
                  </a:cubicBezTo>
                  <a:cubicBezTo>
                    <a:pt x="4668" y="113109"/>
                    <a:pt x="4799" y="113205"/>
                    <a:pt x="4930" y="113312"/>
                  </a:cubicBezTo>
                  <a:cubicBezTo>
                    <a:pt x="5096" y="113347"/>
                    <a:pt x="5358" y="113288"/>
                    <a:pt x="5442" y="113466"/>
                  </a:cubicBezTo>
                  <a:cubicBezTo>
                    <a:pt x="7966" y="114038"/>
                    <a:pt x="3965" y="114478"/>
                    <a:pt x="3299" y="114598"/>
                  </a:cubicBezTo>
                  <a:cubicBezTo>
                    <a:pt x="3822" y="126123"/>
                    <a:pt x="4668" y="127147"/>
                    <a:pt x="3120" y="135886"/>
                  </a:cubicBezTo>
                  <a:cubicBezTo>
                    <a:pt x="4608" y="136338"/>
                    <a:pt x="14133" y="147209"/>
                    <a:pt x="14133" y="147209"/>
                  </a:cubicBezTo>
                  <a:cubicBezTo>
                    <a:pt x="14133" y="147209"/>
                    <a:pt x="16765" y="146220"/>
                    <a:pt x="20479" y="146137"/>
                  </a:cubicBezTo>
                  <a:cubicBezTo>
                    <a:pt x="20503" y="146054"/>
                    <a:pt x="20539" y="145959"/>
                    <a:pt x="20563" y="145875"/>
                  </a:cubicBezTo>
                  <a:lnTo>
                    <a:pt x="20563" y="145875"/>
                  </a:lnTo>
                  <a:cubicBezTo>
                    <a:pt x="20491" y="146340"/>
                    <a:pt x="23242" y="146363"/>
                    <a:pt x="23158" y="146816"/>
                  </a:cubicBezTo>
                  <a:cubicBezTo>
                    <a:pt x="29516" y="146220"/>
                    <a:pt x="36481" y="145875"/>
                    <a:pt x="44589" y="145697"/>
                  </a:cubicBezTo>
                  <a:cubicBezTo>
                    <a:pt x="44613" y="145625"/>
                    <a:pt x="44637" y="145554"/>
                    <a:pt x="44661" y="145494"/>
                  </a:cubicBezTo>
                  <a:cubicBezTo>
                    <a:pt x="45090" y="145494"/>
                    <a:pt x="45530" y="145494"/>
                    <a:pt x="45959" y="145482"/>
                  </a:cubicBezTo>
                  <a:cubicBezTo>
                    <a:pt x="45959" y="145542"/>
                    <a:pt x="45959" y="145601"/>
                    <a:pt x="45959" y="145661"/>
                  </a:cubicBezTo>
                  <a:cubicBezTo>
                    <a:pt x="46173" y="145661"/>
                    <a:pt x="46387" y="145661"/>
                    <a:pt x="46602" y="145649"/>
                  </a:cubicBezTo>
                  <a:cubicBezTo>
                    <a:pt x="46637" y="145601"/>
                    <a:pt x="46661" y="145542"/>
                    <a:pt x="46685" y="145482"/>
                  </a:cubicBezTo>
                  <a:cubicBezTo>
                    <a:pt x="47197" y="145482"/>
                    <a:pt x="47709" y="145482"/>
                    <a:pt x="48221" y="145494"/>
                  </a:cubicBezTo>
                  <a:cubicBezTo>
                    <a:pt x="48221" y="145530"/>
                    <a:pt x="48221" y="145578"/>
                    <a:pt x="48221" y="145625"/>
                  </a:cubicBezTo>
                  <a:cubicBezTo>
                    <a:pt x="50912" y="145578"/>
                    <a:pt x="53900" y="145542"/>
                    <a:pt x="57031" y="145518"/>
                  </a:cubicBezTo>
                  <a:cubicBezTo>
                    <a:pt x="59651" y="145542"/>
                    <a:pt x="62151" y="145566"/>
                    <a:pt x="64461" y="145601"/>
                  </a:cubicBezTo>
                  <a:cubicBezTo>
                    <a:pt x="64461" y="145566"/>
                    <a:pt x="64461" y="145530"/>
                    <a:pt x="64461" y="145494"/>
                  </a:cubicBezTo>
                  <a:cubicBezTo>
                    <a:pt x="65592" y="145488"/>
                    <a:pt x="66726" y="145485"/>
                    <a:pt x="67860" y="145485"/>
                  </a:cubicBezTo>
                  <a:cubicBezTo>
                    <a:pt x="68994" y="145485"/>
                    <a:pt x="70128" y="145488"/>
                    <a:pt x="71259" y="145494"/>
                  </a:cubicBezTo>
                  <a:cubicBezTo>
                    <a:pt x="71402" y="145578"/>
                    <a:pt x="71545" y="145661"/>
                    <a:pt x="71700" y="145744"/>
                  </a:cubicBezTo>
                  <a:cubicBezTo>
                    <a:pt x="78891" y="145947"/>
                    <a:pt x="85190" y="146268"/>
                    <a:pt x="90976" y="146816"/>
                  </a:cubicBezTo>
                  <a:cubicBezTo>
                    <a:pt x="90845" y="146054"/>
                    <a:pt x="90714" y="145256"/>
                    <a:pt x="90595" y="144435"/>
                  </a:cubicBezTo>
                  <a:lnTo>
                    <a:pt x="90595" y="144435"/>
                  </a:lnTo>
                  <a:cubicBezTo>
                    <a:pt x="91429" y="144792"/>
                    <a:pt x="92191" y="145304"/>
                    <a:pt x="92976" y="145744"/>
                  </a:cubicBezTo>
                  <a:cubicBezTo>
                    <a:pt x="96596" y="145851"/>
                    <a:pt x="99989" y="145982"/>
                    <a:pt x="103204" y="146161"/>
                  </a:cubicBezTo>
                  <a:cubicBezTo>
                    <a:pt x="103156" y="146375"/>
                    <a:pt x="103121" y="146601"/>
                    <a:pt x="103085" y="146828"/>
                  </a:cubicBezTo>
                  <a:cubicBezTo>
                    <a:pt x="104573" y="146685"/>
                    <a:pt x="106109" y="146554"/>
                    <a:pt x="107669" y="146447"/>
                  </a:cubicBezTo>
                  <a:cubicBezTo>
                    <a:pt x="109240" y="146554"/>
                    <a:pt x="110764" y="146685"/>
                    <a:pt x="112265" y="146828"/>
                  </a:cubicBezTo>
                  <a:cubicBezTo>
                    <a:pt x="112217" y="146601"/>
                    <a:pt x="112181" y="146375"/>
                    <a:pt x="112146" y="146161"/>
                  </a:cubicBezTo>
                  <a:cubicBezTo>
                    <a:pt x="115979" y="145947"/>
                    <a:pt x="120075" y="145792"/>
                    <a:pt x="124504" y="145697"/>
                  </a:cubicBezTo>
                  <a:cubicBezTo>
                    <a:pt x="125022" y="144156"/>
                    <a:pt x="125413" y="143165"/>
                    <a:pt x="125645" y="143165"/>
                  </a:cubicBezTo>
                  <a:cubicBezTo>
                    <a:pt x="125846" y="143165"/>
                    <a:pt x="125929" y="143902"/>
                    <a:pt x="125873" y="145661"/>
                  </a:cubicBezTo>
                  <a:cubicBezTo>
                    <a:pt x="126100" y="145661"/>
                    <a:pt x="126302" y="145661"/>
                    <a:pt x="126528" y="145649"/>
                  </a:cubicBezTo>
                  <a:cubicBezTo>
                    <a:pt x="127181" y="144357"/>
                    <a:pt x="127670" y="143321"/>
                    <a:pt x="127939" y="143321"/>
                  </a:cubicBezTo>
                  <a:cubicBezTo>
                    <a:pt x="128150" y="143321"/>
                    <a:pt x="128225" y="143963"/>
                    <a:pt x="128136" y="145625"/>
                  </a:cubicBezTo>
                  <a:cubicBezTo>
                    <a:pt x="130541" y="145589"/>
                    <a:pt x="133184" y="145554"/>
                    <a:pt x="135946" y="145530"/>
                  </a:cubicBezTo>
                  <a:cubicBezTo>
                    <a:pt x="138720" y="145554"/>
                    <a:pt x="141352" y="145589"/>
                    <a:pt x="143757" y="145625"/>
                  </a:cubicBezTo>
                  <a:cubicBezTo>
                    <a:pt x="143667" y="143963"/>
                    <a:pt x="143745" y="143321"/>
                    <a:pt x="143959" y="143321"/>
                  </a:cubicBezTo>
                  <a:cubicBezTo>
                    <a:pt x="144230" y="143321"/>
                    <a:pt x="144723" y="144357"/>
                    <a:pt x="145376" y="145649"/>
                  </a:cubicBezTo>
                  <a:cubicBezTo>
                    <a:pt x="145590" y="145661"/>
                    <a:pt x="145804" y="145661"/>
                    <a:pt x="146019" y="145661"/>
                  </a:cubicBezTo>
                  <a:cubicBezTo>
                    <a:pt x="145964" y="143902"/>
                    <a:pt x="146046" y="143165"/>
                    <a:pt x="146247" y="143165"/>
                  </a:cubicBezTo>
                  <a:cubicBezTo>
                    <a:pt x="146479" y="143165"/>
                    <a:pt x="146870" y="144156"/>
                    <a:pt x="147388" y="145697"/>
                  </a:cubicBezTo>
                  <a:cubicBezTo>
                    <a:pt x="151817" y="145792"/>
                    <a:pt x="155913" y="145947"/>
                    <a:pt x="159759" y="146161"/>
                  </a:cubicBezTo>
                  <a:cubicBezTo>
                    <a:pt x="159711" y="146375"/>
                    <a:pt x="159675" y="146601"/>
                    <a:pt x="159640" y="146828"/>
                  </a:cubicBezTo>
                  <a:cubicBezTo>
                    <a:pt x="161128" y="146685"/>
                    <a:pt x="162664" y="146554"/>
                    <a:pt x="164223" y="146447"/>
                  </a:cubicBezTo>
                  <a:cubicBezTo>
                    <a:pt x="165795" y="146554"/>
                    <a:pt x="167319" y="146685"/>
                    <a:pt x="168819" y="146828"/>
                  </a:cubicBezTo>
                  <a:cubicBezTo>
                    <a:pt x="168772" y="146601"/>
                    <a:pt x="168736" y="146375"/>
                    <a:pt x="168700" y="146161"/>
                  </a:cubicBezTo>
                  <a:cubicBezTo>
                    <a:pt x="171915" y="145982"/>
                    <a:pt x="175296" y="145851"/>
                    <a:pt x="178916" y="145744"/>
                  </a:cubicBezTo>
                  <a:cubicBezTo>
                    <a:pt x="179702" y="145304"/>
                    <a:pt x="180464" y="144792"/>
                    <a:pt x="181309" y="144435"/>
                  </a:cubicBezTo>
                  <a:lnTo>
                    <a:pt x="181309" y="144435"/>
                  </a:lnTo>
                  <a:cubicBezTo>
                    <a:pt x="181190" y="145256"/>
                    <a:pt x="181059" y="146054"/>
                    <a:pt x="180916" y="146816"/>
                  </a:cubicBezTo>
                  <a:cubicBezTo>
                    <a:pt x="186714" y="146268"/>
                    <a:pt x="193001" y="145947"/>
                    <a:pt x="200204" y="145744"/>
                  </a:cubicBezTo>
                  <a:cubicBezTo>
                    <a:pt x="200347" y="145661"/>
                    <a:pt x="200490" y="145578"/>
                    <a:pt x="200645" y="145494"/>
                  </a:cubicBezTo>
                  <a:cubicBezTo>
                    <a:pt x="201770" y="145488"/>
                    <a:pt x="202904" y="145485"/>
                    <a:pt x="204039" y="145485"/>
                  </a:cubicBezTo>
                  <a:cubicBezTo>
                    <a:pt x="205175" y="145485"/>
                    <a:pt x="206312" y="145488"/>
                    <a:pt x="207443" y="145494"/>
                  </a:cubicBezTo>
                  <a:cubicBezTo>
                    <a:pt x="207443" y="145530"/>
                    <a:pt x="207443" y="145566"/>
                    <a:pt x="207431" y="145601"/>
                  </a:cubicBezTo>
                  <a:cubicBezTo>
                    <a:pt x="209741" y="145566"/>
                    <a:pt x="212253" y="145542"/>
                    <a:pt x="214873" y="145518"/>
                  </a:cubicBezTo>
                  <a:cubicBezTo>
                    <a:pt x="218004" y="145542"/>
                    <a:pt x="220981" y="145578"/>
                    <a:pt x="223683" y="145625"/>
                  </a:cubicBezTo>
                  <a:cubicBezTo>
                    <a:pt x="223671" y="145578"/>
                    <a:pt x="223671" y="145530"/>
                    <a:pt x="223671" y="145494"/>
                  </a:cubicBezTo>
                  <a:cubicBezTo>
                    <a:pt x="224183" y="145494"/>
                    <a:pt x="224695" y="145482"/>
                    <a:pt x="225207" y="145482"/>
                  </a:cubicBezTo>
                  <a:cubicBezTo>
                    <a:pt x="225243" y="145542"/>
                    <a:pt x="225267" y="145601"/>
                    <a:pt x="225291" y="145649"/>
                  </a:cubicBezTo>
                  <a:cubicBezTo>
                    <a:pt x="225517" y="145661"/>
                    <a:pt x="225731" y="145661"/>
                    <a:pt x="225945" y="145661"/>
                  </a:cubicBezTo>
                  <a:cubicBezTo>
                    <a:pt x="225945" y="145601"/>
                    <a:pt x="225934" y="145542"/>
                    <a:pt x="225934" y="145482"/>
                  </a:cubicBezTo>
                  <a:cubicBezTo>
                    <a:pt x="226374" y="145482"/>
                    <a:pt x="226803" y="145482"/>
                    <a:pt x="227243" y="145494"/>
                  </a:cubicBezTo>
                  <a:cubicBezTo>
                    <a:pt x="227267" y="145554"/>
                    <a:pt x="227291" y="145625"/>
                    <a:pt x="227315" y="145697"/>
                  </a:cubicBezTo>
                  <a:cubicBezTo>
                    <a:pt x="235411" y="145875"/>
                    <a:pt x="242376" y="146220"/>
                    <a:pt x="248734" y="146816"/>
                  </a:cubicBezTo>
                  <a:cubicBezTo>
                    <a:pt x="248651" y="146363"/>
                    <a:pt x="248579" y="145899"/>
                    <a:pt x="248508" y="145423"/>
                  </a:cubicBezTo>
                  <a:lnTo>
                    <a:pt x="248508" y="145423"/>
                  </a:lnTo>
                  <a:cubicBezTo>
                    <a:pt x="248532" y="145506"/>
                    <a:pt x="248567" y="145601"/>
                    <a:pt x="248591" y="145697"/>
                  </a:cubicBezTo>
                  <a:cubicBezTo>
                    <a:pt x="256699" y="145875"/>
                    <a:pt x="263664" y="146220"/>
                    <a:pt x="270022" y="146816"/>
                  </a:cubicBezTo>
                  <a:cubicBezTo>
                    <a:pt x="268463" y="138065"/>
                    <a:pt x="268082" y="126123"/>
                    <a:pt x="268606" y="114598"/>
                  </a:cubicBezTo>
                  <a:cubicBezTo>
                    <a:pt x="267939" y="114478"/>
                    <a:pt x="263926" y="114038"/>
                    <a:pt x="266462" y="113466"/>
                  </a:cubicBezTo>
                  <a:cubicBezTo>
                    <a:pt x="266546" y="113288"/>
                    <a:pt x="266808" y="113347"/>
                    <a:pt x="266974" y="113312"/>
                  </a:cubicBezTo>
                  <a:cubicBezTo>
                    <a:pt x="267105" y="113205"/>
                    <a:pt x="267236" y="113109"/>
                    <a:pt x="267367" y="113002"/>
                  </a:cubicBezTo>
                  <a:cubicBezTo>
                    <a:pt x="267391" y="112954"/>
                    <a:pt x="267403" y="112919"/>
                    <a:pt x="267415" y="112871"/>
                  </a:cubicBezTo>
                  <a:cubicBezTo>
                    <a:pt x="258878" y="111740"/>
                    <a:pt x="264557" y="111323"/>
                    <a:pt x="268856" y="110121"/>
                  </a:cubicBezTo>
                  <a:cubicBezTo>
                    <a:pt x="268951" y="108668"/>
                    <a:pt x="269070" y="107228"/>
                    <a:pt x="269189" y="105811"/>
                  </a:cubicBezTo>
                  <a:cubicBezTo>
                    <a:pt x="269463" y="105846"/>
                    <a:pt x="269749" y="105870"/>
                    <a:pt x="270022" y="105894"/>
                  </a:cubicBezTo>
                  <a:cubicBezTo>
                    <a:pt x="269832" y="104834"/>
                    <a:pt x="269653" y="103727"/>
                    <a:pt x="269510" y="102584"/>
                  </a:cubicBezTo>
                  <a:cubicBezTo>
                    <a:pt x="270094" y="97036"/>
                    <a:pt x="270903" y="91940"/>
                    <a:pt x="271904" y="87809"/>
                  </a:cubicBezTo>
                  <a:lnTo>
                    <a:pt x="271904" y="87809"/>
                  </a:lnTo>
                  <a:cubicBezTo>
                    <a:pt x="270725" y="87928"/>
                    <a:pt x="269570" y="88047"/>
                    <a:pt x="268451" y="88154"/>
                  </a:cubicBezTo>
                  <a:cubicBezTo>
                    <a:pt x="268320" y="83427"/>
                    <a:pt x="268379" y="78510"/>
                    <a:pt x="268606" y="73664"/>
                  </a:cubicBezTo>
                  <a:cubicBezTo>
                    <a:pt x="267939" y="73557"/>
                    <a:pt x="263926" y="73104"/>
                    <a:pt x="266462" y="72545"/>
                  </a:cubicBezTo>
                  <a:cubicBezTo>
                    <a:pt x="266546" y="72366"/>
                    <a:pt x="266808" y="72426"/>
                    <a:pt x="266974" y="72390"/>
                  </a:cubicBezTo>
                  <a:cubicBezTo>
                    <a:pt x="267105" y="72283"/>
                    <a:pt x="267236" y="72176"/>
                    <a:pt x="267367" y="72069"/>
                  </a:cubicBezTo>
                  <a:cubicBezTo>
                    <a:pt x="267391" y="72033"/>
                    <a:pt x="267403" y="71985"/>
                    <a:pt x="267415" y="71949"/>
                  </a:cubicBezTo>
                  <a:cubicBezTo>
                    <a:pt x="258878" y="70818"/>
                    <a:pt x="264557" y="70402"/>
                    <a:pt x="268856" y="69199"/>
                  </a:cubicBezTo>
                  <a:cubicBezTo>
                    <a:pt x="269415" y="60770"/>
                    <a:pt x="270463" y="52840"/>
                    <a:pt x="271904" y="46875"/>
                  </a:cubicBezTo>
                  <a:lnTo>
                    <a:pt x="271904" y="46875"/>
                  </a:lnTo>
                  <a:cubicBezTo>
                    <a:pt x="270606" y="47006"/>
                    <a:pt x="269344" y="47137"/>
                    <a:pt x="268105" y="47256"/>
                  </a:cubicBezTo>
                  <a:cubicBezTo>
                    <a:pt x="267713" y="40803"/>
                    <a:pt x="267689" y="33719"/>
                    <a:pt x="268010" y="26789"/>
                  </a:cubicBezTo>
                  <a:cubicBezTo>
                    <a:pt x="267343" y="26670"/>
                    <a:pt x="263331" y="26230"/>
                    <a:pt x="265867" y="25658"/>
                  </a:cubicBezTo>
                  <a:cubicBezTo>
                    <a:pt x="265950" y="25479"/>
                    <a:pt x="266212" y="25539"/>
                    <a:pt x="266379" y="25503"/>
                  </a:cubicBezTo>
                  <a:cubicBezTo>
                    <a:pt x="266510" y="25396"/>
                    <a:pt x="266641" y="25301"/>
                    <a:pt x="266772" y="25194"/>
                  </a:cubicBezTo>
                  <a:cubicBezTo>
                    <a:pt x="266796" y="25146"/>
                    <a:pt x="266808" y="25110"/>
                    <a:pt x="266820" y="25063"/>
                  </a:cubicBezTo>
                  <a:cubicBezTo>
                    <a:pt x="258283" y="23932"/>
                    <a:pt x="263962" y="23515"/>
                    <a:pt x="268260" y="22312"/>
                  </a:cubicBezTo>
                  <a:cubicBezTo>
                    <a:pt x="268415" y="19919"/>
                    <a:pt x="268856" y="15300"/>
                    <a:pt x="268856" y="15300"/>
                  </a:cubicBezTo>
                  <a:lnTo>
                    <a:pt x="254901" y="1453"/>
                  </a:lnTo>
                  <a:cubicBezTo>
                    <a:pt x="254901" y="1453"/>
                    <a:pt x="251413" y="1679"/>
                    <a:pt x="249615" y="1774"/>
                  </a:cubicBezTo>
                  <a:cubicBezTo>
                    <a:pt x="249746" y="1167"/>
                    <a:pt x="249889" y="572"/>
                    <a:pt x="250020" y="0"/>
                  </a:cubicBezTo>
                  <a:lnTo>
                    <a:pt x="250020" y="0"/>
                  </a:lnTo>
                  <a:cubicBezTo>
                    <a:pt x="240828" y="929"/>
                    <a:pt x="233577" y="1572"/>
                    <a:pt x="225017" y="1929"/>
                  </a:cubicBezTo>
                  <a:cubicBezTo>
                    <a:pt x="224814" y="2179"/>
                    <a:pt x="224600" y="2441"/>
                    <a:pt x="224386" y="2715"/>
                  </a:cubicBezTo>
                  <a:cubicBezTo>
                    <a:pt x="223731" y="2953"/>
                    <a:pt x="223112" y="3274"/>
                    <a:pt x="222647" y="3751"/>
                  </a:cubicBezTo>
                  <a:cubicBezTo>
                    <a:pt x="222755" y="3346"/>
                    <a:pt x="222945" y="2774"/>
                    <a:pt x="223219" y="2000"/>
                  </a:cubicBezTo>
                  <a:cubicBezTo>
                    <a:pt x="223094" y="1992"/>
                    <a:pt x="222968" y="1988"/>
                    <a:pt x="222843" y="1988"/>
                  </a:cubicBezTo>
                  <a:cubicBezTo>
                    <a:pt x="221740" y="1988"/>
                    <a:pt x="220632" y="2285"/>
                    <a:pt x="219537" y="2285"/>
                  </a:cubicBezTo>
                  <a:cubicBezTo>
                    <a:pt x="219371" y="2285"/>
                    <a:pt x="219205" y="2278"/>
                    <a:pt x="219040" y="2262"/>
                  </a:cubicBezTo>
                  <a:cubicBezTo>
                    <a:pt x="218567" y="2506"/>
                    <a:pt x="218202" y="2952"/>
                    <a:pt x="217926" y="2952"/>
                  </a:cubicBezTo>
                  <a:cubicBezTo>
                    <a:pt x="217744" y="2952"/>
                    <a:pt x="217601" y="2757"/>
                    <a:pt x="217492" y="2179"/>
                  </a:cubicBezTo>
                  <a:cubicBezTo>
                    <a:pt x="216420" y="2203"/>
                    <a:pt x="215337" y="2227"/>
                    <a:pt x="214218" y="2239"/>
                  </a:cubicBezTo>
                  <a:cubicBezTo>
                    <a:pt x="210515" y="2179"/>
                    <a:pt x="207169" y="2084"/>
                    <a:pt x="204002" y="1965"/>
                  </a:cubicBezTo>
                  <a:cubicBezTo>
                    <a:pt x="203967" y="2131"/>
                    <a:pt x="203943" y="2298"/>
                    <a:pt x="203919" y="2453"/>
                  </a:cubicBezTo>
                  <a:cubicBezTo>
                    <a:pt x="203550" y="2560"/>
                    <a:pt x="203181" y="2679"/>
                    <a:pt x="202824" y="2822"/>
                  </a:cubicBezTo>
                  <a:cubicBezTo>
                    <a:pt x="202776" y="2548"/>
                    <a:pt x="202728" y="2239"/>
                    <a:pt x="202681" y="1905"/>
                  </a:cubicBezTo>
                  <a:cubicBezTo>
                    <a:pt x="194453" y="1524"/>
                    <a:pt x="187357" y="905"/>
                    <a:pt x="178440" y="0"/>
                  </a:cubicBezTo>
                  <a:lnTo>
                    <a:pt x="178440" y="0"/>
                  </a:lnTo>
                  <a:cubicBezTo>
                    <a:pt x="178582" y="572"/>
                    <a:pt x="178713" y="1167"/>
                    <a:pt x="178844" y="1774"/>
                  </a:cubicBezTo>
                  <a:cubicBezTo>
                    <a:pt x="175773" y="1607"/>
                    <a:pt x="172832" y="1417"/>
                    <a:pt x="169831" y="1179"/>
                  </a:cubicBezTo>
                  <a:cubicBezTo>
                    <a:pt x="169927" y="774"/>
                    <a:pt x="170010" y="381"/>
                    <a:pt x="170105" y="0"/>
                  </a:cubicBezTo>
                  <a:lnTo>
                    <a:pt x="170105" y="0"/>
                  </a:lnTo>
                  <a:cubicBezTo>
                    <a:pt x="167843" y="226"/>
                    <a:pt x="165700" y="441"/>
                    <a:pt x="163628" y="631"/>
                  </a:cubicBezTo>
                  <a:cubicBezTo>
                    <a:pt x="161556" y="441"/>
                    <a:pt x="159413" y="226"/>
                    <a:pt x="157163" y="0"/>
                  </a:cubicBezTo>
                  <a:lnTo>
                    <a:pt x="157163" y="0"/>
                  </a:lnTo>
                  <a:cubicBezTo>
                    <a:pt x="157246" y="381"/>
                    <a:pt x="157342" y="774"/>
                    <a:pt x="157425" y="1179"/>
                  </a:cubicBezTo>
                  <a:cubicBezTo>
                    <a:pt x="153377" y="1500"/>
                    <a:pt x="149400" y="1750"/>
                    <a:pt x="145102" y="1929"/>
                  </a:cubicBezTo>
                  <a:cubicBezTo>
                    <a:pt x="144154" y="3043"/>
                    <a:pt x="143049" y="4616"/>
                    <a:pt x="142712" y="4616"/>
                  </a:cubicBezTo>
                  <a:cubicBezTo>
                    <a:pt x="142491" y="4616"/>
                    <a:pt x="142601" y="3936"/>
                    <a:pt x="143304" y="2000"/>
                  </a:cubicBezTo>
                  <a:cubicBezTo>
                    <a:pt x="143179" y="1992"/>
                    <a:pt x="143053" y="1988"/>
                    <a:pt x="142928" y="1988"/>
                  </a:cubicBezTo>
                  <a:cubicBezTo>
                    <a:pt x="141825" y="1988"/>
                    <a:pt x="140718" y="2285"/>
                    <a:pt x="139622" y="2285"/>
                  </a:cubicBezTo>
                  <a:cubicBezTo>
                    <a:pt x="139456" y="2285"/>
                    <a:pt x="139290" y="2278"/>
                    <a:pt x="139125" y="2262"/>
                  </a:cubicBezTo>
                  <a:cubicBezTo>
                    <a:pt x="138780" y="2441"/>
                    <a:pt x="138494" y="2715"/>
                    <a:pt x="138256" y="2858"/>
                  </a:cubicBezTo>
                  <a:lnTo>
                    <a:pt x="138256" y="2250"/>
                  </a:lnTo>
                  <a:cubicBezTo>
                    <a:pt x="138030" y="2250"/>
                    <a:pt x="137803" y="2239"/>
                    <a:pt x="137589" y="2239"/>
                  </a:cubicBezTo>
                  <a:cubicBezTo>
                    <a:pt x="137577" y="2215"/>
                    <a:pt x="137577" y="2203"/>
                    <a:pt x="137565" y="2179"/>
                  </a:cubicBezTo>
                  <a:cubicBezTo>
                    <a:pt x="137041" y="2191"/>
                    <a:pt x="136494" y="2203"/>
                    <a:pt x="135946" y="2215"/>
                  </a:cubicBezTo>
                  <a:cubicBezTo>
                    <a:pt x="135410" y="2203"/>
                    <a:pt x="134863" y="2191"/>
                    <a:pt x="134327" y="2179"/>
                  </a:cubicBezTo>
                  <a:cubicBezTo>
                    <a:pt x="134327" y="2203"/>
                    <a:pt x="134327" y="2215"/>
                    <a:pt x="134315" y="2239"/>
                  </a:cubicBezTo>
                  <a:cubicBezTo>
                    <a:pt x="134089" y="2239"/>
                    <a:pt x="133874" y="2250"/>
                    <a:pt x="133648" y="2250"/>
                  </a:cubicBezTo>
                  <a:lnTo>
                    <a:pt x="133648" y="2858"/>
                  </a:lnTo>
                  <a:cubicBezTo>
                    <a:pt x="133410" y="2715"/>
                    <a:pt x="133124" y="2441"/>
                    <a:pt x="132779" y="2262"/>
                  </a:cubicBezTo>
                  <a:cubicBezTo>
                    <a:pt x="132604" y="2280"/>
                    <a:pt x="132429" y="2288"/>
                    <a:pt x="132254" y="2288"/>
                  </a:cubicBezTo>
                  <a:cubicBezTo>
                    <a:pt x="131165" y="2288"/>
                    <a:pt x="130064" y="1988"/>
                    <a:pt x="128968" y="1988"/>
                  </a:cubicBezTo>
                  <a:cubicBezTo>
                    <a:pt x="128845" y="1988"/>
                    <a:pt x="128723" y="1992"/>
                    <a:pt x="128600" y="2000"/>
                  </a:cubicBezTo>
                  <a:cubicBezTo>
                    <a:pt x="129303" y="3936"/>
                    <a:pt x="129413" y="4616"/>
                    <a:pt x="129192" y="4616"/>
                  </a:cubicBezTo>
                  <a:cubicBezTo>
                    <a:pt x="128855" y="4616"/>
                    <a:pt x="127750" y="3043"/>
                    <a:pt x="126802" y="1929"/>
                  </a:cubicBezTo>
                  <a:cubicBezTo>
                    <a:pt x="122492" y="1750"/>
                    <a:pt x="118527" y="1500"/>
                    <a:pt x="114467" y="1179"/>
                  </a:cubicBezTo>
                  <a:cubicBezTo>
                    <a:pt x="114562" y="774"/>
                    <a:pt x="114646" y="381"/>
                    <a:pt x="114741" y="0"/>
                  </a:cubicBezTo>
                  <a:lnTo>
                    <a:pt x="114741" y="0"/>
                  </a:lnTo>
                  <a:cubicBezTo>
                    <a:pt x="112491" y="226"/>
                    <a:pt x="110348" y="441"/>
                    <a:pt x="108276" y="631"/>
                  </a:cubicBezTo>
                  <a:cubicBezTo>
                    <a:pt x="106192" y="441"/>
                    <a:pt x="104061" y="226"/>
                    <a:pt x="101799" y="0"/>
                  </a:cubicBezTo>
                  <a:lnTo>
                    <a:pt x="101799" y="0"/>
                  </a:lnTo>
                  <a:cubicBezTo>
                    <a:pt x="101894" y="381"/>
                    <a:pt x="101978" y="774"/>
                    <a:pt x="102073" y="1179"/>
                  </a:cubicBezTo>
                  <a:cubicBezTo>
                    <a:pt x="99072" y="1417"/>
                    <a:pt x="96132" y="1607"/>
                    <a:pt x="93060" y="1774"/>
                  </a:cubicBezTo>
                  <a:cubicBezTo>
                    <a:pt x="93191" y="1167"/>
                    <a:pt x="93322" y="572"/>
                    <a:pt x="93465" y="0"/>
                  </a:cubicBezTo>
                  <a:lnTo>
                    <a:pt x="93465" y="0"/>
                  </a:lnTo>
                  <a:cubicBezTo>
                    <a:pt x="84535" y="905"/>
                    <a:pt x="77439" y="1524"/>
                    <a:pt x="69212" y="1905"/>
                  </a:cubicBezTo>
                  <a:cubicBezTo>
                    <a:pt x="69164" y="2239"/>
                    <a:pt x="69116" y="2548"/>
                    <a:pt x="69081" y="2822"/>
                  </a:cubicBezTo>
                  <a:cubicBezTo>
                    <a:pt x="68723" y="2667"/>
                    <a:pt x="68342" y="2548"/>
                    <a:pt x="67973" y="2453"/>
                  </a:cubicBezTo>
                  <a:cubicBezTo>
                    <a:pt x="67950" y="2298"/>
                    <a:pt x="67926" y="2131"/>
                    <a:pt x="67902" y="1953"/>
                  </a:cubicBezTo>
                  <a:cubicBezTo>
                    <a:pt x="64735" y="2084"/>
                    <a:pt x="61377" y="2179"/>
                    <a:pt x="57686" y="2239"/>
                  </a:cubicBezTo>
                  <a:cubicBezTo>
                    <a:pt x="56567" y="2227"/>
                    <a:pt x="55472" y="2203"/>
                    <a:pt x="54412" y="2179"/>
                  </a:cubicBezTo>
                  <a:cubicBezTo>
                    <a:pt x="54303" y="2757"/>
                    <a:pt x="54160" y="2952"/>
                    <a:pt x="53977" y="2952"/>
                  </a:cubicBezTo>
                  <a:cubicBezTo>
                    <a:pt x="53701" y="2952"/>
                    <a:pt x="53333" y="2506"/>
                    <a:pt x="52852" y="2262"/>
                  </a:cubicBezTo>
                  <a:cubicBezTo>
                    <a:pt x="52687" y="2278"/>
                    <a:pt x="52522" y="2285"/>
                    <a:pt x="52356" y="2285"/>
                  </a:cubicBezTo>
                  <a:cubicBezTo>
                    <a:pt x="51262" y="2285"/>
                    <a:pt x="50161" y="1988"/>
                    <a:pt x="49052" y="1988"/>
                  </a:cubicBezTo>
                  <a:cubicBezTo>
                    <a:pt x="48926" y="1988"/>
                    <a:pt x="48800" y="1992"/>
                    <a:pt x="48673" y="2000"/>
                  </a:cubicBezTo>
                  <a:cubicBezTo>
                    <a:pt x="48959" y="2774"/>
                    <a:pt x="49138" y="3346"/>
                    <a:pt x="49257" y="3751"/>
                  </a:cubicBezTo>
                  <a:cubicBezTo>
                    <a:pt x="48792" y="3274"/>
                    <a:pt x="48173" y="2953"/>
                    <a:pt x="47518" y="2703"/>
                  </a:cubicBezTo>
                  <a:cubicBezTo>
                    <a:pt x="47304" y="2441"/>
                    <a:pt x="47090" y="2179"/>
                    <a:pt x="46875" y="1929"/>
                  </a:cubicBezTo>
                  <a:cubicBezTo>
                    <a:pt x="38315" y="1572"/>
                    <a:pt x="31064" y="929"/>
                    <a:pt x="21872" y="0"/>
                  </a:cubicBezTo>
                  <a:lnTo>
                    <a:pt x="21872" y="0"/>
                  </a:lnTo>
                  <a:cubicBezTo>
                    <a:pt x="22015" y="572"/>
                    <a:pt x="22146" y="1167"/>
                    <a:pt x="22277" y="1774"/>
                  </a:cubicBezTo>
                  <a:cubicBezTo>
                    <a:pt x="15098" y="1393"/>
                    <a:pt x="8573" y="810"/>
                    <a:pt x="5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61"/>
            <p:cNvSpPr/>
            <p:nvPr/>
          </p:nvSpPr>
          <p:spPr>
            <a:xfrm>
              <a:off x="283950" y="193150"/>
              <a:ext cx="8615526" cy="4752359"/>
            </a:xfrm>
            <a:custGeom>
              <a:rect b="b" l="l" r="r" t="t"/>
              <a:pathLst>
                <a:path extrusionOk="0" h="146757" w="269046">
                  <a:moveTo>
                    <a:pt x="21241" y="131"/>
                  </a:moveTo>
                  <a:cubicBezTo>
                    <a:pt x="20884" y="346"/>
                    <a:pt x="20527" y="572"/>
                    <a:pt x="20170" y="798"/>
                  </a:cubicBezTo>
                  <a:cubicBezTo>
                    <a:pt x="20217" y="953"/>
                    <a:pt x="20253" y="1120"/>
                    <a:pt x="20289" y="1286"/>
                  </a:cubicBezTo>
                  <a:cubicBezTo>
                    <a:pt x="20860" y="929"/>
                    <a:pt x="21432" y="560"/>
                    <a:pt x="22015" y="203"/>
                  </a:cubicBezTo>
                  <a:cubicBezTo>
                    <a:pt x="21753" y="179"/>
                    <a:pt x="21503" y="155"/>
                    <a:pt x="21241" y="131"/>
                  </a:cubicBezTo>
                  <a:close/>
                  <a:moveTo>
                    <a:pt x="18777" y="1691"/>
                  </a:moveTo>
                  <a:cubicBezTo>
                    <a:pt x="18515" y="1858"/>
                    <a:pt x="18265" y="2012"/>
                    <a:pt x="18015" y="2179"/>
                  </a:cubicBezTo>
                  <a:cubicBezTo>
                    <a:pt x="11788" y="6263"/>
                    <a:pt x="6156" y="10644"/>
                    <a:pt x="1155" y="15252"/>
                  </a:cubicBezTo>
                  <a:cubicBezTo>
                    <a:pt x="1179" y="15455"/>
                    <a:pt x="1203" y="15657"/>
                    <a:pt x="1215" y="15848"/>
                  </a:cubicBezTo>
                  <a:cubicBezTo>
                    <a:pt x="6263" y="11156"/>
                    <a:pt x="11966" y="6727"/>
                    <a:pt x="18277" y="2584"/>
                  </a:cubicBezTo>
                  <a:cubicBezTo>
                    <a:pt x="18705" y="2298"/>
                    <a:pt x="19146" y="2012"/>
                    <a:pt x="19574" y="1739"/>
                  </a:cubicBezTo>
                  <a:cubicBezTo>
                    <a:pt x="19312" y="1727"/>
                    <a:pt x="19039" y="1703"/>
                    <a:pt x="18777" y="1691"/>
                  </a:cubicBezTo>
                  <a:close/>
                  <a:moveTo>
                    <a:pt x="257199" y="5608"/>
                  </a:moveTo>
                  <a:cubicBezTo>
                    <a:pt x="259819" y="11180"/>
                    <a:pt x="262128" y="16943"/>
                    <a:pt x="264105" y="22884"/>
                  </a:cubicBezTo>
                  <a:cubicBezTo>
                    <a:pt x="264307" y="22836"/>
                    <a:pt x="264522" y="22789"/>
                    <a:pt x="264736" y="22741"/>
                  </a:cubicBezTo>
                  <a:cubicBezTo>
                    <a:pt x="262950" y="17360"/>
                    <a:pt x="260890" y="12085"/>
                    <a:pt x="258557" y="6942"/>
                  </a:cubicBezTo>
                  <a:lnTo>
                    <a:pt x="257199" y="5608"/>
                  </a:lnTo>
                  <a:close/>
                  <a:moveTo>
                    <a:pt x="234685" y="1239"/>
                  </a:moveTo>
                  <a:cubicBezTo>
                    <a:pt x="234423" y="1262"/>
                    <a:pt x="234149" y="1286"/>
                    <a:pt x="233887" y="1298"/>
                  </a:cubicBezTo>
                  <a:cubicBezTo>
                    <a:pt x="234554" y="1727"/>
                    <a:pt x="235220" y="2143"/>
                    <a:pt x="235875" y="2584"/>
                  </a:cubicBezTo>
                  <a:cubicBezTo>
                    <a:pt x="245662" y="9001"/>
                    <a:pt x="253961" y="16145"/>
                    <a:pt x="260676" y="23813"/>
                  </a:cubicBezTo>
                  <a:cubicBezTo>
                    <a:pt x="260783" y="23741"/>
                    <a:pt x="260938" y="23682"/>
                    <a:pt x="261140" y="23610"/>
                  </a:cubicBezTo>
                  <a:cubicBezTo>
                    <a:pt x="254377" y="15871"/>
                    <a:pt x="246007" y="8656"/>
                    <a:pt x="236137" y="2179"/>
                  </a:cubicBezTo>
                  <a:cubicBezTo>
                    <a:pt x="235649" y="1870"/>
                    <a:pt x="235173" y="1548"/>
                    <a:pt x="234685" y="1239"/>
                  </a:cubicBezTo>
                  <a:close/>
                  <a:moveTo>
                    <a:pt x="264807" y="25051"/>
                  </a:moveTo>
                  <a:lnTo>
                    <a:pt x="264867" y="25218"/>
                  </a:lnTo>
                  <a:cubicBezTo>
                    <a:pt x="264879" y="25218"/>
                    <a:pt x="264879" y="25206"/>
                    <a:pt x="264891" y="25194"/>
                  </a:cubicBezTo>
                  <a:cubicBezTo>
                    <a:pt x="264914" y="25158"/>
                    <a:pt x="264926" y="25111"/>
                    <a:pt x="264938" y="25075"/>
                  </a:cubicBezTo>
                  <a:cubicBezTo>
                    <a:pt x="264891" y="25063"/>
                    <a:pt x="264855" y="25063"/>
                    <a:pt x="264807" y="25051"/>
                  </a:cubicBezTo>
                  <a:close/>
                  <a:moveTo>
                    <a:pt x="265319" y="26670"/>
                  </a:moveTo>
                  <a:lnTo>
                    <a:pt x="265319" y="26670"/>
                  </a:lnTo>
                  <a:cubicBezTo>
                    <a:pt x="265557" y="27480"/>
                    <a:pt x="265807" y="28290"/>
                    <a:pt x="266034" y="29099"/>
                  </a:cubicBezTo>
                  <a:cubicBezTo>
                    <a:pt x="266057" y="28444"/>
                    <a:pt x="266081" y="27789"/>
                    <a:pt x="266117" y="27135"/>
                  </a:cubicBezTo>
                  <a:cubicBezTo>
                    <a:pt x="266081" y="27016"/>
                    <a:pt x="266046" y="26896"/>
                    <a:pt x="266010" y="26777"/>
                  </a:cubicBezTo>
                  <a:cubicBezTo>
                    <a:pt x="265843" y="26754"/>
                    <a:pt x="265593" y="26718"/>
                    <a:pt x="265319" y="26670"/>
                  </a:cubicBezTo>
                  <a:close/>
                  <a:moveTo>
                    <a:pt x="261188" y="24408"/>
                  </a:moveTo>
                  <a:lnTo>
                    <a:pt x="261188" y="24408"/>
                  </a:lnTo>
                  <a:cubicBezTo>
                    <a:pt x="262902" y="26396"/>
                    <a:pt x="264498" y="28409"/>
                    <a:pt x="265998" y="30456"/>
                  </a:cubicBezTo>
                  <a:cubicBezTo>
                    <a:pt x="265998" y="30195"/>
                    <a:pt x="266010" y="29944"/>
                    <a:pt x="266022" y="29683"/>
                  </a:cubicBezTo>
                  <a:cubicBezTo>
                    <a:pt x="265153" y="28516"/>
                    <a:pt x="264260" y="27361"/>
                    <a:pt x="263331" y="26218"/>
                  </a:cubicBezTo>
                  <a:cubicBezTo>
                    <a:pt x="263200" y="26158"/>
                    <a:pt x="263140" y="26087"/>
                    <a:pt x="263164" y="26015"/>
                  </a:cubicBezTo>
                  <a:cubicBezTo>
                    <a:pt x="262771" y="25539"/>
                    <a:pt x="262378" y="25075"/>
                    <a:pt x="261986" y="24599"/>
                  </a:cubicBezTo>
                  <a:cubicBezTo>
                    <a:pt x="261664" y="24539"/>
                    <a:pt x="261402" y="24468"/>
                    <a:pt x="261188" y="24408"/>
                  </a:cubicBezTo>
                  <a:close/>
                  <a:moveTo>
                    <a:pt x="127076" y="17431"/>
                  </a:moveTo>
                  <a:cubicBezTo>
                    <a:pt x="133339" y="17431"/>
                    <a:pt x="139506" y="17574"/>
                    <a:pt x="145578" y="17848"/>
                  </a:cubicBezTo>
                  <a:cubicBezTo>
                    <a:pt x="146150" y="29278"/>
                    <a:pt x="146554" y="41363"/>
                    <a:pt x="146769" y="53924"/>
                  </a:cubicBezTo>
                  <a:cubicBezTo>
                    <a:pt x="140292" y="53816"/>
                    <a:pt x="133720" y="53769"/>
                    <a:pt x="127076" y="53769"/>
                  </a:cubicBezTo>
                  <a:cubicBezTo>
                    <a:pt x="120432" y="53769"/>
                    <a:pt x="113860" y="53816"/>
                    <a:pt x="107371" y="53924"/>
                  </a:cubicBezTo>
                  <a:cubicBezTo>
                    <a:pt x="107585" y="41363"/>
                    <a:pt x="107990" y="29278"/>
                    <a:pt x="108562" y="17848"/>
                  </a:cubicBezTo>
                  <a:cubicBezTo>
                    <a:pt x="114634" y="17574"/>
                    <a:pt x="120813" y="17431"/>
                    <a:pt x="127076" y="17431"/>
                  </a:cubicBezTo>
                  <a:close/>
                  <a:moveTo>
                    <a:pt x="108359" y="17848"/>
                  </a:moveTo>
                  <a:cubicBezTo>
                    <a:pt x="107776" y="29385"/>
                    <a:pt x="107371" y="41482"/>
                    <a:pt x="107169" y="53924"/>
                  </a:cubicBezTo>
                  <a:cubicBezTo>
                    <a:pt x="94727" y="54138"/>
                    <a:pt x="82630" y="54531"/>
                    <a:pt x="71093" y="55114"/>
                  </a:cubicBezTo>
                  <a:cubicBezTo>
                    <a:pt x="71617" y="43244"/>
                    <a:pt x="72640" y="31766"/>
                    <a:pt x="74117" y="20872"/>
                  </a:cubicBezTo>
                  <a:cubicBezTo>
                    <a:pt x="85011" y="19407"/>
                    <a:pt x="96477" y="18384"/>
                    <a:pt x="108359" y="17848"/>
                  </a:cubicBezTo>
                  <a:close/>
                  <a:moveTo>
                    <a:pt x="145792" y="17860"/>
                  </a:moveTo>
                  <a:lnTo>
                    <a:pt x="145792" y="17860"/>
                  </a:lnTo>
                  <a:cubicBezTo>
                    <a:pt x="157675" y="18384"/>
                    <a:pt x="169141" y="19407"/>
                    <a:pt x="180035" y="20884"/>
                  </a:cubicBezTo>
                  <a:cubicBezTo>
                    <a:pt x="181499" y="31766"/>
                    <a:pt x="182523" y="43244"/>
                    <a:pt x="183059" y="55114"/>
                  </a:cubicBezTo>
                  <a:cubicBezTo>
                    <a:pt x="171522" y="54531"/>
                    <a:pt x="159425" y="54138"/>
                    <a:pt x="146983" y="53924"/>
                  </a:cubicBezTo>
                  <a:cubicBezTo>
                    <a:pt x="146781" y="41482"/>
                    <a:pt x="146376" y="29385"/>
                    <a:pt x="145792" y="17860"/>
                  </a:cubicBezTo>
                  <a:close/>
                  <a:moveTo>
                    <a:pt x="73724" y="20931"/>
                  </a:moveTo>
                  <a:lnTo>
                    <a:pt x="73724" y="20931"/>
                  </a:lnTo>
                  <a:cubicBezTo>
                    <a:pt x="72259" y="31909"/>
                    <a:pt x="71247" y="43375"/>
                    <a:pt x="70724" y="55138"/>
                  </a:cubicBezTo>
                  <a:cubicBezTo>
                    <a:pt x="54805" y="55948"/>
                    <a:pt x="39958" y="57103"/>
                    <a:pt x="26742" y="58579"/>
                  </a:cubicBezTo>
                  <a:cubicBezTo>
                    <a:pt x="27373" y="48816"/>
                    <a:pt x="28599" y="39255"/>
                    <a:pt x="30397" y="29992"/>
                  </a:cubicBezTo>
                  <a:cubicBezTo>
                    <a:pt x="43292" y="26158"/>
                    <a:pt x="57901" y="23086"/>
                    <a:pt x="73724" y="20931"/>
                  </a:cubicBezTo>
                  <a:close/>
                  <a:moveTo>
                    <a:pt x="180416" y="20931"/>
                  </a:moveTo>
                  <a:lnTo>
                    <a:pt x="180416" y="20931"/>
                  </a:lnTo>
                  <a:cubicBezTo>
                    <a:pt x="196251" y="23086"/>
                    <a:pt x="210860" y="26170"/>
                    <a:pt x="223755" y="29992"/>
                  </a:cubicBezTo>
                  <a:cubicBezTo>
                    <a:pt x="225552" y="39255"/>
                    <a:pt x="226779" y="48816"/>
                    <a:pt x="227410" y="58579"/>
                  </a:cubicBezTo>
                  <a:cubicBezTo>
                    <a:pt x="214194" y="57103"/>
                    <a:pt x="199335" y="55948"/>
                    <a:pt x="183416" y="55138"/>
                  </a:cubicBezTo>
                  <a:cubicBezTo>
                    <a:pt x="182904" y="43375"/>
                    <a:pt x="181892" y="31909"/>
                    <a:pt x="180416" y="20931"/>
                  </a:cubicBezTo>
                  <a:close/>
                  <a:moveTo>
                    <a:pt x="70724" y="55352"/>
                  </a:moveTo>
                  <a:cubicBezTo>
                    <a:pt x="70450" y="61436"/>
                    <a:pt x="70319" y="67616"/>
                    <a:pt x="70319" y="73843"/>
                  </a:cubicBezTo>
                  <a:cubicBezTo>
                    <a:pt x="70319" y="80070"/>
                    <a:pt x="70450" y="86237"/>
                    <a:pt x="70724" y="92321"/>
                  </a:cubicBezTo>
                  <a:cubicBezTo>
                    <a:pt x="54543" y="91500"/>
                    <a:pt x="39696" y="90333"/>
                    <a:pt x="26730" y="88892"/>
                  </a:cubicBezTo>
                  <a:cubicBezTo>
                    <a:pt x="26420" y="83915"/>
                    <a:pt x="26254" y="78891"/>
                    <a:pt x="26254" y="73843"/>
                  </a:cubicBezTo>
                  <a:cubicBezTo>
                    <a:pt x="26254" y="68783"/>
                    <a:pt x="26420" y="63758"/>
                    <a:pt x="26730" y="58781"/>
                  </a:cubicBezTo>
                  <a:cubicBezTo>
                    <a:pt x="39696" y="57341"/>
                    <a:pt x="54543" y="56174"/>
                    <a:pt x="70724" y="55352"/>
                  </a:cubicBezTo>
                  <a:close/>
                  <a:moveTo>
                    <a:pt x="183428" y="55352"/>
                  </a:moveTo>
                  <a:cubicBezTo>
                    <a:pt x="199609" y="56174"/>
                    <a:pt x="214444" y="57341"/>
                    <a:pt x="227410" y="58781"/>
                  </a:cubicBezTo>
                  <a:cubicBezTo>
                    <a:pt x="227731" y="63758"/>
                    <a:pt x="227886" y="68783"/>
                    <a:pt x="227886" y="73843"/>
                  </a:cubicBezTo>
                  <a:cubicBezTo>
                    <a:pt x="227886" y="78903"/>
                    <a:pt x="227731" y="83915"/>
                    <a:pt x="227410" y="88892"/>
                  </a:cubicBezTo>
                  <a:cubicBezTo>
                    <a:pt x="214444" y="90333"/>
                    <a:pt x="199609" y="91500"/>
                    <a:pt x="183428" y="92321"/>
                  </a:cubicBezTo>
                  <a:cubicBezTo>
                    <a:pt x="183690" y="86237"/>
                    <a:pt x="183833" y="80070"/>
                    <a:pt x="183833" y="73843"/>
                  </a:cubicBezTo>
                  <a:cubicBezTo>
                    <a:pt x="183833" y="67616"/>
                    <a:pt x="183690" y="61436"/>
                    <a:pt x="183428" y="55352"/>
                  </a:cubicBezTo>
                  <a:close/>
                  <a:moveTo>
                    <a:pt x="107157" y="54138"/>
                  </a:moveTo>
                  <a:cubicBezTo>
                    <a:pt x="107050" y="60627"/>
                    <a:pt x="107002" y="67199"/>
                    <a:pt x="107002" y="73843"/>
                  </a:cubicBezTo>
                  <a:cubicBezTo>
                    <a:pt x="107002" y="80475"/>
                    <a:pt x="107050" y="87047"/>
                    <a:pt x="107157" y="93536"/>
                  </a:cubicBezTo>
                  <a:cubicBezTo>
                    <a:pt x="94596" y="93321"/>
                    <a:pt x="82511" y="92917"/>
                    <a:pt x="71081" y="92345"/>
                  </a:cubicBezTo>
                  <a:cubicBezTo>
                    <a:pt x="70807" y="86273"/>
                    <a:pt x="70676" y="80105"/>
                    <a:pt x="70676" y="73843"/>
                  </a:cubicBezTo>
                  <a:cubicBezTo>
                    <a:pt x="70676" y="67580"/>
                    <a:pt x="70807" y="61401"/>
                    <a:pt x="71081" y="55329"/>
                  </a:cubicBezTo>
                  <a:cubicBezTo>
                    <a:pt x="82511" y="54757"/>
                    <a:pt x="94596" y="54352"/>
                    <a:pt x="107157" y="54138"/>
                  </a:cubicBezTo>
                  <a:close/>
                  <a:moveTo>
                    <a:pt x="146983" y="54138"/>
                  </a:moveTo>
                  <a:cubicBezTo>
                    <a:pt x="159544" y="54352"/>
                    <a:pt x="171641" y="54757"/>
                    <a:pt x="183071" y="55329"/>
                  </a:cubicBezTo>
                  <a:cubicBezTo>
                    <a:pt x="183333" y="61401"/>
                    <a:pt x="183476" y="67568"/>
                    <a:pt x="183476" y="73831"/>
                  </a:cubicBezTo>
                  <a:cubicBezTo>
                    <a:pt x="183476" y="80094"/>
                    <a:pt x="183333" y="86273"/>
                    <a:pt x="183071" y="92345"/>
                  </a:cubicBezTo>
                  <a:cubicBezTo>
                    <a:pt x="171641" y="92917"/>
                    <a:pt x="159544" y="93321"/>
                    <a:pt x="146983" y="93536"/>
                  </a:cubicBezTo>
                  <a:cubicBezTo>
                    <a:pt x="147090" y="87047"/>
                    <a:pt x="147150" y="80475"/>
                    <a:pt x="147150" y="73843"/>
                  </a:cubicBezTo>
                  <a:cubicBezTo>
                    <a:pt x="147150" y="67199"/>
                    <a:pt x="147090" y="60627"/>
                    <a:pt x="146983" y="54138"/>
                  </a:cubicBezTo>
                  <a:close/>
                  <a:moveTo>
                    <a:pt x="127076" y="53971"/>
                  </a:moveTo>
                  <a:cubicBezTo>
                    <a:pt x="133743" y="53971"/>
                    <a:pt x="140327" y="54031"/>
                    <a:pt x="146781" y="54138"/>
                  </a:cubicBezTo>
                  <a:cubicBezTo>
                    <a:pt x="146876" y="60591"/>
                    <a:pt x="146935" y="67163"/>
                    <a:pt x="146935" y="73843"/>
                  </a:cubicBezTo>
                  <a:cubicBezTo>
                    <a:pt x="146935" y="80510"/>
                    <a:pt x="146888" y="87082"/>
                    <a:pt x="146781" y="93536"/>
                  </a:cubicBezTo>
                  <a:cubicBezTo>
                    <a:pt x="140327" y="93643"/>
                    <a:pt x="133743" y="93702"/>
                    <a:pt x="127076" y="93702"/>
                  </a:cubicBezTo>
                  <a:cubicBezTo>
                    <a:pt x="120396" y="93702"/>
                    <a:pt x="113824" y="93643"/>
                    <a:pt x="107371" y="93536"/>
                  </a:cubicBezTo>
                  <a:cubicBezTo>
                    <a:pt x="107264" y="87082"/>
                    <a:pt x="107204" y="80510"/>
                    <a:pt x="107204" y="73843"/>
                  </a:cubicBezTo>
                  <a:cubicBezTo>
                    <a:pt x="107204" y="67163"/>
                    <a:pt x="107264" y="60591"/>
                    <a:pt x="107371" y="54138"/>
                  </a:cubicBezTo>
                  <a:cubicBezTo>
                    <a:pt x="113824" y="54031"/>
                    <a:pt x="120396" y="53971"/>
                    <a:pt x="127076" y="53971"/>
                  </a:cubicBezTo>
                  <a:close/>
                  <a:moveTo>
                    <a:pt x="48" y="105632"/>
                  </a:moveTo>
                  <a:cubicBezTo>
                    <a:pt x="36" y="105716"/>
                    <a:pt x="12" y="105811"/>
                    <a:pt x="0" y="105894"/>
                  </a:cubicBezTo>
                  <a:cubicBezTo>
                    <a:pt x="155" y="105882"/>
                    <a:pt x="310" y="105870"/>
                    <a:pt x="477" y="105859"/>
                  </a:cubicBezTo>
                  <a:cubicBezTo>
                    <a:pt x="334" y="105775"/>
                    <a:pt x="191" y="105704"/>
                    <a:pt x="48" y="105632"/>
                  </a:cubicBezTo>
                  <a:close/>
                  <a:moveTo>
                    <a:pt x="26742" y="89095"/>
                  </a:moveTo>
                  <a:cubicBezTo>
                    <a:pt x="39958" y="90571"/>
                    <a:pt x="54805" y="91726"/>
                    <a:pt x="70724" y="92536"/>
                  </a:cubicBezTo>
                  <a:cubicBezTo>
                    <a:pt x="71247" y="104299"/>
                    <a:pt x="72259" y="115765"/>
                    <a:pt x="73724" y="126742"/>
                  </a:cubicBezTo>
                  <a:cubicBezTo>
                    <a:pt x="57901" y="124587"/>
                    <a:pt x="43292" y="121515"/>
                    <a:pt x="30397" y="117681"/>
                  </a:cubicBezTo>
                  <a:cubicBezTo>
                    <a:pt x="28599" y="108418"/>
                    <a:pt x="27373" y="98858"/>
                    <a:pt x="26742" y="89095"/>
                  </a:cubicBezTo>
                  <a:close/>
                  <a:moveTo>
                    <a:pt x="227410" y="89095"/>
                  </a:moveTo>
                  <a:cubicBezTo>
                    <a:pt x="226779" y="98858"/>
                    <a:pt x="225552" y="108418"/>
                    <a:pt x="223755" y="117681"/>
                  </a:cubicBezTo>
                  <a:cubicBezTo>
                    <a:pt x="210860" y="121515"/>
                    <a:pt x="196251" y="124587"/>
                    <a:pt x="180416" y="126742"/>
                  </a:cubicBezTo>
                  <a:cubicBezTo>
                    <a:pt x="181892" y="115765"/>
                    <a:pt x="182904" y="104299"/>
                    <a:pt x="183416" y="92536"/>
                  </a:cubicBezTo>
                  <a:cubicBezTo>
                    <a:pt x="199347" y="91726"/>
                    <a:pt x="214194" y="90571"/>
                    <a:pt x="227410" y="89095"/>
                  </a:cubicBezTo>
                  <a:close/>
                  <a:moveTo>
                    <a:pt x="71093" y="92559"/>
                  </a:moveTo>
                  <a:lnTo>
                    <a:pt x="71093" y="92559"/>
                  </a:lnTo>
                  <a:cubicBezTo>
                    <a:pt x="82630" y="93143"/>
                    <a:pt x="94715" y="93536"/>
                    <a:pt x="107169" y="93750"/>
                  </a:cubicBezTo>
                  <a:cubicBezTo>
                    <a:pt x="107371" y="106192"/>
                    <a:pt x="107776" y="118289"/>
                    <a:pt x="108347" y="129826"/>
                  </a:cubicBezTo>
                  <a:cubicBezTo>
                    <a:pt x="96477" y="129290"/>
                    <a:pt x="85011" y="128266"/>
                    <a:pt x="74117" y="126790"/>
                  </a:cubicBezTo>
                  <a:cubicBezTo>
                    <a:pt x="72640" y="115907"/>
                    <a:pt x="71617" y="104442"/>
                    <a:pt x="71093" y="92559"/>
                  </a:cubicBezTo>
                  <a:close/>
                  <a:moveTo>
                    <a:pt x="183059" y="92559"/>
                  </a:moveTo>
                  <a:lnTo>
                    <a:pt x="183059" y="92559"/>
                  </a:lnTo>
                  <a:cubicBezTo>
                    <a:pt x="182523" y="104442"/>
                    <a:pt x="181499" y="115907"/>
                    <a:pt x="180035" y="126802"/>
                  </a:cubicBezTo>
                  <a:cubicBezTo>
                    <a:pt x="169141" y="128266"/>
                    <a:pt x="157675" y="129290"/>
                    <a:pt x="145792" y="129826"/>
                  </a:cubicBezTo>
                  <a:cubicBezTo>
                    <a:pt x="146376" y="118289"/>
                    <a:pt x="146769" y="106192"/>
                    <a:pt x="146983" y="93750"/>
                  </a:cubicBezTo>
                  <a:cubicBezTo>
                    <a:pt x="159425" y="93536"/>
                    <a:pt x="171522" y="93143"/>
                    <a:pt x="183059" y="92559"/>
                  </a:cubicBezTo>
                  <a:close/>
                  <a:moveTo>
                    <a:pt x="107371" y="93750"/>
                  </a:moveTo>
                  <a:cubicBezTo>
                    <a:pt x="113860" y="93857"/>
                    <a:pt x="120432" y="93917"/>
                    <a:pt x="127076" y="93917"/>
                  </a:cubicBezTo>
                  <a:cubicBezTo>
                    <a:pt x="133708" y="93917"/>
                    <a:pt x="140292" y="93857"/>
                    <a:pt x="146769" y="93750"/>
                  </a:cubicBezTo>
                  <a:lnTo>
                    <a:pt x="146769" y="93750"/>
                  </a:lnTo>
                  <a:cubicBezTo>
                    <a:pt x="146566" y="106311"/>
                    <a:pt x="146150" y="118396"/>
                    <a:pt x="145578" y="129826"/>
                  </a:cubicBezTo>
                  <a:cubicBezTo>
                    <a:pt x="139506" y="130100"/>
                    <a:pt x="133339" y="130243"/>
                    <a:pt x="127076" y="130243"/>
                  </a:cubicBezTo>
                  <a:cubicBezTo>
                    <a:pt x="120813" y="130243"/>
                    <a:pt x="114634" y="130100"/>
                    <a:pt x="108574" y="129826"/>
                  </a:cubicBezTo>
                  <a:cubicBezTo>
                    <a:pt x="107990" y="118396"/>
                    <a:pt x="107585" y="106311"/>
                    <a:pt x="107371" y="93750"/>
                  </a:cubicBezTo>
                  <a:close/>
                  <a:moveTo>
                    <a:pt x="266653" y="116300"/>
                  </a:moveTo>
                  <a:lnTo>
                    <a:pt x="266653" y="116300"/>
                  </a:lnTo>
                  <a:cubicBezTo>
                    <a:pt x="259152" y="126861"/>
                    <a:pt x="248817" y="136600"/>
                    <a:pt x="235875" y="145101"/>
                  </a:cubicBezTo>
                  <a:cubicBezTo>
                    <a:pt x="235411" y="145399"/>
                    <a:pt x="234946" y="145697"/>
                    <a:pt x="234482" y="145994"/>
                  </a:cubicBezTo>
                  <a:cubicBezTo>
                    <a:pt x="234756" y="146006"/>
                    <a:pt x="235030" y="146018"/>
                    <a:pt x="235304" y="146030"/>
                  </a:cubicBezTo>
                  <a:cubicBezTo>
                    <a:pt x="235577" y="145852"/>
                    <a:pt x="235851" y="145673"/>
                    <a:pt x="236137" y="145494"/>
                  </a:cubicBezTo>
                  <a:cubicBezTo>
                    <a:pt x="248710" y="137243"/>
                    <a:pt x="258854" y="127814"/>
                    <a:pt x="266319" y="117586"/>
                  </a:cubicBezTo>
                  <a:lnTo>
                    <a:pt x="266319" y="117586"/>
                  </a:lnTo>
                  <a:cubicBezTo>
                    <a:pt x="263533" y="127504"/>
                    <a:pt x="259831" y="137005"/>
                    <a:pt x="255306" y="145971"/>
                  </a:cubicBezTo>
                  <a:cubicBezTo>
                    <a:pt x="255544" y="145983"/>
                    <a:pt x="255794" y="145994"/>
                    <a:pt x="256032" y="146006"/>
                  </a:cubicBezTo>
                  <a:cubicBezTo>
                    <a:pt x="260354" y="137374"/>
                    <a:pt x="263879" y="128338"/>
                    <a:pt x="266569" y="118991"/>
                  </a:cubicBezTo>
                  <a:cubicBezTo>
                    <a:pt x="266593" y="118098"/>
                    <a:pt x="266617" y="117193"/>
                    <a:pt x="266653" y="116300"/>
                  </a:cubicBezTo>
                  <a:close/>
                  <a:moveTo>
                    <a:pt x="1798" y="132362"/>
                  </a:moveTo>
                  <a:cubicBezTo>
                    <a:pt x="1774" y="132540"/>
                    <a:pt x="1739" y="132731"/>
                    <a:pt x="1715" y="132933"/>
                  </a:cubicBezTo>
                  <a:cubicBezTo>
                    <a:pt x="6573" y="137362"/>
                    <a:pt x="12014" y="141553"/>
                    <a:pt x="18015" y="145494"/>
                  </a:cubicBezTo>
                  <a:cubicBezTo>
                    <a:pt x="18229" y="145637"/>
                    <a:pt x="18455" y="145780"/>
                    <a:pt x="18669" y="145923"/>
                  </a:cubicBezTo>
                  <a:cubicBezTo>
                    <a:pt x="18681" y="145899"/>
                    <a:pt x="18681" y="145887"/>
                    <a:pt x="18693" y="145875"/>
                  </a:cubicBezTo>
                  <a:lnTo>
                    <a:pt x="18693" y="145875"/>
                  </a:lnTo>
                  <a:cubicBezTo>
                    <a:pt x="18681" y="145899"/>
                    <a:pt x="18693" y="145911"/>
                    <a:pt x="18693" y="145935"/>
                  </a:cubicBezTo>
                  <a:cubicBezTo>
                    <a:pt x="18800" y="146006"/>
                    <a:pt x="18908" y="146066"/>
                    <a:pt x="19015" y="146137"/>
                  </a:cubicBezTo>
                  <a:cubicBezTo>
                    <a:pt x="19348" y="146256"/>
                    <a:pt x="19872" y="146328"/>
                    <a:pt x="20336" y="146423"/>
                  </a:cubicBezTo>
                  <a:cubicBezTo>
                    <a:pt x="19646" y="145983"/>
                    <a:pt x="18955" y="145542"/>
                    <a:pt x="18277" y="145090"/>
                  </a:cubicBezTo>
                  <a:cubicBezTo>
                    <a:pt x="12204" y="141113"/>
                    <a:pt x="6692" y="136850"/>
                    <a:pt x="1798" y="132362"/>
                  </a:cubicBezTo>
                  <a:close/>
                  <a:moveTo>
                    <a:pt x="176558" y="0"/>
                  </a:moveTo>
                  <a:cubicBezTo>
                    <a:pt x="176701" y="572"/>
                    <a:pt x="176832" y="1167"/>
                    <a:pt x="176963" y="1774"/>
                  </a:cubicBezTo>
                  <a:lnTo>
                    <a:pt x="176903" y="1774"/>
                  </a:lnTo>
                  <a:cubicBezTo>
                    <a:pt x="178070" y="7787"/>
                    <a:pt x="179106" y="14038"/>
                    <a:pt x="179975" y="20491"/>
                  </a:cubicBezTo>
                  <a:cubicBezTo>
                    <a:pt x="168998" y="19015"/>
                    <a:pt x="157544" y="18003"/>
                    <a:pt x="145781" y="17491"/>
                  </a:cubicBezTo>
                  <a:cubicBezTo>
                    <a:pt x="145507" y="12157"/>
                    <a:pt x="145197" y="6942"/>
                    <a:pt x="144852" y="1858"/>
                  </a:cubicBezTo>
                  <a:cubicBezTo>
                    <a:pt x="144780" y="1870"/>
                    <a:pt x="144697" y="1870"/>
                    <a:pt x="144626" y="1870"/>
                  </a:cubicBezTo>
                  <a:cubicBezTo>
                    <a:pt x="144971" y="6918"/>
                    <a:pt x="145292" y="12121"/>
                    <a:pt x="145554" y="17479"/>
                  </a:cubicBezTo>
                  <a:cubicBezTo>
                    <a:pt x="139470" y="17217"/>
                    <a:pt x="133303" y="17074"/>
                    <a:pt x="127076" y="17074"/>
                  </a:cubicBezTo>
                  <a:cubicBezTo>
                    <a:pt x="120849" y="17074"/>
                    <a:pt x="114681" y="17217"/>
                    <a:pt x="108585" y="17479"/>
                  </a:cubicBezTo>
                  <a:cubicBezTo>
                    <a:pt x="108895" y="11573"/>
                    <a:pt x="109240" y="5846"/>
                    <a:pt x="109621" y="322"/>
                  </a:cubicBezTo>
                  <a:lnTo>
                    <a:pt x="109621" y="322"/>
                  </a:lnTo>
                  <a:cubicBezTo>
                    <a:pt x="109550" y="334"/>
                    <a:pt x="109478" y="334"/>
                    <a:pt x="109407" y="346"/>
                  </a:cubicBezTo>
                  <a:cubicBezTo>
                    <a:pt x="109014" y="5894"/>
                    <a:pt x="108669" y="11621"/>
                    <a:pt x="108371" y="17491"/>
                  </a:cubicBezTo>
                  <a:cubicBezTo>
                    <a:pt x="96608" y="18003"/>
                    <a:pt x="85142" y="19015"/>
                    <a:pt x="74164" y="20491"/>
                  </a:cubicBezTo>
                  <a:cubicBezTo>
                    <a:pt x="75069" y="13871"/>
                    <a:pt x="76129" y="7454"/>
                    <a:pt x="77343" y="1298"/>
                  </a:cubicBezTo>
                  <a:lnTo>
                    <a:pt x="77343" y="1298"/>
                  </a:lnTo>
                  <a:cubicBezTo>
                    <a:pt x="77212" y="1310"/>
                    <a:pt x="77081" y="1322"/>
                    <a:pt x="76951" y="1334"/>
                  </a:cubicBezTo>
                  <a:cubicBezTo>
                    <a:pt x="75724" y="7537"/>
                    <a:pt x="74665" y="13954"/>
                    <a:pt x="73783" y="20539"/>
                  </a:cubicBezTo>
                  <a:cubicBezTo>
                    <a:pt x="58198" y="22646"/>
                    <a:pt x="43601" y="25682"/>
                    <a:pt x="30480" y="29575"/>
                  </a:cubicBezTo>
                  <a:cubicBezTo>
                    <a:pt x="32374" y="19872"/>
                    <a:pt x="34910" y="10502"/>
                    <a:pt x="38029" y="1560"/>
                  </a:cubicBezTo>
                  <a:cubicBezTo>
                    <a:pt x="37874" y="1548"/>
                    <a:pt x="37708" y="1548"/>
                    <a:pt x="37541" y="1536"/>
                  </a:cubicBezTo>
                  <a:cubicBezTo>
                    <a:pt x="34409" y="10525"/>
                    <a:pt x="31862" y="19955"/>
                    <a:pt x="29968" y="29718"/>
                  </a:cubicBezTo>
                  <a:cubicBezTo>
                    <a:pt x="25849" y="30957"/>
                    <a:pt x="21884" y="32266"/>
                    <a:pt x="18086" y="33659"/>
                  </a:cubicBezTo>
                  <a:cubicBezTo>
                    <a:pt x="12252" y="35802"/>
                    <a:pt x="6942" y="38088"/>
                    <a:pt x="2191" y="40493"/>
                  </a:cubicBezTo>
                  <a:lnTo>
                    <a:pt x="2179" y="40934"/>
                  </a:lnTo>
                  <a:cubicBezTo>
                    <a:pt x="10097" y="36910"/>
                    <a:pt x="19420" y="33278"/>
                    <a:pt x="29885" y="30147"/>
                  </a:cubicBezTo>
                  <a:lnTo>
                    <a:pt x="29885" y="30147"/>
                  </a:lnTo>
                  <a:cubicBezTo>
                    <a:pt x="28111" y="39386"/>
                    <a:pt x="26885" y="48911"/>
                    <a:pt x="26266" y="58627"/>
                  </a:cubicBezTo>
                  <a:cubicBezTo>
                    <a:pt x="23480" y="58948"/>
                    <a:pt x="20765" y="59270"/>
                    <a:pt x="18134" y="59615"/>
                  </a:cubicBezTo>
                  <a:cubicBezTo>
                    <a:pt x="11621" y="60460"/>
                    <a:pt x="5763" y="61365"/>
                    <a:pt x="584" y="62329"/>
                  </a:cubicBezTo>
                  <a:cubicBezTo>
                    <a:pt x="596" y="62389"/>
                    <a:pt x="596" y="62460"/>
                    <a:pt x="608" y="62520"/>
                  </a:cubicBezTo>
                  <a:cubicBezTo>
                    <a:pt x="7942" y="61163"/>
                    <a:pt x="16574" y="59924"/>
                    <a:pt x="26254" y="58841"/>
                  </a:cubicBezTo>
                  <a:lnTo>
                    <a:pt x="26254" y="58841"/>
                  </a:lnTo>
                  <a:cubicBezTo>
                    <a:pt x="25944" y="63794"/>
                    <a:pt x="25777" y="68794"/>
                    <a:pt x="25777" y="73843"/>
                  </a:cubicBezTo>
                  <a:cubicBezTo>
                    <a:pt x="25777" y="78879"/>
                    <a:pt x="25944" y="83880"/>
                    <a:pt x="26254" y="88833"/>
                  </a:cubicBezTo>
                  <a:cubicBezTo>
                    <a:pt x="17014" y="87797"/>
                    <a:pt x="8740" y="86618"/>
                    <a:pt x="1620" y="85332"/>
                  </a:cubicBezTo>
                  <a:cubicBezTo>
                    <a:pt x="1620" y="85404"/>
                    <a:pt x="1620" y="85475"/>
                    <a:pt x="1620" y="85535"/>
                  </a:cubicBezTo>
                  <a:cubicBezTo>
                    <a:pt x="6537" y="86428"/>
                    <a:pt x="12050" y="87273"/>
                    <a:pt x="18134" y="88059"/>
                  </a:cubicBezTo>
                  <a:cubicBezTo>
                    <a:pt x="20765" y="88404"/>
                    <a:pt x="23480" y="88726"/>
                    <a:pt x="26266" y="89047"/>
                  </a:cubicBezTo>
                  <a:cubicBezTo>
                    <a:pt x="26885" y="98762"/>
                    <a:pt x="28099" y="108287"/>
                    <a:pt x="29885" y="117527"/>
                  </a:cubicBezTo>
                  <a:cubicBezTo>
                    <a:pt x="18824" y="114217"/>
                    <a:pt x="9037" y="110359"/>
                    <a:pt x="846" y="106049"/>
                  </a:cubicBezTo>
                  <a:lnTo>
                    <a:pt x="846" y="106049"/>
                  </a:lnTo>
                  <a:cubicBezTo>
                    <a:pt x="858" y="106204"/>
                    <a:pt x="870" y="106359"/>
                    <a:pt x="881" y="106513"/>
                  </a:cubicBezTo>
                  <a:cubicBezTo>
                    <a:pt x="5977" y="109169"/>
                    <a:pt x="11716" y="111669"/>
                    <a:pt x="18086" y="114014"/>
                  </a:cubicBezTo>
                  <a:cubicBezTo>
                    <a:pt x="21884" y="115407"/>
                    <a:pt x="25849" y="116717"/>
                    <a:pt x="29968" y="117955"/>
                  </a:cubicBezTo>
                  <a:cubicBezTo>
                    <a:pt x="31850" y="127611"/>
                    <a:pt x="34350" y="136946"/>
                    <a:pt x="37446" y="145852"/>
                  </a:cubicBezTo>
                  <a:cubicBezTo>
                    <a:pt x="37600" y="145840"/>
                    <a:pt x="37767" y="145840"/>
                    <a:pt x="37934" y="145828"/>
                  </a:cubicBezTo>
                  <a:cubicBezTo>
                    <a:pt x="34862" y="136981"/>
                    <a:pt x="32362" y="127706"/>
                    <a:pt x="30480" y="118098"/>
                  </a:cubicBezTo>
                  <a:lnTo>
                    <a:pt x="30480" y="118098"/>
                  </a:lnTo>
                  <a:cubicBezTo>
                    <a:pt x="43589" y="121992"/>
                    <a:pt x="58198" y="125028"/>
                    <a:pt x="73783" y="127135"/>
                  </a:cubicBezTo>
                  <a:cubicBezTo>
                    <a:pt x="74653" y="133600"/>
                    <a:pt x="75688" y="139910"/>
                    <a:pt x="76879" y="146006"/>
                  </a:cubicBezTo>
                  <a:cubicBezTo>
                    <a:pt x="77010" y="146006"/>
                    <a:pt x="77141" y="146018"/>
                    <a:pt x="77272" y="146018"/>
                  </a:cubicBezTo>
                  <a:cubicBezTo>
                    <a:pt x="76093" y="139970"/>
                    <a:pt x="75046" y="133683"/>
                    <a:pt x="74164" y="127183"/>
                  </a:cubicBezTo>
                  <a:lnTo>
                    <a:pt x="74164" y="127183"/>
                  </a:lnTo>
                  <a:cubicBezTo>
                    <a:pt x="85154" y="128659"/>
                    <a:pt x="96608" y="129659"/>
                    <a:pt x="108371" y="130183"/>
                  </a:cubicBezTo>
                  <a:cubicBezTo>
                    <a:pt x="108657" y="135850"/>
                    <a:pt x="108990" y="141375"/>
                    <a:pt x="109371" y="146733"/>
                  </a:cubicBezTo>
                  <a:cubicBezTo>
                    <a:pt x="109443" y="146745"/>
                    <a:pt x="109514" y="146745"/>
                    <a:pt x="109586" y="146756"/>
                  </a:cubicBezTo>
                  <a:cubicBezTo>
                    <a:pt x="109205" y="141411"/>
                    <a:pt x="108883" y="135886"/>
                    <a:pt x="108585" y="130195"/>
                  </a:cubicBezTo>
                  <a:lnTo>
                    <a:pt x="108585" y="130195"/>
                  </a:lnTo>
                  <a:cubicBezTo>
                    <a:pt x="114681" y="130457"/>
                    <a:pt x="120849" y="130600"/>
                    <a:pt x="127076" y="130600"/>
                  </a:cubicBezTo>
                  <a:cubicBezTo>
                    <a:pt x="133303" y="130600"/>
                    <a:pt x="139470" y="130457"/>
                    <a:pt x="145554" y="130195"/>
                  </a:cubicBezTo>
                  <a:lnTo>
                    <a:pt x="145554" y="130195"/>
                  </a:lnTo>
                  <a:cubicBezTo>
                    <a:pt x="145328" y="134815"/>
                    <a:pt x="145066" y="139327"/>
                    <a:pt x="144769" y="143720"/>
                  </a:cubicBezTo>
                  <a:cubicBezTo>
                    <a:pt x="144828" y="143851"/>
                    <a:pt x="144888" y="143994"/>
                    <a:pt x="144959" y="144161"/>
                  </a:cubicBezTo>
                  <a:cubicBezTo>
                    <a:pt x="145257" y="139613"/>
                    <a:pt x="145531" y="134945"/>
                    <a:pt x="145781" y="130183"/>
                  </a:cubicBezTo>
                  <a:cubicBezTo>
                    <a:pt x="157544" y="129671"/>
                    <a:pt x="168998" y="128659"/>
                    <a:pt x="179975" y="127183"/>
                  </a:cubicBezTo>
                  <a:lnTo>
                    <a:pt x="179975" y="127183"/>
                  </a:lnTo>
                  <a:cubicBezTo>
                    <a:pt x="179106" y="133588"/>
                    <a:pt x="178094" y="139791"/>
                    <a:pt x="176927" y="145756"/>
                  </a:cubicBezTo>
                  <a:lnTo>
                    <a:pt x="177034" y="145756"/>
                  </a:lnTo>
                  <a:cubicBezTo>
                    <a:pt x="177142" y="145697"/>
                    <a:pt x="177249" y="145625"/>
                    <a:pt x="177356" y="145566"/>
                  </a:cubicBezTo>
                  <a:cubicBezTo>
                    <a:pt x="178511" y="139601"/>
                    <a:pt x="179511" y="133445"/>
                    <a:pt x="180368" y="127135"/>
                  </a:cubicBezTo>
                  <a:cubicBezTo>
                    <a:pt x="195953" y="125028"/>
                    <a:pt x="210551" y="121992"/>
                    <a:pt x="223671" y="118098"/>
                  </a:cubicBezTo>
                  <a:lnTo>
                    <a:pt x="223671" y="118098"/>
                  </a:lnTo>
                  <a:cubicBezTo>
                    <a:pt x="221814" y="127599"/>
                    <a:pt x="219337" y="136791"/>
                    <a:pt x="216301" y="145554"/>
                  </a:cubicBezTo>
                  <a:lnTo>
                    <a:pt x="216801" y="145554"/>
                  </a:lnTo>
                  <a:cubicBezTo>
                    <a:pt x="219849" y="136743"/>
                    <a:pt x="222326" y="127504"/>
                    <a:pt x="224183" y="117943"/>
                  </a:cubicBezTo>
                  <a:cubicBezTo>
                    <a:pt x="228291" y="116717"/>
                    <a:pt x="232268" y="115407"/>
                    <a:pt x="236066" y="114002"/>
                  </a:cubicBezTo>
                  <a:cubicBezTo>
                    <a:pt x="249877" y="108930"/>
                    <a:pt x="260747" y="103073"/>
                    <a:pt x="268367" y="96679"/>
                  </a:cubicBezTo>
                  <a:cubicBezTo>
                    <a:pt x="268391" y="96476"/>
                    <a:pt x="268427" y="96286"/>
                    <a:pt x="268451" y="96084"/>
                  </a:cubicBezTo>
                  <a:lnTo>
                    <a:pt x="268451" y="96084"/>
                  </a:lnTo>
                  <a:cubicBezTo>
                    <a:pt x="258592" y="104477"/>
                    <a:pt x="243317" y="111824"/>
                    <a:pt x="224267" y="117527"/>
                  </a:cubicBezTo>
                  <a:cubicBezTo>
                    <a:pt x="226041" y="108287"/>
                    <a:pt x="227267" y="98762"/>
                    <a:pt x="227886" y="89047"/>
                  </a:cubicBezTo>
                  <a:cubicBezTo>
                    <a:pt x="230672" y="88726"/>
                    <a:pt x="233387" y="88404"/>
                    <a:pt x="236018" y="88059"/>
                  </a:cubicBezTo>
                  <a:cubicBezTo>
                    <a:pt x="248770" y="86404"/>
                    <a:pt x="259009" y="84511"/>
                    <a:pt x="266510" y="82451"/>
                  </a:cubicBezTo>
                  <a:cubicBezTo>
                    <a:pt x="266510" y="82379"/>
                    <a:pt x="266510" y="82308"/>
                    <a:pt x="266510" y="82249"/>
                  </a:cubicBezTo>
                  <a:cubicBezTo>
                    <a:pt x="257306" y="84773"/>
                    <a:pt x="244079" y="87023"/>
                    <a:pt x="227898" y="88833"/>
                  </a:cubicBezTo>
                  <a:cubicBezTo>
                    <a:pt x="228208" y="83880"/>
                    <a:pt x="228362" y="78867"/>
                    <a:pt x="228362" y="73831"/>
                  </a:cubicBezTo>
                  <a:cubicBezTo>
                    <a:pt x="228362" y="68794"/>
                    <a:pt x="228208" y="63782"/>
                    <a:pt x="227898" y="58829"/>
                  </a:cubicBezTo>
                  <a:lnTo>
                    <a:pt x="227898" y="58829"/>
                  </a:lnTo>
                  <a:cubicBezTo>
                    <a:pt x="244519" y="60698"/>
                    <a:pt x="258009" y="63008"/>
                    <a:pt x="267248" y="65627"/>
                  </a:cubicBezTo>
                  <a:cubicBezTo>
                    <a:pt x="267248" y="65556"/>
                    <a:pt x="267260" y="65496"/>
                    <a:pt x="267260" y="65425"/>
                  </a:cubicBezTo>
                  <a:cubicBezTo>
                    <a:pt x="259711" y="63282"/>
                    <a:pt x="249210" y="61317"/>
                    <a:pt x="236018" y="59603"/>
                  </a:cubicBezTo>
                  <a:cubicBezTo>
                    <a:pt x="233387" y="59270"/>
                    <a:pt x="230672" y="58936"/>
                    <a:pt x="227886" y="58627"/>
                  </a:cubicBezTo>
                  <a:cubicBezTo>
                    <a:pt x="227267" y="48899"/>
                    <a:pt x="226041" y="39374"/>
                    <a:pt x="224267" y="30135"/>
                  </a:cubicBezTo>
                  <a:lnTo>
                    <a:pt x="224267" y="30135"/>
                  </a:lnTo>
                  <a:cubicBezTo>
                    <a:pt x="243650" y="35945"/>
                    <a:pt x="259116" y="43446"/>
                    <a:pt x="268963" y="52019"/>
                  </a:cubicBezTo>
                  <a:cubicBezTo>
                    <a:pt x="268986" y="51864"/>
                    <a:pt x="269010" y="51709"/>
                    <a:pt x="269046" y="51566"/>
                  </a:cubicBezTo>
                  <a:cubicBezTo>
                    <a:pt x="261390" y="44946"/>
                    <a:pt x="250294" y="38886"/>
                    <a:pt x="236066" y="33659"/>
                  </a:cubicBezTo>
                  <a:cubicBezTo>
                    <a:pt x="232268" y="32266"/>
                    <a:pt x="228291" y="30945"/>
                    <a:pt x="224183" y="29718"/>
                  </a:cubicBezTo>
                  <a:cubicBezTo>
                    <a:pt x="222338" y="20277"/>
                    <a:pt x="219909" y="11133"/>
                    <a:pt x="216908" y="2417"/>
                  </a:cubicBezTo>
                  <a:cubicBezTo>
                    <a:pt x="216766" y="2513"/>
                    <a:pt x="216635" y="2620"/>
                    <a:pt x="216504" y="2715"/>
                  </a:cubicBezTo>
                  <a:cubicBezTo>
                    <a:pt x="219456" y="11299"/>
                    <a:pt x="221850" y="20277"/>
                    <a:pt x="223671" y="29563"/>
                  </a:cubicBezTo>
                  <a:cubicBezTo>
                    <a:pt x="210551" y="25682"/>
                    <a:pt x="195953" y="22646"/>
                    <a:pt x="180368" y="20539"/>
                  </a:cubicBezTo>
                  <a:cubicBezTo>
                    <a:pt x="179416" y="13490"/>
                    <a:pt x="178273" y="6644"/>
                    <a:pt x="176951" y="36"/>
                  </a:cubicBezTo>
                  <a:cubicBezTo>
                    <a:pt x="176820" y="24"/>
                    <a:pt x="176689" y="12"/>
                    <a:pt x="176558" y="0"/>
                  </a:cubicBezTo>
                  <a:close/>
                </a:path>
              </a:pathLst>
            </a:custGeom>
            <a:solidFill>
              <a:srgbClr val="E3C98E">
                <a:alpha val="246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85" name="Google Shape;985;p6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86" name="Google Shape;986;p61"/>
          <p:cNvSpPr txBox="1"/>
          <p:nvPr>
            <p:ph idx="1" type="subTitle"/>
          </p:nvPr>
        </p:nvSpPr>
        <p:spPr>
          <a:xfrm>
            <a:off x="853326" y="2191618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7" name="Google Shape;987;p61"/>
          <p:cNvSpPr txBox="1"/>
          <p:nvPr>
            <p:ph idx="2" type="subTitle"/>
          </p:nvPr>
        </p:nvSpPr>
        <p:spPr>
          <a:xfrm>
            <a:off x="3346647" y="2191618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8" name="Google Shape;988;p61"/>
          <p:cNvSpPr txBox="1"/>
          <p:nvPr>
            <p:ph idx="3" type="subTitle"/>
          </p:nvPr>
        </p:nvSpPr>
        <p:spPr>
          <a:xfrm>
            <a:off x="853326" y="3772400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9" name="Google Shape;989;p61"/>
          <p:cNvSpPr txBox="1"/>
          <p:nvPr>
            <p:ph idx="4" type="subTitle"/>
          </p:nvPr>
        </p:nvSpPr>
        <p:spPr>
          <a:xfrm>
            <a:off x="3346647" y="3772400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0" name="Google Shape;990;p61"/>
          <p:cNvSpPr txBox="1"/>
          <p:nvPr>
            <p:ph idx="5" type="subTitle"/>
          </p:nvPr>
        </p:nvSpPr>
        <p:spPr>
          <a:xfrm>
            <a:off x="5985174" y="2191618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1" name="Google Shape;991;p61"/>
          <p:cNvSpPr txBox="1"/>
          <p:nvPr>
            <p:ph idx="6" type="subTitle"/>
          </p:nvPr>
        </p:nvSpPr>
        <p:spPr>
          <a:xfrm>
            <a:off x="5985174" y="3772400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2" name="Google Shape;992;p61"/>
          <p:cNvSpPr txBox="1"/>
          <p:nvPr>
            <p:ph hasCustomPrompt="1" idx="7" type="title"/>
          </p:nvPr>
        </p:nvSpPr>
        <p:spPr>
          <a:xfrm>
            <a:off x="1638726" y="1390645"/>
            <a:ext cx="7347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93" name="Google Shape;993;p61"/>
          <p:cNvSpPr txBox="1"/>
          <p:nvPr>
            <p:ph hasCustomPrompt="1" idx="8" type="title"/>
          </p:nvPr>
        </p:nvSpPr>
        <p:spPr>
          <a:xfrm>
            <a:off x="1638726" y="2970841"/>
            <a:ext cx="7347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94" name="Google Shape;994;p61"/>
          <p:cNvSpPr txBox="1"/>
          <p:nvPr>
            <p:ph hasCustomPrompt="1" idx="9" type="title"/>
          </p:nvPr>
        </p:nvSpPr>
        <p:spPr>
          <a:xfrm>
            <a:off x="4132047" y="1390645"/>
            <a:ext cx="7347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95" name="Google Shape;995;p61"/>
          <p:cNvSpPr txBox="1"/>
          <p:nvPr>
            <p:ph hasCustomPrompt="1" idx="13" type="title"/>
          </p:nvPr>
        </p:nvSpPr>
        <p:spPr>
          <a:xfrm>
            <a:off x="4132047" y="2970841"/>
            <a:ext cx="7347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96" name="Google Shape;996;p61"/>
          <p:cNvSpPr txBox="1"/>
          <p:nvPr>
            <p:ph hasCustomPrompt="1" idx="14" type="title"/>
          </p:nvPr>
        </p:nvSpPr>
        <p:spPr>
          <a:xfrm>
            <a:off x="6770574" y="1390645"/>
            <a:ext cx="7347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97" name="Google Shape;997;p61"/>
          <p:cNvSpPr txBox="1"/>
          <p:nvPr>
            <p:ph hasCustomPrompt="1" idx="15" type="title"/>
          </p:nvPr>
        </p:nvSpPr>
        <p:spPr>
          <a:xfrm>
            <a:off x="6770574" y="2970841"/>
            <a:ext cx="7347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3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98" name="Google Shape;998;p61"/>
          <p:cNvSpPr txBox="1"/>
          <p:nvPr>
            <p:ph idx="16" type="subTitle"/>
          </p:nvPr>
        </p:nvSpPr>
        <p:spPr>
          <a:xfrm>
            <a:off x="853326" y="1859737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Sansita"/>
                <a:ea typeface="Sansita"/>
                <a:cs typeface="Sansita"/>
                <a:sym typeface="Sansita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999" name="Google Shape;999;p61"/>
          <p:cNvSpPr txBox="1"/>
          <p:nvPr>
            <p:ph idx="17" type="subTitle"/>
          </p:nvPr>
        </p:nvSpPr>
        <p:spPr>
          <a:xfrm>
            <a:off x="3346647" y="1859737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Sansita"/>
                <a:ea typeface="Sansita"/>
                <a:cs typeface="Sansita"/>
                <a:sym typeface="Sansita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000" name="Google Shape;1000;p61"/>
          <p:cNvSpPr txBox="1"/>
          <p:nvPr>
            <p:ph idx="18" type="subTitle"/>
          </p:nvPr>
        </p:nvSpPr>
        <p:spPr>
          <a:xfrm>
            <a:off x="5985174" y="1859737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Sansita"/>
                <a:ea typeface="Sansita"/>
                <a:cs typeface="Sansita"/>
                <a:sym typeface="Sansita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001" name="Google Shape;1001;p61"/>
          <p:cNvSpPr txBox="1"/>
          <p:nvPr>
            <p:ph idx="19" type="subTitle"/>
          </p:nvPr>
        </p:nvSpPr>
        <p:spPr>
          <a:xfrm>
            <a:off x="853326" y="3440000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Sansita"/>
                <a:ea typeface="Sansita"/>
                <a:cs typeface="Sansita"/>
                <a:sym typeface="Sansita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002" name="Google Shape;1002;p61"/>
          <p:cNvSpPr txBox="1"/>
          <p:nvPr>
            <p:ph idx="20" type="subTitle"/>
          </p:nvPr>
        </p:nvSpPr>
        <p:spPr>
          <a:xfrm>
            <a:off x="3346647" y="3440000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Sansita"/>
                <a:ea typeface="Sansita"/>
                <a:cs typeface="Sansita"/>
                <a:sym typeface="Sansita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003" name="Google Shape;1003;p61"/>
          <p:cNvSpPr txBox="1"/>
          <p:nvPr>
            <p:ph idx="21" type="subTitle"/>
          </p:nvPr>
        </p:nvSpPr>
        <p:spPr>
          <a:xfrm>
            <a:off x="5985174" y="3440000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Sansita"/>
                <a:ea typeface="Sansita"/>
                <a:cs typeface="Sansita"/>
                <a:sym typeface="Sansita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1004" name="Google Shape;1004;p61"/>
          <p:cNvGrpSpPr/>
          <p:nvPr/>
        </p:nvGrpSpPr>
        <p:grpSpPr>
          <a:xfrm>
            <a:off x="7986280" y="357890"/>
            <a:ext cx="1003283" cy="1158056"/>
            <a:chOff x="6836250" y="6659075"/>
            <a:chExt cx="279225" cy="322300"/>
          </a:xfrm>
        </p:grpSpPr>
        <p:sp>
          <p:nvSpPr>
            <p:cNvPr id="1005" name="Google Shape;1005;p61"/>
            <p:cNvSpPr/>
            <p:nvPr/>
          </p:nvSpPr>
          <p:spPr>
            <a:xfrm>
              <a:off x="6911275" y="6937900"/>
              <a:ext cx="61025" cy="43475"/>
            </a:xfrm>
            <a:custGeom>
              <a:rect b="b" l="l" r="r" t="t"/>
              <a:pathLst>
                <a:path extrusionOk="0" h="1739" w="2441">
                  <a:moveTo>
                    <a:pt x="107" y="0"/>
                  </a:moveTo>
                  <a:lnTo>
                    <a:pt x="0" y="1441"/>
                  </a:lnTo>
                  <a:lnTo>
                    <a:pt x="2179" y="1739"/>
                  </a:lnTo>
                  <a:lnTo>
                    <a:pt x="2441" y="274"/>
                  </a:lnTo>
                  <a:lnTo>
                    <a:pt x="10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61"/>
            <p:cNvSpPr/>
            <p:nvPr/>
          </p:nvSpPr>
          <p:spPr>
            <a:xfrm>
              <a:off x="6836250" y="6659075"/>
              <a:ext cx="279225" cy="244325"/>
            </a:xfrm>
            <a:custGeom>
              <a:rect b="b" l="l" r="r" t="t"/>
              <a:pathLst>
                <a:path extrusionOk="0" h="9773" w="11169">
                  <a:moveTo>
                    <a:pt x="5126" y="1"/>
                  </a:moveTo>
                  <a:cubicBezTo>
                    <a:pt x="2777" y="1"/>
                    <a:pt x="616" y="834"/>
                    <a:pt x="346" y="3295"/>
                  </a:cubicBezTo>
                  <a:cubicBezTo>
                    <a:pt x="1" y="6438"/>
                    <a:pt x="2894" y="8772"/>
                    <a:pt x="2894" y="8772"/>
                  </a:cubicBezTo>
                  <a:lnTo>
                    <a:pt x="2894" y="9427"/>
                  </a:lnTo>
                  <a:lnTo>
                    <a:pt x="6025" y="9772"/>
                  </a:lnTo>
                  <a:lnTo>
                    <a:pt x="6180" y="9082"/>
                  </a:lnTo>
                  <a:cubicBezTo>
                    <a:pt x="6180" y="9082"/>
                    <a:pt x="9895" y="7284"/>
                    <a:pt x="10538" y="5403"/>
                  </a:cubicBezTo>
                  <a:cubicBezTo>
                    <a:pt x="11169" y="3521"/>
                    <a:pt x="10050" y="688"/>
                    <a:pt x="7085" y="176"/>
                  </a:cubicBezTo>
                  <a:cubicBezTo>
                    <a:pt x="6442" y="65"/>
                    <a:pt x="5777" y="1"/>
                    <a:pt x="51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61"/>
            <p:cNvSpPr/>
            <p:nvPr/>
          </p:nvSpPr>
          <p:spPr>
            <a:xfrm>
              <a:off x="6867800" y="6662575"/>
              <a:ext cx="204225" cy="240225"/>
            </a:xfrm>
            <a:custGeom>
              <a:rect b="b" l="l" r="r" t="t"/>
              <a:pathLst>
                <a:path extrusionOk="0" h="9609" w="8169">
                  <a:moveTo>
                    <a:pt x="3347" y="607"/>
                  </a:moveTo>
                  <a:cubicBezTo>
                    <a:pt x="3561" y="774"/>
                    <a:pt x="3823" y="964"/>
                    <a:pt x="4156" y="1107"/>
                  </a:cubicBezTo>
                  <a:cubicBezTo>
                    <a:pt x="739" y="3893"/>
                    <a:pt x="2549" y="8049"/>
                    <a:pt x="2858" y="8704"/>
                  </a:cubicBezTo>
                  <a:lnTo>
                    <a:pt x="2239" y="8644"/>
                  </a:lnTo>
                  <a:cubicBezTo>
                    <a:pt x="2061" y="8394"/>
                    <a:pt x="72" y="5525"/>
                    <a:pt x="751" y="3143"/>
                  </a:cubicBezTo>
                  <a:cubicBezTo>
                    <a:pt x="1084" y="2024"/>
                    <a:pt x="1954" y="1167"/>
                    <a:pt x="3347" y="607"/>
                  </a:cubicBezTo>
                  <a:close/>
                  <a:moveTo>
                    <a:pt x="4263" y="1155"/>
                  </a:moveTo>
                  <a:cubicBezTo>
                    <a:pt x="4561" y="1262"/>
                    <a:pt x="4894" y="1334"/>
                    <a:pt x="5275" y="1334"/>
                  </a:cubicBezTo>
                  <a:cubicBezTo>
                    <a:pt x="5418" y="1334"/>
                    <a:pt x="5573" y="1322"/>
                    <a:pt x="5740" y="1298"/>
                  </a:cubicBezTo>
                  <a:lnTo>
                    <a:pt x="5740" y="1298"/>
                  </a:lnTo>
                  <a:lnTo>
                    <a:pt x="5716" y="1310"/>
                  </a:lnTo>
                  <a:cubicBezTo>
                    <a:pt x="7204" y="4858"/>
                    <a:pt x="3918" y="8489"/>
                    <a:pt x="3656" y="8775"/>
                  </a:cubicBezTo>
                  <a:lnTo>
                    <a:pt x="2989" y="8715"/>
                  </a:lnTo>
                  <a:cubicBezTo>
                    <a:pt x="2799" y="8346"/>
                    <a:pt x="715" y="4001"/>
                    <a:pt x="4263" y="1155"/>
                  </a:cubicBezTo>
                  <a:close/>
                  <a:moveTo>
                    <a:pt x="6942" y="881"/>
                  </a:moveTo>
                  <a:cubicBezTo>
                    <a:pt x="7764" y="1988"/>
                    <a:pt x="8061" y="3131"/>
                    <a:pt x="7835" y="4298"/>
                  </a:cubicBezTo>
                  <a:cubicBezTo>
                    <a:pt x="7347" y="6846"/>
                    <a:pt x="4466" y="8692"/>
                    <a:pt x="4240" y="8834"/>
                  </a:cubicBezTo>
                  <a:lnTo>
                    <a:pt x="3787" y="8787"/>
                  </a:lnTo>
                  <a:cubicBezTo>
                    <a:pt x="4287" y="8227"/>
                    <a:pt x="7252" y="4727"/>
                    <a:pt x="5823" y="1286"/>
                  </a:cubicBezTo>
                  <a:cubicBezTo>
                    <a:pt x="6168" y="1215"/>
                    <a:pt x="6537" y="1095"/>
                    <a:pt x="6942" y="881"/>
                  </a:cubicBezTo>
                  <a:close/>
                  <a:moveTo>
                    <a:pt x="2918" y="0"/>
                  </a:moveTo>
                  <a:lnTo>
                    <a:pt x="2835" y="60"/>
                  </a:lnTo>
                  <a:cubicBezTo>
                    <a:pt x="2835" y="60"/>
                    <a:pt x="2977" y="274"/>
                    <a:pt x="3251" y="524"/>
                  </a:cubicBezTo>
                  <a:cubicBezTo>
                    <a:pt x="1858" y="1095"/>
                    <a:pt x="977" y="1977"/>
                    <a:pt x="656" y="3120"/>
                  </a:cubicBezTo>
                  <a:cubicBezTo>
                    <a:pt x="1" y="5394"/>
                    <a:pt x="1739" y="8096"/>
                    <a:pt x="2108" y="8620"/>
                  </a:cubicBezTo>
                  <a:lnTo>
                    <a:pt x="1501" y="8561"/>
                  </a:lnTo>
                  <a:lnTo>
                    <a:pt x="1489" y="8668"/>
                  </a:lnTo>
                  <a:lnTo>
                    <a:pt x="1918" y="8715"/>
                  </a:lnTo>
                  <a:lnTo>
                    <a:pt x="1894" y="9323"/>
                  </a:lnTo>
                  <a:lnTo>
                    <a:pt x="2001" y="9323"/>
                  </a:lnTo>
                  <a:lnTo>
                    <a:pt x="2025" y="8727"/>
                  </a:lnTo>
                  <a:lnTo>
                    <a:pt x="2549" y="8775"/>
                  </a:lnTo>
                  <a:lnTo>
                    <a:pt x="2489" y="9382"/>
                  </a:lnTo>
                  <a:lnTo>
                    <a:pt x="2596" y="9394"/>
                  </a:lnTo>
                  <a:lnTo>
                    <a:pt x="2656" y="8787"/>
                  </a:lnTo>
                  <a:lnTo>
                    <a:pt x="3287" y="8846"/>
                  </a:lnTo>
                  <a:lnTo>
                    <a:pt x="3228" y="9466"/>
                  </a:lnTo>
                  <a:lnTo>
                    <a:pt x="3335" y="9477"/>
                  </a:lnTo>
                  <a:lnTo>
                    <a:pt x="3394" y="8858"/>
                  </a:lnTo>
                  <a:lnTo>
                    <a:pt x="3942" y="8906"/>
                  </a:lnTo>
                  <a:lnTo>
                    <a:pt x="3870" y="9537"/>
                  </a:lnTo>
                  <a:lnTo>
                    <a:pt x="3978" y="9549"/>
                  </a:lnTo>
                  <a:lnTo>
                    <a:pt x="4049" y="8918"/>
                  </a:lnTo>
                  <a:lnTo>
                    <a:pt x="4513" y="8965"/>
                  </a:lnTo>
                  <a:lnTo>
                    <a:pt x="4382" y="9585"/>
                  </a:lnTo>
                  <a:lnTo>
                    <a:pt x="4478" y="9608"/>
                  </a:lnTo>
                  <a:lnTo>
                    <a:pt x="4621" y="8977"/>
                  </a:lnTo>
                  <a:lnTo>
                    <a:pt x="5061" y="9013"/>
                  </a:lnTo>
                  <a:lnTo>
                    <a:pt x="5073" y="8906"/>
                  </a:lnTo>
                  <a:lnTo>
                    <a:pt x="4406" y="8846"/>
                  </a:lnTo>
                  <a:cubicBezTo>
                    <a:pt x="5013" y="8453"/>
                    <a:pt x="7490" y="6691"/>
                    <a:pt x="7942" y="4322"/>
                  </a:cubicBezTo>
                  <a:cubicBezTo>
                    <a:pt x="8169" y="3131"/>
                    <a:pt x="7859" y="1953"/>
                    <a:pt x="7026" y="834"/>
                  </a:cubicBezTo>
                  <a:cubicBezTo>
                    <a:pt x="7109" y="786"/>
                    <a:pt x="7192" y="738"/>
                    <a:pt x="7276" y="679"/>
                  </a:cubicBezTo>
                  <a:lnTo>
                    <a:pt x="7216" y="595"/>
                  </a:lnTo>
                  <a:cubicBezTo>
                    <a:pt x="6467" y="1067"/>
                    <a:pt x="5808" y="1239"/>
                    <a:pt x="5245" y="1239"/>
                  </a:cubicBezTo>
                  <a:cubicBezTo>
                    <a:pt x="3776" y="1239"/>
                    <a:pt x="2961" y="69"/>
                    <a:pt x="291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8" name="Google Shape;1008;p61"/>
            <p:cNvSpPr/>
            <p:nvPr/>
          </p:nvSpPr>
          <p:spPr>
            <a:xfrm>
              <a:off x="6910675" y="6891450"/>
              <a:ext cx="74725" cy="60750"/>
            </a:xfrm>
            <a:custGeom>
              <a:rect b="b" l="l" r="r" t="t"/>
              <a:pathLst>
                <a:path extrusionOk="0" h="2430" w="2989">
                  <a:moveTo>
                    <a:pt x="48" y="1"/>
                  </a:moveTo>
                  <a:lnTo>
                    <a:pt x="0" y="13"/>
                  </a:lnTo>
                  <a:lnTo>
                    <a:pt x="453" y="1846"/>
                  </a:lnTo>
                  <a:lnTo>
                    <a:pt x="24" y="1787"/>
                  </a:lnTo>
                  <a:lnTo>
                    <a:pt x="24" y="2108"/>
                  </a:lnTo>
                  <a:lnTo>
                    <a:pt x="2465" y="2430"/>
                  </a:lnTo>
                  <a:lnTo>
                    <a:pt x="2536" y="2120"/>
                  </a:lnTo>
                  <a:lnTo>
                    <a:pt x="2144" y="2061"/>
                  </a:lnTo>
                  <a:lnTo>
                    <a:pt x="2989" y="322"/>
                  </a:lnTo>
                  <a:lnTo>
                    <a:pt x="2941" y="311"/>
                  </a:lnTo>
                  <a:lnTo>
                    <a:pt x="2096" y="2061"/>
                  </a:lnTo>
                  <a:lnTo>
                    <a:pt x="1953" y="2037"/>
                  </a:lnTo>
                  <a:lnTo>
                    <a:pt x="2465" y="239"/>
                  </a:lnTo>
                  <a:lnTo>
                    <a:pt x="2417" y="227"/>
                  </a:lnTo>
                  <a:lnTo>
                    <a:pt x="1905" y="2037"/>
                  </a:lnTo>
                  <a:lnTo>
                    <a:pt x="679" y="1870"/>
                  </a:lnTo>
                  <a:lnTo>
                    <a:pt x="631" y="13"/>
                  </a:lnTo>
                  <a:lnTo>
                    <a:pt x="572" y="13"/>
                  </a:lnTo>
                  <a:lnTo>
                    <a:pt x="620" y="1858"/>
                  </a:lnTo>
                  <a:lnTo>
                    <a:pt x="512" y="1846"/>
                  </a:lnTo>
                  <a:lnTo>
                    <a:pt x="48" y="1"/>
                  </a:lnTo>
                  <a:close/>
                </a:path>
              </a:pathLst>
            </a:custGeom>
            <a:solidFill>
              <a:srgbClr val="003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09" name="Google Shape;1009;p61"/>
          <p:cNvGrpSpPr/>
          <p:nvPr/>
        </p:nvGrpSpPr>
        <p:grpSpPr>
          <a:xfrm>
            <a:off x="249940" y="4242083"/>
            <a:ext cx="789682" cy="723827"/>
            <a:chOff x="249940" y="4242083"/>
            <a:chExt cx="789682" cy="723827"/>
          </a:xfrm>
        </p:grpSpPr>
        <p:sp>
          <p:nvSpPr>
            <p:cNvPr id="1010" name="Google Shape;1010;p61"/>
            <p:cNvSpPr/>
            <p:nvPr/>
          </p:nvSpPr>
          <p:spPr>
            <a:xfrm>
              <a:off x="389475" y="4862400"/>
              <a:ext cx="258300" cy="103500"/>
            </a:xfrm>
            <a:prstGeom prst="ellipse">
              <a:avLst/>
            </a:prstGeom>
            <a:solidFill>
              <a:srgbClr val="033342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61"/>
            <p:cNvSpPr/>
            <p:nvPr/>
          </p:nvSpPr>
          <p:spPr>
            <a:xfrm>
              <a:off x="720000" y="4627825"/>
              <a:ext cx="258300" cy="103500"/>
            </a:xfrm>
            <a:prstGeom prst="ellipse">
              <a:avLst/>
            </a:prstGeom>
            <a:solidFill>
              <a:srgbClr val="033342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12" name="Google Shape;1012;p61"/>
            <p:cNvGrpSpPr/>
            <p:nvPr/>
          </p:nvGrpSpPr>
          <p:grpSpPr>
            <a:xfrm flipH="1">
              <a:off x="249940" y="4242083"/>
              <a:ext cx="789682" cy="723827"/>
              <a:chOff x="4896425" y="6632275"/>
              <a:chExt cx="319425" cy="279125"/>
            </a:xfrm>
          </p:grpSpPr>
          <p:sp>
            <p:nvSpPr>
              <p:cNvPr id="1013" name="Google Shape;1013;p61"/>
              <p:cNvSpPr/>
              <p:nvPr/>
            </p:nvSpPr>
            <p:spPr>
              <a:xfrm>
                <a:off x="5083950" y="6632275"/>
                <a:ext cx="46175" cy="31500"/>
              </a:xfrm>
              <a:custGeom>
                <a:rect b="b" l="l" r="r" t="t"/>
                <a:pathLst>
                  <a:path extrusionOk="0" h="1260" w="1847">
                    <a:moveTo>
                      <a:pt x="461" y="0"/>
                    </a:moveTo>
                    <a:cubicBezTo>
                      <a:pt x="367" y="0"/>
                      <a:pt x="310" y="10"/>
                      <a:pt x="310" y="10"/>
                    </a:cubicBezTo>
                    <a:lnTo>
                      <a:pt x="1" y="617"/>
                    </a:lnTo>
                    <a:lnTo>
                      <a:pt x="1191" y="1260"/>
                    </a:lnTo>
                    <a:lnTo>
                      <a:pt x="1846" y="795"/>
                    </a:lnTo>
                    <a:cubicBezTo>
                      <a:pt x="1380" y="88"/>
                      <a:pt x="746" y="0"/>
                      <a:pt x="4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4" name="Google Shape;1014;p61"/>
              <p:cNvSpPr/>
              <p:nvPr/>
            </p:nvSpPr>
            <p:spPr>
              <a:xfrm>
                <a:off x="5172075" y="6684900"/>
                <a:ext cx="39600" cy="37825"/>
              </a:xfrm>
              <a:custGeom>
                <a:rect b="b" l="l" r="r" t="t"/>
                <a:pathLst>
                  <a:path extrusionOk="0" h="1513" w="1584">
                    <a:moveTo>
                      <a:pt x="548" y="0"/>
                    </a:moveTo>
                    <a:lnTo>
                      <a:pt x="0" y="405"/>
                    </a:lnTo>
                    <a:lnTo>
                      <a:pt x="786" y="1512"/>
                    </a:lnTo>
                    <a:lnTo>
                      <a:pt x="1584" y="1393"/>
                    </a:lnTo>
                    <a:cubicBezTo>
                      <a:pt x="1441" y="274"/>
                      <a:pt x="548" y="0"/>
                      <a:pt x="54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5" name="Google Shape;1015;p61"/>
              <p:cNvSpPr/>
              <p:nvPr/>
            </p:nvSpPr>
            <p:spPr>
              <a:xfrm>
                <a:off x="4896425" y="6635175"/>
                <a:ext cx="319425" cy="276225"/>
              </a:xfrm>
              <a:custGeom>
                <a:rect b="b" l="l" r="r" t="t"/>
                <a:pathLst>
                  <a:path extrusionOk="0" h="11049" w="12777">
                    <a:moveTo>
                      <a:pt x="6573" y="1"/>
                    </a:moveTo>
                    <a:lnTo>
                      <a:pt x="1" y="4442"/>
                    </a:lnTo>
                    <a:cubicBezTo>
                      <a:pt x="346" y="7088"/>
                      <a:pt x="2248" y="7133"/>
                      <a:pt x="2375" y="7133"/>
                    </a:cubicBezTo>
                    <a:cubicBezTo>
                      <a:pt x="2380" y="7133"/>
                      <a:pt x="2382" y="7133"/>
                      <a:pt x="2382" y="7133"/>
                    </a:cubicBezTo>
                    <a:lnTo>
                      <a:pt x="5490" y="4061"/>
                    </a:lnTo>
                    <a:cubicBezTo>
                      <a:pt x="6311" y="4073"/>
                      <a:pt x="7454" y="4406"/>
                      <a:pt x="8299" y="5930"/>
                    </a:cubicBezTo>
                    <a:lnTo>
                      <a:pt x="5537" y="8728"/>
                    </a:lnTo>
                    <a:cubicBezTo>
                      <a:pt x="6093" y="10805"/>
                      <a:pt x="7534" y="11049"/>
                      <a:pt x="8180" y="11049"/>
                    </a:cubicBezTo>
                    <a:cubicBezTo>
                      <a:pt x="8378" y="11049"/>
                      <a:pt x="8502" y="11026"/>
                      <a:pt x="8502" y="11026"/>
                    </a:cubicBezTo>
                    <a:lnTo>
                      <a:pt x="12776" y="4906"/>
                    </a:lnTo>
                    <a:cubicBezTo>
                      <a:pt x="11836" y="822"/>
                      <a:pt x="6573" y="1"/>
                      <a:pt x="657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6" name="Google Shape;1016;p61"/>
              <p:cNvSpPr/>
              <p:nvPr/>
            </p:nvSpPr>
            <p:spPr>
              <a:xfrm>
                <a:off x="4902100" y="6738800"/>
                <a:ext cx="69950" cy="68950"/>
              </a:xfrm>
              <a:custGeom>
                <a:rect b="b" l="l" r="r" t="t"/>
                <a:pathLst>
                  <a:path extrusionOk="0" h="2758" w="2798">
                    <a:moveTo>
                      <a:pt x="870" y="0"/>
                    </a:moveTo>
                    <a:cubicBezTo>
                      <a:pt x="704" y="0"/>
                      <a:pt x="552" y="46"/>
                      <a:pt x="429" y="142"/>
                    </a:cubicBezTo>
                    <a:cubicBezTo>
                      <a:pt x="0" y="475"/>
                      <a:pt x="83" y="1309"/>
                      <a:pt x="619" y="1987"/>
                    </a:cubicBezTo>
                    <a:cubicBezTo>
                      <a:pt x="1003" y="2473"/>
                      <a:pt x="1515" y="2758"/>
                      <a:pt x="1932" y="2758"/>
                    </a:cubicBezTo>
                    <a:cubicBezTo>
                      <a:pt x="2097" y="2758"/>
                      <a:pt x="2248" y="2713"/>
                      <a:pt x="2369" y="2618"/>
                    </a:cubicBezTo>
                    <a:cubicBezTo>
                      <a:pt x="2798" y="2273"/>
                      <a:pt x="2703" y="1452"/>
                      <a:pt x="2167" y="773"/>
                    </a:cubicBezTo>
                    <a:cubicBezTo>
                      <a:pt x="1785" y="281"/>
                      <a:pt x="1283" y="0"/>
                      <a:pt x="87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7" name="Google Shape;1017;p61"/>
              <p:cNvSpPr/>
              <p:nvPr/>
            </p:nvSpPr>
            <p:spPr>
              <a:xfrm>
                <a:off x="5038725" y="6840600"/>
                <a:ext cx="77700" cy="65750"/>
              </a:xfrm>
              <a:custGeom>
                <a:rect b="b" l="l" r="r" t="t"/>
                <a:pathLst>
                  <a:path extrusionOk="0" h="2630" w="3108">
                    <a:moveTo>
                      <a:pt x="967" y="0"/>
                    </a:moveTo>
                    <a:cubicBezTo>
                      <a:pt x="731" y="0"/>
                      <a:pt x="524" y="73"/>
                      <a:pt x="381" y="225"/>
                    </a:cubicBezTo>
                    <a:cubicBezTo>
                      <a:pt x="0" y="630"/>
                      <a:pt x="214" y="1452"/>
                      <a:pt x="869" y="2047"/>
                    </a:cubicBezTo>
                    <a:cubicBezTo>
                      <a:pt x="1271" y="2426"/>
                      <a:pt x="1747" y="2629"/>
                      <a:pt x="2141" y="2629"/>
                    </a:cubicBezTo>
                    <a:cubicBezTo>
                      <a:pt x="2377" y="2629"/>
                      <a:pt x="2584" y="2556"/>
                      <a:pt x="2727" y="2404"/>
                    </a:cubicBezTo>
                    <a:cubicBezTo>
                      <a:pt x="3108" y="1999"/>
                      <a:pt x="2881" y="1178"/>
                      <a:pt x="2238" y="582"/>
                    </a:cubicBezTo>
                    <a:cubicBezTo>
                      <a:pt x="1837" y="203"/>
                      <a:pt x="1361" y="0"/>
                      <a:pt x="96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8" name="Google Shape;1018;p61"/>
              <p:cNvSpPr/>
              <p:nvPr/>
            </p:nvSpPr>
            <p:spPr>
              <a:xfrm>
                <a:off x="4924700" y="6640250"/>
                <a:ext cx="284000" cy="247075"/>
              </a:xfrm>
              <a:custGeom>
                <a:rect b="b" l="l" r="r" t="t"/>
                <a:pathLst>
                  <a:path extrusionOk="0" h="9883" w="11360">
                    <a:moveTo>
                      <a:pt x="6287" y="3298"/>
                    </a:moveTo>
                    <a:cubicBezTo>
                      <a:pt x="6192" y="3298"/>
                      <a:pt x="6121" y="3453"/>
                      <a:pt x="6121" y="3655"/>
                    </a:cubicBezTo>
                    <a:cubicBezTo>
                      <a:pt x="6121" y="3846"/>
                      <a:pt x="6192" y="4013"/>
                      <a:pt x="6287" y="4013"/>
                    </a:cubicBezTo>
                    <a:cubicBezTo>
                      <a:pt x="6371" y="4013"/>
                      <a:pt x="6454" y="3846"/>
                      <a:pt x="6454" y="3655"/>
                    </a:cubicBezTo>
                    <a:cubicBezTo>
                      <a:pt x="6454" y="3453"/>
                      <a:pt x="6371" y="3298"/>
                      <a:pt x="6287" y="3298"/>
                    </a:cubicBezTo>
                    <a:close/>
                    <a:moveTo>
                      <a:pt x="6264" y="2893"/>
                    </a:moveTo>
                    <a:cubicBezTo>
                      <a:pt x="6454" y="2893"/>
                      <a:pt x="6621" y="3215"/>
                      <a:pt x="6621" y="3584"/>
                    </a:cubicBezTo>
                    <a:cubicBezTo>
                      <a:pt x="6621" y="3965"/>
                      <a:pt x="6454" y="4274"/>
                      <a:pt x="6264" y="4274"/>
                    </a:cubicBezTo>
                    <a:cubicBezTo>
                      <a:pt x="6061" y="4274"/>
                      <a:pt x="5906" y="3965"/>
                      <a:pt x="5906" y="3584"/>
                    </a:cubicBezTo>
                    <a:cubicBezTo>
                      <a:pt x="5906" y="3215"/>
                      <a:pt x="6061" y="2893"/>
                      <a:pt x="6264" y="2893"/>
                    </a:cubicBezTo>
                    <a:close/>
                    <a:moveTo>
                      <a:pt x="6264" y="2798"/>
                    </a:moveTo>
                    <a:cubicBezTo>
                      <a:pt x="6002" y="2798"/>
                      <a:pt x="5799" y="3143"/>
                      <a:pt x="5799" y="3584"/>
                    </a:cubicBezTo>
                    <a:cubicBezTo>
                      <a:pt x="5799" y="4024"/>
                      <a:pt x="6002" y="4382"/>
                      <a:pt x="6264" y="4382"/>
                    </a:cubicBezTo>
                    <a:cubicBezTo>
                      <a:pt x="6514" y="4382"/>
                      <a:pt x="6716" y="4036"/>
                      <a:pt x="6716" y="3584"/>
                    </a:cubicBezTo>
                    <a:cubicBezTo>
                      <a:pt x="6716" y="3143"/>
                      <a:pt x="6514" y="2798"/>
                      <a:pt x="6264" y="2798"/>
                    </a:cubicBezTo>
                    <a:close/>
                    <a:moveTo>
                      <a:pt x="5061" y="0"/>
                    </a:moveTo>
                    <a:lnTo>
                      <a:pt x="5049" y="107"/>
                    </a:lnTo>
                    <a:cubicBezTo>
                      <a:pt x="5109" y="107"/>
                      <a:pt x="10645" y="834"/>
                      <a:pt x="11264" y="5191"/>
                    </a:cubicBezTo>
                    <a:lnTo>
                      <a:pt x="11359" y="5167"/>
                    </a:lnTo>
                    <a:cubicBezTo>
                      <a:pt x="10728" y="750"/>
                      <a:pt x="5121" y="12"/>
                      <a:pt x="5061" y="0"/>
                    </a:cubicBezTo>
                    <a:close/>
                    <a:moveTo>
                      <a:pt x="3015" y="1619"/>
                    </a:moveTo>
                    <a:cubicBezTo>
                      <a:pt x="2984" y="1619"/>
                      <a:pt x="2967" y="1619"/>
                      <a:pt x="2966" y="1619"/>
                    </a:cubicBezTo>
                    <a:lnTo>
                      <a:pt x="2966" y="1715"/>
                    </a:lnTo>
                    <a:cubicBezTo>
                      <a:pt x="2968" y="1715"/>
                      <a:pt x="2981" y="1714"/>
                      <a:pt x="3003" y="1714"/>
                    </a:cubicBezTo>
                    <a:cubicBezTo>
                      <a:pt x="3480" y="1714"/>
                      <a:pt x="8310" y="1823"/>
                      <a:pt x="10038" y="6596"/>
                    </a:cubicBezTo>
                    <a:lnTo>
                      <a:pt x="10133" y="6572"/>
                    </a:lnTo>
                    <a:cubicBezTo>
                      <a:pt x="9181" y="3917"/>
                      <a:pt x="7276" y="2715"/>
                      <a:pt x="5859" y="2167"/>
                    </a:cubicBezTo>
                    <a:cubicBezTo>
                      <a:pt x="4480" y="1647"/>
                      <a:pt x="3271" y="1619"/>
                      <a:pt x="3015" y="1619"/>
                    </a:cubicBezTo>
                    <a:close/>
                    <a:moveTo>
                      <a:pt x="275" y="3395"/>
                    </a:moveTo>
                    <a:cubicBezTo>
                      <a:pt x="117" y="3395"/>
                      <a:pt x="13" y="3413"/>
                      <a:pt x="1" y="3417"/>
                    </a:cubicBezTo>
                    <a:lnTo>
                      <a:pt x="25" y="3512"/>
                    </a:lnTo>
                    <a:cubicBezTo>
                      <a:pt x="25" y="3512"/>
                      <a:pt x="116" y="3497"/>
                      <a:pt x="261" y="3497"/>
                    </a:cubicBezTo>
                    <a:cubicBezTo>
                      <a:pt x="544" y="3497"/>
                      <a:pt x="1032" y="3555"/>
                      <a:pt x="1442" y="3893"/>
                    </a:cubicBezTo>
                    <a:cubicBezTo>
                      <a:pt x="1918" y="4298"/>
                      <a:pt x="2168" y="4989"/>
                      <a:pt x="2168" y="5941"/>
                    </a:cubicBezTo>
                    <a:lnTo>
                      <a:pt x="1215" y="6894"/>
                    </a:lnTo>
                    <a:lnTo>
                      <a:pt x="1287" y="6965"/>
                    </a:lnTo>
                    <a:lnTo>
                      <a:pt x="4394" y="3893"/>
                    </a:lnTo>
                    <a:lnTo>
                      <a:pt x="4323" y="3822"/>
                    </a:lnTo>
                    <a:lnTo>
                      <a:pt x="2275" y="5846"/>
                    </a:lnTo>
                    <a:cubicBezTo>
                      <a:pt x="2251" y="4917"/>
                      <a:pt x="2001" y="4227"/>
                      <a:pt x="1501" y="3822"/>
                    </a:cubicBezTo>
                    <a:cubicBezTo>
                      <a:pt x="1078" y="3462"/>
                      <a:pt x="578" y="3395"/>
                      <a:pt x="275" y="3395"/>
                    </a:cubicBezTo>
                    <a:close/>
                    <a:moveTo>
                      <a:pt x="7728" y="5072"/>
                    </a:moveTo>
                    <a:lnTo>
                      <a:pt x="4371" y="8489"/>
                    </a:lnTo>
                    <a:lnTo>
                      <a:pt x="4442" y="8561"/>
                    </a:lnTo>
                    <a:lnTo>
                      <a:pt x="5442" y="7549"/>
                    </a:lnTo>
                    <a:cubicBezTo>
                      <a:pt x="5680" y="7549"/>
                      <a:pt x="7740" y="7668"/>
                      <a:pt x="7978" y="9882"/>
                    </a:cubicBezTo>
                    <a:lnTo>
                      <a:pt x="8073" y="9870"/>
                    </a:lnTo>
                    <a:cubicBezTo>
                      <a:pt x="7847" y="7787"/>
                      <a:pt x="6014" y="7489"/>
                      <a:pt x="5537" y="7453"/>
                    </a:cubicBezTo>
                    <a:lnTo>
                      <a:pt x="7800" y="5144"/>
                    </a:lnTo>
                    <a:lnTo>
                      <a:pt x="7728" y="507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9" name="Google Shape;1019;p61"/>
              <p:cNvSpPr/>
              <p:nvPr/>
            </p:nvSpPr>
            <p:spPr>
              <a:xfrm>
                <a:off x="5041700" y="6658100"/>
                <a:ext cx="152700" cy="108375"/>
              </a:xfrm>
              <a:custGeom>
                <a:rect b="b" l="l" r="r" t="t"/>
                <a:pathLst>
                  <a:path extrusionOk="0" h="4335" w="6108">
                    <a:moveTo>
                      <a:pt x="369" y="0"/>
                    </a:moveTo>
                    <a:cubicBezTo>
                      <a:pt x="167" y="0"/>
                      <a:pt x="0" y="84"/>
                      <a:pt x="0" y="179"/>
                    </a:cubicBezTo>
                    <a:cubicBezTo>
                      <a:pt x="0" y="274"/>
                      <a:pt x="167" y="346"/>
                      <a:pt x="369" y="346"/>
                    </a:cubicBezTo>
                    <a:cubicBezTo>
                      <a:pt x="572" y="346"/>
                      <a:pt x="738" y="274"/>
                      <a:pt x="738" y="179"/>
                    </a:cubicBezTo>
                    <a:cubicBezTo>
                      <a:pt x="738" y="84"/>
                      <a:pt x="572" y="0"/>
                      <a:pt x="369" y="0"/>
                    </a:cubicBezTo>
                    <a:close/>
                    <a:moveTo>
                      <a:pt x="2417" y="548"/>
                    </a:moveTo>
                    <a:cubicBezTo>
                      <a:pt x="2215" y="548"/>
                      <a:pt x="2048" y="643"/>
                      <a:pt x="2048" y="751"/>
                    </a:cubicBezTo>
                    <a:cubicBezTo>
                      <a:pt x="2048" y="858"/>
                      <a:pt x="2215" y="953"/>
                      <a:pt x="2417" y="953"/>
                    </a:cubicBezTo>
                    <a:cubicBezTo>
                      <a:pt x="2631" y="953"/>
                      <a:pt x="2798" y="858"/>
                      <a:pt x="2798" y="751"/>
                    </a:cubicBezTo>
                    <a:cubicBezTo>
                      <a:pt x="2798" y="643"/>
                      <a:pt x="2619" y="548"/>
                      <a:pt x="2417" y="548"/>
                    </a:cubicBezTo>
                    <a:close/>
                    <a:moveTo>
                      <a:pt x="4655" y="2132"/>
                    </a:moveTo>
                    <a:cubicBezTo>
                      <a:pt x="4465" y="2132"/>
                      <a:pt x="4310" y="2227"/>
                      <a:pt x="4310" y="2358"/>
                    </a:cubicBezTo>
                    <a:cubicBezTo>
                      <a:pt x="4310" y="2477"/>
                      <a:pt x="4465" y="2572"/>
                      <a:pt x="4655" y="2572"/>
                    </a:cubicBezTo>
                    <a:cubicBezTo>
                      <a:pt x="4666" y="2573"/>
                      <a:pt x="4676" y="2573"/>
                      <a:pt x="4686" y="2573"/>
                    </a:cubicBezTo>
                    <a:cubicBezTo>
                      <a:pt x="4873" y="2573"/>
                      <a:pt x="5013" y="2471"/>
                      <a:pt x="5013" y="2358"/>
                    </a:cubicBezTo>
                    <a:cubicBezTo>
                      <a:pt x="5013" y="2227"/>
                      <a:pt x="4858" y="2132"/>
                      <a:pt x="4655" y="2132"/>
                    </a:cubicBezTo>
                    <a:close/>
                    <a:moveTo>
                      <a:pt x="5763" y="3906"/>
                    </a:moveTo>
                    <a:cubicBezTo>
                      <a:pt x="5572" y="3906"/>
                      <a:pt x="5406" y="4001"/>
                      <a:pt x="5406" y="4120"/>
                    </a:cubicBezTo>
                    <a:cubicBezTo>
                      <a:pt x="5406" y="4227"/>
                      <a:pt x="5572" y="4334"/>
                      <a:pt x="5763" y="4334"/>
                    </a:cubicBezTo>
                    <a:cubicBezTo>
                      <a:pt x="5953" y="4334"/>
                      <a:pt x="6108" y="4227"/>
                      <a:pt x="6108" y="4120"/>
                    </a:cubicBezTo>
                    <a:cubicBezTo>
                      <a:pt x="6108" y="4001"/>
                      <a:pt x="5953" y="3906"/>
                      <a:pt x="5763" y="390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0" name="Google Shape;1020;p61"/>
              <p:cNvSpPr/>
              <p:nvPr/>
            </p:nvSpPr>
            <p:spPr>
              <a:xfrm>
                <a:off x="4935125" y="6752050"/>
                <a:ext cx="29800" cy="35375"/>
              </a:xfrm>
              <a:custGeom>
                <a:rect b="b" l="l" r="r" t="t"/>
                <a:pathLst>
                  <a:path extrusionOk="0" h="1415" w="1192">
                    <a:moveTo>
                      <a:pt x="189" y="0"/>
                    </a:moveTo>
                    <a:cubicBezTo>
                      <a:pt x="167" y="0"/>
                      <a:pt x="148" y="6"/>
                      <a:pt x="132" y="17"/>
                    </a:cubicBezTo>
                    <a:cubicBezTo>
                      <a:pt x="1" y="100"/>
                      <a:pt x="120" y="481"/>
                      <a:pt x="382" y="862"/>
                    </a:cubicBezTo>
                    <a:cubicBezTo>
                      <a:pt x="598" y="1192"/>
                      <a:pt x="859" y="1414"/>
                      <a:pt x="1010" y="1414"/>
                    </a:cubicBezTo>
                    <a:cubicBezTo>
                      <a:pt x="1034" y="1414"/>
                      <a:pt x="1055" y="1409"/>
                      <a:pt x="1072" y="1398"/>
                    </a:cubicBezTo>
                    <a:cubicBezTo>
                      <a:pt x="1191" y="1315"/>
                      <a:pt x="1084" y="934"/>
                      <a:pt x="822" y="553"/>
                    </a:cubicBezTo>
                    <a:cubicBezTo>
                      <a:pt x="596" y="223"/>
                      <a:pt x="333" y="0"/>
                      <a:pt x="1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1" name="Google Shape;1021;p61"/>
              <p:cNvSpPr/>
              <p:nvPr/>
            </p:nvSpPr>
            <p:spPr>
              <a:xfrm>
                <a:off x="5079800" y="6853250"/>
                <a:ext cx="29775" cy="35375"/>
              </a:xfrm>
              <a:custGeom>
                <a:rect b="b" l="l" r="r" t="t"/>
                <a:pathLst>
                  <a:path extrusionOk="0" h="1415" w="1191">
                    <a:moveTo>
                      <a:pt x="189" y="0"/>
                    </a:moveTo>
                    <a:cubicBezTo>
                      <a:pt x="167" y="0"/>
                      <a:pt x="147" y="6"/>
                      <a:pt x="131" y="17"/>
                    </a:cubicBezTo>
                    <a:cubicBezTo>
                      <a:pt x="0" y="100"/>
                      <a:pt x="119" y="481"/>
                      <a:pt x="381" y="862"/>
                    </a:cubicBezTo>
                    <a:cubicBezTo>
                      <a:pt x="597" y="1192"/>
                      <a:pt x="858" y="1415"/>
                      <a:pt x="1010" y="1415"/>
                    </a:cubicBezTo>
                    <a:cubicBezTo>
                      <a:pt x="1033" y="1415"/>
                      <a:pt x="1054" y="1409"/>
                      <a:pt x="1072" y="1398"/>
                    </a:cubicBezTo>
                    <a:cubicBezTo>
                      <a:pt x="1191" y="1315"/>
                      <a:pt x="1084" y="934"/>
                      <a:pt x="822" y="553"/>
                    </a:cubicBezTo>
                    <a:cubicBezTo>
                      <a:pt x="595" y="223"/>
                      <a:pt x="333" y="0"/>
                      <a:pt x="1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3" name="Google Shape;1023;p62"/>
          <p:cNvGrpSpPr/>
          <p:nvPr/>
        </p:nvGrpSpPr>
        <p:grpSpPr>
          <a:xfrm>
            <a:off x="0" y="0"/>
            <a:ext cx="9144003" cy="5143501"/>
            <a:chOff x="0" y="0"/>
            <a:chExt cx="9144003" cy="5143501"/>
          </a:xfrm>
        </p:grpSpPr>
        <p:pic>
          <p:nvPicPr>
            <p:cNvPr id="1024" name="Google Shape;1024;p62"/>
            <p:cNvPicPr preferRelativeResize="0"/>
            <p:nvPr/>
          </p:nvPicPr>
          <p:blipFill rotWithShape="1">
            <a:blip r:embed="rId2">
              <a:alphaModFix/>
            </a:blip>
            <a:srcRect b="8068" l="0" r="0" t="8060"/>
            <a:stretch/>
          </p:blipFill>
          <p:spPr>
            <a:xfrm>
              <a:off x="0" y="0"/>
              <a:ext cx="9144003" cy="5143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5" name="Google Shape;1025;p62"/>
            <p:cNvSpPr/>
            <p:nvPr/>
          </p:nvSpPr>
          <p:spPr>
            <a:xfrm>
              <a:off x="209980" y="194500"/>
              <a:ext cx="8763466" cy="4752275"/>
            </a:xfrm>
            <a:custGeom>
              <a:rect b="b" l="l" r="r" t="t"/>
              <a:pathLst>
                <a:path extrusionOk="0" h="147209" w="271904">
                  <a:moveTo>
                    <a:pt x="596" y="0"/>
                  </a:moveTo>
                  <a:lnTo>
                    <a:pt x="596" y="0"/>
                  </a:lnTo>
                  <a:cubicBezTo>
                    <a:pt x="2025" y="5965"/>
                    <a:pt x="3072" y="13895"/>
                    <a:pt x="3644" y="22312"/>
                  </a:cubicBezTo>
                  <a:cubicBezTo>
                    <a:pt x="7942" y="23515"/>
                    <a:pt x="13609" y="23932"/>
                    <a:pt x="5085" y="25063"/>
                  </a:cubicBezTo>
                  <a:cubicBezTo>
                    <a:pt x="5096" y="25110"/>
                    <a:pt x="5108" y="25146"/>
                    <a:pt x="5120" y="25194"/>
                  </a:cubicBezTo>
                  <a:cubicBezTo>
                    <a:pt x="5263" y="25301"/>
                    <a:pt x="5394" y="25396"/>
                    <a:pt x="5525" y="25503"/>
                  </a:cubicBezTo>
                  <a:cubicBezTo>
                    <a:pt x="5692" y="25539"/>
                    <a:pt x="5954" y="25479"/>
                    <a:pt x="6037" y="25658"/>
                  </a:cubicBezTo>
                  <a:cubicBezTo>
                    <a:pt x="8561" y="26230"/>
                    <a:pt x="4561" y="26670"/>
                    <a:pt x="3894" y="26789"/>
                  </a:cubicBezTo>
                  <a:cubicBezTo>
                    <a:pt x="4203" y="33719"/>
                    <a:pt x="4192" y="40803"/>
                    <a:pt x="3787" y="47256"/>
                  </a:cubicBezTo>
                  <a:cubicBezTo>
                    <a:pt x="2560" y="47137"/>
                    <a:pt x="1298" y="47006"/>
                    <a:pt x="1" y="46875"/>
                  </a:cubicBezTo>
                  <a:lnTo>
                    <a:pt x="1" y="46875"/>
                  </a:lnTo>
                  <a:cubicBezTo>
                    <a:pt x="1429" y="52840"/>
                    <a:pt x="2477" y="60770"/>
                    <a:pt x="3049" y="69199"/>
                  </a:cubicBezTo>
                  <a:cubicBezTo>
                    <a:pt x="7347" y="70402"/>
                    <a:pt x="13014" y="70818"/>
                    <a:pt x="4489" y="71949"/>
                  </a:cubicBezTo>
                  <a:cubicBezTo>
                    <a:pt x="4501" y="71985"/>
                    <a:pt x="4513" y="72033"/>
                    <a:pt x="4525" y="72069"/>
                  </a:cubicBezTo>
                  <a:cubicBezTo>
                    <a:pt x="4668" y="72176"/>
                    <a:pt x="4787" y="72283"/>
                    <a:pt x="4930" y="72390"/>
                  </a:cubicBezTo>
                  <a:cubicBezTo>
                    <a:pt x="5096" y="72414"/>
                    <a:pt x="5358" y="72366"/>
                    <a:pt x="5442" y="72545"/>
                  </a:cubicBezTo>
                  <a:cubicBezTo>
                    <a:pt x="7966" y="73104"/>
                    <a:pt x="3965" y="73557"/>
                    <a:pt x="3299" y="73664"/>
                  </a:cubicBezTo>
                  <a:cubicBezTo>
                    <a:pt x="3513" y="78510"/>
                    <a:pt x="3572" y="83427"/>
                    <a:pt x="3453" y="88154"/>
                  </a:cubicBezTo>
                  <a:cubicBezTo>
                    <a:pt x="2322" y="88047"/>
                    <a:pt x="1179" y="87928"/>
                    <a:pt x="1" y="87809"/>
                  </a:cubicBezTo>
                  <a:lnTo>
                    <a:pt x="1" y="87809"/>
                  </a:lnTo>
                  <a:cubicBezTo>
                    <a:pt x="989" y="91940"/>
                    <a:pt x="1798" y="97036"/>
                    <a:pt x="2394" y="102584"/>
                  </a:cubicBezTo>
                  <a:cubicBezTo>
                    <a:pt x="2239" y="103727"/>
                    <a:pt x="2072" y="104834"/>
                    <a:pt x="1882" y="105894"/>
                  </a:cubicBezTo>
                  <a:cubicBezTo>
                    <a:pt x="2156" y="105870"/>
                    <a:pt x="2429" y="105846"/>
                    <a:pt x="2715" y="105811"/>
                  </a:cubicBezTo>
                  <a:cubicBezTo>
                    <a:pt x="2834" y="107228"/>
                    <a:pt x="2953" y="108668"/>
                    <a:pt x="3049" y="110121"/>
                  </a:cubicBezTo>
                  <a:cubicBezTo>
                    <a:pt x="7347" y="111323"/>
                    <a:pt x="13014" y="111740"/>
                    <a:pt x="4489" y="112871"/>
                  </a:cubicBezTo>
                  <a:cubicBezTo>
                    <a:pt x="4501" y="112919"/>
                    <a:pt x="4513" y="112954"/>
                    <a:pt x="4525" y="113002"/>
                  </a:cubicBezTo>
                  <a:cubicBezTo>
                    <a:pt x="4668" y="113109"/>
                    <a:pt x="4799" y="113205"/>
                    <a:pt x="4930" y="113312"/>
                  </a:cubicBezTo>
                  <a:cubicBezTo>
                    <a:pt x="5096" y="113347"/>
                    <a:pt x="5358" y="113288"/>
                    <a:pt x="5442" y="113466"/>
                  </a:cubicBezTo>
                  <a:cubicBezTo>
                    <a:pt x="7966" y="114038"/>
                    <a:pt x="3965" y="114478"/>
                    <a:pt x="3299" y="114598"/>
                  </a:cubicBezTo>
                  <a:cubicBezTo>
                    <a:pt x="3822" y="126123"/>
                    <a:pt x="4668" y="127147"/>
                    <a:pt x="3120" y="135886"/>
                  </a:cubicBezTo>
                  <a:cubicBezTo>
                    <a:pt x="4608" y="136338"/>
                    <a:pt x="14133" y="147209"/>
                    <a:pt x="14133" y="147209"/>
                  </a:cubicBezTo>
                  <a:cubicBezTo>
                    <a:pt x="14133" y="147209"/>
                    <a:pt x="16765" y="146220"/>
                    <a:pt x="20479" y="146137"/>
                  </a:cubicBezTo>
                  <a:cubicBezTo>
                    <a:pt x="20503" y="146054"/>
                    <a:pt x="20539" y="145959"/>
                    <a:pt x="20563" y="145875"/>
                  </a:cubicBezTo>
                  <a:lnTo>
                    <a:pt x="20563" y="145875"/>
                  </a:lnTo>
                  <a:cubicBezTo>
                    <a:pt x="20491" y="146340"/>
                    <a:pt x="23242" y="146363"/>
                    <a:pt x="23158" y="146816"/>
                  </a:cubicBezTo>
                  <a:cubicBezTo>
                    <a:pt x="29516" y="146220"/>
                    <a:pt x="36481" y="145875"/>
                    <a:pt x="44589" y="145697"/>
                  </a:cubicBezTo>
                  <a:cubicBezTo>
                    <a:pt x="44613" y="145625"/>
                    <a:pt x="44637" y="145554"/>
                    <a:pt x="44661" y="145494"/>
                  </a:cubicBezTo>
                  <a:cubicBezTo>
                    <a:pt x="45090" y="145494"/>
                    <a:pt x="45530" y="145494"/>
                    <a:pt x="45959" y="145482"/>
                  </a:cubicBezTo>
                  <a:cubicBezTo>
                    <a:pt x="45959" y="145542"/>
                    <a:pt x="45959" y="145601"/>
                    <a:pt x="45959" y="145661"/>
                  </a:cubicBezTo>
                  <a:cubicBezTo>
                    <a:pt x="46173" y="145661"/>
                    <a:pt x="46387" y="145661"/>
                    <a:pt x="46602" y="145649"/>
                  </a:cubicBezTo>
                  <a:cubicBezTo>
                    <a:pt x="46637" y="145601"/>
                    <a:pt x="46661" y="145542"/>
                    <a:pt x="46685" y="145482"/>
                  </a:cubicBezTo>
                  <a:cubicBezTo>
                    <a:pt x="47197" y="145482"/>
                    <a:pt x="47709" y="145482"/>
                    <a:pt x="48221" y="145494"/>
                  </a:cubicBezTo>
                  <a:cubicBezTo>
                    <a:pt x="48221" y="145530"/>
                    <a:pt x="48221" y="145578"/>
                    <a:pt x="48221" y="145625"/>
                  </a:cubicBezTo>
                  <a:cubicBezTo>
                    <a:pt x="50912" y="145578"/>
                    <a:pt x="53900" y="145542"/>
                    <a:pt x="57031" y="145518"/>
                  </a:cubicBezTo>
                  <a:cubicBezTo>
                    <a:pt x="59651" y="145542"/>
                    <a:pt x="62151" y="145566"/>
                    <a:pt x="64461" y="145601"/>
                  </a:cubicBezTo>
                  <a:cubicBezTo>
                    <a:pt x="64461" y="145566"/>
                    <a:pt x="64461" y="145530"/>
                    <a:pt x="64461" y="145494"/>
                  </a:cubicBezTo>
                  <a:cubicBezTo>
                    <a:pt x="65592" y="145488"/>
                    <a:pt x="66726" y="145485"/>
                    <a:pt x="67860" y="145485"/>
                  </a:cubicBezTo>
                  <a:cubicBezTo>
                    <a:pt x="68994" y="145485"/>
                    <a:pt x="70128" y="145488"/>
                    <a:pt x="71259" y="145494"/>
                  </a:cubicBezTo>
                  <a:cubicBezTo>
                    <a:pt x="71402" y="145578"/>
                    <a:pt x="71545" y="145661"/>
                    <a:pt x="71700" y="145744"/>
                  </a:cubicBezTo>
                  <a:cubicBezTo>
                    <a:pt x="78891" y="145947"/>
                    <a:pt x="85190" y="146268"/>
                    <a:pt x="90976" y="146816"/>
                  </a:cubicBezTo>
                  <a:cubicBezTo>
                    <a:pt x="90845" y="146054"/>
                    <a:pt x="90714" y="145256"/>
                    <a:pt x="90595" y="144435"/>
                  </a:cubicBezTo>
                  <a:lnTo>
                    <a:pt x="90595" y="144435"/>
                  </a:lnTo>
                  <a:cubicBezTo>
                    <a:pt x="91429" y="144792"/>
                    <a:pt x="92191" y="145304"/>
                    <a:pt x="92976" y="145744"/>
                  </a:cubicBezTo>
                  <a:cubicBezTo>
                    <a:pt x="96596" y="145851"/>
                    <a:pt x="99989" y="145982"/>
                    <a:pt x="103204" y="146161"/>
                  </a:cubicBezTo>
                  <a:cubicBezTo>
                    <a:pt x="103156" y="146375"/>
                    <a:pt x="103121" y="146601"/>
                    <a:pt x="103085" y="146828"/>
                  </a:cubicBezTo>
                  <a:cubicBezTo>
                    <a:pt x="104573" y="146685"/>
                    <a:pt x="106109" y="146554"/>
                    <a:pt x="107669" y="146447"/>
                  </a:cubicBezTo>
                  <a:cubicBezTo>
                    <a:pt x="109240" y="146554"/>
                    <a:pt x="110764" y="146685"/>
                    <a:pt x="112265" y="146828"/>
                  </a:cubicBezTo>
                  <a:cubicBezTo>
                    <a:pt x="112217" y="146601"/>
                    <a:pt x="112181" y="146375"/>
                    <a:pt x="112146" y="146161"/>
                  </a:cubicBezTo>
                  <a:cubicBezTo>
                    <a:pt x="115979" y="145947"/>
                    <a:pt x="120075" y="145792"/>
                    <a:pt x="124504" y="145697"/>
                  </a:cubicBezTo>
                  <a:cubicBezTo>
                    <a:pt x="125022" y="144156"/>
                    <a:pt x="125413" y="143165"/>
                    <a:pt x="125645" y="143165"/>
                  </a:cubicBezTo>
                  <a:cubicBezTo>
                    <a:pt x="125846" y="143165"/>
                    <a:pt x="125929" y="143902"/>
                    <a:pt x="125873" y="145661"/>
                  </a:cubicBezTo>
                  <a:cubicBezTo>
                    <a:pt x="126100" y="145661"/>
                    <a:pt x="126302" y="145661"/>
                    <a:pt x="126528" y="145649"/>
                  </a:cubicBezTo>
                  <a:cubicBezTo>
                    <a:pt x="127181" y="144357"/>
                    <a:pt x="127670" y="143321"/>
                    <a:pt x="127939" y="143321"/>
                  </a:cubicBezTo>
                  <a:cubicBezTo>
                    <a:pt x="128150" y="143321"/>
                    <a:pt x="128225" y="143963"/>
                    <a:pt x="128136" y="145625"/>
                  </a:cubicBezTo>
                  <a:cubicBezTo>
                    <a:pt x="130541" y="145589"/>
                    <a:pt x="133184" y="145554"/>
                    <a:pt x="135946" y="145530"/>
                  </a:cubicBezTo>
                  <a:cubicBezTo>
                    <a:pt x="138720" y="145554"/>
                    <a:pt x="141352" y="145589"/>
                    <a:pt x="143757" y="145625"/>
                  </a:cubicBezTo>
                  <a:cubicBezTo>
                    <a:pt x="143667" y="143963"/>
                    <a:pt x="143745" y="143321"/>
                    <a:pt x="143959" y="143321"/>
                  </a:cubicBezTo>
                  <a:cubicBezTo>
                    <a:pt x="144230" y="143321"/>
                    <a:pt x="144723" y="144357"/>
                    <a:pt x="145376" y="145649"/>
                  </a:cubicBezTo>
                  <a:cubicBezTo>
                    <a:pt x="145590" y="145661"/>
                    <a:pt x="145804" y="145661"/>
                    <a:pt x="146019" y="145661"/>
                  </a:cubicBezTo>
                  <a:cubicBezTo>
                    <a:pt x="145964" y="143902"/>
                    <a:pt x="146046" y="143165"/>
                    <a:pt x="146247" y="143165"/>
                  </a:cubicBezTo>
                  <a:cubicBezTo>
                    <a:pt x="146479" y="143165"/>
                    <a:pt x="146870" y="144156"/>
                    <a:pt x="147388" y="145697"/>
                  </a:cubicBezTo>
                  <a:cubicBezTo>
                    <a:pt x="151817" y="145792"/>
                    <a:pt x="155913" y="145947"/>
                    <a:pt x="159759" y="146161"/>
                  </a:cubicBezTo>
                  <a:cubicBezTo>
                    <a:pt x="159711" y="146375"/>
                    <a:pt x="159675" y="146601"/>
                    <a:pt x="159640" y="146828"/>
                  </a:cubicBezTo>
                  <a:cubicBezTo>
                    <a:pt x="161128" y="146685"/>
                    <a:pt x="162664" y="146554"/>
                    <a:pt x="164223" y="146447"/>
                  </a:cubicBezTo>
                  <a:cubicBezTo>
                    <a:pt x="165795" y="146554"/>
                    <a:pt x="167319" y="146685"/>
                    <a:pt x="168819" y="146828"/>
                  </a:cubicBezTo>
                  <a:cubicBezTo>
                    <a:pt x="168772" y="146601"/>
                    <a:pt x="168736" y="146375"/>
                    <a:pt x="168700" y="146161"/>
                  </a:cubicBezTo>
                  <a:cubicBezTo>
                    <a:pt x="171915" y="145982"/>
                    <a:pt x="175296" y="145851"/>
                    <a:pt x="178916" y="145744"/>
                  </a:cubicBezTo>
                  <a:cubicBezTo>
                    <a:pt x="179702" y="145304"/>
                    <a:pt x="180464" y="144792"/>
                    <a:pt x="181309" y="144435"/>
                  </a:cubicBezTo>
                  <a:lnTo>
                    <a:pt x="181309" y="144435"/>
                  </a:lnTo>
                  <a:cubicBezTo>
                    <a:pt x="181190" y="145256"/>
                    <a:pt x="181059" y="146054"/>
                    <a:pt x="180916" y="146816"/>
                  </a:cubicBezTo>
                  <a:cubicBezTo>
                    <a:pt x="186714" y="146268"/>
                    <a:pt x="193001" y="145947"/>
                    <a:pt x="200204" y="145744"/>
                  </a:cubicBezTo>
                  <a:cubicBezTo>
                    <a:pt x="200347" y="145661"/>
                    <a:pt x="200490" y="145578"/>
                    <a:pt x="200645" y="145494"/>
                  </a:cubicBezTo>
                  <a:cubicBezTo>
                    <a:pt x="201770" y="145488"/>
                    <a:pt x="202904" y="145485"/>
                    <a:pt x="204039" y="145485"/>
                  </a:cubicBezTo>
                  <a:cubicBezTo>
                    <a:pt x="205175" y="145485"/>
                    <a:pt x="206312" y="145488"/>
                    <a:pt x="207443" y="145494"/>
                  </a:cubicBezTo>
                  <a:cubicBezTo>
                    <a:pt x="207443" y="145530"/>
                    <a:pt x="207443" y="145566"/>
                    <a:pt x="207431" y="145601"/>
                  </a:cubicBezTo>
                  <a:cubicBezTo>
                    <a:pt x="209741" y="145566"/>
                    <a:pt x="212253" y="145542"/>
                    <a:pt x="214873" y="145518"/>
                  </a:cubicBezTo>
                  <a:cubicBezTo>
                    <a:pt x="218004" y="145542"/>
                    <a:pt x="220981" y="145578"/>
                    <a:pt x="223683" y="145625"/>
                  </a:cubicBezTo>
                  <a:cubicBezTo>
                    <a:pt x="223671" y="145578"/>
                    <a:pt x="223671" y="145530"/>
                    <a:pt x="223671" y="145494"/>
                  </a:cubicBezTo>
                  <a:cubicBezTo>
                    <a:pt x="224183" y="145494"/>
                    <a:pt x="224695" y="145482"/>
                    <a:pt x="225207" y="145482"/>
                  </a:cubicBezTo>
                  <a:cubicBezTo>
                    <a:pt x="225243" y="145542"/>
                    <a:pt x="225267" y="145601"/>
                    <a:pt x="225291" y="145649"/>
                  </a:cubicBezTo>
                  <a:cubicBezTo>
                    <a:pt x="225517" y="145661"/>
                    <a:pt x="225731" y="145661"/>
                    <a:pt x="225945" y="145661"/>
                  </a:cubicBezTo>
                  <a:cubicBezTo>
                    <a:pt x="225945" y="145601"/>
                    <a:pt x="225934" y="145542"/>
                    <a:pt x="225934" y="145482"/>
                  </a:cubicBezTo>
                  <a:cubicBezTo>
                    <a:pt x="226374" y="145482"/>
                    <a:pt x="226803" y="145482"/>
                    <a:pt x="227243" y="145494"/>
                  </a:cubicBezTo>
                  <a:cubicBezTo>
                    <a:pt x="227267" y="145554"/>
                    <a:pt x="227291" y="145625"/>
                    <a:pt x="227315" y="145697"/>
                  </a:cubicBezTo>
                  <a:cubicBezTo>
                    <a:pt x="235411" y="145875"/>
                    <a:pt x="242376" y="146220"/>
                    <a:pt x="248734" y="146816"/>
                  </a:cubicBezTo>
                  <a:cubicBezTo>
                    <a:pt x="248651" y="146363"/>
                    <a:pt x="248579" y="145899"/>
                    <a:pt x="248508" y="145423"/>
                  </a:cubicBezTo>
                  <a:lnTo>
                    <a:pt x="248508" y="145423"/>
                  </a:lnTo>
                  <a:cubicBezTo>
                    <a:pt x="248532" y="145506"/>
                    <a:pt x="248567" y="145601"/>
                    <a:pt x="248591" y="145697"/>
                  </a:cubicBezTo>
                  <a:cubicBezTo>
                    <a:pt x="256699" y="145875"/>
                    <a:pt x="263664" y="146220"/>
                    <a:pt x="270022" y="146816"/>
                  </a:cubicBezTo>
                  <a:cubicBezTo>
                    <a:pt x="268463" y="138065"/>
                    <a:pt x="268082" y="126123"/>
                    <a:pt x="268606" y="114598"/>
                  </a:cubicBezTo>
                  <a:cubicBezTo>
                    <a:pt x="267939" y="114478"/>
                    <a:pt x="263926" y="114038"/>
                    <a:pt x="266462" y="113466"/>
                  </a:cubicBezTo>
                  <a:cubicBezTo>
                    <a:pt x="266546" y="113288"/>
                    <a:pt x="266808" y="113347"/>
                    <a:pt x="266974" y="113312"/>
                  </a:cubicBezTo>
                  <a:cubicBezTo>
                    <a:pt x="267105" y="113205"/>
                    <a:pt x="267236" y="113109"/>
                    <a:pt x="267367" y="113002"/>
                  </a:cubicBezTo>
                  <a:cubicBezTo>
                    <a:pt x="267391" y="112954"/>
                    <a:pt x="267403" y="112919"/>
                    <a:pt x="267415" y="112871"/>
                  </a:cubicBezTo>
                  <a:cubicBezTo>
                    <a:pt x="258878" y="111740"/>
                    <a:pt x="264557" y="111323"/>
                    <a:pt x="268856" y="110121"/>
                  </a:cubicBezTo>
                  <a:cubicBezTo>
                    <a:pt x="268951" y="108668"/>
                    <a:pt x="269070" y="107228"/>
                    <a:pt x="269189" y="105811"/>
                  </a:cubicBezTo>
                  <a:cubicBezTo>
                    <a:pt x="269463" y="105846"/>
                    <a:pt x="269749" y="105870"/>
                    <a:pt x="270022" y="105894"/>
                  </a:cubicBezTo>
                  <a:cubicBezTo>
                    <a:pt x="269832" y="104834"/>
                    <a:pt x="269653" y="103727"/>
                    <a:pt x="269510" y="102584"/>
                  </a:cubicBezTo>
                  <a:cubicBezTo>
                    <a:pt x="270094" y="97036"/>
                    <a:pt x="270903" y="91940"/>
                    <a:pt x="271904" y="87809"/>
                  </a:cubicBezTo>
                  <a:lnTo>
                    <a:pt x="271904" y="87809"/>
                  </a:lnTo>
                  <a:cubicBezTo>
                    <a:pt x="270725" y="87928"/>
                    <a:pt x="269570" y="88047"/>
                    <a:pt x="268451" y="88154"/>
                  </a:cubicBezTo>
                  <a:cubicBezTo>
                    <a:pt x="268320" y="83427"/>
                    <a:pt x="268379" y="78510"/>
                    <a:pt x="268606" y="73664"/>
                  </a:cubicBezTo>
                  <a:cubicBezTo>
                    <a:pt x="267939" y="73557"/>
                    <a:pt x="263926" y="73104"/>
                    <a:pt x="266462" y="72545"/>
                  </a:cubicBezTo>
                  <a:cubicBezTo>
                    <a:pt x="266546" y="72366"/>
                    <a:pt x="266808" y="72426"/>
                    <a:pt x="266974" y="72390"/>
                  </a:cubicBezTo>
                  <a:cubicBezTo>
                    <a:pt x="267105" y="72283"/>
                    <a:pt x="267236" y="72176"/>
                    <a:pt x="267367" y="72069"/>
                  </a:cubicBezTo>
                  <a:cubicBezTo>
                    <a:pt x="267391" y="72033"/>
                    <a:pt x="267403" y="71985"/>
                    <a:pt x="267415" y="71949"/>
                  </a:cubicBezTo>
                  <a:cubicBezTo>
                    <a:pt x="258878" y="70818"/>
                    <a:pt x="264557" y="70402"/>
                    <a:pt x="268856" y="69199"/>
                  </a:cubicBezTo>
                  <a:cubicBezTo>
                    <a:pt x="269415" y="60770"/>
                    <a:pt x="270463" y="52840"/>
                    <a:pt x="271904" y="46875"/>
                  </a:cubicBezTo>
                  <a:lnTo>
                    <a:pt x="271904" y="46875"/>
                  </a:lnTo>
                  <a:cubicBezTo>
                    <a:pt x="270606" y="47006"/>
                    <a:pt x="269344" y="47137"/>
                    <a:pt x="268105" y="47256"/>
                  </a:cubicBezTo>
                  <a:cubicBezTo>
                    <a:pt x="267713" y="40803"/>
                    <a:pt x="267689" y="33719"/>
                    <a:pt x="268010" y="26789"/>
                  </a:cubicBezTo>
                  <a:cubicBezTo>
                    <a:pt x="267343" y="26670"/>
                    <a:pt x="263331" y="26230"/>
                    <a:pt x="265867" y="25658"/>
                  </a:cubicBezTo>
                  <a:cubicBezTo>
                    <a:pt x="265950" y="25479"/>
                    <a:pt x="266212" y="25539"/>
                    <a:pt x="266379" y="25503"/>
                  </a:cubicBezTo>
                  <a:cubicBezTo>
                    <a:pt x="266510" y="25396"/>
                    <a:pt x="266641" y="25301"/>
                    <a:pt x="266772" y="25194"/>
                  </a:cubicBezTo>
                  <a:cubicBezTo>
                    <a:pt x="266796" y="25146"/>
                    <a:pt x="266808" y="25110"/>
                    <a:pt x="266820" y="25063"/>
                  </a:cubicBezTo>
                  <a:cubicBezTo>
                    <a:pt x="258283" y="23932"/>
                    <a:pt x="263962" y="23515"/>
                    <a:pt x="268260" y="22312"/>
                  </a:cubicBezTo>
                  <a:cubicBezTo>
                    <a:pt x="268415" y="19919"/>
                    <a:pt x="268856" y="15300"/>
                    <a:pt x="268856" y="15300"/>
                  </a:cubicBezTo>
                  <a:lnTo>
                    <a:pt x="254901" y="1453"/>
                  </a:lnTo>
                  <a:cubicBezTo>
                    <a:pt x="254901" y="1453"/>
                    <a:pt x="251413" y="1679"/>
                    <a:pt x="249615" y="1774"/>
                  </a:cubicBezTo>
                  <a:cubicBezTo>
                    <a:pt x="249746" y="1167"/>
                    <a:pt x="249889" y="572"/>
                    <a:pt x="250020" y="0"/>
                  </a:cubicBezTo>
                  <a:lnTo>
                    <a:pt x="250020" y="0"/>
                  </a:lnTo>
                  <a:cubicBezTo>
                    <a:pt x="240828" y="929"/>
                    <a:pt x="233577" y="1572"/>
                    <a:pt x="225017" y="1929"/>
                  </a:cubicBezTo>
                  <a:cubicBezTo>
                    <a:pt x="224814" y="2179"/>
                    <a:pt x="224600" y="2441"/>
                    <a:pt x="224386" y="2715"/>
                  </a:cubicBezTo>
                  <a:cubicBezTo>
                    <a:pt x="223731" y="2953"/>
                    <a:pt x="223112" y="3274"/>
                    <a:pt x="222647" y="3751"/>
                  </a:cubicBezTo>
                  <a:cubicBezTo>
                    <a:pt x="222755" y="3346"/>
                    <a:pt x="222945" y="2774"/>
                    <a:pt x="223219" y="2000"/>
                  </a:cubicBezTo>
                  <a:cubicBezTo>
                    <a:pt x="223094" y="1992"/>
                    <a:pt x="222968" y="1988"/>
                    <a:pt x="222843" y="1988"/>
                  </a:cubicBezTo>
                  <a:cubicBezTo>
                    <a:pt x="221740" y="1988"/>
                    <a:pt x="220632" y="2285"/>
                    <a:pt x="219537" y="2285"/>
                  </a:cubicBezTo>
                  <a:cubicBezTo>
                    <a:pt x="219371" y="2285"/>
                    <a:pt x="219205" y="2278"/>
                    <a:pt x="219040" y="2262"/>
                  </a:cubicBezTo>
                  <a:cubicBezTo>
                    <a:pt x="218567" y="2506"/>
                    <a:pt x="218202" y="2952"/>
                    <a:pt x="217926" y="2952"/>
                  </a:cubicBezTo>
                  <a:cubicBezTo>
                    <a:pt x="217744" y="2952"/>
                    <a:pt x="217601" y="2757"/>
                    <a:pt x="217492" y="2179"/>
                  </a:cubicBezTo>
                  <a:cubicBezTo>
                    <a:pt x="216420" y="2203"/>
                    <a:pt x="215337" y="2227"/>
                    <a:pt x="214218" y="2239"/>
                  </a:cubicBezTo>
                  <a:cubicBezTo>
                    <a:pt x="210515" y="2179"/>
                    <a:pt x="207169" y="2084"/>
                    <a:pt x="204002" y="1965"/>
                  </a:cubicBezTo>
                  <a:cubicBezTo>
                    <a:pt x="203967" y="2131"/>
                    <a:pt x="203943" y="2298"/>
                    <a:pt x="203919" y="2453"/>
                  </a:cubicBezTo>
                  <a:cubicBezTo>
                    <a:pt x="203550" y="2560"/>
                    <a:pt x="203181" y="2679"/>
                    <a:pt x="202824" y="2822"/>
                  </a:cubicBezTo>
                  <a:cubicBezTo>
                    <a:pt x="202776" y="2548"/>
                    <a:pt x="202728" y="2239"/>
                    <a:pt x="202681" y="1905"/>
                  </a:cubicBezTo>
                  <a:cubicBezTo>
                    <a:pt x="194453" y="1524"/>
                    <a:pt x="187357" y="905"/>
                    <a:pt x="178440" y="0"/>
                  </a:cubicBezTo>
                  <a:lnTo>
                    <a:pt x="178440" y="0"/>
                  </a:lnTo>
                  <a:cubicBezTo>
                    <a:pt x="178582" y="572"/>
                    <a:pt x="178713" y="1167"/>
                    <a:pt x="178844" y="1774"/>
                  </a:cubicBezTo>
                  <a:cubicBezTo>
                    <a:pt x="175773" y="1607"/>
                    <a:pt x="172832" y="1417"/>
                    <a:pt x="169831" y="1179"/>
                  </a:cubicBezTo>
                  <a:cubicBezTo>
                    <a:pt x="169927" y="774"/>
                    <a:pt x="170010" y="381"/>
                    <a:pt x="170105" y="0"/>
                  </a:cubicBezTo>
                  <a:lnTo>
                    <a:pt x="170105" y="0"/>
                  </a:lnTo>
                  <a:cubicBezTo>
                    <a:pt x="167843" y="226"/>
                    <a:pt x="165700" y="441"/>
                    <a:pt x="163628" y="631"/>
                  </a:cubicBezTo>
                  <a:cubicBezTo>
                    <a:pt x="161556" y="441"/>
                    <a:pt x="159413" y="226"/>
                    <a:pt x="157163" y="0"/>
                  </a:cubicBezTo>
                  <a:lnTo>
                    <a:pt x="157163" y="0"/>
                  </a:lnTo>
                  <a:cubicBezTo>
                    <a:pt x="157246" y="381"/>
                    <a:pt x="157342" y="774"/>
                    <a:pt x="157425" y="1179"/>
                  </a:cubicBezTo>
                  <a:cubicBezTo>
                    <a:pt x="153377" y="1500"/>
                    <a:pt x="149400" y="1750"/>
                    <a:pt x="145102" y="1929"/>
                  </a:cubicBezTo>
                  <a:cubicBezTo>
                    <a:pt x="144154" y="3043"/>
                    <a:pt x="143049" y="4616"/>
                    <a:pt x="142712" y="4616"/>
                  </a:cubicBezTo>
                  <a:cubicBezTo>
                    <a:pt x="142491" y="4616"/>
                    <a:pt x="142601" y="3936"/>
                    <a:pt x="143304" y="2000"/>
                  </a:cubicBezTo>
                  <a:cubicBezTo>
                    <a:pt x="143179" y="1992"/>
                    <a:pt x="143053" y="1988"/>
                    <a:pt x="142928" y="1988"/>
                  </a:cubicBezTo>
                  <a:cubicBezTo>
                    <a:pt x="141825" y="1988"/>
                    <a:pt x="140718" y="2285"/>
                    <a:pt x="139622" y="2285"/>
                  </a:cubicBezTo>
                  <a:cubicBezTo>
                    <a:pt x="139456" y="2285"/>
                    <a:pt x="139290" y="2278"/>
                    <a:pt x="139125" y="2262"/>
                  </a:cubicBezTo>
                  <a:cubicBezTo>
                    <a:pt x="138780" y="2441"/>
                    <a:pt x="138494" y="2715"/>
                    <a:pt x="138256" y="2858"/>
                  </a:cubicBezTo>
                  <a:lnTo>
                    <a:pt x="138256" y="2250"/>
                  </a:lnTo>
                  <a:cubicBezTo>
                    <a:pt x="138030" y="2250"/>
                    <a:pt x="137803" y="2239"/>
                    <a:pt x="137589" y="2239"/>
                  </a:cubicBezTo>
                  <a:cubicBezTo>
                    <a:pt x="137577" y="2215"/>
                    <a:pt x="137577" y="2203"/>
                    <a:pt x="137565" y="2179"/>
                  </a:cubicBezTo>
                  <a:cubicBezTo>
                    <a:pt x="137041" y="2191"/>
                    <a:pt x="136494" y="2203"/>
                    <a:pt x="135946" y="2215"/>
                  </a:cubicBezTo>
                  <a:cubicBezTo>
                    <a:pt x="135410" y="2203"/>
                    <a:pt x="134863" y="2191"/>
                    <a:pt x="134327" y="2179"/>
                  </a:cubicBezTo>
                  <a:cubicBezTo>
                    <a:pt x="134327" y="2203"/>
                    <a:pt x="134327" y="2215"/>
                    <a:pt x="134315" y="2239"/>
                  </a:cubicBezTo>
                  <a:cubicBezTo>
                    <a:pt x="134089" y="2239"/>
                    <a:pt x="133874" y="2250"/>
                    <a:pt x="133648" y="2250"/>
                  </a:cubicBezTo>
                  <a:lnTo>
                    <a:pt x="133648" y="2858"/>
                  </a:lnTo>
                  <a:cubicBezTo>
                    <a:pt x="133410" y="2715"/>
                    <a:pt x="133124" y="2441"/>
                    <a:pt x="132779" y="2262"/>
                  </a:cubicBezTo>
                  <a:cubicBezTo>
                    <a:pt x="132604" y="2280"/>
                    <a:pt x="132429" y="2288"/>
                    <a:pt x="132254" y="2288"/>
                  </a:cubicBezTo>
                  <a:cubicBezTo>
                    <a:pt x="131165" y="2288"/>
                    <a:pt x="130064" y="1988"/>
                    <a:pt x="128968" y="1988"/>
                  </a:cubicBezTo>
                  <a:cubicBezTo>
                    <a:pt x="128845" y="1988"/>
                    <a:pt x="128723" y="1992"/>
                    <a:pt x="128600" y="2000"/>
                  </a:cubicBezTo>
                  <a:cubicBezTo>
                    <a:pt x="129303" y="3936"/>
                    <a:pt x="129413" y="4616"/>
                    <a:pt x="129192" y="4616"/>
                  </a:cubicBezTo>
                  <a:cubicBezTo>
                    <a:pt x="128855" y="4616"/>
                    <a:pt x="127750" y="3043"/>
                    <a:pt x="126802" y="1929"/>
                  </a:cubicBezTo>
                  <a:cubicBezTo>
                    <a:pt x="122492" y="1750"/>
                    <a:pt x="118527" y="1500"/>
                    <a:pt x="114467" y="1179"/>
                  </a:cubicBezTo>
                  <a:cubicBezTo>
                    <a:pt x="114562" y="774"/>
                    <a:pt x="114646" y="381"/>
                    <a:pt x="114741" y="0"/>
                  </a:cubicBezTo>
                  <a:lnTo>
                    <a:pt x="114741" y="0"/>
                  </a:lnTo>
                  <a:cubicBezTo>
                    <a:pt x="112491" y="226"/>
                    <a:pt x="110348" y="441"/>
                    <a:pt x="108276" y="631"/>
                  </a:cubicBezTo>
                  <a:cubicBezTo>
                    <a:pt x="106192" y="441"/>
                    <a:pt x="104061" y="226"/>
                    <a:pt x="101799" y="0"/>
                  </a:cubicBezTo>
                  <a:lnTo>
                    <a:pt x="101799" y="0"/>
                  </a:lnTo>
                  <a:cubicBezTo>
                    <a:pt x="101894" y="381"/>
                    <a:pt x="101978" y="774"/>
                    <a:pt x="102073" y="1179"/>
                  </a:cubicBezTo>
                  <a:cubicBezTo>
                    <a:pt x="99072" y="1417"/>
                    <a:pt x="96132" y="1607"/>
                    <a:pt x="93060" y="1774"/>
                  </a:cubicBezTo>
                  <a:cubicBezTo>
                    <a:pt x="93191" y="1167"/>
                    <a:pt x="93322" y="572"/>
                    <a:pt x="93465" y="0"/>
                  </a:cubicBezTo>
                  <a:lnTo>
                    <a:pt x="93465" y="0"/>
                  </a:lnTo>
                  <a:cubicBezTo>
                    <a:pt x="84535" y="905"/>
                    <a:pt x="77439" y="1524"/>
                    <a:pt x="69212" y="1905"/>
                  </a:cubicBezTo>
                  <a:cubicBezTo>
                    <a:pt x="69164" y="2239"/>
                    <a:pt x="69116" y="2548"/>
                    <a:pt x="69081" y="2822"/>
                  </a:cubicBezTo>
                  <a:cubicBezTo>
                    <a:pt x="68723" y="2667"/>
                    <a:pt x="68342" y="2548"/>
                    <a:pt x="67973" y="2453"/>
                  </a:cubicBezTo>
                  <a:cubicBezTo>
                    <a:pt x="67950" y="2298"/>
                    <a:pt x="67926" y="2131"/>
                    <a:pt x="67902" y="1953"/>
                  </a:cubicBezTo>
                  <a:cubicBezTo>
                    <a:pt x="64735" y="2084"/>
                    <a:pt x="61377" y="2179"/>
                    <a:pt x="57686" y="2239"/>
                  </a:cubicBezTo>
                  <a:cubicBezTo>
                    <a:pt x="56567" y="2227"/>
                    <a:pt x="55472" y="2203"/>
                    <a:pt x="54412" y="2179"/>
                  </a:cubicBezTo>
                  <a:cubicBezTo>
                    <a:pt x="54303" y="2757"/>
                    <a:pt x="54160" y="2952"/>
                    <a:pt x="53977" y="2952"/>
                  </a:cubicBezTo>
                  <a:cubicBezTo>
                    <a:pt x="53701" y="2952"/>
                    <a:pt x="53333" y="2506"/>
                    <a:pt x="52852" y="2262"/>
                  </a:cubicBezTo>
                  <a:cubicBezTo>
                    <a:pt x="52687" y="2278"/>
                    <a:pt x="52522" y="2285"/>
                    <a:pt x="52356" y="2285"/>
                  </a:cubicBezTo>
                  <a:cubicBezTo>
                    <a:pt x="51262" y="2285"/>
                    <a:pt x="50161" y="1988"/>
                    <a:pt x="49052" y="1988"/>
                  </a:cubicBezTo>
                  <a:cubicBezTo>
                    <a:pt x="48926" y="1988"/>
                    <a:pt x="48800" y="1992"/>
                    <a:pt x="48673" y="2000"/>
                  </a:cubicBezTo>
                  <a:cubicBezTo>
                    <a:pt x="48959" y="2774"/>
                    <a:pt x="49138" y="3346"/>
                    <a:pt x="49257" y="3751"/>
                  </a:cubicBezTo>
                  <a:cubicBezTo>
                    <a:pt x="48792" y="3274"/>
                    <a:pt x="48173" y="2953"/>
                    <a:pt x="47518" y="2703"/>
                  </a:cubicBezTo>
                  <a:cubicBezTo>
                    <a:pt x="47304" y="2441"/>
                    <a:pt x="47090" y="2179"/>
                    <a:pt x="46875" y="1929"/>
                  </a:cubicBezTo>
                  <a:cubicBezTo>
                    <a:pt x="38315" y="1572"/>
                    <a:pt x="31064" y="929"/>
                    <a:pt x="21872" y="0"/>
                  </a:cubicBezTo>
                  <a:lnTo>
                    <a:pt x="21872" y="0"/>
                  </a:lnTo>
                  <a:cubicBezTo>
                    <a:pt x="22015" y="572"/>
                    <a:pt x="22146" y="1167"/>
                    <a:pt x="22277" y="1774"/>
                  </a:cubicBezTo>
                  <a:cubicBezTo>
                    <a:pt x="15098" y="1393"/>
                    <a:pt x="8573" y="810"/>
                    <a:pt x="5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6" name="Google Shape;1026;p62"/>
            <p:cNvSpPr/>
            <p:nvPr/>
          </p:nvSpPr>
          <p:spPr>
            <a:xfrm>
              <a:off x="283950" y="193150"/>
              <a:ext cx="8615526" cy="4752359"/>
            </a:xfrm>
            <a:custGeom>
              <a:rect b="b" l="l" r="r" t="t"/>
              <a:pathLst>
                <a:path extrusionOk="0" h="146757" w="269046">
                  <a:moveTo>
                    <a:pt x="21241" y="131"/>
                  </a:moveTo>
                  <a:cubicBezTo>
                    <a:pt x="20884" y="346"/>
                    <a:pt x="20527" y="572"/>
                    <a:pt x="20170" y="798"/>
                  </a:cubicBezTo>
                  <a:cubicBezTo>
                    <a:pt x="20217" y="953"/>
                    <a:pt x="20253" y="1120"/>
                    <a:pt x="20289" y="1286"/>
                  </a:cubicBezTo>
                  <a:cubicBezTo>
                    <a:pt x="20860" y="929"/>
                    <a:pt x="21432" y="560"/>
                    <a:pt x="22015" y="203"/>
                  </a:cubicBezTo>
                  <a:cubicBezTo>
                    <a:pt x="21753" y="179"/>
                    <a:pt x="21503" y="155"/>
                    <a:pt x="21241" y="131"/>
                  </a:cubicBezTo>
                  <a:close/>
                  <a:moveTo>
                    <a:pt x="18777" y="1691"/>
                  </a:moveTo>
                  <a:cubicBezTo>
                    <a:pt x="18515" y="1858"/>
                    <a:pt x="18265" y="2012"/>
                    <a:pt x="18015" y="2179"/>
                  </a:cubicBezTo>
                  <a:cubicBezTo>
                    <a:pt x="11788" y="6263"/>
                    <a:pt x="6156" y="10644"/>
                    <a:pt x="1155" y="15252"/>
                  </a:cubicBezTo>
                  <a:cubicBezTo>
                    <a:pt x="1179" y="15455"/>
                    <a:pt x="1203" y="15657"/>
                    <a:pt x="1215" y="15848"/>
                  </a:cubicBezTo>
                  <a:cubicBezTo>
                    <a:pt x="6263" y="11156"/>
                    <a:pt x="11966" y="6727"/>
                    <a:pt x="18277" y="2584"/>
                  </a:cubicBezTo>
                  <a:cubicBezTo>
                    <a:pt x="18705" y="2298"/>
                    <a:pt x="19146" y="2012"/>
                    <a:pt x="19574" y="1739"/>
                  </a:cubicBezTo>
                  <a:cubicBezTo>
                    <a:pt x="19312" y="1727"/>
                    <a:pt x="19039" y="1703"/>
                    <a:pt x="18777" y="1691"/>
                  </a:cubicBezTo>
                  <a:close/>
                  <a:moveTo>
                    <a:pt x="257199" y="5608"/>
                  </a:moveTo>
                  <a:cubicBezTo>
                    <a:pt x="259819" y="11180"/>
                    <a:pt x="262128" y="16943"/>
                    <a:pt x="264105" y="22884"/>
                  </a:cubicBezTo>
                  <a:cubicBezTo>
                    <a:pt x="264307" y="22836"/>
                    <a:pt x="264522" y="22789"/>
                    <a:pt x="264736" y="22741"/>
                  </a:cubicBezTo>
                  <a:cubicBezTo>
                    <a:pt x="262950" y="17360"/>
                    <a:pt x="260890" y="12085"/>
                    <a:pt x="258557" y="6942"/>
                  </a:cubicBezTo>
                  <a:lnTo>
                    <a:pt x="257199" y="5608"/>
                  </a:lnTo>
                  <a:close/>
                  <a:moveTo>
                    <a:pt x="234685" y="1239"/>
                  </a:moveTo>
                  <a:cubicBezTo>
                    <a:pt x="234423" y="1262"/>
                    <a:pt x="234149" y="1286"/>
                    <a:pt x="233887" y="1298"/>
                  </a:cubicBezTo>
                  <a:cubicBezTo>
                    <a:pt x="234554" y="1727"/>
                    <a:pt x="235220" y="2143"/>
                    <a:pt x="235875" y="2584"/>
                  </a:cubicBezTo>
                  <a:cubicBezTo>
                    <a:pt x="245662" y="9001"/>
                    <a:pt x="253961" y="16145"/>
                    <a:pt x="260676" y="23813"/>
                  </a:cubicBezTo>
                  <a:cubicBezTo>
                    <a:pt x="260783" y="23741"/>
                    <a:pt x="260938" y="23682"/>
                    <a:pt x="261140" y="23610"/>
                  </a:cubicBezTo>
                  <a:cubicBezTo>
                    <a:pt x="254377" y="15871"/>
                    <a:pt x="246007" y="8656"/>
                    <a:pt x="236137" y="2179"/>
                  </a:cubicBezTo>
                  <a:cubicBezTo>
                    <a:pt x="235649" y="1870"/>
                    <a:pt x="235173" y="1548"/>
                    <a:pt x="234685" y="1239"/>
                  </a:cubicBezTo>
                  <a:close/>
                  <a:moveTo>
                    <a:pt x="264807" y="25051"/>
                  </a:moveTo>
                  <a:lnTo>
                    <a:pt x="264867" y="25218"/>
                  </a:lnTo>
                  <a:cubicBezTo>
                    <a:pt x="264879" y="25218"/>
                    <a:pt x="264879" y="25206"/>
                    <a:pt x="264891" y="25194"/>
                  </a:cubicBezTo>
                  <a:cubicBezTo>
                    <a:pt x="264914" y="25158"/>
                    <a:pt x="264926" y="25111"/>
                    <a:pt x="264938" y="25075"/>
                  </a:cubicBezTo>
                  <a:cubicBezTo>
                    <a:pt x="264891" y="25063"/>
                    <a:pt x="264855" y="25063"/>
                    <a:pt x="264807" y="25051"/>
                  </a:cubicBezTo>
                  <a:close/>
                  <a:moveTo>
                    <a:pt x="265319" y="26670"/>
                  </a:moveTo>
                  <a:lnTo>
                    <a:pt x="265319" y="26670"/>
                  </a:lnTo>
                  <a:cubicBezTo>
                    <a:pt x="265557" y="27480"/>
                    <a:pt x="265807" y="28290"/>
                    <a:pt x="266034" y="29099"/>
                  </a:cubicBezTo>
                  <a:cubicBezTo>
                    <a:pt x="266057" y="28444"/>
                    <a:pt x="266081" y="27789"/>
                    <a:pt x="266117" y="27135"/>
                  </a:cubicBezTo>
                  <a:cubicBezTo>
                    <a:pt x="266081" y="27016"/>
                    <a:pt x="266046" y="26896"/>
                    <a:pt x="266010" y="26777"/>
                  </a:cubicBezTo>
                  <a:cubicBezTo>
                    <a:pt x="265843" y="26754"/>
                    <a:pt x="265593" y="26718"/>
                    <a:pt x="265319" y="26670"/>
                  </a:cubicBezTo>
                  <a:close/>
                  <a:moveTo>
                    <a:pt x="261188" y="24408"/>
                  </a:moveTo>
                  <a:lnTo>
                    <a:pt x="261188" y="24408"/>
                  </a:lnTo>
                  <a:cubicBezTo>
                    <a:pt x="262902" y="26396"/>
                    <a:pt x="264498" y="28409"/>
                    <a:pt x="265998" y="30456"/>
                  </a:cubicBezTo>
                  <a:cubicBezTo>
                    <a:pt x="265998" y="30195"/>
                    <a:pt x="266010" y="29944"/>
                    <a:pt x="266022" y="29683"/>
                  </a:cubicBezTo>
                  <a:cubicBezTo>
                    <a:pt x="265153" y="28516"/>
                    <a:pt x="264260" y="27361"/>
                    <a:pt x="263331" y="26218"/>
                  </a:cubicBezTo>
                  <a:cubicBezTo>
                    <a:pt x="263200" y="26158"/>
                    <a:pt x="263140" y="26087"/>
                    <a:pt x="263164" y="26015"/>
                  </a:cubicBezTo>
                  <a:cubicBezTo>
                    <a:pt x="262771" y="25539"/>
                    <a:pt x="262378" y="25075"/>
                    <a:pt x="261986" y="24599"/>
                  </a:cubicBezTo>
                  <a:cubicBezTo>
                    <a:pt x="261664" y="24539"/>
                    <a:pt x="261402" y="24468"/>
                    <a:pt x="261188" y="24408"/>
                  </a:cubicBezTo>
                  <a:close/>
                  <a:moveTo>
                    <a:pt x="127076" y="17431"/>
                  </a:moveTo>
                  <a:cubicBezTo>
                    <a:pt x="133339" y="17431"/>
                    <a:pt x="139506" y="17574"/>
                    <a:pt x="145578" y="17848"/>
                  </a:cubicBezTo>
                  <a:cubicBezTo>
                    <a:pt x="146150" y="29278"/>
                    <a:pt x="146554" y="41363"/>
                    <a:pt x="146769" y="53924"/>
                  </a:cubicBezTo>
                  <a:cubicBezTo>
                    <a:pt x="140292" y="53816"/>
                    <a:pt x="133720" y="53769"/>
                    <a:pt x="127076" y="53769"/>
                  </a:cubicBezTo>
                  <a:cubicBezTo>
                    <a:pt x="120432" y="53769"/>
                    <a:pt x="113860" y="53816"/>
                    <a:pt x="107371" y="53924"/>
                  </a:cubicBezTo>
                  <a:cubicBezTo>
                    <a:pt x="107585" y="41363"/>
                    <a:pt x="107990" y="29278"/>
                    <a:pt x="108562" y="17848"/>
                  </a:cubicBezTo>
                  <a:cubicBezTo>
                    <a:pt x="114634" y="17574"/>
                    <a:pt x="120813" y="17431"/>
                    <a:pt x="127076" y="17431"/>
                  </a:cubicBezTo>
                  <a:close/>
                  <a:moveTo>
                    <a:pt x="108359" y="17848"/>
                  </a:moveTo>
                  <a:cubicBezTo>
                    <a:pt x="107776" y="29385"/>
                    <a:pt x="107371" y="41482"/>
                    <a:pt x="107169" y="53924"/>
                  </a:cubicBezTo>
                  <a:cubicBezTo>
                    <a:pt x="94727" y="54138"/>
                    <a:pt x="82630" y="54531"/>
                    <a:pt x="71093" y="55114"/>
                  </a:cubicBezTo>
                  <a:cubicBezTo>
                    <a:pt x="71617" y="43244"/>
                    <a:pt x="72640" y="31766"/>
                    <a:pt x="74117" y="20872"/>
                  </a:cubicBezTo>
                  <a:cubicBezTo>
                    <a:pt x="85011" y="19407"/>
                    <a:pt x="96477" y="18384"/>
                    <a:pt x="108359" y="17848"/>
                  </a:cubicBezTo>
                  <a:close/>
                  <a:moveTo>
                    <a:pt x="145792" y="17860"/>
                  </a:moveTo>
                  <a:lnTo>
                    <a:pt x="145792" y="17860"/>
                  </a:lnTo>
                  <a:cubicBezTo>
                    <a:pt x="157675" y="18384"/>
                    <a:pt x="169141" y="19407"/>
                    <a:pt x="180035" y="20884"/>
                  </a:cubicBezTo>
                  <a:cubicBezTo>
                    <a:pt x="181499" y="31766"/>
                    <a:pt x="182523" y="43244"/>
                    <a:pt x="183059" y="55114"/>
                  </a:cubicBezTo>
                  <a:cubicBezTo>
                    <a:pt x="171522" y="54531"/>
                    <a:pt x="159425" y="54138"/>
                    <a:pt x="146983" y="53924"/>
                  </a:cubicBezTo>
                  <a:cubicBezTo>
                    <a:pt x="146781" y="41482"/>
                    <a:pt x="146376" y="29385"/>
                    <a:pt x="145792" y="17860"/>
                  </a:cubicBezTo>
                  <a:close/>
                  <a:moveTo>
                    <a:pt x="73724" y="20931"/>
                  </a:moveTo>
                  <a:lnTo>
                    <a:pt x="73724" y="20931"/>
                  </a:lnTo>
                  <a:cubicBezTo>
                    <a:pt x="72259" y="31909"/>
                    <a:pt x="71247" y="43375"/>
                    <a:pt x="70724" y="55138"/>
                  </a:cubicBezTo>
                  <a:cubicBezTo>
                    <a:pt x="54805" y="55948"/>
                    <a:pt x="39958" y="57103"/>
                    <a:pt x="26742" y="58579"/>
                  </a:cubicBezTo>
                  <a:cubicBezTo>
                    <a:pt x="27373" y="48816"/>
                    <a:pt x="28599" y="39255"/>
                    <a:pt x="30397" y="29992"/>
                  </a:cubicBezTo>
                  <a:cubicBezTo>
                    <a:pt x="43292" y="26158"/>
                    <a:pt x="57901" y="23086"/>
                    <a:pt x="73724" y="20931"/>
                  </a:cubicBezTo>
                  <a:close/>
                  <a:moveTo>
                    <a:pt x="180416" y="20931"/>
                  </a:moveTo>
                  <a:lnTo>
                    <a:pt x="180416" y="20931"/>
                  </a:lnTo>
                  <a:cubicBezTo>
                    <a:pt x="196251" y="23086"/>
                    <a:pt x="210860" y="26170"/>
                    <a:pt x="223755" y="29992"/>
                  </a:cubicBezTo>
                  <a:cubicBezTo>
                    <a:pt x="225552" y="39255"/>
                    <a:pt x="226779" y="48816"/>
                    <a:pt x="227410" y="58579"/>
                  </a:cubicBezTo>
                  <a:cubicBezTo>
                    <a:pt x="214194" y="57103"/>
                    <a:pt x="199335" y="55948"/>
                    <a:pt x="183416" y="55138"/>
                  </a:cubicBezTo>
                  <a:cubicBezTo>
                    <a:pt x="182904" y="43375"/>
                    <a:pt x="181892" y="31909"/>
                    <a:pt x="180416" y="20931"/>
                  </a:cubicBezTo>
                  <a:close/>
                  <a:moveTo>
                    <a:pt x="70724" y="55352"/>
                  </a:moveTo>
                  <a:cubicBezTo>
                    <a:pt x="70450" y="61436"/>
                    <a:pt x="70319" y="67616"/>
                    <a:pt x="70319" y="73843"/>
                  </a:cubicBezTo>
                  <a:cubicBezTo>
                    <a:pt x="70319" y="80070"/>
                    <a:pt x="70450" y="86237"/>
                    <a:pt x="70724" y="92321"/>
                  </a:cubicBezTo>
                  <a:cubicBezTo>
                    <a:pt x="54543" y="91500"/>
                    <a:pt x="39696" y="90333"/>
                    <a:pt x="26730" y="88892"/>
                  </a:cubicBezTo>
                  <a:cubicBezTo>
                    <a:pt x="26420" y="83915"/>
                    <a:pt x="26254" y="78891"/>
                    <a:pt x="26254" y="73843"/>
                  </a:cubicBezTo>
                  <a:cubicBezTo>
                    <a:pt x="26254" y="68783"/>
                    <a:pt x="26420" y="63758"/>
                    <a:pt x="26730" y="58781"/>
                  </a:cubicBezTo>
                  <a:cubicBezTo>
                    <a:pt x="39696" y="57341"/>
                    <a:pt x="54543" y="56174"/>
                    <a:pt x="70724" y="55352"/>
                  </a:cubicBezTo>
                  <a:close/>
                  <a:moveTo>
                    <a:pt x="183428" y="55352"/>
                  </a:moveTo>
                  <a:cubicBezTo>
                    <a:pt x="199609" y="56174"/>
                    <a:pt x="214444" y="57341"/>
                    <a:pt x="227410" y="58781"/>
                  </a:cubicBezTo>
                  <a:cubicBezTo>
                    <a:pt x="227731" y="63758"/>
                    <a:pt x="227886" y="68783"/>
                    <a:pt x="227886" y="73843"/>
                  </a:cubicBezTo>
                  <a:cubicBezTo>
                    <a:pt x="227886" y="78903"/>
                    <a:pt x="227731" y="83915"/>
                    <a:pt x="227410" y="88892"/>
                  </a:cubicBezTo>
                  <a:cubicBezTo>
                    <a:pt x="214444" y="90333"/>
                    <a:pt x="199609" y="91500"/>
                    <a:pt x="183428" y="92321"/>
                  </a:cubicBezTo>
                  <a:cubicBezTo>
                    <a:pt x="183690" y="86237"/>
                    <a:pt x="183833" y="80070"/>
                    <a:pt x="183833" y="73843"/>
                  </a:cubicBezTo>
                  <a:cubicBezTo>
                    <a:pt x="183833" y="67616"/>
                    <a:pt x="183690" y="61436"/>
                    <a:pt x="183428" y="55352"/>
                  </a:cubicBezTo>
                  <a:close/>
                  <a:moveTo>
                    <a:pt x="107157" y="54138"/>
                  </a:moveTo>
                  <a:cubicBezTo>
                    <a:pt x="107050" y="60627"/>
                    <a:pt x="107002" y="67199"/>
                    <a:pt x="107002" y="73843"/>
                  </a:cubicBezTo>
                  <a:cubicBezTo>
                    <a:pt x="107002" y="80475"/>
                    <a:pt x="107050" y="87047"/>
                    <a:pt x="107157" y="93536"/>
                  </a:cubicBezTo>
                  <a:cubicBezTo>
                    <a:pt x="94596" y="93321"/>
                    <a:pt x="82511" y="92917"/>
                    <a:pt x="71081" y="92345"/>
                  </a:cubicBezTo>
                  <a:cubicBezTo>
                    <a:pt x="70807" y="86273"/>
                    <a:pt x="70676" y="80105"/>
                    <a:pt x="70676" y="73843"/>
                  </a:cubicBezTo>
                  <a:cubicBezTo>
                    <a:pt x="70676" y="67580"/>
                    <a:pt x="70807" y="61401"/>
                    <a:pt x="71081" y="55329"/>
                  </a:cubicBezTo>
                  <a:cubicBezTo>
                    <a:pt x="82511" y="54757"/>
                    <a:pt x="94596" y="54352"/>
                    <a:pt x="107157" y="54138"/>
                  </a:cubicBezTo>
                  <a:close/>
                  <a:moveTo>
                    <a:pt x="146983" y="54138"/>
                  </a:moveTo>
                  <a:cubicBezTo>
                    <a:pt x="159544" y="54352"/>
                    <a:pt x="171641" y="54757"/>
                    <a:pt x="183071" y="55329"/>
                  </a:cubicBezTo>
                  <a:cubicBezTo>
                    <a:pt x="183333" y="61401"/>
                    <a:pt x="183476" y="67568"/>
                    <a:pt x="183476" y="73831"/>
                  </a:cubicBezTo>
                  <a:cubicBezTo>
                    <a:pt x="183476" y="80094"/>
                    <a:pt x="183333" y="86273"/>
                    <a:pt x="183071" y="92345"/>
                  </a:cubicBezTo>
                  <a:cubicBezTo>
                    <a:pt x="171641" y="92917"/>
                    <a:pt x="159544" y="93321"/>
                    <a:pt x="146983" y="93536"/>
                  </a:cubicBezTo>
                  <a:cubicBezTo>
                    <a:pt x="147090" y="87047"/>
                    <a:pt x="147150" y="80475"/>
                    <a:pt x="147150" y="73843"/>
                  </a:cubicBezTo>
                  <a:cubicBezTo>
                    <a:pt x="147150" y="67199"/>
                    <a:pt x="147090" y="60627"/>
                    <a:pt x="146983" y="54138"/>
                  </a:cubicBezTo>
                  <a:close/>
                  <a:moveTo>
                    <a:pt x="127076" y="53971"/>
                  </a:moveTo>
                  <a:cubicBezTo>
                    <a:pt x="133743" y="53971"/>
                    <a:pt x="140327" y="54031"/>
                    <a:pt x="146781" y="54138"/>
                  </a:cubicBezTo>
                  <a:cubicBezTo>
                    <a:pt x="146876" y="60591"/>
                    <a:pt x="146935" y="67163"/>
                    <a:pt x="146935" y="73843"/>
                  </a:cubicBezTo>
                  <a:cubicBezTo>
                    <a:pt x="146935" y="80510"/>
                    <a:pt x="146888" y="87082"/>
                    <a:pt x="146781" y="93536"/>
                  </a:cubicBezTo>
                  <a:cubicBezTo>
                    <a:pt x="140327" y="93643"/>
                    <a:pt x="133743" y="93702"/>
                    <a:pt x="127076" y="93702"/>
                  </a:cubicBezTo>
                  <a:cubicBezTo>
                    <a:pt x="120396" y="93702"/>
                    <a:pt x="113824" y="93643"/>
                    <a:pt x="107371" y="93536"/>
                  </a:cubicBezTo>
                  <a:cubicBezTo>
                    <a:pt x="107264" y="87082"/>
                    <a:pt x="107204" y="80510"/>
                    <a:pt x="107204" y="73843"/>
                  </a:cubicBezTo>
                  <a:cubicBezTo>
                    <a:pt x="107204" y="67163"/>
                    <a:pt x="107264" y="60591"/>
                    <a:pt x="107371" y="54138"/>
                  </a:cubicBezTo>
                  <a:cubicBezTo>
                    <a:pt x="113824" y="54031"/>
                    <a:pt x="120396" y="53971"/>
                    <a:pt x="127076" y="53971"/>
                  </a:cubicBezTo>
                  <a:close/>
                  <a:moveTo>
                    <a:pt x="48" y="105632"/>
                  </a:moveTo>
                  <a:cubicBezTo>
                    <a:pt x="36" y="105716"/>
                    <a:pt x="12" y="105811"/>
                    <a:pt x="0" y="105894"/>
                  </a:cubicBezTo>
                  <a:cubicBezTo>
                    <a:pt x="155" y="105882"/>
                    <a:pt x="310" y="105870"/>
                    <a:pt x="477" y="105859"/>
                  </a:cubicBezTo>
                  <a:cubicBezTo>
                    <a:pt x="334" y="105775"/>
                    <a:pt x="191" y="105704"/>
                    <a:pt x="48" y="105632"/>
                  </a:cubicBezTo>
                  <a:close/>
                  <a:moveTo>
                    <a:pt x="26742" y="89095"/>
                  </a:moveTo>
                  <a:cubicBezTo>
                    <a:pt x="39958" y="90571"/>
                    <a:pt x="54805" y="91726"/>
                    <a:pt x="70724" y="92536"/>
                  </a:cubicBezTo>
                  <a:cubicBezTo>
                    <a:pt x="71247" y="104299"/>
                    <a:pt x="72259" y="115765"/>
                    <a:pt x="73724" y="126742"/>
                  </a:cubicBezTo>
                  <a:cubicBezTo>
                    <a:pt x="57901" y="124587"/>
                    <a:pt x="43292" y="121515"/>
                    <a:pt x="30397" y="117681"/>
                  </a:cubicBezTo>
                  <a:cubicBezTo>
                    <a:pt x="28599" y="108418"/>
                    <a:pt x="27373" y="98858"/>
                    <a:pt x="26742" y="89095"/>
                  </a:cubicBezTo>
                  <a:close/>
                  <a:moveTo>
                    <a:pt x="227410" y="89095"/>
                  </a:moveTo>
                  <a:cubicBezTo>
                    <a:pt x="226779" y="98858"/>
                    <a:pt x="225552" y="108418"/>
                    <a:pt x="223755" y="117681"/>
                  </a:cubicBezTo>
                  <a:cubicBezTo>
                    <a:pt x="210860" y="121515"/>
                    <a:pt x="196251" y="124587"/>
                    <a:pt x="180416" y="126742"/>
                  </a:cubicBezTo>
                  <a:cubicBezTo>
                    <a:pt x="181892" y="115765"/>
                    <a:pt x="182904" y="104299"/>
                    <a:pt x="183416" y="92536"/>
                  </a:cubicBezTo>
                  <a:cubicBezTo>
                    <a:pt x="199347" y="91726"/>
                    <a:pt x="214194" y="90571"/>
                    <a:pt x="227410" y="89095"/>
                  </a:cubicBezTo>
                  <a:close/>
                  <a:moveTo>
                    <a:pt x="71093" y="92559"/>
                  </a:moveTo>
                  <a:lnTo>
                    <a:pt x="71093" y="92559"/>
                  </a:lnTo>
                  <a:cubicBezTo>
                    <a:pt x="82630" y="93143"/>
                    <a:pt x="94715" y="93536"/>
                    <a:pt x="107169" y="93750"/>
                  </a:cubicBezTo>
                  <a:cubicBezTo>
                    <a:pt x="107371" y="106192"/>
                    <a:pt x="107776" y="118289"/>
                    <a:pt x="108347" y="129826"/>
                  </a:cubicBezTo>
                  <a:cubicBezTo>
                    <a:pt x="96477" y="129290"/>
                    <a:pt x="85011" y="128266"/>
                    <a:pt x="74117" y="126790"/>
                  </a:cubicBezTo>
                  <a:cubicBezTo>
                    <a:pt x="72640" y="115907"/>
                    <a:pt x="71617" y="104442"/>
                    <a:pt x="71093" y="92559"/>
                  </a:cubicBezTo>
                  <a:close/>
                  <a:moveTo>
                    <a:pt x="183059" y="92559"/>
                  </a:moveTo>
                  <a:lnTo>
                    <a:pt x="183059" y="92559"/>
                  </a:lnTo>
                  <a:cubicBezTo>
                    <a:pt x="182523" y="104442"/>
                    <a:pt x="181499" y="115907"/>
                    <a:pt x="180035" y="126802"/>
                  </a:cubicBezTo>
                  <a:cubicBezTo>
                    <a:pt x="169141" y="128266"/>
                    <a:pt x="157675" y="129290"/>
                    <a:pt x="145792" y="129826"/>
                  </a:cubicBezTo>
                  <a:cubicBezTo>
                    <a:pt x="146376" y="118289"/>
                    <a:pt x="146769" y="106192"/>
                    <a:pt x="146983" y="93750"/>
                  </a:cubicBezTo>
                  <a:cubicBezTo>
                    <a:pt x="159425" y="93536"/>
                    <a:pt x="171522" y="93143"/>
                    <a:pt x="183059" y="92559"/>
                  </a:cubicBezTo>
                  <a:close/>
                  <a:moveTo>
                    <a:pt x="107371" y="93750"/>
                  </a:moveTo>
                  <a:cubicBezTo>
                    <a:pt x="113860" y="93857"/>
                    <a:pt x="120432" y="93917"/>
                    <a:pt x="127076" y="93917"/>
                  </a:cubicBezTo>
                  <a:cubicBezTo>
                    <a:pt x="133708" y="93917"/>
                    <a:pt x="140292" y="93857"/>
                    <a:pt x="146769" y="93750"/>
                  </a:cubicBezTo>
                  <a:lnTo>
                    <a:pt x="146769" y="93750"/>
                  </a:lnTo>
                  <a:cubicBezTo>
                    <a:pt x="146566" y="106311"/>
                    <a:pt x="146150" y="118396"/>
                    <a:pt x="145578" y="129826"/>
                  </a:cubicBezTo>
                  <a:cubicBezTo>
                    <a:pt x="139506" y="130100"/>
                    <a:pt x="133339" y="130243"/>
                    <a:pt x="127076" y="130243"/>
                  </a:cubicBezTo>
                  <a:cubicBezTo>
                    <a:pt x="120813" y="130243"/>
                    <a:pt x="114634" y="130100"/>
                    <a:pt x="108574" y="129826"/>
                  </a:cubicBezTo>
                  <a:cubicBezTo>
                    <a:pt x="107990" y="118396"/>
                    <a:pt x="107585" y="106311"/>
                    <a:pt x="107371" y="93750"/>
                  </a:cubicBezTo>
                  <a:close/>
                  <a:moveTo>
                    <a:pt x="266653" y="116300"/>
                  </a:moveTo>
                  <a:lnTo>
                    <a:pt x="266653" y="116300"/>
                  </a:lnTo>
                  <a:cubicBezTo>
                    <a:pt x="259152" y="126861"/>
                    <a:pt x="248817" y="136600"/>
                    <a:pt x="235875" y="145101"/>
                  </a:cubicBezTo>
                  <a:cubicBezTo>
                    <a:pt x="235411" y="145399"/>
                    <a:pt x="234946" y="145697"/>
                    <a:pt x="234482" y="145994"/>
                  </a:cubicBezTo>
                  <a:cubicBezTo>
                    <a:pt x="234756" y="146006"/>
                    <a:pt x="235030" y="146018"/>
                    <a:pt x="235304" y="146030"/>
                  </a:cubicBezTo>
                  <a:cubicBezTo>
                    <a:pt x="235577" y="145852"/>
                    <a:pt x="235851" y="145673"/>
                    <a:pt x="236137" y="145494"/>
                  </a:cubicBezTo>
                  <a:cubicBezTo>
                    <a:pt x="248710" y="137243"/>
                    <a:pt x="258854" y="127814"/>
                    <a:pt x="266319" y="117586"/>
                  </a:cubicBezTo>
                  <a:lnTo>
                    <a:pt x="266319" y="117586"/>
                  </a:lnTo>
                  <a:cubicBezTo>
                    <a:pt x="263533" y="127504"/>
                    <a:pt x="259831" y="137005"/>
                    <a:pt x="255306" y="145971"/>
                  </a:cubicBezTo>
                  <a:cubicBezTo>
                    <a:pt x="255544" y="145983"/>
                    <a:pt x="255794" y="145994"/>
                    <a:pt x="256032" y="146006"/>
                  </a:cubicBezTo>
                  <a:cubicBezTo>
                    <a:pt x="260354" y="137374"/>
                    <a:pt x="263879" y="128338"/>
                    <a:pt x="266569" y="118991"/>
                  </a:cubicBezTo>
                  <a:cubicBezTo>
                    <a:pt x="266593" y="118098"/>
                    <a:pt x="266617" y="117193"/>
                    <a:pt x="266653" y="116300"/>
                  </a:cubicBezTo>
                  <a:close/>
                  <a:moveTo>
                    <a:pt x="1798" y="132362"/>
                  </a:moveTo>
                  <a:cubicBezTo>
                    <a:pt x="1774" y="132540"/>
                    <a:pt x="1739" y="132731"/>
                    <a:pt x="1715" y="132933"/>
                  </a:cubicBezTo>
                  <a:cubicBezTo>
                    <a:pt x="6573" y="137362"/>
                    <a:pt x="12014" y="141553"/>
                    <a:pt x="18015" y="145494"/>
                  </a:cubicBezTo>
                  <a:cubicBezTo>
                    <a:pt x="18229" y="145637"/>
                    <a:pt x="18455" y="145780"/>
                    <a:pt x="18669" y="145923"/>
                  </a:cubicBezTo>
                  <a:cubicBezTo>
                    <a:pt x="18681" y="145899"/>
                    <a:pt x="18681" y="145887"/>
                    <a:pt x="18693" y="145875"/>
                  </a:cubicBezTo>
                  <a:lnTo>
                    <a:pt x="18693" y="145875"/>
                  </a:lnTo>
                  <a:cubicBezTo>
                    <a:pt x="18681" y="145899"/>
                    <a:pt x="18693" y="145911"/>
                    <a:pt x="18693" y="145935"/>
                  </a:cubicBezTo>
                  <a:cubicBezTo>
                    <a:pt x="18800" y="146006"/>
                    <a:pt x="18908" y="146066"/>
                    <a:pt x="19015" y="146137"/>
                  </a:cubicBezTo>
                  <a:cubicBezTo>
                    <a:pt x="19348" y="146256"/>
                    <a:pt x="19872" y="146328"/>
                    <a:pt x="20336" y="146423"/>
                  </a:cubicBezTo>
                  <a:cubicBezTo>
                    <a:pt x="19646" y="145983"/>
                    <a:pt x="18955" y="145542"/>
                    <a:pt x="18277" y="145090"/>
                  </a:cubicBezTo>
                  <a:cubicBezTo>
                    <a:pt x="12204" y="141113"/>
                    <a:pt x="6692" y="136850"/>
                    <a:pt x="1798" y="132362"/>
                  </a:cubicBezTo>
                  <a:close/>
                  <a:moveTo>
                    <a:pt x="176558" y="0"/>
                  </a:moveTo>
                  <a:cubicBezTo>
                    <a:pt x="176701" y="572"/>
                    <a:pt x="176832" y="1167"/>
                    <a:pt x="176963" y="1774"/>
                  </a:cubicBezTo>
                  <a:lnTo>
                    <a:pt x="176903" y="1774"/>
                  </a:lnTo>
                  <a:cubicBezTo>
                    <a:pt x="178070" y="7787"/>
                    <a:pt x="179106" y="14038"/>
                    <a:pt x="179975" y="20491"/>
                  </a:cubicBezTo>
                  <a:cubicBezTo>
                    <a:pt x="168998" y="19015"/>
                    <a:pt x="157544" y="18003"/>
                    <a:pt x="145781" y="17491"/>
                  </a:cubicBezTo>
                  <a:cubicBezTo>
                    <a:pt x="145507" y="12157"/>
                    <a:pt x="145197" y="6942"/>
                    <a:pt x="144852" y="1858"/>
                  </a:cubicBezTo>
                  <a:cubicBezTo>
                    <a:pt x="144780" y="1870"/>
                    <a:pt x="144697" y="1870"/>
                    <a:pt x="144626" y="1870"/>
                  </a:cubicBezTo>
                  <a:cubicBezTo>
                    <a:pt x="144971" y="6918"/>
                    <a:pt x="145292" y="12121"/>
                    <a:pt x="145554" y="17479"/>
                  </a:cubicBezTo>
                  <a:cubicBezTo>
                    <a:pt x="139470" y="17217"/>
                    <a:pt x="133303" y="17074"/>
                    <a:pt x="127076" y="17074"/>
                  </a:cubicBezTo>
                  <a:cubicBezTo>
                    <a:pt x="120849" y="17074"/>
                    <a:pt x="114681" y="17217"/>
                    <a:pt x="108585" y="17479"/>
                  </a:cubicBezTo>
                  <a:cubicBezTo>
                    <a:pt x="108895" y="11573"/>
                    <a:pt x="109240" y="5846"/>
                    <a:pt x="109621" y="322"/>
                  </a:cubicBezTo>
                  <a:lnTo>
                    <a:pt x="109621" y="322"/>
                  </a:lnTo>
                  <a:cubicBezTo>
                    <a:pt x="109550" y="334"/>
                    <a:pt x="109478" y="334"/>
                    <a:pt x="109407" y="346"/>
                  </a:cubicBezTo>
                  <a:cubicBezTo>
                    <a:pt x="109014" y="5894"/>
                    <a:pt x="108669" y="11621"/>
                    <a:pt x="108371" y="17491"/>
                  </a:cubicBezTo>
                  <a:cubicBezTo>
                    <a:pt x="96608" y="18003"/>
                    <a:pt x="85142" y="19015"/>
                    <a:pt x="74164" y="20491"/>
                  </a:cubicBezTo>
                  <a:cubicBezTo>
                    <a:pt x="75069" y="13871"/>
                    <a:pt x="76129" y="7454"/>
                    <a:pt x="77343" y="1298"/>
                  </a:cubicBezTo>
                  <a:lnTo>
                    <a:pt x="77343" y="1298"/>
                  </a:lnTo>
                  <a:cubicBezTo>
                    <a:pt x="77212" y="1310"/>
                    <a:pt x="77081" y="1322"/>
                    <a:pt x="76951" y="1334"/>
                  </a:cubicBezTo>
                  <a:cubicBezTo>
                    <a:pt x="75724" y="7537"/>
                    <a:pt x="74665" y="13954"/>
                    <a:pt x="73783" y="20539"/>
                  </a:cubicBezTo>
                  <a:cubicBezTo>
                    <a:pt x="58198" y="22646"/>
                    <a:pt x="43601" y="25682"/>
                    <a:pt x="30480" y="29575"/>
                  </a:cubicBezTo>
                  <a:cubicBezTo>
                    <a:pt x="32374" y="19872"/>
                    <a:pt x="34910" y="10502"/>
                    <a:pt x="38029" y="1560"/>
                  </a:cubicBezTo>
                  <a:cubicBezTo>
                    <a:pt x="37874" y="1548"/>
                    <a:pt x="37708" y="1548"/>
                    <a:pt x="37541" y="1536"/>
                  </a:cubicBezTo>
                  <a:cubicBezTo>
                    <a:pt x="34409" y="10525"/>
                    <a:pt x="31862" y="19955"/>
                    <a:pt x="29968" y="29718"/>
                  </a:cubicBezTo>
                  <a:cubicBezTo>
                    <a:pt x="25849" y="30957"/>
                    <a:pt x="21884" y="32266"/>
                    <a:pt x="18086" y="33659"/>
                  </a:cubicBezTo>
                  <a:cubicBezTo>
                    <a:pt x="12252" y="35802"/>
                    <a:pt x="6942" y="38088"/>
                    <a:pt x="2191" y="40493"/>
                  </a:cubicBezTo>
                  <a:lnTo>
                    <a:pt x="2179" y="40934"/>
                  </a:lnTo>
                  <a:cubicBezTo>
                    <a:pt x="10097" y="36910"/>
                    <a:pt x="19420" y="33278"/>
                    <a:pt x="29885" y="30147"/>
                  </a:cubicBezTo>
                  <a:lnTo>
                    <a:pt x="29885" y="30147"/>
                  </a:lnTo>
                  <a:cubicBezTo>
                    <a:pt x="28111" y="39386"/>
                    <a:pt x="26885" y="48911"/>
                    <a:pt x="26266" y="58627"/>
                  </a:cubicBezTo>
                  <a:cubicBezTo>
                    <a:pt x="23480" y="58948"/>
                    <a:pt x="20765" y="59270"/>
                    <a:pt x="18134" y="59615"/>
                  </a:cubicBezTo>
                  <a:cubicBezTo>
                    <a:pt x="11621" y="60460"/>
                    <a:pt x="5763" y="61365"/>
                    <a:pt x="584" y="62329"/>
                  </a:cubicBezTo>
                  <a:cubicBezTo>
                    <a:pt x="596" y="62389"/>
                    <a:pt x="596" y="62460"/>
                    <a:pt x="608" y="62520"/>
                  </a:cubicBezTo>
                  <a:cubicBezTo>
                    <a:pt x="7942" y="61163"/>
                    <a:pt x="16574" y="59924"/>
                    <a:pt x="26254" y="58841"/>
                  </a:cubicBezTo>
                  <a:lnTo>
                    <a:pt x="26254" y="58841"/>
                  </a:lnTo>
                  <a:cubicBezTo>
                    <a:pt x="25944" y="63794"/>
                    <a:pt x="25777" y="68794"/>
                    <a:pt x="25777" y="73843"/>
                  </a:cubicBezTo>
                  <a:cubicBezTo>
                    <a:pt x="25777" y="78879"/>
                    <a:pt x="25944" y="83880"/>
                    <a:pt x="26254" y="88833"/>
                  </a:cubicBezTo>
                  <a:cubicBezTo>
                    <a:pt x="17014" y="87797"/>
                    <a:pt x="8740" y="86618"/>
                    <a:pt x="1620" y="85332"/>
                  </a:cubicBezTo>
                  <a:cubicBezTo>
                    <a:pt x="1620" y="85404"/>
                    <a:pt x="1620" y="85475"/>
                    <a:pt x="1620" y="85535"/>
                  </a:cubicBezTo>
                  <a:cubicBezTo>
                    <a:pt x="6537" y="86428"/>
                    <a:pt x="12050" y="87273"/>
                    <a:pt x="18134" y="88059"/>
                  </a:cubicBezTo>
                  <a:cubicBezTo>
                    <a:pt x="20765" y="88404"/>
                    <a:pt x="23480" y="88726"/>
                    <a:pt x="26266" y="89047"/>
                  </a:cubicBezTo>
                  <a:cubicBezTo>
                    <a:pt x="26885" y="98762"/>
                    <a:pt x="28099" y="108287"/>
                    <a:pt x="29885" y="117527"/>
                  </a:cubicBezTo>
                  <a:cubicBezTo>
                    <a:pt x="18824" y="114217"/>
                    <a:pt x="9037" y="110359"/>
                    <a:pt x="846" y="106049"/>
                  </a:cubicBezTo>
                  <a:lnTo>
                    <a:pt x="846" y="106049"/>
                  </a:lnTo>
                  <a:cubicBezTo>
                    <a:pt x="858" y="106204"/>
                    <a:pt x="870" y="106359"/>
                    <a:pt x="881" y="106513"/>
                  </a:cubicBezTo>
                  <a:cubicBezTo>
                    <a:pt x="5977" y="109169"/>
                    <a:pt x="11716" y="111669"/>
                    <a:pt x="18086" y="114014"/>
                  </a:cubicBezTo>
                  <a:cubicBezTo>
                    <a:pt x="21884" y="115407"/>
                    <a:pt x="25849" y="116717"/>
                    <a:pt x="29968" y="117955"/>
                  </a:cubicBezTo>
                  <a:cubicBezTo>
                    <a:pt x="31850" y="127611"/>
                    <a:pt x="34350" y="136946"/>
                    <a:pt x="37446" y="145852"/>
                  </a:cubicBezTo>
                  <a:cubicBezTo>
                    <a:pt x="37600" y="145840"/>
                    <a:pt x="37767" y="145840"/>
                    <a:pt x="37934" y="145828"/>
                  </a:cubicBezTo>
                  <a:cubicBezTo>
                    <a:pt x="34862" y="136981"/>
                    <a:pt x="32362" y="127706"/>
                    <a:pt x="30480" y="118098"/>
                  </a:cubicBezTo>
                  <a:lnTo>
                    <a:pt x="30480" y="118098"/>
                  </a:lnTo>
                  <a:cubicBezTo>
                    <a:pt x="43589" y="121992"/>
                    <a:pt x="58198" y="125028"/>
                    <a:pt x="73783" y="127135"/>
                  </a:cubicBezTo>
                  <a:cubicBezTo>
                    <a:pt x="74653" y="133600"/>
                    <a:pt x="75688" y="139910"/>
                    <a:pt x="76879" y="146006"/>
                  </a:cubicBezTo>
                  <a:cubicBezTo>
                    <a:pt x="77010" y="146006"/>
                    <a:pt x="77141" y="146018"/>
                    <a:pt x="77272" y="146018"/>
                  </a:cubicBezTo>
                  <a:cubicBezTo>
                    <a:pt x="76093" y="139970"/>
                    <a:pt x="75046" y="133683"/>
                    <a:pt x="74164" y="127183"/>
                  </a:cubicBezTo>
                  <a:lnTo>
                    <a:pt x="74164" y="127183"/>
                  </a:lnTo>
                  <a:cubicBezTo>
                    <a:pt x="85154" y="128659"/>
                    <a:pt x="96608" y="129659"/>
                    <a:pt x="108371" y="130183"/>
                  </a:cubicBezTo>
                  <a:cubicBezTo>
                    <a:pt x="108657" y="135850"/>
                    <a:pt x="108990" y="141375"/>
                    <a:pt x="109371" y="146733"/>
                  </a:cubicBezTo>
                  <a:cubicBezTo>
                    <a:pt x="109443" y="146745"/>
                    <a:pt x="109514" y="146745"/>
                    <a:pt x="109586" y="146756"/>
                  </a:cubicBezTo>
                  <a:cubicBezTo>
                    <a:pt x="109205" y="141411"/>
                    <a:pt x="108883" y="135886"/>
                    <a:pt x="108585" y="130195"/>
                  </a:cubicBezTo>
                  <a:lnTo>
                    <a:pt x="108585" y="130195"/>
                  </a:lnTo>
                  <a:cubicBezTo>
                    <a:pt x="114681" y="130457"/>
                    <a:pt x="120849" y="130600"/>
                    <a:pt x="127076" y="130600"/>
                  </a:cubicBezTo>
                  <a:cubicBezTo>
                    <a:pt x="133303" y="130600"/>
                    <a:pt x="139470" y="130457"/>
                    <a:pt x="145554" y="130195"/>
                  </a:cubicBezTo>
                  <a:lnTo>
                    <a:pt x="145554" y="130195"/>
                  </a:lnTo>
                  <a:cubicBezTo>
                    <a:pt x="145328" y="134815"/>
                    <a:pt x="145066" y="139327"/>
                    <a:pt x="144769" y="143720"/>
                  </a:cubicBezTo>
                  <a:cubicBezTo>
                    <a:pt x="144828" y="143851"/>
                    <a:pt x="144888" y="143994"/>
                    <a:pt x="144959" y="144161"/>
                  </a:cubicBezTo>
                  <a:cubicBezTo>
                    <a:pt x="145257" y="139613"/>
                    <a:pt x="145531" y="134945"/>
                    <a:pt x="145781" y="130183"/>
                  </a:cubicBezTo>
                  <a:cubicBezTo>
                    <a:pt x="157544" y="129671"/>
                    <a:pt x="168998" y="128659"/>
                    <a:pt x="179975" y="127183"/>
                  </a:cubicBezTo>
                  <a:lnTo>
                    <a:pt x="179975" y="127183"/>
                  </a:lnTo>
                  <a:cubicBezTo>
                    <a:pt x="179106" y="133588"/>
                    <a:pt x="178094" y="139791"/>
                    <a:pt x="176927" y="145756"/>
                  </a:cubicBezTo>
                  <a:lnTo>
                    <a:pt x="177034" y="145756"/>
                  </a:lnTo>
                  <a:cubicBezTo>
                    <a:pt x="177142" y="145697"/>
                    <a:pt x="177249" y="145625"/>
                    <a:pt x="177356" y="145566"/>
                  </a:cubicBezTo>
                  <a:cubicBezTo>
                    <a:pt x="178511" y="139601"/>
                    <a:pt x="179511" y="133445"/>
                    <a:pt x="180368" y="127135"/>
                  </a:cubicBezTo>
                  <a:cubicBezTo>
                    <a:pt x="195953" y="125028"/>
                    <a:pt x="210551" y="121992"/>
                    <a:pt x="223671" y="118098"/>
                  </a:cubicBezTo>
                  <a:lnTo>
                    <a:pt x="223671" y="118098"/>
                  </a:lnTo>
                  <a:cubicBezTo>
                    <a:pt x="221814" y="127599"/>
                    <a:pt x="219337" y="136791"/>
                    <a:pt x="216301" y="145554"/>
                  </a:cubicBezTo>
                  <a:lnTo>
                    <a:pt x="216801" y="145554"/>
                  </a:lnTo>
                  <a:cubicBezTo>
                    <a:pt x="219849" y="136743"/>
                    <a:pt x="222326" y="127504"/>
                    <a:pt x="224183" y="117943"/>
                  </a:cubicBezTo>
                  <a:cubicBezTo>
                    <a:pt x="228291" y="116717"/>
                    <a:pt x="232268" y="115407"/>
                    <a:pt x="236066" y="114002"/>
                  </a:cubicBezTo>
                  <a:cubicBezTo>
                    <a:pt x="249877" y="108930"/>
                    <a:pt x="260747" y="103073"/>
                    <a:pt x="268367" y="96679"/>
                  </a:cubicBezTo>
                  <a:cubicBezTo>
                    <a:pt x="268391" y="96476"/>
                    <a:pt x="268427" y="96286"/>
                    <a:pt x="268451" y="96084"/>
                  </a:cubicBezTo>
                  <a:lnTo>
                    <a:pt x="268451" y="96084"/>
                  </a:lnTo>
                  <a:cubicBezTo>
                    <a:pt x="258592" y="104477"/>
                    <a:pt x="243317" y="111824"/>
                    <a:pt x="224267" y="117527"/>
                  </a:cubicBezTo>
                  <a:cubicBezTo>
                    <a:pt x="226041" y="108287"/>
                    <a:pt x="227267" y="98762"/>
                    <a:pt x="227886" y="89047"/>
                  </a:cubicBezTo>
                  <a:cubicBezTo>
                    <a:pt x="230672" y="88726"/>
                    <a:pt x="233387" y="88404"/>
                    <a:pt x="236018" y="88059"/>
                  </a:cubicBezTo>
                  <a:cubicBezTo>
                    <a:pt x="248770" y="86404"/>
                    <a:pt x="259009" y="84511"/>
                    <a:pt x="266510" y="82451"/>
                  </a:cubicBezTo>
                  <a:cubicBezTo>
                    <a:pt x="266510" y="82379"/>
                    <a:pt x="266510" y="82308"/>
                    <a:pt x="266510" y="82249"/>
                  </a:cubicBezTo>
                  <a:cubicBezTo>
                    <a:pt x="257306" y="84773"/>
                    <a:pt x="244079" y="87023"/>
                    <a:pt x="227898" y="88833"/>
                  </a:cubicBezTo>
                  <a:cubicBezTo>
                    <a:pt x="228208" y="83880"/>
                    <a:pt x="228362" y="78867"/>
                    <a:pt x="228362" y="73831"/>
                  </a:cubicBezTo>
                  <a:cubicBezTo>
                    <a:pt x="228362" y="68794"/>
                    <a:pt x="228208" y="63782"/>
                    <a:pt x="227898" y="58829"/>
                  </a:cubicBezTo>
                  <a:lnTo>
                    <a:pt x="227898" y="58829"/>
                  </a:lnTo>
                  <a:cubicBezTo>
                    <a:pt x="244519" y="60698"/>
                    <a:pt x="258009" y="63008"/>
                    <a:pt x="267248" y="65627"/>
                  </a:cubicBezTo>
                  <a:cubicBezTo>
                    <a:pt x="267248" y="65556"/>
                    <a:pt x="267260" y="65496"/>
                    <a:pt x="267260" y="65425"/>
                  </a:cubicBezTo>
                  <a:cubicBezTo>
                    <a:pt x="259711" y="63282"/>
                    <a:pt x="249210" y="61317"/>
                    <a:pt x="236018" y="59603"/>
                  </a:cubicBezTo>
                  <a:cubicBezTo>
                    <a:pt x="233387" y="59270"/>
                    <a:pt x="230672" y="58936"/>
                    <a:pt x="227886" y="58627"/>
                  </a:cubicBezTo>
                  <a:cubicBezTo>
                    <a:pt x="227267" y="48899"/>
                    <a:pt x="226041" y="39374"/>
                    <a:pt x="224267" y="30135"/>
                  </a:cubicBezTo>
                  <a:lnTo>
                    <a:pt x="224267" y="30135"/>
                  </a:lnTo>
                  <a:cubicBezTo>
                    <a:pt x="243650" y="35945"/>
                    <a:pt x="259116" y="43446"/>
                    <a:pt x="268963" y="52019"/>
                  </a:cubicBezTo>
                  <a:cubicBezTo>
                    <a:pt x="268986" y="51864"/>
                    <a:pt x="269010" y="51709"/>
                    <a:pt x="269046" y="51566"/>
                  </a:cubicBezTo>
                  <a:cubicBezTo>
                    <a:pt x="261390" y="44946"/>
                    <a:pt x="250294" y="38886"/>
                    <a:pt x="236066" y="33659"/>
                  </a:cubicBezTo>
                  <a:cubicBezTo>
                    <a:pt x="232268" y="32266"/>
                    <a:pt x="228291" y="30945"/>
                    <a:pt x="224183" y="29718"/>
                  </a:cubicBezTo>
                  <a:cubicBezTo>
                    <a:pt x="222338" y="20277"/>
                    <a:pt x="219909" y="11133"/>
                    <a:pt x="216908" y="2417"/>
                  </a:cubicBezTo>
                  <a:cubicBezTo>
                    <a:pt x="216766" y="2513"/>
                    <a:pt x="216635" y="2620"/>
                    <a:pt x="216504" y="2715"/>
                  </a:cubicBezTo>
                  <a:cubicBezTo>
                    <a:pt x="219456" y="11299"/>
                    <a:pt x="221850" y="20277"/>
                    <a:pt x="223671" y="29563"/>
                  </a:cubicBezTo>
                  <a:cubicBezTo>
                    <a:pt x="210551" y="25682"/>
                    <a:pt x="195953" y="22646"/>
                    <a:pt x="180368" y="20539"/>
                  </a:cubicBezTo>
                  <a:cubicBezTo>
                    <a:pt x="179416" y="13490"/>
                    <a:pt x="178273" y="6644"/>
                    <a:pt x="176951" y="36"/>
                  </a:cubicBezTo>
                  <a:cubicBezTo>
                    <a:pt x="176820" y="24"/>
                    <a:pt x="176689" y="12"/>
                    <a:pt x="176558" y="0"/>
                  </a:cubicBezTo>
                  <a:close/>
                </a:path>
              </a:pathLst>
            </a:custGeom>
            <a:solidFill>
              <a:srgbClr val="E3C98E">
                <a:alpha val="246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27" name="Google Shape;1027;p62"/>
          <p:cNvSpPr txBox="1"/>
          <p:nvPr>
            <p:ph type="title"/>
          </p:nvPr>
        </p:nvSpPr>
        <p:spPr>
          <a:xfrm>
            <a:off x="1095375" y="3586590"/>
            <a:ext cx="6953400" cy="5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9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28" name="Google Shape;1028;p62"/>
          <p:cNvSpPr txBox="1"/>
          <p:nvPr>
            <p:ph idx="1" type="subTitle"/>
          </p:nvPr>
        </p:nvSpPr>
        <p:spPr>
          <a:xfrm>
            <a:off x="1095375" y="1689500"/>
            <a:ext cx="6953400" cy="181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0" name="Google Shape;1030;p63"/>
          <p:cNvGrpSpPr/>
          <p:nvPr/>
        </p:nvGrpSpPr>
        <p:grpSpPr>
          <a:xfrm>
            <a:off x="0" y="0"/>
            <a:ext cx="9144003" cy="5143501"/>
            <a:chOff x="0" y="0"/>
            <a:chExt cx="9144003" cy="5143501"/>
          </a:xfrm>
        </p:grpSpPr>
        <p:pic>
          <p:nvPicPr>
            <p:cNvPr id="1031" name="Google Shape;1031;p63"/>
            <p:cNvPicPr preferRelativeResize="0"/>
            <p:nvPr/>
          </p:nvPicPr>
          <p:blipFill rotWithShape="1">
            <a:blip r:embed="rId2">
              <a:alphaModFix/>
            </a:blip>
            <a:srcRect b="8068" l="0" r="0" t="8060"/>
            <a:stretch/>
          </p:blipFill>
          <p:spPr>
            <a:xfrm>
              <a:off x="0" y="0"/>
              <a:ext cx="9144003" cy="5143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2" name="Google Shape;1032;p63"/>
            <p:cNvSpPr/>
            <p:nvPr/>
          </p:nvSpPr>
          <p:spPr>
            <a:xfrm>
              <a:off x="209980" y="194500"/>
              <a:ext cx="8763466" cy="4752275"/>
            </a:xfrm>
            <a:custGeom>
              <a:rect b="b" l="l" r="r" t="t"/>
              <a:pathLst>
                <a:path extrusionOk="0" h="147209" w="271904">
                  <a:moveTo>
                    <a:pt x="596" y="0"/>
                  </a:moveTo>
                  <a:lnTo>
                    <a:pt x="596" y="0"/>
                  </a:lnTo>
                  <a:cubicBezTo>
                    <a:pt x="2025" y="5965"/>
                    <a:pt x="3072" y="13895"/>
                    <a:pt x="3644" y="22312"/>
                  </a:cubicBezTo>
                  <a:cubicBezTo>
                    <a:pt x="7942" y="23515"/>
                    <a:pt x="13609" y="23932"/>
                    <a:pt x="5085" y="25063"/>
                  </a:cubicBezTo>
                  <a:cubicBezTo>
                    <a:pt x="5096" y="25110"/>
                    <a:pt x="5108" y="25146"/>
                    <a:pt x="5120" y="25194"/>
                  </a:cubicBezTo>
                  <a:cubicBezTo>
                    <a:pt x="5263" y="25301"/>
                    <a:pt x="5394" y="25396"/>
                    <a:pt x="5525" y="25503"/>
                  </a:cubicBezTo>
                  <a:cubicBezTo>
                    <a:pt x="5692" y="25539"/>
                    <a:pt x="5954" y="25479"/>
                    <a:pt x="6037" y="25658"/>
                  </a:cubicBezTo>
                  <a:cubicBezTo>
                    <a:pt x="8561" y="26230"/>
                    <a:pt x="4561" y="26670"/>
                    <a:pt x="3894" y="26789"/>
                  </a:cubicBezTo>
                  <a:cubicBezTo>
                    <a:pt x="4203" y="33719"/>
                    <a:pt x="4192" y="40803"/>
                    <a:pt x="3787" y="47256"/>
                  </a:cubicBezTo>
                  <a:cubicBezTo>
                    <a:pt x="2560" y="47137"/>
                    <a:pt x="1298" y="47006"/>
                    <a:pt x="1" y="46875"/>
                  </a:cubicBezTo>
                  <a:lnTo>
                    <a:pt x="1" y="46875"/>
                  </a:lnTo>
                  <a:cubicBezTo>
                    <a:pt x="1429" y="52840"/>
                    <a:pt x="2477" y="60770"/>
                    <a:pt x="3049" y="69199"/>
                  </a:cubicBezTo>
                  <a:cubicBezTo>
                    <a:pt x="7347" y="70402"/>
                    <a:pt x="13014" y="70818"/>
                    <a:pt x="4489" y="71949"/>
                  </a:cubicBezTo>
                  <a:cubicBezTo>
                    <a:pt x="4501" y="71985"/>
                    <a:pt x="4513" y="72033"/>
                    <a:pt x="4525" y="72069"/>
                  </a:cubicBezTo>
                  <a:cubicBezTo>
                    <a:pt x="4668" y="72176"/>
                    <a:pt x="4787" y="72283"/>
                    <a:pt x="4930" y="72390"/>
                  </a:cubicBezTo>
                  <a:cubicBezTo>
                    <a:pt x="5096" y="72414"/>
                    <a:pt x="5358" y="72366"/>
                    <a:pt x="5442" y="72545"/>
                  </a:cubicBezTo>
                  <a:cubicBezTo>
                    <a:pt x="7966" y="73104"/>
                    <a:pt x="3965" y="73557"/>
                    <a:pt x="3299" y="73664"/>
                  </a:cubicBezTo>
                  <a:cubicBezTo>
                    <a:pt x="3513" y="78510"/>
                    <a:pt x="3572" y="83427"/>
                    <a:pt x="3453" y="88154"/>
                  </a:cubicBezTo>
                  <a:cubicBezTo>
                    <a:pt x="2322" y="88047"/>
                    <a:pt x="1179" y="87928"/>
                    <a:pt x="1" y="87809"/>
                  </a:cubicBezTo>
                  <a:lnTo>
                    <a:pt x="1" y="87809"/>
                  </a:lnTo>
                  <a:cubicBezTo>
                    <a:pt x="989" y="91940"/>
                    <a:pt x="1798" y="97036"/>
                    <a:pt x="2394" y="102584"/>
                  </a:cubicBezTo>
                  <a:cubicBezTo>
                    <a:pt x="2239" y="103727"/>
                    <a:pt x="2072" y="104834"/>
                    <a:pt x="1882" y="105894"/>
                  </a:cubicBezTo>
                  <a:cubicBezTo>
                    <a:pt x="2156" y="105870"/>
                    <a:pt x="2429" y="105846"/>
                    <a:pt x="2715" y="105811"/>
                  </a:cubicBezTo>
                  <a:cubicBezTo>
                    <a:pt x="2834" y="107228"/>
                    <a:pt x="2953" y="108668"/>
                    <a:pt x="3049" y="110121"/>
                  </a:cubicBezTo>
                  <a:cubicBezTo>
                    <a:pt x="7347" y="111323"/>
                    <a:pt x="13014" y="111740"/>
                    <a:pt x="4489" y="112871"/>
                  </a:cubicBezTo>
                  <a:cubicBezTo>
                    <a:pt x="4501" y="112919"/>
                    <a:pt x="4513" y="112954"/>
                    <a:pt x="4525" y="113002"/>
                  </a:cubicBezTo>
                  <a:cubicBezTo>
                    <a:pt x="4668" y="113109"/>
                    <a:pt x="4799" y="113205"/>
                    <a:pt x="4930" y="113312"/>
                  </a:cubicBezTo>
                  <a:cubicBezTo>
                    <a:pt x="5096" y="113347"/>
                    <a:pt x="5358" y="113288"/>
                    <a:pt x="5442" y="113466"/>
                  </a:cubicBezTo>
                  <a:cubicBezTo>
                    <a:pt x="7966" y="114038"/>
                    <a:pt x="3965" y="114478"/>
                    <a:pt x="3299" y="114598"/>
                  </a:cubicBezTo>
                  <a:cubicBezTo>
                    <a:pt x="3822" y="126123"/>
                    <a:pt x="4668" y="127147"/>
                    <a:pt x="3120" y="135886"/>
                  </a:cubicBezTo>
                  <a:cubicBezTo>
                    <a:pt x="4608" y="136338"/>
                    <a:pt x="14133" y="147209"/>
                    <a:pt x="14133" y="147209"/>
                  </a:cubicBezTo>
                  <a:cubicBezTo>
                    <a:pt x="14133" y="147209"/>
                    <a:pt x="16765" y="146220"/>
                    <a:pt x="20479" y="146137"/>
                  </a:cubicBezTo>
                  <a:cubicBezTo>
                    <a:pt x="20503" y="146054"/>
                    <a:pt x="20539" y="145959"/>
                    <a:pt x="20563" y="145875"/>
                  </a:cubicBezTo>
                  <a:lnTo>
                    <a:pt x="20563" y="145875"/>
                  </a:lnTo>
                  <a:cubicBezTo>
                    <a:pt x="20491" y="146340"/>
                    <a:pt x="23242" y="146363"/>
                    <a:pt x="23158" y="146816"/>
                  </a:cubicBezTo>
                  <a:cubicBezTo>
                    <a:pt x="29516" y="146220"/>
                    <a:pt x="36481" y="145875"/>
                    <a:pt x="44589" y="145697"/>
                  </a:cubicBezTo>
                  <a:cubicBezTo>
                    <a:pt x="44613" y="145625"/>
                    <a:pt x="44637" y="145554"/>
                    <a:pt x="44661" y="145494"/>
                  </a:cubicBezTo>
                  <a:cubicBezTo>
                    <a:pt x="45090" y="145494"/>
                    <a:pt x="45530" y="145494"/>
                    <a:pt x="45959" y="145482"/>
                  </a:cubicBezTo>
                  <a:cubicBezTo>
                    <a:pt x="45959" y="145542"/>
                    <a:pt x="45959" y="145601"/>
                    <a:pt x="45959" y="145661"/>
                  </a:cubicBezTo>
                  <a:cubicBezTo>
                    <a:pt x="46173" y="145661"/>
                    <a:pt x="46387" y="145661"/>
                    <a:pt x="46602" y="145649"/>
                  </a:cubicBezTo>
                  <a:cubicBezTo>
                    <a:pt x="46637" y="145601"/>
                    <a:pt x="46661" y="145542"/>
                    <a:pt x="46685" y="145482"/>
                  </a:cubicBezTo>
                  <a:cubicBezTo>
                    <a:pt x="47197" y="145482"/>
                    <a:pt x="47709" y="145482"/>
                    <a:pt x="48221" y="145494"/>
                  </a:cubicBezTo>
                  <a:cubicBezTo>
                    <a:pt x="48221" y="145530"/>
                    <a:pt x="48221" y="145578"/>
                    <a:pt x="48221" y="145625"/>
                  </a:cubicBezTo>
                  <a:cubicBezTo>
                    <a:pt x="50912" y="145578"/>
                    <a:pt x="53900" y="145542"/>
                    <a:pt x="57031" y="145518"/>
                  </a:cubicBezTo>
                  <a:cubicBezTo>
                    <a:pt x="59651" y="145542"/>
                    <a:pt x="62151" y="145566"/>
                    <a:pt x="64461" y="145601"/>
                  </a:cubicBezTo>
                  <a:cubicBezTo>
                    <a:pt x="64461" y="145566"/>
                    <a:pt x="64461" y="145530"/>
                    <a:pt x="64461" y="145494"/>
                  </a:cubicBezTo>
                  <a:cubicBezTo>
                    <a:pt x="65592" y="145488"/>
                    <a:pt x="66726" y="145485"/>
                    <a:pt x="67860" y="145485"/>
                  </a:cubicBezTo>
                  <a:cubicBezTo>
                    <a:pt x="68994" y="145485"/>
                    <a:pt x="70128" y="145488"/>
                    <a:pt x="71259" y="145494"/>
                  </a:cubicBezTo>
                  <a:cubicBezTo>
                    <a:pt x="71402" y="145578"/>
                    <a:pt x="71545" y="145661"/>
                    <a:pt x="71700" y="145744"/>
                  </a:cubicBezTo>
                  <a:cubicBezTo>
                    <a:pt x="78891" y="145947"/>
                    <a:pt x="85190" y="146268"/>
                    <a:pt x="90976" y="146816"/>
                  </a:cubicBezTo>
                  <a:cubicBezTo>
                    <a:pt x="90845" y="146054"/>
                    <a:pt x="90714" y="145256"/>
                    <a:pt x="90595" y="144435"/>
                  </a:cubicBezTo>
                  <a:lnTo>
                    <a:pt x="90595" y="144435"/>
                  </a:lnTo>
                  <a:cubicBezTo>
                    <a:pt x="91429" y="144792"/>
                    <a:pt x="92191" y="145304"/>
                    <a:pt x="92976" y="145744"/>
                  </a:cubicBezTo>
                  <a:cubicBezTo>
                    <a:pt x="96596" y="145851"/>
                    <a:pt x="99989" y="145982"/>
                    <a:pt x="103204" y="146161"/>
                  </a:cubicBezTo>
                  <a:cubicBezTo>
                    <a:pt x="103156" y="146375"/>
                    <a:pt x="103121" y="146601"/>
                    <a:pt x="103085" y="146828"/>
                  </a:cubicBezTo>
                  <a:cubicBezTo>
                    <a:pt x="104573" y="146685"/>
                    <a:pt x="106109" y="146554"/>
                    <a:pt x="107669" y="146447"/>
                  </a:cubicBezTo>
                  <a:cubicBezTo>
                    <a:pt x="109240" y="146554"/>
                    <a:pt x="110764" y="146685"/>
                    <a:pt x="112265" y="146828"/>
                  </a:cubicBezTo>
                  <a:cubicBezTo>
                    <a:pt x="112217" y="146601"/>
                    <a:pt x="112181" y="146375"/>
                    <a:pt x="112146" y="146161"/>
                  </a:cubicBezTo>
                  <a:cubicBezTo>
                    <a:pt x="115979" y="145947"/>
                    <a:pt x="120075" y="145792"/>
                    <a:pt x="124504" y="145697"/>
                  </a:cubicBezTo>
                  <a:cubicBezTo>
                    <a:pt x="125022" y="144156"/>
                    <a:pt x="125413" y="143165"/>
                    <a:pt x="125645" y="143165"/>
                  </a:cubicBezTo>
                  <a:cubicBezTo>
                    <a:pt x="125846" y="143165"/>
                    <a:pt x="125929" y="143902"/>
                    <a:pt x="125873" y="145661"/>
                  </a:cubicBezTo>
                  <a:cubicBezTo>
                    <a:pt x="126100" y="145661"/>
                    <a:pt x="126302" y="145661"/>
                    <a:pt x="126528" y="145649"/>
                  </a:cubicBezTo>
                  <a:cubicBezTo>
                    <a:pt x="127181" y="144357"/>
                    <a:pt x="127670" y="143321"/>
                    <a:pt x="127939" y="143321"/>
                  </a:cubicBezTo>
                  <a:cubicBezTo>
                    <a:pt x="128150" y="143321"/>
                    <a:pt x="128225" y="143963"/>
                    <a:pt x="128136" y="145625"/>
                  </a:cubicBezTo>
                  <a:cubicBezTo>
                    <a:pt x="130541" y="145589"/>
                    <a:pt x="133184" y="145554"/>
                    <a:pt x="135946" y="145530"/>
                  </a:cubicBezTo>
                  <a:cubicBezTo>
                    <a:pt x="138720" y="145554"/>
                    <a:pt x="141352" y="145589"/>
                    <a:pt x="143757" y="145625"/>
                  </a:cubicBezTo>
                  <a:cubicBezTo>
                    <a:pt x="143667" y="143963"/>
                    <a:pt x="143745" y="143321"/>
                    <a:pt x="143959" y="143321"/>
                  </a:cubicBezTo>
                  <a:cubicBezTo>
                    <a:pt x="144230" y="143321"/>
                    <a:pt x="144723" y="144357"/>
                    <a:pt x="145376" y="145649"/>
                  </a:cubicBezTo>
                  <a:cubicBezTo>
                    <a:pt x="145590" y="145661"/>
                    <a:pt x="145804" y="145661"/>
                    <a:pt x="146019" y="145661"/>
                  </a:cubicBezTo>
                  <a:cubicBezTo>
                    <a:pt x="145964" y="143902"/>
                    <a:pt x="146046" y="143165"/>
                    <a:pt x="146247" y="143165"/>
                  </a:cubicBezTo>
                  <a:cubicBezTo>
                    <a:pt x="146479" y="143165"/>
                    <a:pt x="146870" y="144156"/>
                    <a:pt x="147388" y="145697"/>
                  </a:cubicBezTo>
                  <a:cubicBezTo>
                    <a:pt x="151817" y="145792"/>
                    <a:pt x="155913" y="145947"/>
                    <a:pt x="159759" y="146161"/>
                  </a:cubicBezTo>
                  <a:cubicBezTo>
                    <a:pt x="159711" y="146375"/>
                    <a:pt x="159675" y="146601"/>
                    <a:pt x="159640" y="146828"/>
                  </a:cubicBezTo>
                  <a:cubicBezTo>
                    <a:pt x="161128" y="146685"/>
                    <a:pt x="162664" y="146554"/>
                    <a:pt x="164223" y="146447"/>
                  </a:cubicBezTo>
                  <a:cubicBezTo>
                    <a:pt x="165795" y="146554"/>
                    <a:pt x="167319" y="146685"/>
                    <a:pt x="168819" y="146828"/>
                  </a:cubicBezTo>
                  <a:cubicBezTo>
                    <a:pt x="168772" y="146601"/>
                    <a:pt x="168736" y="146375"/>
                    <a:pt x="168700" y="146161"/>
                  </a:cubicBezTo>
                  <a:cubicBezTo>
                    <a:pt x="171915" y="145982"/>
                    <a:pt x="175296" y="145851"/>
                    <a:pt x="178916" y="145744"/>
                  </a:cubicBezTo>
                  <a:cubicBezTo>
                    <a:pt x="179702" y="145304"/>
                    <a:pt x="180464" y="144792"/>
                    <a:pt x="181309" y="144435"/>
                  </a:cubicBezTo>
                  <a:lnTo>
                    <a:pt x="181309" y="144435"/>
                  </a:lnTo>
                  <a:cubicBezTo>
                    <a:pt x="181190" y="145256"/>
                    <a:pt x="181059" y="146054"/>
                    <a:pt x="180916" y="146816"/>
                  </a:cubicBezTo>
                  <a:cubicBezTo>
                    <a:pt x="186714" y="146268"/>
                    <a:pt x="193001" y="145947"/>
                    <a:pt x="200204" y="145744"/>
                  </a:cubicBezTo>
                  <a:cubicBezTo>
                    <a:pt x="200347" y="145661"/>
                    <a:pt x="200490" y="145578"/>
                    <a:pt x="200645" y="145494"/>
                  </a:cubicBezTo>
                  <a:cubicBezTo>
                    <a:pt x="201770" y="145488"/>
                    <a:pt x="202904" y="145485"/>
                    <a:pt x="204039" y="145485"/>
                  </a:cubicBezTo>
                  <a:cubicBezTo>
                    <a:pt x="205175" y="145485"/>
                    <a:pt x="206312" y="145488"/>
                    <a:pt x="207443" y="145494"/>
                  </a:cubicBezTo>
                  <a:cubicBezTo>
                    <a:pt x="207443" y="145530"/>
                    <a:pt x="207443" y="145566"/>
                    <a:pt x="207431" y="145601"/>
                  </a:cubicBezTo>
                  <a:cubicBezTo>
                    <a:pt x="209741" y="145566"/>
                    <a:pt x="212253" y="145542"/>
                    <a:pt x="214873" y="145518"/>
                  </a:cubicBezTo>
                  <a:cubicBezTo>
                    <a:pt x="218004" y="145542"/>
                    <a:pt x="220981" y="145578"/>
                    <a:pt x="223683" y="145625"/>
                  </a:cubicBezTo>
                  <a:cubicBezTo>
                    <a:pt x="223671" y="145578"/>
                    <a:pt x="223671" y="145530"/>
                    <a:pt x="223671" y="145494"/>
                  </a:cubicBezTo>
                  <a:cubicBezTo>
                    <a:pt x="224183" y="145494"/>
                    <a:pt x="224695" y="145482"/>
                    <a:pt x="225207" y="145482"/>
                  </a:cubicBezTo>
                  <a:cubicBezTo>
                    <a:pt x="225243" y="145542"/>
                    <a:pt x="225267" y="145601"/>
                    <a:pt x="225291" y="145649"/>
                  </a:cubicBezTo>
                  <a:cubicBezTo>
                    <a:pt x="225517" y="145661"/>
                    <a:pt x="225731" y="145661"/>
                    <a:pt x="225945" y="145661"/>
                  </a:cubicBezTo>
                  <a:cubicBezTo>
                    <a:pt x="225945" y="145601"/>
                    <a:pt x="225934" y="145542"/>
                    <a:pt x="225934" y="145482"/>
                  </a:cubicBezTo>
                  <a:cubicBezTo>
                    <a:pt x="226374" y="145482"/>
                    <a:pt x="226803" y="145482"/>
                    <a:pt x="227243" y="145494"/>
                  </a:cubicBezTo>
                  <a:cubicBezTo>
                    <a:pt x="227267" y="145554"/>
                    <a:pt x="227291" y="145625"/>
                    <a:pt x="227315" y="145697"/>
                  </a:cubicBezTo>
                  <a:cubicBezTo>
                    <a:pt x="235411" y="145875"/>
                    <a:pt x="242376" y="146220"/>
                    <a:pt x="248734" y="146816"/>
                  </a:cubicBezTo>
                  <a:cubicBezTo>
                    <a:pt x="248651" y="146363"/>
                    <a:pt x="248579" y="145899"/>
                    <a:pt x="248508" y="145423"/>
                  </a:cubicBezTo>
                  <a:lnTo>
                    <a:pt x="248508" y="145423"/>
                  </a:lnTo>
                  <a:cubicBezTo>
                    <a:pt x="248532" y="145506"/>
                    <a:pt x="248567" y="145601"/>
                    <a:pt x="248591" y="145697"/>
                  </a:cubicBezTo>
                  <a:cubicBezTo>
                    <a:pt x="256699" y="145875"/>
                    <a:pt x="263664" y="146220"/>
                    <a:pt x="270022" y="146816"/>
                  </a:cubicBezTo>
                  <a:cubicBezTo>
                    <a:pt x="268463" y="138065"/>
                    <a:pt x="268082" y="126123"/>
                    <a:pt x="268606" y="114598"/>
                  </a:cubicBezTo>
                  <a:cubicBezTo>
                    <a:pt x="267939" y="114478"/>
                    <a:pt x="263926" y="114038"/>
                    <a:pt x="266462" y="113466"/>
                  </a:cubicBezTo>
                  <a:cubicBezTo>
                    <a:pt x="266546" y="113288"/>
                    <a:pt x="266808" y="113347"/>
                    <a:pt x="266974" y="113312"/>
                  </a:cubicBezTo>
                  <a:cubicBezTo>
                    <a:pt x="267105" y="113205"/>
                    <a:pt x="267236" y="113109"/>
                    <a:pt x="267367" y="113002"/>
                  </a:cubicBezTo>
                  <a:cubicBezTo>
                    <a:pt x="267391" y="112954"/>
                    <a:pt x="267403" y="112919"/>
                    <a:pt x="267415" y="112871"/>
                  </a:cubicBezTo>
                  <a:cubicBezTo>
                    <a:pt x="258878" y="111740"/>
                    <a:pt x="264557" y="111323"/>
                    <a:pt x="268856" y="110121"/>
                  </a:cubicBezTo>
                  <a:cubicBezTo>
                    <a:pt x="268951" y="108668"/>
                    <a:pt x="269070" y="107228"/>
                    <a:pt x="269189" y="105811"/>
                  </a:cubicBezTo>
                  <a:cubicBezTo>
                    <a:pt x="269463" y="105846"/>
                    <a:pt x="269749" y="105870"/>
                    <a:pt x="270022" y="105894"/>
                  </a:cubicBezTo>
                  <a:cubicBezTo>
                    <a:pt x="269832" y="104834"/>
                    <a:pt x="269653" y="103727"/>
                    <a:pt x="269510" y="102584"/>
                  </a:cubicBezTo>
                  <a:cubicBezTo>
                    <a:pt x="270094" y="97036"/>
                    <a:pt x="270903" y="91940"/>
                    <a:pt x="271904" y="87809"/>
                  </a:cubicBezTo>
                  <a:lnTo>
                    <a:pt x="271904" y="87809"/>
                  </a:lnTo>
                  <a:cubicBezTo>
                    <a:pt x="270725" y="87928"/>
                    <a:pt x="269570" y="88047"/>
                    <a:pt x="268451" y="88154"/>
                  </a:cubicBezTo>
                  <a:cubicBezTo>
                    <a:pt x="268320" y="83427"/>
                    <a:pt x="268379" y="78510"/>
                    <a:pt x="268606" y="73664"/>
                  </a:cubicBezTo>
                  <a:cubicBezTo>
                    <a:pt x="267939" y="73557"/>
                    <a:pt x="263926" y="73104"/>
                    <a:pt x="266462" y="72545"/>
                  </a:cubicBezTo>
                  <a:cubicBezTo>
                    <a:pt x="266546" y="72366"/>
                    <a:pt x="266808" y="72426"/>
                    <a:pt x="266974" y="72390"/>
                  </a:cubicBezTo>
                  <a:cubicBezTo>
                    <a:pt x="267105" y="72283"/>
                    <a:pt x="267236" y="72176"/>
                    <a:pt x="267367" y="72069"/>
                  </a:cubicBezTo>
                  <a:cubicBezTo>
                    <a:pt x="267391" y="72033"/>
                    <a:pt x="267403" y="71985"/>
                    <a:pt x="267415" y="71949"/>
                  </a:cubicBezTo>
                  <a:cubicBezTo>
                    <a:pt x="258878" y="70818"/>
                    <a:pt x="264557" y="70402"/>
                    <a:pt x="268856" y="69199"/>
                  </a:cubicBezTo>
                  <a:cubicBezTo>
                    <a:pt x="269415" y="60770"/>
                    <a:pt x="270463" y="52840"/>
                    <a:pt x="271904" y="46875"/>
                  </a:cubicBezTo>
                  <a:lnTo>
                    <a:pt x="271904" y="46875"/>
                  </a:lnTo>
                  <a:cubicBezTo>
                    <a:pt x="270606" y="47006"/>
                    <a:pt x="269344" y="47137"/>
                    <a:pt x="268105" y="47256"/>
                  </a:cubicBezTo>
                  <a:cubicBezTo>
                    <a:pt x="267713" y="40803"/>
                    <a:pt x="267689" y="33719"/>
                    <a:pt x="268010" y="26789"/>
                  </a:cubicBezTo>
                  <a:cubicBezTo>
                    <a:pt x="267343" y="26670"/>
                    <a:pt x="263331" y="26230"/>
                    <a:pt x="265867" y="25658"/>
                  </a:cubicBezTo>
                  <a:cubicBezTo>
                    <a:pt x="265950" y="25479"/>
                    <a:pt x="266212" y="25539"/>
                    <a:pt x="266379" y="25503"/>
                  </a:cubicBezTo>
                  <a:cubicBezTo>
                    <a:pt x="266510" y="25396"/>
                    <a:pt x="266641" y="25301"/>
                    <a:pt x="266772" y="25194"/>
                  </a:cubicBezTo>
                  <a:cubicBezTo>
                    <a:pt x="266796" y="25146"/>
                    <a:pt x="266808" y="25110"/>
                    <a:pt x="266820" y="25063"/>
                  </a:cubicBezTo>
                  <a:cubicBezTo>
                    <a:pt x="258283" y="23932"/>
                    <a:pt x="263962" y="23515"/>
                    <a:pt x="268260" y="22312"/>
                  </a:cubicBezTo>
                  <a:cubicBezTo>
                    <a:pt x="268415" y="19919"/>
                    <a:pt x="268856" y="15300"/>
                    <a:pt x="268856" y="15300"/>
                  </a:cubicBezTo>
                  <a:lnTo>
                    <a:pt x="254901" y="1453"/>
                  </a:lnTo>
                  <a:cubicBezTo>
                    <a:pt x="254901" y="1453"/>
                    <a:pt x="251413" y="1679"/>
                    <a:pt x="249615" y="1774"/>
                  </a:cubicBezTo>
                  <a:cubicBezTo>
                    <a:pt x="249746" y="1167"/>
                    <a:pt x="249889" y="572"/>
                    <a:pt x="250020" y="0"/>
                  </a:cubicBezTo>
                  <a:lnTo>
                    <a:pt x="250020" y="0"/>
                  </a:lnTo>
                  <a:cubicBezTo>
                    <a:pt x="240828" y="929"/>
                    <a:pt x="233577" y="1572"/>
                    <a:pt x="225017" y="1929"/>
                  </a:cubicBezTo>
                  <a:cubicBezTo>
                    <a:pt x="224814" y="2179"/>
                    <a:pt x="224600" y="2441"/>
                    <a:pt x="224386" y="2715"/>
                  </a:cubicBezTo>
                  <a:cubicBezTo>
                    <a:pt x="223731" y="2953"/>
                    <a:pt x="223112" y="3274"/>
                    <a:pt x="222647" y="3751"/>
                  </a:cubicBezTo>
                  <a:cubicBezTo>
                    <a:pt x="222755" y="3346"/>
                    <a:pt x="222945" y="2774"/>
                    <a:pt x="223219" y="2000"/>
                  </a:cubicBezTo>
                  <a:cubicBezTo>
                    <a:pt x="223094" y="1992"/>
                    <a:pt x="222968" y="1988"/>
                    <a:pt x="222843" y="1988"/>
                  </a:cubicBezTo>
                  <a:cubicBezTo>
                    <a:pt x="221740" y="1988"/>
                    <a:pt x="220632" y="2285"/>
                    <a:pt x="219537" y="2285"/>
                  </a:cubicBezTo>
                  <a:cubicBezTo>
                    <a:pt x="219371" y="2285"/>
                    <a:pt x="219205" y="2278"/>
                    <a:pt x="219040" y="2262"/>
                  </a:cubicBezTo>
                  <a:cubicBezTo>
                    <a:pt x="218567" y="2506"/>
                    <a:pt x="218202" y="2952"/>
                    <a:pt x="217926" y="2952"/>
                  </a:cubicBezTo>
                  <a:cubicBezTo>
                    <a:pt x="217744" y="2952"/>
                    <a:pt x="217601" y="2757"/>
                    <a:pt x="217492" y="2179"/>
                  </a:cubicBezTo>
                  <a:cubicBezTo>
                    <a:pt x="216420" y="2203"/>
                    <a:pt x="215337" y="2227"/>
                    <a:pt x="214218" y="2239"/>
                  </a:cubicBezTo>
                  <a:cubicBezTo>
                    <a:pt x="210515" y="2179"/>
                    <a:pt x="207169" y="2084"/>
                    <a:pt x="204002" y="1965"/>
                  </a:cubicBezTo>
                  <a:cubicBezTo>
                    <a:pt x="203967" y="2131"/>
                    <a:pt x="203943" y="2298"/>
                    <a:pt x="203919" y="2453"/>
                  </a:cubicBezTo>
                  <a:cubicBezTo>
                    <a:pt x="203550" y="2560"/>
                    <a:pt x="203181" y="2679"/>
                    <a:pt x="202824" y="2822"/>
                  </a:cubicBezTo>
                  <a:cubicBezTo>
                    <a:pt x="202776" y="2548"/>
                    <a:pt x="202728" y="2239"/>
                    <a:pt x="202681" y="1905"/>
                  </a:cubicBezTo>
                  <a:cubicBezTo>
                    <a:pt x="194453" y="1524"/>
                    <a:pt x="187357" y="905"/>
                    <a:pt x="178440" y="0"/>
                  </a:cubicBezTo>
                  <a:lnTo>
                    <a:pt x="178440" y="0"/>
                  </a:lnTo>
                  <a:cubicBezTo>
                    <a:pt x="178582" y="572"/>
                    <a:pt x="178713" y="1167"/>
                    <a:pt x="178844" y="1774"/>
                  </a:cubicBezTo>
                  <a:cubicBezTo>
                    <a:pt x="175773" y="1607"/>
                    <a:pt x="172832" y="1417"/>
                    <a:pt x="169831" y="1179"/>
                  </a:cubicBezTo>
                  <a:cubicBezTo>
                    <a:pt x="169927" y="774"/>
                    <a:pt x="170010" y="381"/>
                    <a:pt x="170105" y="0"/>
                  </a:cubicBezTo>
                  <a:lnTo>
                    <a:pt x="170105" y="0"/>
                  </a:lnTo>
                  <a:cubicBezTo>
                    <a:pt x="167843" y="226"/>
                    <a:pt x="165700" y="441"/>
                    <a:pt x="163628" y="631"/>
                  </a:cubicBezTo>
                  <a:cubicBezTo>
                    <a:pt x="161556" y="441"/>
                    <a:pt x="159413" y="226"/>
                    <a:pt x="157163" y="0"/>
                  </a:cubicBezTo>
                  <a:lnTo>
                    <a:pt x="157163" y="0"/>
                  </a:lnTo>
                  <a:cubicBezTo>
                    <a:pt x="157246" y="381"/>
                    <a:pt x="157342" y="774"/>
                    <a:pt x="157425" y="1179"/>
                  </a:cubicBezTo>
                  <a:cubicBezTo>
                    <a:pt x="153377" y="1500"/>
                    <a:pt x="149400" y="1750"/>
                    <a:pt x="145102" y="1929"/>
                  </a:cubicBezTo>
                  <a:cubicBezTo>
                    <a:pt x="144154" y="3043"/>
                    <a:pt x="143049" y="4616"/>
                    <a:pt x="142712" y="4616"/>
                  </a:cubicBezTo>
                  <a:cubicBezTo>
                    <a:pt x="142491" y="4616"/>
                    <a:pt x="142601" y="3936"/>
                    <a:pt x="143304" y="2000"/>
                  </a:cubicBezTo>
                  <a:cubicBezTo>
                    <a:pt x="143179" y="1992"/>
                    <a:pt x="143053" y="1988"/>
                    <a:pt x="142928" y="1988"/>
                  </a:cubicBezTo>
                  <a:cubicBezTo>
                    <a:pt x="141825" y="1988"/>
                    <a:pt x="140718" y="2285"/>
                    <a:pt x="139622" y="2285"/>
                  </a:cubicBezTo>
                  <a:cubicBezTo>
                    <a:pt x="139456" y="2285"/>
                    <a:pt x="139290" y="2278"/>
                    <a:pt x="139125" y="2262"/>
                  </a:cubicBezTo>
                  <a:cubicBezTo>
                    <a:pt x="138780" y="2441"/>
                    <a:pt x="138494" y="2715"/>
                    <a:pt x="138256" y="2858"/>
                  </a:cubicBezTo>
                  <a:lnTo>
                    <a:pt x="138256" y="2250"/>
                  </a:lnTo>
                  <a:cubicBezTo>
                    <a:pt x="138030" y="2250"/>
                    <a:pt x="137803" y="2239"/>
                    <a:pt x="137589" y="2239"/>
                  </a:cubicBezTo>
                  <a:cubicBezTo>
                    <a:pt x="137577" y="2215"/>
                    <a:pt x="137577" y="2203"/>
                    <a:pt x="137565" y="2179"/>
                  </a:cubicBezTo>
                  <a:cubicBezTo>
                    <a:pt x="137041" y="2191"/>
                    <a:pt x="136494" y="2203"/>
                    <a:pt x="135946" y="2215"/>
                  </a:cubicBezTo>
                  <a:cubicBezTo>
                    <a:pt x="135410" y="2203"/>
                    <a:pt x="134863" y="2191"/>
                    <a:pt x="134327" y="2179"/>
                  </a:cubicBezTo>
                  <a:cubicBezTo>
                    <a:pt x="134327" y="2203"/>
                    <a:pt x="134327" y="2215"/>
                    <a:pt x="134315" y="2239"/>
                  </a:cubicBezTo>
                  <a:cubicBezTo>
                    <a:pt x="134089" y="2239"/>
                    <a:pt x="133874" y="2250"/>
                    <a:pt x="133648" y="2250"/>
                  </a:cubicBezTo>
                  <a:lnTo>
                    <a:pt x="133648" y="2858"/>
                  </a:lnTo>
                  <a:cubicBezTo>
                    <a:pt x="133410" y="2715"/>
                    <a:pt x="133124" y="2441"/>
                    <a:pt x="132779" y="2262"/>
                  </a:cubicBezTo>
                  <a:cubicBezTo>
                    <a:pt x="132604" y="2280"/>
                    <a:pt x="132429" y="2288"/>
                    <a:pt x="132254" y="2288"/>
                  </a:cubicBezTo>
                  <a:cubicBezTo>
                    <a:pt x="131165" y="2288"/>
                    <a:pt x="130064" y="1988"/>
                    <a:pt x="128968" y="1988"/>
                  </a:cubicBezTo>
                  <a:cubicBezTo>
                    <a:pt x="128845" y="1988"/>
                    <a:pt x="128723" y="1992"/>
                    <a:pt x="128600" y="2000"/>
                  </a:cubicBezTo>
                  <a:cubicBezTo>
                    <a:pt x="129303" y="3936"/>
                    <a:pt x="129413" y="4616"/>
                    <a:pt x="129192" y="4616"/>
                  </a:cubicBezTo>
                  <a:cubicBezTo>
                    <a:pt x="128855" y="4616"/>
                    <a:pt x="127750" y="3043"/>
                    <a:pt x="126802" y="1929"/>
                  </a:cubicBezTo>
                  <a:cubicBezTo>
                    <a:pt x="122492" y="1750"/>
                    <a:pt x="118527" y="1500"/>
                    <a:pt x="114467" y="1179"/>
                  </a:cubicBezTo>
                  <a:cubicBezTo>
                    <a:pt x="114562" y="774"/>
                    <a:pt x="114646" y="381"/>
                    <a:pt x="114741" y="0"/>
                  </a:cubicBezTo>
                  <a:lnTo>
                    <a:pt x="114741" y="0"/>
                  </a:lnTo>
                  <a:cubicBezTo>
                    <a:pt x="112491" y="226"/>
                    <a:pt x="110348" y="441"/>
                    <a:pt x="108276" y="631"/>
                  </a:cubicBezTo>
                  <a:cubicBezTo>
                    <a:pt x="106192" y="441"/>
                    <a:pt x="104061" y="226"/>
                    <a:pt x="101799" y="0"/>
                  </a:cubicBezTo>
                  <a:lnTo>
                    <a:pt x="101799" y="0"/>
                  </a:lnTo>
                  <a:cubicBezTo>
                    <a:pt x="101894" y="381"/>
                    <a:pt x="101978" y="774"/>
                    <a:pt x="102073" y="1179"/>
                  </a:cubicBezTo>
                  <a:cubicBezTo>
                    <a:pt x="99072" y="1417"/>
                    <a:pt x="96132" y="1607"/>
                    <a:pt x="93060" y="1774"/>
                  </a:cubicBezTo>
                  <a:cubicBezTo>
                    <a:pt x="93191" y="1167"/>
                    <a:pt x="93322" y="572"/>
                    <a:pt x="93465" y="0"/>
                  </a:cubicBezTo>
                  <a:lnTo>
                    <a:pt x="93465" y="0"/>
                  </a:lnTo>
                  <a:cubicBezTo>
                    <a:pt x="84535" y="905"/>
                    <a:pt x="77439" y="1524"/>
                    <a:pt x="69212" y="1905"/>
                  </a:cubicBezTo>
                  <a:cubicBezTo>
                    <a:pt x="69164" y="2239"/>
                    <a:pt x="69116" y="2548"/>
                    <a:pt x="69081" y="2822"/>
                  </a:cubicBezTo>
                  <a:cubicBezTo>
                    <a:pt x="68723" y="2667"/>
                    <a:pt x="68342" y="2548"/>
                    <a:pt x="67973" y="2453"/>
                  </a:cubicBezTo>
                  <a:cubicBezTo>
                    <a:pt x="67950" y="2298"/>
                    <a:pt x="67926" y="2131"/>
                    <a:pt x="67902" y="1953"/>
                  </a:cubicBezTo>
                  <a:cubicBezTo>
                    <a:pt x="64735" y="2084"/>
                    <a:pt x="61377" y="2179"/>
                    <a:pt x="57686" y="2239"/>
                  </a:cubicBezTo>
                  <a:cubicBezTo>
                    <a:pt x="56567" y="2227"/>
                    <a:pt x="55472" y="2203"/>
                    <a:pt x="54412" y="2179"/>
                  </a:cubicBezTo>
                  <a:cubicBezTo>
                    <a:pt x="54303" y="2757"/>
                    <a:pt x="54160" y="2952"/>
                    <a:pt x="53977" y="2952"/>
                  </a:cubicBezTo>
                  <a:cubicBezTo>
                    <a:pt x="53701" y="2952"/>
                    <a:pt x="53333" y="2506"/>
                    <a:pt x="52852" y="2262"/>
                  </a:cubicBezTo>
                  <a:cubicBezTo>
                    <a:pt x="52687" y="2278"/>
                    <a:pt x="52522" y="2285"/>
                    <a:pt x="52356" y="2285"/>
                  </a:cubicBezTo>
                  <a:cubicBezTo>
                    <a:pt x="51262" y="2285"/>
                    <a:pt x="50161" y="1988"/>
                    <a:pt x="49052" y="1988"/>
                  </a:cubicBezTo>
                  <a:cubicBezTo>
                    <a:pt x="48926" y="1988"/>
                    <a:pt x="48800" y="1992"/>
                    <a:pt x="48673" y="2000"/>
                  </a:cubicBezTo>
                  <a:cubicBezTo>
                    <a:pt x="48959" y="2774"/>
                    <a:pt x="49138" y="3346"/>
                    <a:pt x="49257" y="3751"/>
                  </a:cubicBezTo>
                  <a:cubicBezTo>
                    <a:pt x="48792" y="3274"/>
                    <a:pt x="48173" y="2953"/>
                    <a:pt x="47518" y="2703"/>
                  </a:cubicBezTo>
                  <a:cubicBezTo>
                    <a:pt x="47304" y="2441"/>
                    <a:pt x="47090" y="2179"/>
                    <a:pt x="46875" y="1929"/>
                  </a:cubicBezTo>
                  <a:cubicBezTo>
                    <a:pt x="38315" y="1572"/>
                    <a:pt x="31064" y="929"/>
                    <a:pt x="21872" y="0"/>
                  </a:cubicBezTo>
                  <a:lnTo>
                    <a:pt x="21872" y="0"/>
                  </a:lnTo>
                  <a:cubicBezTo>
                    <a:pt x="22015" y="572"/>
                    <a:pt x="22146" y="1167"/>
                    <a:pt x="22277" y="1774"/>
                  </a:cubicBezTo>
                  <a:cubicBezTo>
                    <a:pt x="15098" y="1393"/>
                    <a:pt x="8573" y="810"/>
                    <a:pt x="5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63"/>
            <p:cNvSpPr/>
            <p:nvPr/>
          </p:nvSpPr>
          <p:spPr>
            <a:xfrm>
              <a:off x="283950" y="193150"/>
              <a:ext cx="8615526" cy="4752359"/>
            </a:xfrm>
            <a:custGeom>
              <a:rect b="b" l="l" r="r" t="t"/>
              <a:pathLst>
                <a:path extrusionOk="0" h="146757" w="269046">
                  <a:moveTo>
                    <a:pt x="21241" y="131"/>
                  </a:moveTo>
                  <a:cubicBezTo>
                    <a:pt x="20884" y="346"/>
                    <a:pt x="20527" y="572"/>
                    <a:pt x="20170" y="798"/>
                  </a:cubicBezTo>
                  <a:cubicBezTo>
                    <a:pt x="20217" y="953"/>
                    <a:pt x="20253" y="1120"/>
                    <a:pt x="20289" y="1286"/>
                  </a:cubicBezTo>
                  <a:cubicBezTo>
                    <a:pt x="20860" y="929"/>
                    <a:pt x="21432" y="560"/>
                    <a:pt x="22015" y="203"/>
                  </a:cubicBezTo>
                  <a:cubicBezTo>
                    <a:pt x="21753" y="179"/>
                    <a:pt x="21503" y="155"/>
                    <a:pt x="21241" y="131"/>
                  </a:cubicBezTo>
                  <a:close/>
                  <a:moveTo>
                    <a:pt x="18777" y="1691"/>
                  </a:moveTo>
                  <a:cubicBezTo>
                    <a:pt x="18515" y="1858"/>
                    <a:pt x="18265" y="2012"/>
                    <a:pt x="18015" y="2179"/>
                  </a:cubicBezTo>
                  <a:cubicBezTo>
                    <a:pt x="11788" y="6263"/>
                    <a:pt x="6156" y="10644"/>
                    <a:pt x="1155" y="15252"/>
                  </a:cubicBezTo>
                  <a:cubicBezTo>
                    <a:pt x="1179" y="15455"/>
                    <a:pt x="1203" y="15657"/>
                    <a:pt x="1215" y="15848"/>
                  </a:cubicBezTo>
                  <a:cubicBezTo>
                    <a:pt x="6263" y="11156"/>
                    <a:pt x="11966" y="6727"/>
                    <a:pt x="18277" y="2584"/>
                  </a:cubicBezTo>
                  <a:cubicBezTo>
                    <a:pt x="18705" y="2298"/>
                    <a:pt x="19146" y="2012"/>
                    <a:pt x="19574" y="1739"/>
                  </a:cubicBezTo>
                  <a:cubicBezTo>
                    <a:pt x="19312" y="1727"/>
                    <a:pt x="19039" y="1703"/>
                    <a:pt x="18777" y="1691"/>
                  </a:cubicBezTo>
                  <a:close/>
                  <a:moveTo>
                    <a:pt x="257199" y="5608"/>
                  </a:moveTo>
                  <a:cubicBezTo>
                    <a:pt x="259819" y="11180"/>
                    <a:pt x="262128" y="16943"/>
                    <a:pt x="264105" y="22884"/>
                  </a:cubicBezTo>
                  <a:cubicBezTo>
                    <a:pt x="264307" y="22836"/>
                    <a:pt x="264522" y="22789"/>
                    <a:pt x="264736" y="22741"/>
                  </a:cubicBezTo>
                  <a:cubicBezTo>
                    <a:pt x="262950" y="17360"/>
                    <a:pt x="260890" y="12085"/>
                    <a:pt x="258557" y="6942"/>
                  </a:cubicBezTo>
                  <a:lnTo>
                    <a:pt x="257199" y="5608"/>
                  </a:lnTo>
                  <a:close/>
                  <a:moveTo>
                    <a:pt x="234685" y="1239"/>
                  </a:moveTo>
                  <a:cubicBezTo>
                    <a:pt x="234423" y="1262"/>
                    <a:pt x="234149" y="1286"/>
                    <a:pt x="233887" y="1298"/>
                  </a:cubicBezTo>
                  <a:cubicBezTo>
                    <a:pt x="234554" y="1727"/>
                    <a:pt x="235220" y="2143"/>
                    <a:pt x="235875" y="2584"/>
                  </a:cubicBezTo>
                  <a:cubicBezTo>
                    <a:pt x="245662" y="9001"/>
                    <a:pt x="253961" y="16145"/>
                    <a:pt x="260676" y="23813"/>
                  </a:cubicBezTo>
                  <a:cubicBezTo>
                    <a:pt x="260783" y="23741"/>
                    <a:pt x="260938" y="23682"/>
                    <a:pt x="261140" y="23610"/>
                  </a:cubicBezTo>
                  <a:cubicBezTo>
                    <a:pt x="254377" y="15871"/>
                    <a:pt x="246007" y="8656"/>
                    <a:pt x="236137" y="2179"/>
                  </a:cubicBezTo>
                  <a:cubicBezTo>
                    <a:pt x="235649" y="1870"/>
                    <a:pt x="235173" y="1548"/>
                    <a:pt x="234685" y="1239"/>
                  </a:cubicBezTo>
                  <a:close/>
                  <a:moveTo>
                    <a:pt x="264807" y="25051"/>
                  </a:moveTo>
                  <a:lnTo>
                    <a:pt x="264867" y="25218"/>
                  </a:lnTo>
                  <a:cubicBezTo>
                    <a:pt x="264879" y="25218"/>
                    <a:pt x="264879" y="25206"/>
                    <a:pt x="264891" y="25194"/>
                  </a:cubicBezTo>
                  <a:cubicBezTo>
                    <a:pt x="264914" y="25158"/>
                    <a:pt x="264926" y="25111"/>
                    <a:pt x="264938" y="25075"/>
                  </a:cubicBezTo>
                  <a:cubicBezTo>
                    <a:pt x="264891" y="25063"/>
                    <a:pt x="264855" y="25063"/>
                    <a:pt x="264807" y="25051"/>
                  </a:cubicBezTo>
                  <a:close/>
                  <a:moveTo>
                    <a:pt x="265319" y="26670"/>
                  </a:moveTo>
                  <a:lnTo>
                    <a:pt x="265319" y="26670"/>
                  </a:lnTo>
                  <a:cubicBezTo>
                    <a:pt x="265557" y="27480"/>
                    <a:pt x="265807" y="28290"/>
                    <a:pt x="266034" y="29099"/>
                  </a:cubicBezTo>
                  <a:cubicBezTo>
                    <a:pt x="266057" y="28444"/>
                    <a:pt x="266081" y="27789"/>
                    <a:pt x="266117" y="27135"/>
                  </a:cubicBezTo>
                  <a:cubicBezTo>
                    <a:pt x="266081" y="27016"/>
                    <a:pt x="266046" y="26896"/>
                    <a:pt x="266010" y="26777"/>
                  </a:cubicBezTo>
                  <a:cubicBezTo>
                    <a:pt x="265843" y="26754"/>
                    <a:pt x="265593" y="26718"/>
                    <a:pt x="265319" y="26670"/>
                  </a:cubicBezTo>
                  <a:close/>
                  <a:moveTo>
                    <a:pt x="261188" y="24408"/>
                  </a:moveTo>
                  <a:lnTo>
                    <a:pt x="261188" y="24408"/>
                  </a:lnTo>
                  <a:cubicBezTo>
                    <a:pt x="262902" y="26396"/>
                    <a:pt x="264498" y="28409"/>
                    <a:pt x="265998" y="30456"/>
                  </a:cubicBezTo>
                  <a:cubicBezTo>
                    <a:pt x="265998" y="30195"/>
                    <a:pt x="266010" y="29944"/>
                    <a:pt x="266022" y="29683"/>
                  </a:cubicBezTo>
                  <a:cubicBezTo>
                    <a:pt x="265153" y="28516"/>
                    <a:pt x="264260" y="27361"/>
                    <a:pt x="263331" y="26218"/>
                  </a:cubicBezTo>
                  <a:cubicBezTo>
                    <a:pt x="263200" y="26158"/>
                    <a:pt x="263140" y="26087"/>
                    <a:pt x="263164" y="26015"/>
                  </a:cubicBezTo>
                  <a:cubicBezTo>
                    <a:pt x="262771" y="25539"/>
                    <a:pt x="262378" y="25075"/>
                    <a:pt x="261986" y="24599"/>
                  </a:cubicBezTo>
                  <a:cubicBezTo>
                    <a:pt x="261664" y="24539"/>
                    <a:pt x="261402" y="24468"/>
                    <a:pt x="261188" y="24408"/>
                  </a:cubicBezTo>
                  <a:close/>
                  <a:moveTo>
                    <a:pt x="127076" y="17431"/>
                  </a:moveTo>
                  <a:cubicBezTo>
                    <a:pt x="133339" y="17431"/>
                    <a:pt x="139506" y="17574"/>
                    <a:pt x="145578" y="17848"/>
                  </a:cubicBezTo>
                  <a:cubicBezTo>
                    <a:pt x="146150" y="29278"/>
                    <a:pt x="146554" y="41363"/>
                    <a:pt x="146769" y="53924"/>
                  </a:cubicBezTo>
                  <a:cubicBezTo>
                    <a:pt x="140292" y="53816"/>
                    <a:pt x="133720" y="53769"/>
                    <a:pt x="127076" y="53769"/>
                  </a:cubicBezTo>
                  <a:cubicBezTo>
                    <a:pt x="120432" y="53769"/>
                    <a:pt x="113860" y="53816"/>
                    <a:pt x="107371" y="53924"/>
                  </a:cubicBezTo>
                  <a:cubicBezTo>
                    <a:pt x="107585" y="41363"/>
                    <a:pt x="107990" y="29278"/>
                    <a:pt x="108562" y="17848"/>
                  </a:cubicBezTo>
                  <a:cubicBezTo>
                    <a:pt x="114634" y="17574"/>
                    <a:pt x="120813" y="17431"/>
                    <a:pt x="127076" y="17431"/>
                  </a:cubicBezTo>
                  <a:close/>
                  <a:moveTo>
                    <a:pt x="108359" y="17848"/>
                  </a:moveTo>
                  <a:cubicBezTo>
                    <a:pt x="107776" y="29385"/>
                    <a:pt x="107371" y="41482"/>
                    <a:pt x="107169" y="53924"/>
                  </a:cubicBezTo>
                  <a:cubicBezTo>
                    <a:pt x="94727" y="54138"/>
                    <a:pt x="82630" y="54531"/>
                    <a:pt x="71093" y="55114"/>
                  </a:cubicBezTo>
                  <a:cubicBezTo>
                    <a:pt x="71617" y="43244"/>
                    <a:pt x="72640" y="31766"/>
                    <a:pt x="74117" y="20872"/>
                  </a:cubicBezTo>
                  <a:cubicBezTo>
                    <a:pt x="85011" y="19407"/>
                    <a:pt x="96477" y="18384"/>
                    <a:pt x="108359" y="17848"/>
                  </a:cubicBezTo>
                  <a:close/>
                  <a:moveTo>
                    <a:pt x="145792" y="17860"/>
                  </a:moveTo>
                  <a:lnTo>
                    <a:pt x="145792" y="17860"/>
                  </a:lnTo>
                  <a:cubicBezTo>
                    <a:pt x="157675" y="18384"/>
                    <a:pt x="169141" y="19407"/>
                    <a:pt x="180035" y="20884"/>
                  </a:cubicBezTo>
                  <a:cubicBezTo>
                    <a:pt x="181499" y="31766"/>
                    <a:pt x="182523" y="43244"/>
                    <a:pt x="183059" y="55114"/>
                  </a:cubicBezTo>
                  <a:cubicBezTo>
                    <a:pt x="171522" y="54531"/>
                    <a:pt x="159425" y="54138"/>
                    <a:pt x="146983" y="53924"/>
                  </a:cubicBezTo>
                  <a:cubicBezTo>
                    <a:pt x="146781" y="41482"/>
                    <a:pt x="146376" y="29385"/>
                    <a:pt x="145792" y="17860"/>
                  </a:cubicBezTo>
                  <a:close/>
                  <a:moveTo>
                    <a:pt x="73724" y="20931"/>
                  </a:moveTo>
                  <a:lnTo>
                    <a:pt x="73724" y="20931"/>
                  </a:lnTo>
                  <a:cubicBezTo>
                    <a:pt x="72259" y="31909"/>
                    <a:pt x="71247" y="43375"/>
                    <a:pt x="70724" y="55138"/>
                  </a:cubicBezTo>
                  <a:cubicBezTo>
                    <a:pt x="54805" y="55948"/>
                    <a:pt x="39958" y="57103"/>
                    <a:pt x="26742" y="58579"/>
                  </a:cubicBezTo>
                  <a:cubicBezTo>
                    <a:pt x="27373" y="48816"/>
                    <a:pt x="28599" y="39255"/>
                    <a:pt x="30397" y="29992"/>
                  </a:cubicBezTo>
                  <a:cubicBezTo>
                    <a:pt x="43292" y="26158"/>
                    <a:pt x="57901" y="23086"/>
                    <a:pt x="73724" y="20931"/>
                  </a:cubicBezTo>
                  <a:close/>
                  <a:moveTo>
                    <a:pt x="180416" y="20931"/>
                  </a:moveTo>
                  <a:lnTo>
                    <a:pt x="180416" y="20931"/>
                  </a:lnTo>
                  <a:cubicBezTo>
                    <a:pt x="196251" y="23086"/>
                    <a:pt x="210860" y="26170"/>
                    <a:pt x="223755" y="29992"/>
                  </a:cubicBezTo>
                  <a:cubicBezTo>
                    <a:pt x="225552" y="39255"/>
                    <a:pt x="226779" y="48816"/>
                    <a:pt x="227410" y="58579"/>
                  </a:cubicBezTo>
                  <a:cubicBezTo>
                    <a:pt x="214194" y="57103"/>
                    <a:pt x="199335" y="55948"/>
                    <a:pt x="183416" y="55138"/>
                  </a:cubicBezTo>
                  <a:cubicBezTo>
                    <a:pt x="182904" y="43375"/>
                    <a:pt x="181892" y="31909"/>
                    <a:pt x="180416" y="20931"/>
                  </a:cubicBezTo>
                  <a:close/>
                  <a:moveTo>
                    <a:pt x="70724" y="55352"/>
                  </a:moveTo>
                  <a:cubicBezTo>
                    <a:pt x="70450" y="61436"/>
                    <a:pt x="70319" y="67616"/>
                    <a:pt x="70319" y="73843"/>
                  </a:cubicBezTo>
                  <a:cubicBezTo>
                    <a:pt x="70319" y="80070"/>
                    <a:pt x="70450" y="86237"/>
                    <a:pt x="70724" y="92321"/>
                  </a:cubicBezTo>
                  <a:cubicBezTo>
                    <a:pt x="54543" y="91500"/>
                    <a:pt x="39696" y="90333"/>
                    <a:pt x="26730" y="88892"/>
                  </a:cubicBezTo>
                  <a:cubicBezTo>
                    <a:pt x="26420" y="83915"/>
                    <a:pt x="26254" y="78891"/>
                    <a:pt x="26254" y="73843"/>
                  </a:cubicBezTo>
                  <a:cubicBezTo>
                    <a:pt x="26254" y="68783"/>
                    <a:pt x="26420" y="63758"/>
                    <a:pt x="26730" y="58781"/>
                  </a:cubicBezTo>
                  <a:cubicBezTo>
                    <a:pt x="39696" y="57341"/>
                    <a:pt x="54543" y="56174"/>
                    <a:pt x="70724" y="55352"/>
                  </a:cubicBezTo>
                  <a:close/>
                  <a:moveTo>
                    <a:pt x="183428" y="55352"/>
                  </a:moveTo>
                  <a:cubicBezTo>
                    <a:pt x="199609" y="56174"/>
                    <a:pt x="214444" y="57341"/>
                    <a:pt x="227410" y="58781"/>
                  </a:cubicBezTo>
                  <a:cubicBezTo>
                    <a:pt x="227731" y="63758"/>
                    <a:pt x="227886" y="68783"/>
                    <a:pt x="227886" y="73843"/>
                  </a:cubicBezTo>
                  <a:cubicBezTo>
                    <a:pt x="227886" y="78903"/>
                    <a:pt x="227731" y="83915"/>
                    <a:pt x="227410" y="88892"/>
                  </a:cubicBezTo>
                  <a:cubicBezTo>
                    <a:pt x="214444" y="90333"/>
                    <a:pt x="199609" y="91500"/>
                    <a:pt x="183428" y="92321"/>
                  </a:cubicBezTo>
                  <a:cubicBezTo>
                    <a:pt x="183690" y="86237"/>
                    <a:pt x="183833" y="80070"/>
                    <a:pt x="183833" y="73843"/>
                  </a:cubicBezTo>
                  <a:cubicBezTo>
                    <a:pt x="183833" y="67616"/>
                    <a:pt x="183690" y="61436"/>
                    <a:pt x="183428" y="55352"/>
                  </a:cubicBezTo>
                  <a:close/>
                  <a:moveTo>
                    <a:pt x="107157" y="54138"/>
                  </a:moveTo>
                  <a:cubicBezTo>
                    <a:pt x="107050" y="60627"/>
                    <a:pt x="107002" y="67199"/>
                    <a:pt x="107002" y="73843"/>
                  </a:cubicBezTo>
                  <a:cubicBezTo>
                    <a:pt x="107002" y="80475"/>
                    <a:pt x="107050" y="87047"/>
                    <a:pt x="107157" y="93536"/>
                  </a:cubicBezTo>
                  <a:cubicBezTo>
                    <a:pt x="94596" y="93321"/>
                    <a:pt x="82511" y="92917"/>
                    <a:pt x="71081" y="92345"/>
                  </a:cubicBezTo>
                  <a:cubicBezTo>
                    <a:pt x="70807" y="86273"/>
                    <a:pt x="70676" y="80105"/>
                    <a:pt x="70676" y="73843"/>
                  </a:cubicBezTo>
                  <a:cubicBezTo>
                    <a:pt x="70676" y="67580"/>
                    <a:pt x="70807" y="61401"/>
                    <a:pt x="71081" y="55329"/>
                  </a:cubicBezTo>
                  <a:cubicBezTo>
                    <a:pt x="82511" y="54757"/>
                    <a:pt x="94596" y="54352"/>
                    <a:pt x="107157" y="54138"/>
                  </a:cubicBezTo>
                  <a:close/>
                  <a:moveTo>
                    <a:pt x="146983" y="54138"/>
                  </a:moveTo>
                  <a:cubicBezTo>
                    <a:pt x="159544" y="54352"/>
                    <a:pt x="171641" y="54757"/>
                    <a:pt x="183071" y="55329"/>
                  </a:cubicBezTo>
                  <a:cubicBezTo>
                    <a:pt x="183333" y="61401"/>
                    <a:pt x="183476" y="67568"/>
                    <a:pt x="183476" y="73831"/>
                  </a:cubicBezTo>
                  <a:cubicBezTo>
                    <a:pt x="183476" y="80094"/>
                    <a:pt x="183333" y="86273"/>
                    <a:pt x="183071" y="92345"/>
                  </a:cubicBezTo>
                  <a:cubicBezTo>
                    <a:pt x="171641" y="92917"/>
                    <a:pt x="159544" y="93321"/>
                    <a:pt x="146983" y="93536"/>
                  </a:cubicBezTo>
                  <a:cubicBezTo>
                    <a:pt x="147090" y="87047"/>
                    <a:pt x="147150" y="80475"/>
                    <a:pt x="147150" y="73843"/>
                  </a:cubicBezTo>
                  <a:cubicBezTo>
                    <a:pt x="147150" y="67199"/>
                    <a:pt x="147090" y="60627"/>
                    <a:pt x="146983" y="54138"/>
                  </a:cubicBezTo>
                  <a:close/>
                  <a:moveTo>
                    <a:pt x="127076" y="53971"/>
                  </a:moveTo>
                  <a:cubicBezTo>
                    <a:pt x="133743" y="53971"/>
                    <a:pt x="140327" y="54031"/>
                    <a:pt x="146781" y="54138"/>
                  </a:cubicBezTo>
                  <a:cubicBezTo>
                    <a:pt x="146876" y="60591"/>
                    <a:pt x="146935" y="67163"/>
                    <a:pt x="146935" y="73843"/>
                  </a:cubicBezTo>
                  <a:cubicBezTo>
                    <a:pt x="146935" y="80510"/>
                    <a:pt x="146888" y="87082"/>
                    <a:pt x="146781" y="93536"/>
                  </a:cubicBezTo>
                  <a:cubicBezTo>
                    <a:pt x="140327" y="93643"/>
                    <a:pt x="133743" y="93702"/>
                    <a:pt x="127076" y="93702"/>
                  </a:cubicBezTo>
                  <a:cubicBezTo>
                    <a:pt x="120396" y="93702"/>
                    <a:pt x="113824" y="93643"/>
                    <a:pt x="107371" y="93536"/>
                  </a:cubicBezTo>
                  <a:cubicBezTo>
                    <a:pt x="107264" y="87082"/>
                    <a:pt x="107204" y="80510"/>
                    <a:pt x="107204" y="73843"/>
                  </a:cubicBezTo>
                  <a:cubicBezTo>
                    <a:pt x="107204" y="67163"/>
                    <a:pt x="107264" y="60591"/>
                    <a:pt x="107371" y="54138"/>
                  </a:cubicBezTo>
                  <a:cubicBezTo>
                    <a:pt x="113824" y="54031"/>
                    <a:pt x="120396" y="53971"/>
                    <a:pt x="127076" y="53971"/>
                  </a:cubicBezTo>
                  <a:close/>
                  <a:moveTo>
                    <a:pt x="48" y="105632"/>
                  </a:moveTo>
                  <a:cubicBezTo>
                    <a:pt x="36" y="105716"/>
                    <a:pt x="12" y="105811"/>
                    <a:pt x="0" y="105894"/>
                  </a:cubicBezTo>
                  <a:cubicBezTo>
                    <a:pt x="155" y="105882"/>
                    <a:pt x="310" y="105870"/>
                    <a:pt x="477" y="105859"/>
                  </a:cubicBezTo>
                  <a:cubicBezTo>
                    <a:pt x="334" y="105775"/>
                    <a:pt x="191" y="105704"/>
                    <a:pt x="48" y="105632"/>
                  </a:cubicBezTo>
                  <a:close/>
                  <a:moveTo>
                    <a:pt x="26742" y="89095"/>
                  </a:moveTo>
                  <a:cubicBezTo>
                    <a:pt x="39958" y="90571"/>
                    <a:pt x="54805" y="91726"/>
                    <a:pt x="70724" y="92536"/>
                  </a:cubicBezTo>
                  <a:cubicBezTo>
                    <a:pt x="71247" y="104299"/>
                    <a:pt x="72259" y="115765"/>
                    <a:pt x="73724" y="126742"/>
                  </a:cubicBezTo>
                  <a:cubicBezTo>
                    <a:pt x="57901" y="124587"/>
                    <a:pt x="43292" y="121515"/>
                    <a:pt x="30397" y="117681"/>
                  </a:cubicBezTo>
                  <a:cubicBezTo>
                    <a:pt x="28599" y="108418"/>
                    <a:pt x="27373" y="98858"/>
                    <a:pt x="26742" y="89095"/>
                  </a:cubicBezTo>
                  <a:close/>
                  <a:moveTo>
                    <a:pt x="227410" y="89095"/>
                  </a:moveTo>
                  <a:cubicBezTo>
                    <a:pt x="226779" y="98858"/>
                    <a:pt x="225552" y="108418"/>
                    <a:pt x="223755" y="117681"/>
                  </a:cubicBezTo>
                  <a:cubicBezTo>
                    <a:pt x="210860" y="121515"/>
                    <a:pt x="196251" y="124587"/>
                    <a:pt x="180416" y="126742"/>
                  </a:cubicBezTo>
                  <a:cubicBezTo>
                    <a:pt x="181892" y="115765"/>
                    <a:pt x="182904" y="104299"/>
                    <a:pt x="183416" y="92536"/>
                  </a:cubicBezTo>
                  <a:cubicBezTo>
                    <a:pt x="199347" y="91726"/>
                    <a:pt x="214194" y="90571"/>
                    <a:pt x="227410" y="89095"/>
                  </a:cubicBezTo>
                  <a:close/>
                  <a:moveTo>
                    <a:pt x="71093" y="92559"/>
                  </a:moveTo>
                  <a:lnTo>
                    <a:pt x="71093" y="92559"/>
                  </a:lnTo>
                  <a:cubicBezTo>
                    <a:pt x="82630" y="93143"/>
                    <a:pt x="94715" y="93536"/>
                    <a:pt x="107169" y="93750"/>
                  </a:cubicBezTo>
                  <a:cubicBezTo>
                    <a:pt x="107371" y="106192"/>
                    <a:pt x="107776" y="118289"/>
                    <a:pt x="108347" y="129826"/>
                  </a:cubicBezTo>
                  <a:cubicBezTo>
                    <a:pt x="96477" y="129290"/>
                    <a:pt x="85011" y="128266"/>
                    <a:pt x="74117" y="126790"/>
                  </a:cubicBezTo>
                  <a:cubicBezTo>
                    <a:pt x="72640" y="115907"/>
                    <a:pt x="71617" y="104442"/>
                    <a:pt x="71093" y="92559"/>
                  </a:cubicBezTo>
                  <a:close/>
                  <a:moveTo>
                    <a:pt x="183059" y="92559"/>
                  </a:moveTo>
                  <a:lnTo>
                    <a:pt x="183059" y="92559"/>
                  </a:lnTo>
                  <a:cubicBezTo>
                    <a:pt x="182523" y="104442"/>
                    <a:pt x="181499" y="115907"/>
                    <a:pt x="180035" y="126802"/>
                  </a:cubicBezTo>
                  <a:cubicBezTo>
                    <a:pt x="169141" y="128266"/>
                    <a:pt x="157675" y="129290"/>
                    <a:pt x="145792" y="129826"/>
                  </a:cubicBezTo>
                  <a:cubicBezTo>
                    <a:pt x="146376" y="118289"/>
                    <a:pt x="146769" y="106192"/>
                    <a:pt x="146983" y="93750"/>
                  </a:cubicBezTo>
                  <a:cubicBezTo>
                    <a:pt x="159425" y="93536"/>
                    <a:pt x="171522" y="93143"/>
                    <a:pt x="183059" y="92559"/>
                  </a:cubicBezTo>
                  <a:close/>
                  <a:moveTo>
                    <a:pt x="107371" y="93750"/>
                  </a:moveTo>
                  <a:cubicBezTo>
                    <a:pt x="113860" y="93857"/>
                    <a:pt x="120432" y="93917"/>
                    <a:pt x="127076" y="93917"/>
                  </a:cubicBezTo>
                  <a:cubicBezTo>
                    <a:pt x="133708" y="93917"/>
                    <a:pt x="140292" y="93857"/>
                    <a:pt x="146769" y="93750"/>
                  </a:cubicBezTo>
                  <a:lnTo>
                    <a:pt x="146769" y="93750"/>
                  </a:lnTo>
                  <a:cubicBezTo>
                    <a:pt x="146566" y="106311"/>
                    <a:pt x="146150" y="118396"/>
                    <a:pt x="145578" y="129826"/>
                  </a:cubicBezTo>
                  <a:cubicBezTo>
                    <a:pt x="139506" y="130100"/>
                    <a:pt x="133339" y="130243"/>
                    <a:pt x="127076" y="130243"/>
                  </a:cubicBezTo>
                  <a:cubicBezTo>
                    <a:pt x="120813" y="130243"/>
                    <a:pt x="114634" y="130100"/>
                    <a:pt x="108574" y="129826"/>
                  </a:cubicBezTo>
                  <a:cubicBezTo>
                    <a:pt x="107990" y="118396"/>
                    <a:pt x="107585" y="106311"/>
                    <a:pt x="107371" y="93750"/>
                  </a:cubicBezTo>
                  <a:close/>
                  <a:moveTo>
                    <a:pt x="266653" y="116300"/>
                  </a:moveTo>
                  <a:lnTo>
                    <a:pt x="266653" y="116300"/>
                  </a:lnTo>
                  <a:cubicBezTo>
                    <a:pt x="259152" y="126861"/>
                    <a:pt x="248817" y="136600"/>
                    <a:pt x="235875" y="145101"/>
                  </a:cubicBezTo>
                  <a:cubicBezTo>
                    <a:pt x="235411" y="145399"/>
                    <a:pt x="234946" y="145697"/>
                    <a:pt x="234482" y="145994"/>
                  </a:cubicBezTo>
                  <a:cubicBezTo>
                    <a:pt x="234756" y="146006"/>
                    <a:pt x="235030" y="146018"/>
                    <a:pt x="235304" y="146030"/>
                  </a:cubicBezTo>
                  <a:cubicBezTo>
                    <a:pt x="235577" y="145852"/>
                    <a:pt x="235851" y="145673"/>
                    <a:pt x="236137" y="145494"/>
                  </a:cubicBezTo>
                  <a:cubicBezTo>
                    <a:pt x="248710" y="137243"/>
                    <a:pt x="258854" y="127814"/>
                    <a:pt x="266319" y="117586"/>
                  </a:cubicBezTo>
                  <a:lnTo>
                    <a:pt x="266319" y="117586"/>
                  </a:lnTo>
                  <a:cubicBezTo>
                    <a:pt x="263533" y="127504"/>
                    <a:pt x="259831" y="137005"/>
                    <a:pt x="255306" y="145971"/>
                  </a:cubicBezTo>
                  <a:cubicBezTo>
                    <a:pt x="255544" y="145983"/>
                    <a:pt x="255794" y="145994"/>
                    <a:pt x="256032" y="146006"/>
                  </a:cubicBezTo>
                  <a:cubicBezTo>
                    <a:pt x="260354" y="137374"/>
                    <a:pt x="263879" y="128338"/>
                    <a:pt x="266569" y="118991"/>
                  </a:cubicBezTo>
                  <a:cubicBezTo>
                    <a:pt x="266593" y="118098"/>
                    <a:pt x="266617" y="117193"/>
                    <a:pt x="266653" y="116300"/>
                  </a:cubicBezTo>
                  <a:close/>
                  <a:moveTo>
                    <a:pt x="1798" y="132362"/>
                  </a:moveTo>
                  <a:cubicBezTo>
                    <a:pt x="1774" y="132540"/>
                    <a:pt x="1739" y="132731"/>
                    <a:pt x="1715" y="132933"/>
                  </a:cubicBezTo>
                  <a:cubicBezTo>
                    <a:pt x="6573" y="137362"/>
                    <a:pt x="12014" y="141553"/>
                    <a:pt x="18015" y="145494"/>
                  </a:cubicBezTo>
                  <a:cubicBezTo>
                    <a:pt x="18229" y="145637"/>
                    <a:pt x="18455" y="145780"/>
                    <a:pt x="18669" y="145923"/>
                  </a:cubicBezTo>
                  <a:cubicBezTo>
                    <a:pt x="18681" y="145899"/>
                    <a:pt x="18681" y="145887"/>
                    <a:pt x="18693" y="145875"/>
                  </a:cubicBezTo>
                  <a:lnTo>
                    <a:pt x="18693" y="145875"/>
                  </a:lnTo>
                  <a:cubicBezTo>
                    <a:pt x="18681" y="145899"/>
                    <a:pt x="18693" y="145911"/>
                    <a:pt x="18693" y="145935"/>
                  </a:cubicBezTo>
                  <a:cubicBezTo>
                    <a:pt x="18800" y="146006"/>
                    <a:pt x="18908" y="146066"/>
                    <a:pt x="19015" y="146137"/>
                  </a:cubicBezTo>
                  <a:cubicBezTo>
                    <a:pt x="19348" y="146256"/>
                    <a:pt x="19872" y="146328"/>
                    <a:pt x="20336" y="146423"/>
                  </a:cubicBezTo>
                  <a:cubicBezTo>
                    <a:pt x="19646" y="145983"/>
                    <a:pt x="18955" y="145542"/>
                    <a:pt x="18277" y="145090"/>
                  </a:cubicBezTo>
                  <a:cubicBezTo>
                    <a:pt x="12204" y="141113"/>
                    <a:pt x="6692" y="136850"/>
                    <a:pt x="1798" y="132362"/>
                  </a:cubicBezTo>
                  <a:close/>
                  <a:moveTo>
                    <a:pt x="176558" y="0"/>
                  </a:moveTo>
                  <a:cubicBezTo>
                    <a:pt x="176701" y="572"/>
                    <a:pt x="176832" y="1167"/>
                    <a:pt x="176963" y="1774"/>
                  </a:cubicBezTo>
                  <a:lnTo>
                    <a:pt x="176903" y="1774"/>
                  </a:lnTo>
                  <a:cubicBezTo>
                    <a:pt x="178070" y="7787"/>
                    <a:pt x="179106" y="14038"/>
                    <a:pt x="179975" y="20491"/>
                  </a:cubicBezTo>
                  <a:cubicBezTo>
                    <a:pt x="168998" y="19015"/>
                    <a:pt x="157544" y="18003"/>
                    <a:pt x="145781" y="17491"/>
                  </a:cubicBezTo>
                  <a:cubicBezTo>
                    <a:pt x="145507" y="12157"/>
                    <a:pt x="145197" y="6942"/>
                    <a:pt x="144852" y="1858"/>
                  </a:cubicBezTo>
                  <a:cubicBezTo>
                    <a:pt x="144780" y="1870"/>
                    <a:pt x="144697" y="1870"/>
                    <a:pt x="144626" y="1870"/>
                  </a:cubicBezTo>
                  <a:cubicBezTo>
                    <a:pt x="144971" y="6918"/>
                    <a:pt x="145292" y="12121"/>
                    <a:pt x="145554" y="17479"/>
                  </a:cubicBezTo>
                  <a:cubicBezTo>
                    <a:pt x="139470" y="17217"/>
                    <a:pt x="133303" y="17074"/>
                    <a:pt x="127076" y="17074"/>
                  </a:cubicBezTo>
                  <a:cubicBezTo>
                    <a:pt x="120849" y="17074"/>
                    <a:pt x="114681" y="17217"/>
                    <a:pt x="108585" y="17479"/>
                  </a:cubicBezTo>
                  <a:cubicBezTo>
                    <a:pt x="108895" y="11573"/>
                    <a:pt x="109240" y="5846"/>
                    <a:pt x="109621" y="322"/>
                  </a:cubicBezTo>
                  <a:lnTo>
                    <a:pt x="109621" y="322"/>
                  </a:lnTo>
                  <a:cubicBezTo>
                    <a:pt x="109550" y="334"/>
                    <a:pt x="109478" y="334"/>
                    <a:pt x="109407" y="346"/>
                  </a:cubicBezTo>
                  <a:cubicBezTo>
                    <a:pt x="109014" y="5894"/>
                    <a:pt x="108669" y="11621"/>
                    <a:pt x="108371" y="17491"/>
                  </a:cubicBezTo>
                  <a:cubicBezTo>
                    <a:pt x="96608" y="18003"/>
                    <a:pt x="85142" y="19015"/>
                    <a:pt x="74164" y="20491"/>
                  </a:cubicBezTo>
                  <a:cubicBezTo>
                    <a:pt x="75069" y="13871"/>
                    <a:pt x="76129" y="7454"/>
                    <a:pt x="77343" y="1298"/>
                  </a:cubicBezTo>
                  <a:lnTo>
                    <a:pt x="77343" y="1298"/>
                  </a:lnTo>
                  <a:cubicBezTo>
                    <a:pt x="77212" y="1310"/>
                    <a:pt x="77081" y="1322"/>
                    <a:pt x="76951" y="1334"/>
                  </a:cubicBezTo>
                  <a:cubicBezTo>
                    <a:pt x="75724" y="7537"/>
                    <a:pt x="74665" y="13954"/>
                    <a:pt x="73783" y="20539"/>
                  </a:cubicBezTo>
                  <a:cubicBezTo>
                    <a:pt x="58198" y="22646"/>
                    <a:pt x="43601" y="25682"/>
                    <a:pt x="30480" y="29575"/>
                  </a:cubicBezTo>
                  <a:cubicBezTo>
                    <a:pt x="32374" y="19872"/>
                    <a:pt x="34910" y="10502"/>
                    <a:pt x="38029" y="1560"/>
                  </a:cubicBezTo>
                  <a:cubicBezTo>
                    <a:pt x="37874" y="1548"/>
                    <a:pt x="37708" y="1548"/>
                    <a:pt x="37541" y="1536"/>
                  </a:cubicBezTo>
                  <a:cubicBezTo>
                    <a:pt x="34409" y="10525"/>
                    <a:pt x="31862" y="19955"/>
                    <a:pt x="29968" y="29718"/>
                  </a:cubicBezTo>
                  <a:cubicBezTo>
                    <a:pt x="25849" y="30957"/>
                    <a:pt x="21884" y="32266"/>
                    <a:pt x="18086" y="33659"/>
                  </a:cubicBezTo>
                  <a:cubicBezTo>
                    <a:pt x="12252" y="35802"/>
                    <a:pt x="6942" y="38088"/>
                    <a:pt x="2191" y="40493"/>
                  </a:cubicBezTo>
                  <a:lnTo>
                    <a:pt x="2179" y="40934"/>
                  </a:lnTo>
                  <a:cubicBezTo>
                    <a:pt x="10097" y="36910"/>
                    <a:pt x="19420" y="33278"/>
                    <a:pt x="29885" y="30147"/>
                  </a:cubicBezTo>
                  <a:lnTo>
                    <a:pt x="29885" y="30147"/>
                  </a:lnTo>
                  <a:cubicBezTo>
                    <a:pt x="28111" y="39386"/>
                    <a:pt x="26885" y="48911"/>
                    <a:pt x="26266" y="58627"/>
                  </a:cubicBezTo>
                  <a:cubicBezTo>
                    <a:pt x="23480" y="58948"/>
                    <a:pt x="20765" y="59270"/>
                    <a:pt x="18134" y="59615"/>
                  </a:cubicBezTo>
                  <a:cubicBezTo>
                    <a:pt x="11621" y="60460"/>
                    <a:pt x="5763" y="61365"/>
                    <a:pt x="584" y="62329"/>
                  </a:cubicBezTo>
                  <a:cubicBezTo>
                    <a:pt x="596" y="62389"/>
                    <a:pt x="596" y="62460"/>
                    <a:pt x="608" y="62520"/>
                  </a:cubicBezTo>
                  <a:cubicBezTo>
                    <a:pt x="7942" y="61163"/>
                    <a:pt x="16574" y="59924"/>
                    <a:pt x="26254" y="58841"/>
                  </a:cubicBezTo>
                  <a:lnTo>
                    <a:pt x="26254" y="58841"/>
                  </a:lnTo>
                  <a:cubicBezTo>
                    <a:pt x="25944" y="63794"/>
                    <a:pt x="25777" y="68794"/>
                    <a:pt x="25777" y="73843"/>
                  </a:cubicBezTo>
                  <a:cubicBezTo>
                    <a:pt x="25777" y="78879"/>
                    <a:pt x="25944" y="83880"/>
                    <a:pt x="26254" y="88833"/>
                  </a:cubicBezTo>
                  <a:cubicBezTo>
                    <a:pt x="17014" y="87797"/>
                    <a:pt x="8740" y="86618"/>
                    <a:pt x="1620" y="85332"/>
                  </a:cubicBezTo>
                  <a:cubicBezTo>
                    <a:pt x="1620" y="85404"/>
                    <a:pt x="1620" y="85475"/>
                    <a:pt x="1620" y="85535"/>
                  </a:cubicBezTo>
                  <a:cubicBezTo>
                    <a:pt x="6537" y="86428"/>
                    <a:pt x="12050" y="87273"/>
                    <a:pt x="18134" y="88059"/>
                  </a:cubicBezTo>
                  <a:cubicBezTo>
                    <a:pt x="20765" y="88404"/>
                    <a:pt x="23480" y="88726"/>
                    <a:pt x="26266" y="89047"/>
                  </a:cubicBezTo>
                  <a:cubicBezTo>
                    <a:pt x="26885" y="98762"/>
                    <a:pt x="28099" y="108287"/>
                    <a:pt x="29885" y="117527"/>
                  </a:cubicBezTo>
                  <a:cubicBezTo>
                    <a:pt x="18824" y="114217"/>
                    <a:pt x="9037" y="110359"/>
                    <a:pt x="846" y="106049"/>
                  </a:cubicBezTo>
                  <a:lnTo>
                    <a:pt x="846" y="106049"/>
                  </a:lnTo>
                  <a:cubicBezTo>
                    <a:pt x="858" y="106204"/>
                    <a:pt x="870" y="106359"/>
                    <a:pt x="881" y="106513"/>
                  </a:cubicBezTo>
                  <a:cubicBezTo>
                    <a:pt x="5977" y="109169"/>
                    <a:pt x="11716" y="111669"/>
                    <a:pt x="18086" y="114014"/>
                  </a:cubicBezTo>
                  <a:cubicBezTo>
                    <a:pt x="21884" y="115407"/>
                    <a:pt x="25849" y="116717"/>
                    <a:pt x="29968" y="117955"/>
                  </a:cubicBezTo>
                  <a:cubicBezTo>
                    <a:pt x="31850" y="127611"/>
                    <a:pt x="34350" y="136946"/>
                    <a:pt x="37446" y="145852"/>
                  </a:cubicBezTo>
                  <a:cubicBezTo>
                    <a:pt x="37600" y="145840"/>
                    <a:pt x="37767" y="145840"/>
                    <a:pt x="37934" y="145828"/>
                  </a:cubicBezTo>
                  <a:cubicBezTo>
                    <a:pt x="34862" y="136981"/>
                    <a:pt x="32362" y="127706"/>
                    <a:pt x="30480" y="118098"/>
                  </a:cubicBezTo>
                  <a:lnTo>
                    <a:pt x="30480" y="118098"/>
                  </a:lnTo>
                  <a:cubicBezTo>
                    <a:pt x="43589" y="121992"/>
                    <a:pt x="58198" y="125028"/>
                    <a:pt x="73783" y="127135"/>
                  </a:cubicBezTo>
                  <a:cubicBezTo>
                    <a:pt x="74653" y="133600"/>
                    <a:pt x="75688" y="139910"/>
                    <a:pt x="76879" y="146006"/>
                  </a:cubicBezTo>
                  <a:cubicBezTo>
                    <a:pt x="77010" y="146006"/>
                    <a:pt x="77141" y="146018"/>
                    <a:pt x="77272" y="146018"/>
                  </a:cubicBezTo>
                  <a:cubicBezTo>
                    <a:pt x="76093" y="139970"/>
                    <a:pt x="75046" y="133683"/>
                    <a:pt x="74164" y="127183"/>
                  </a:cubicBezTo>
                  <a:lnTo>
                    <a:pt x="74164" y="127183"/>
                  </a:lnTo>
                  <a:cubicBezTo>
                    <a:pt x="85154" y="128659"/>
                    <a:pt x="96608" y="129659"/>
                    <a:pt x="108371" y="130183"/>
                  </a:cubicBezTo>
                  <a:cubicBezTo>
                    <a:pt x="108657" y="135850"/>
                    <a:pt x="108990" y="141375"/>
                    <a:pt x="109371" y="146733"/>
                  </a:cubicBezTo>
                  <a:cubicBezTo>
                    <a:pt x="109443" y="146745"/>
                    <a:pt x="109514" y="146745"/>
                    <a:pt x="109586" y="146756"/>
                  </a:cubicBezTo>
                  <a:cubicBezTo>
                    <a:pt x="109205" y="141411"/>
                    <a:pt x="108883" y="135886"/>
                    <a:pt x="108585" y="130195"/>
                  </a:cubicBezTo>
                  <a:lnTo>
                    <a:pt x="108585" y="130195"/>
                  </a:lnTo>
                  <a:cubicBezTo>
                    <a:pt x="114681" y="130457"/>
                    <a:pt x="120849" y="130600"/>
                    <a:pt x="127076" y="130600"/>
                  </a:cubicBezTo>
                  <a:cubicBezTo>
                    <a:pt x="133303" y="130600"/>
                    <a:pt x="139470" y="130457"/>
                    <a:pt x="145554" y="130195"/>
                  </a:cubicBezTo>
                  <a:lnTo>
                    <a:pt x="145554" y="130195"/>
                  </a:lnTo>
                  <a:cubicBezTo>
                    <a:pt x="145328" y="134815"/>
                    <a:pt x="145066" y="139327"/>
                    <a:pt x="144769" y="143720"/>
                  </a:cubicBezTo>
                  <a:cubicBezTo>
                    <a:pt x="144828" y="143851"/>
                    <a:pt x="144888" y="143994"/>
                    <a:pt x="144959" y="144161"/>
                  </a:cubicBezTo>
                  <a:cubicBezTo>
                    <a:pt x="145257" y="139613"/>
                    <a:pt x="145531" y="134945"/>
                    <a:pt x="145781" y="130183"/>
                  </a:cubicBezTo>
                  <a:cubicBezTo>
                    <a:pt x="157544" y="129671"/>
                    <a:pt x="168998" y="128659"/>
                    <a:pt x="179975" y="127183"/>
                  </a:cubicBezTo>
                  <a:lnTo>
                    <a:pt x="179975" y="127183"/>
                  </a:lnTo>
                  <a:cubicBezTo>
                    <a:pt x="179106" y="133588"/>
                    <a:pt x="178094" y="139791"/>
                    <a:pt x="176927" y="145756"/>
                  </a:cubicBezTo>
                  <a:lnTo>
                    <a:pt x="177034" y="145756"/>
                  </a:lnTo>
                  <a:cubicBezTo>
                    <a:pt x="177142" y="145697"/>
                    <a:pt x="177249" y="145625"/>
                    <a:pt x="177356" y="145566"/>
                  </a:cubicBezTo>
                  <a:cubicBezTo>
                    <a:pt x="178511" y="139601"/>
                    <a:pt x="179511" y="133445"/>
                    <a:pt x="180368" y="127135"/>
                  </a:cubicBezTo>
                  <a:cubicBezTo>
                    <a:pt x="195953" y="125028"/>
                    <a:pt x="210551" y="121992"/>
                    <a:pt x="223671" y="118098"/>
                  </a:cubicBezTo>
                  <a:lnTo>
                    <a:pt x="223671" y="118098"/>
                  </a:lnTo>
                  <a:cubicBezTo>
                    <a:pt x="221814" y="127599"/>
                    <a:pt x="219337" y="136791"/>
                    <a:pt x="216301" y="145554"/>
                  </a:cubicBezTo>
                  <a:lnTo>
                    <a:pt x="216801" y="145554"/>
                  </a:lnTo>
                  <a:cubicBezTo>
                    <a:pt x="219849" y="136743"/>
                    <a:pt x="222326" y="127504"/>
                    <a:pt x="224183" y="117943"/>
                  </a:cubicBezTo>
                  <a:cubicBezTo>
                    <a:pt x="228291" y="116717"/>
                    <a:pt x="232268" y="115407"/>
                    <a:pt x="236066" y="114002"/>
                  </a:cubicBezTo>
                  <a:cubicBezTo>
                    <a:pt x="249877" y="108930"/>
                    <a:pt x="260747" y="103073"/>
                    <a:pt x="268367" y="96679"/>
                  </a:cubicBezTo>
                  <a:cubicBezTo>
                    <a:pt x="268391" y="96476"/>
                    <a:pt x="268427" y="96286"/>
                    <a:pt x="268451" y="96084"/>
                  </a:cubicBezTo>
                  <a:lnTo>
                    <a:pt x="268451" y="96084"/>
                  </a:lnTo>
                  <a:cubicBezTo>
                    <a:pt x="258592" y="104477"/>
                    <a:pt x="243317" y="111824"/>
                    <a:pt x="224267" y="117527"/>
                  </a:cubicBezTo>
                  <a:cubicBezTo>
                    <a:pt x="226041" y="108287"/>
                    <a:pt x="227267" y="98762"/>
                    <a:pt x="227886" y="89047"/>
                  </a:cubicBezTo>
                  <a:cubicBezTo>
                    <a:pt x="230672" y="88726"/>
                    <a:pt x="233387" y="88404"/>
                    <a:pt x="236018" y="88059"/>
                  </a:cubicBezTo>
                  <a:cubicBezTo>
                    <a:pt x="248770" y="86404"/>
                    <a:pt x="259009" y="84511"/>
                    <a:pt x="266510" y="82451"/>
                  </a:cubicBezTo>
                  <a:cubicBezTo>
                    <a:pt x="266510" y="82379"/>
                    <a:pt x="266510" y="82308"/>
                    <a:pt x="266510" y="82249"/>
                  </a:cubicBezTo>
                  <a:cubicBezTo>
                    <a:pt x="257306" y="84773"/>
                    <a:pt x="244079" y="87023"/>
                    <a:pt x="227898" y="88833"/>
                  </a:cubicBezTo>
                  <a:cubicBezTo>
                    <a:pt x="228208" y="83880"/>
                    <a:pt x="228362" y="78867"/>
                    <a:pt x="228362" y="73831"/>
                  </a:cubicBezTo>
                  <a:cubicBezTo>
                    <a:pt x="228362" y="68794"/>
                    <a:pt x="228208" y="63782"/>
                    <a:pt x="227898" y="58829"/>
                  </a:cubicBezTo>
                  <a:lnTo>
                    <a:pt x="227898" y="58829"/>
                  </a:lnTo>
                  <a:cubicBezTo>
                    <a:pt x="244519" y="60698"/>
                    <a:pt x="258009" y="63008"/>
                    <a:pt x="267248" y="65627"/>
                  </a:cubicBezTo>
                  <a:cubicBezTo>
                    <a:pt x="267248" y="65556"/>
                    <a:pt x="267260" y="65496"/>
                    <a:pt x="267260" y="65425"/>
                  </a:cubicBezTo>
                  <a:cubicBezTo>
                    <a:pt x="259711" y="63282"/>
                    <a:pt x="249210" y="61317"/>
                    <a:pt x="236018" y="59603"/>
                  </a:cubicBezTo>
                  <a:cubicBezTo>
                    <a:pt x="233387" y="59270"/>
                    <a:pt x="230672" y="58936"/>
                    <a:pt x="227886" y="58627"/>
                  </a:cubicBezTo>
                  <a:cubicBezTo>
                    <a:pt x="227267" y="48899"/>
                    <a:pt x="226041" y="39374"/>
                    <a:pt x="224267" y="30135"/>
                  </a:cubicBezTo>
                  <a:lnTo>
                    <a:pt x="224267" y="30135"/>
                  </a:lnTo>
                  <a:cubicBezTo>
                    <a:pt x="243650" y="35945"/>
                    <a:pt x="259116" y="43446"/>
                    <a:pt x="268963" y="52019"/>
                  </a:cubicBezTo>
                  <a:cubicBezTo>
                    <a:pt x="268986" y="51864"/>
                    <a:pt x="269010" y="51709"/>
                    <a:pt x="269046" y="51566"/>
                  </a:cubicBezTo>
                  <a:cubicBezTo>
                    <a:pt x="261390" y="44946"/>
                    <a:pt x="250294" y="38886"/>
                    <a:pt x="236066" y="33659"/>
                  </a:cubicBezTo>
                  <a:cubicBezTo>
                    <a:pt x="232268" y="32266"/>
                    <a:pt x="228291" y="30945"/>
                    <a:pt x="224183" y="29718"/>
                  </a:cubicBezTo>
                  <a:cubicBezTo>
                    <a:pt x="222338" y="20277"/>
                    <a:pt x="219909" y="11133"/>
                    <a:pt x="216908" y="2417"/>
                  </a:cubicBezTo>
                  <a:cubicBezTo>
                    <a:pt x="216766" y="2513"/>
                    <a:pt x="216635" y="2620"/>
                    <a:pt x="216504" y="2715"/>
                  </a:cubicBezTo>
                  <a:cubicBezTo>
                    <a:pt x="219456" y="11299"/>
                    <a:pt x="221850" y="20277"/>
                    <a:pt x="223671" y="29563"/>
                  </a:cubicBezTo>
                  <a:cubicBezTo>
                    <a:pt x="210551" y="25682"/>
                    <a:pt x="195953" y="22646"/>
                    <a:pt x="180368" y="20539"/>
                  </a:cubicBezTo>
                  <a:cubicBezTo>
                    <a:pt x="179416" y="13490"/>
                    <a:pt x="178273" y="6644"/>
                    <a:pt x="176951" y="36"/>
                  </a:cubicBezTo>
                  <a:cubicBezTo>
                    <a:pt x="176820" y="24"/>
                    <a:pt x="176689" y="12"/>
                    <a:pt x="176558" y="0"/>
                  </a:cubicBezTo>
                  <a:close/>
                </a:path>
              </a:pathLst>
            </a:custGeom>
            <a:solidFill>
              <a:srgbClr val="E3C98E">
                <a:alpha val="246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4" name="Google Shape;1034;p63"/>
          <p:cNvSpPr txBox="1"/>
          <p:nvPr>
            <p:ph type="title"/>
          </p:nvPr>
        </p:nvSpPr>
        <p:spPr>
          <a:xfrm>
            <a:off x="1215300" y="1094175"/>
            <a:ext cx="3556800" cy="181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035" name="Google Shape;1035;p63"/>
          <p:cNvSpPr txBox="1"/>
          <p:nvPr>
            <p:ph idx="1" type="subTitle"/>
          </p:nvPr>
        </p:nvSpPr>
        <p:spPr>
          <a:xfrm>
            <a:off x="1215300" y="2933025"/>
            <a:ext cx="3556800" cy="11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6" name="Google Shape;1036;p63"/>
          <p:cNvSpPr/>
          <p:nvPr>
            <p:ph idx="2" type="pic"/>
          </p:nvPr>
        </p:nvSpPr>
        <p:spPr>
          <a:xfrm>
            <a:off x="4893225" y="1200150"/>
            <a:ext cx="2812500" cy="2610000"/>
          </a:xfrm>
          <a:prstGeom prst="ellipse">
            <a:avLst/>
          </a:prstGeom>
          <a:noFill/>
          <a:ln>
            <a:noFill/>
          </a:ln>
        </p:spPr>
      </p:sp>
      <p:grpSp>
        <p:nvGrpSpPr>
          <p:cNvPr id="1037" name="Google Shape;1037;p63"/>
          <p:cNvGrpSpPr/>
          <p:nvPr/>
        </p:nvGrpSpPr>
        <p:grpSpPr>
          <a:xfrm>
            <a:off x="153433" y="3969798"/>
            <a:ext cx="1448589" cy="1096968"/>
            <a:chOff x="153433" y="3969798"/>
            <a:chExt cx="1448589" cy="1096968"/>
          </a:xfrm>
        </p:grpSpPr>
        <p:sp>
          <p:nvSpPr>
            <p:cNvPr id="1038" name="Google Shape;1038;p63"/>
            <p:cNvSpPr/>
            <p:nvPr/>
          </p:nvSpPr>
          <p:spPr>
            <a:xfrm>
              <a:off x="522837" y="4953024"/>
              <a:ext cx="709800" cy="54900"/>
            </a:xfrm>
            <a:prstGeom prst="ellipse">
              <a:avLst/>
            </a:prstGeom>
            <a:solidFill>
              <a:srgbClr val="033342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39" name="Google Shape;1039;p63"/>
            <p:cNvGrpSpPr/>
            <p:nvPr/>
          </p:nvGrpSpPr>
          <p:grpSpPr>
            <a:xfrm>
              <a:off x="153433" y="3969798"/>
              <a:ext cx="1448589" cy="1096968"/>
              <a:chOff x="3321225" y="6290500"/>
              <a:chExt cx="645050" cy="488475"/>
            </a:xfrm>
          </p:grpSpPr>
          <p:sp>
            <p:nvSpPr>
              <p:cNvPr id="1040" name="Google Shape;1040;p63"/>
              <p:cNvSpPr/>
              <p:nvPr/>
            </p:nvSpPr>
            <p:spPr>
              <a:xfrm>
                <a:off x="3321225" y="6290500"/>
                <a:ext cx="645050" cy="488475"/>
              </a:xfrm>
              <a:custGeom>
                <a:rect b="b" l="l" r="r" t="t"/>
                <a:pathLst>
                  <a:path extrusionOk="0" h="19539" w="25802">
                    <a:moveTo>
                      <a:pt x="16824" y="0"/>
                    </a:moveTo>
                    <a:lnTo>
                      <a:pt x="11752" y="5001"/>
                    </a:lnTo>
                    <a:lnTo>
                      <a:pt x="4883" y="2405"/>
                    </a:lnTo>
                    <a:lnTo>
                      <a:pt x="1" y="6513"/>
                    </a:lnTo>
                    <a:lnTo>
                      <a:pt x="3859" y="19538"/>
                    </a:lnTo>
                    <a:lnTo>
                      <a:pt x="9050" y="15919"/>
                    </a:lnTo>
                    <a:lnTo>
                      <a:pt x="15681" y="18264"/>
                    </a:lnTo>
                    <a:lnTo>
                      <a:pt x="19896" y="14050"/>
                    </a:lnTo>
                    <a:lnTo>
                      <a:pt x="25802" y="16038"/>
                    </a:lnTo>
                    <a:lnTo>
                      <a:pt x="23337" y="1751"/>
                    </a:lnTo>
                    <a:lnTo>
                      <a:pt x="1682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1" name="Google Shape;1041;p63"/>
              <p:cNvSpPr/>
              <p:nvPr/>
            </p:nvSpPr>
            <p:spPr>
              <a:xfrm>
                <a:off x="3356350" y="6321150"/>
                <a:ext cx="591775" cy="436100"/>
              </a:xfrm>
              <a:custGeom>
                <a:rect b="b" l="l" r="r" t="t"/>
                <a:pathLst>
                  <a:path extrusionOk="0" h="17444" w="23671">
                    <a:moveTo>
                      <a:pt x="14872" y="1"/>
                    </a:moveTo>
                    <a:lnTo>
                      <a:pt x="10383" y="4263"/>
                    </a:lnTo>
                    <a:lnTo>
                      <a:pt x="9585" y="3977"/>
                    </a:lnTo>
                    <a:lnTo>
                      <a:pt x="5002" y="4858"/>
                    </a:lnTo>
                    <a:lnTo>
                      <a:pt x="4347" y="4358"/>
                    </a:lnTo>
                    <a:lnTo>
                      <a:pt x="1" y="7918"/>
                    </a:lnTo>
                    <a:lnTo>
                      <a:pt x="2823" y="17443"/>
                    </a:lnTo>
                    <a:lnTo>
                      <a:pt x="7454" y="14002"/>
                    </a:lnTo>
                    <a:lnTo>
                      <a:pt x="9121" y="14657"/>
                    </a:lnTo>
                    <a:lnTo>
                      <a:pt x="18229" y="12455"/>
                    </a:lnTo>
                    <a:lnTo>
                      <a:pt x="18396" y="12276"/>
                    </a:lnTo>
                    <a:lnTo>
                      <a:pt x="23671" y="13693"/>
                    </a:lnTo>
                    <a:lnTo>
                      <a:pt x="22658" y="8025"/>
                    </a:lnTo>
                    <a:cubicBezTo>
                      <a:pt x="22635" y="8014"/>
                      <a:pt x="22599" y="8002"/>
                      <a:pt x="22575" y="7990"/>
                    </a:cubicBezTo>
                    <a:lnTo>
                      <a:pt x="20623" y="2346"/>
                    </a:lnTo>
                    <a:lnTo>
                      <a:pt x="16646" y="1263"/>
                    </a:lnTo>
                    <a:lnTo>
                      <a:pt x="1487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2" name="Google Shape;1042;p63"/>
              <p:cNvSpPr/>
              <p:nvPr/>
            </p:nvSpPr>
            <p:spPr>
              <a:xfrm>
                <a:off x="3584375" y="6505575"/>
                <a:ext cx="229800" cy="230525"/>
              </a:xfrm>
              <a:custGeom>
                <a:rect b="b" l="l" r="r" t="t"/>
                <a:pathLst>
                  <a:path extrusionOk="0" h="9221" w="9192">
                    <a:moveTo>
                      <a:pt x="5374" y="1"/>
                    </a:moveTo>
                    <a:cubicBezTo>
                      <a:pt x="4795" y="1"/>
                      <a:pt x="4238" y="65"/>
                      <a:pt x="3786" y="160"/>
                    </a:cubicBezTo>
                    <a:cubicBezTo>
                      <a:pt x="2739" y="375"/>
                      <a:pt x="1322" y="827"/>
                      <a:pt x="834" y="1887"/>
                    </a:cubicBezTo>
                    <a:cubicBezTo>
                      <a:pt x="536" y="2482"/>
                      <a:pt x="476" y="3089"/>
                      <a:pt x="1226" y="3184"/>
                    </a:cubicBezTo>
                    <a:cubicBezTo>
                      <a:pt x="1281" y="3190"/>
                      <a:pt x="1338" y="3192"/>
                      <a:pt x="1398" y="3192"/>
                    </a:cubicBezTo>
                    <a:cubicBezTo>
                      <a:pt x="1665" y="3192"/>
                      <a:pt x="1977" y="3145"/>
                      <a:pt x="2275" y="3145"/>
                    </a:cubicBezTo>
                    <a:cubicBezTo>
                      <a:pt x="2605" y="3145"/>
                      <a:pt x="2916" y="3203"/>
                      <a:pt x="3131" y="3446"/>
                    </a:cubicBezTo>
                    <a:cubicBezTo>
                      <a:pt x="3524" y="3899"/>
                      <a:pt x="3131" y="4804"/>
                      <a:pt x="2703" y="5113"/>
                    </a:cubicBezTo>
                    <a:cubicBezTo>
                      <a:pt x="2498" y="5269"/>
                      <a:pt x="2307" y="5338"/>
                      <a:pt x="2133" y="5338"/>
                    </a:cubicBezTo>
                    <a:cubicBezTo>
                      <a:pt x="1802" y="5338"/>
                      <a:pt x="1538" y="5083"/>
                      <a:pt x="1381" y="4685"/>
                    </a:cubicBezTo>
                    <a:cubicBezTo>
                      <a:pt x="1278" y="4376"/>
                      <a:pt x="1183" y="4154"/>
                      <a:pt x="1087" y="4154"/>
                    </a:cubicBezTo>
                    <a:cubicBezTo>
                      <a:pt x="1016" y="4154"/>
                      <a:pt x="945" y="4273"/>
                      <a:pt x="869" y="4566"/>
                    </a:cubicBezTo>
                    <a:cubicBezTo>
                      <a:pt x="667" y="5292"/>
                      <a:pt x="488" y="6471"/>
                      <a:pt x="0" y="7268"/>
                    </a:cubicBezTo>
                    <a:lnTo>
                      <a:pt x="5001" y="9221"/>
                    </a:lnTo>
                    <a:lnTo>
                      <a:pt x="9108" y="5078"/>
                    </a:lnTo>
                    <a:cubicBezTo>
                      <a:pt x="9120" y="4947"/>
                      <a:pt x="9120" y="4816"/>
                      <a:pt x="9132" y="4685"/>
                    </a:cubicBezTo>
                    <a:cubicBezTo>
                      <a:pt x="9156" y="3637"/>
                      <a:pt x="9192" y="2161"/>
                      <a:pt x="8561" y="1220"/>
                    </a:cubicBezTo>
                    <a:cubicBezTo>
                      <a:pt x="7944" y="296"/>
                      <a:pt x="6610" y="1"/>
                      <a:pt x="537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3" name="Google Shape;1043;p63"/>
              <p:cNvSpPr/>
              <p:nvPr/>
            </p:nvSpPr>
            <p:spPr>
              <a:xfrm>
                <a:off x="3338200" y="6368175"/>
                <a:ext cx="257800" cy="298275"/>
              </a:xfrm>
              <a:custGeom>
                <a:rect b="b" l="l" r="r" t="t"/>
                <a:pathLst>
                  <a:path extrusionOk="0" h="11931" w="10312">
                    <a:moveTo>
                      <a:pt x="4251" y="1"/>
                    </a:moveTo>
                    <a:lnTo>
                      <a:pt x="1" y="3573"/>
                    </a:lnTo>
                    <a:lnTo>
                      <a:pt x="727" y="6037"/>
                    </a:lnTo>
                    <a:cubicBezTo>
                      <a:pt x="1040" y="5956"/>
                      <a:pt x="1370" y="5911"/>
                      <a:pt x="1681" y="5911"/>
                    </a:cubicBezTo>
                    <a:cubicBezTo>
                      <a:pt x="2279" y="5911"/>
                      <a:pt x="2805" y="6078"/>
                      <a:pt x="3001" y="6478"/>
                    </a:cubicBezTo>
                    <a:cubicBezTo>
                      <a:pt x="3144" y="6775"/>
                      <a:pt x="2787" y="7895"/>
                      <a:pt x="3120" y="8038"/>
                    </a:cubicBezTo>
                    <a:cubicBezTo>
                      <a:pt x="3149" y="8055"/>
                      <a:pt x="3177" y="8063"/>
                      <a:pt x="3203" y="8063"/>
                    </a:cubicBezTo>
                    <a:cubicBezTo>
                      <a:pt x="3554" y="8063"/>
                      <a:pt x="3669" y="6607"/>
                      <a:pt x="3692" y="6418"/>
                    </a:cubicBezTo>
                    <a:cubicBezTo>
                      <a:pt x="3870" y="5537"/>
                      <a:pt x="4263" y="4728"/>
                      <a:pt x="5204" y="4489"/>
                    </a:cubicBezTo>
                    <a:cubicBezTo>
                      <a:pt x="5357" y="4448"/>
                      <a:pt x="5534" y="4424"/>
                      <a:pt x="5716" y="4424"/>
                    </a:cubicBezTo>
                    <a:cubicBezTo>
                      <a:pt x="6213" y="4424"/>
                      <a:pt x="6744" y="4599"/>
                      <a:pt x="6918" y="5061"/>
                    </a:cubicBezTo>
                    <a:cubicBezTo>
                      <a:pt x="7156" y="5728"/>
                      <a:pt x="6311" y="6323"/>
                      <a:pt x="5954" y="6775"/>
                    </a:cubicBezTo>
                    <a:cubicBezTo>
                      <a:pt x="5287" y="7502"/>
                      <a:pt x="4596" y="8526"/>
                      <a:pt x="4299" y="9466"/>
                    </a:cubicBezTo>
                    <a:cubicBezTo>
                      <a:pt x="3852" y="10818"/>
                      <a:pt x="4532" y="11931"/>
                      <a:pt x="5736" y="11931"/>
                    </a:cubicBezTo>
                    <a:cubicBezTo>
                      <a:pt x="6007" y="11931"/>
                      <a:pt x="6304" y="11875"/>
                      <a:pt x="6620" y="11752"/>
                    </a:cubicBezTo>
                    <a:cubicBezTo>
                      <a:pt x="8371" y="11086"/>
                      <a:pt x="8275" y="9192"/>
                      <a:pt x="8275" y="7597"/>
                    </a:cubicBezTo>
                    <a:cubicBezTo>
                      <a:pt x="8275" y="6752"/>
                      <a:pt x="8240" y="5906"/>
                      <a:pt x="8549" y="5120"/>
                    </a:cubicBezTo>
                    <a:cubicBezTo>
                      <a:pt x="8823" y="4430"/>
                      <a:pt x="9359" y="3942"/>
                      <a:pt x="9752" y="3311"/>
                    </a:cubicBezTo>
                    <a:cubicBezTo>
                      <a:pt x="10002" y="2930"/>
                      <a:pt x="10180" y="2513"/>
                      <a:pt x="10311" y="2096"/>
                    </a:cubicBezTo>
                    <a:lnTo>
                      <a:pt x="425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4" name="Google Shape;1044;p63"/>
              <p:cNvSpPr/>
              <p:nvPr/>
            </p:nvSpPr>
            <p:spPr>
              <a:xfrm>
                <a:off x="3682900" y="6303300"/>
                <a:ext cx="239925" cy="227075"/>
              </a:xfrm>
              <a:custGeom>
                <a:rect b="b" l="l" r="r" t="t"/>
                <a:pathLst>
                  <a:path extrusionOk="0" h="9083" w="9597">
                    <a:moveTo>
                      <a:pt x="2572" y="0"/>
                    </a:moveTo>
                    <a:lnTo>
                      <a:pt x="1810" y="715"/>
                    </a:lnTo>
                    <a:cubicBezTo>
                      <a:pt x="1774" y="917"/>
                      <a:pt x="1643" y="1108"/>
                      <a:pt x="1453" y="1358"/>
                    </a:cubicBezTo>
                    <a:cubicBezTo>
                      <a:pt x="822" y="2131"/>
                      <a:pt x="0" y="3072"/>
                      <a:pt x="1000" y="3917"/>
                    </a:cubicBezTo>
                    <a:cubicBezTo>
                      <a:pt x="1417" y="4282"/>
                      <a:pt x="1934" y="4464"/>
                      <a:pt x="2479" y="4464"/>
                    </a:cubicBezTo>
                    <a:cubicBezTo>
                      <a:pt x="2557" y="4464"/>
                      <a:pt x="2636" y="4461"/>
                      <a:pt x="2715" y="4453"/>
                    </a:cubicBezTo>
                    <a:cubicBezTo>
                      <a:pt x="3596" y="4370"/>
                      <a:pt x="3322" y="4036"/>
                      <a:pt x="3500" y="3405"/>
                    </a:cubicBezTo>
                    <a:cubicBezTo>
                      <a:pt x="3620" y="3024"/>
                      <a:pt x="3940" y="2934"/>
                      <a:pt x="4295" y="2934"/>
                    </a:cubicBezTo>
                    <a:cubicBezTo>
                      <a:pt x="4473" y="2934"/>
                      <a:pt x="4659" y="2957"/>
                      <a:pt x="4834" y="2977"/>
                    </a:cubicBezTo>
                    <a:cubicBezTo>
                      <a:pt x="5429" y="3096"/>
                      <a:pt x="5977" y="3167"/>
                      <a:pt x="5798" y="3822"/>
                    </a:cubicBezTo>
                    <a:cubicBezTo>
                      <a:pt x="5548" y="4763"/>
                      <a:pt x="5036" y="5632"/>
                      <a:pt x="4739" y="6537"/>
                    </a:cubicBezTo>
                    <a:cubicBezTo>
                      <a:pt x="4251" y="7894"/>
                      <a:pt x="5036" y="8442"/>
                      <a:pt x="6215" y="8894"/>
                    </a:cubicBezTo>
                    <a:cubicBezTo>
                      <a:pt x="6455" y="8970"/>
                      <a:pt x="6796" y="9083"/>
                      <a:pt x="7092" y="9083"/>
                    </a:cubicBezTo>
                    <a:cubicBezTo>
                      <a:pt x="7353" y="9083"/>
                      <a:pt x="7578" y="8995"/>
                      <a:pt x="7668" y="8716"/>
                    </a:cubicBezTo>
                    <a:cubicBezTo>
                      <a:pt x="7811" y="8323"/>
                      <a:pt x="7394" y="7715"/>
                      <a:pt x="7215" y="7382"/>
                    </a:cubicBezTo>
                    <a:cubicBezTo>
                      <a:pt x="6903" y="6791"/>
                      <a:pt x="6215" y="5011"/>
                      <a:pt x="7419" y="5011"/>
                    </a:cubicBezTo>
                    <a:cubicBezTo>
                      <a:pt x="7500" y="5011"/>
                      <a:pt x="7591" y="5019"/>
                      <a:pt x="7691" y="5037"/>
                    </a:cubicBezTo>
                    <a:cubicBezTo>
                      <a:pt x="8596" y="5179"/>
                      <a:pt x="7632" y="6965"/>
                      <a:pt x="8120" y="7656"/>
                    </a:cubicBezTo>
                    <a:cubicBezTo>
                      <a:pt x="8501" y="8192"/>
                      <a:pt x="9013" y="8537"/>
                      <a:pt x="9596" y="8739"/>
                    </a:cubicBezTo>
                    <a:lnTo>
                      <a:pt x="8323" y="1655"/>
                    </a:lnTo>
                    <a:lnTo>
                      <a:pt x="257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5" name="Google Shape;1045;p63"/>
              <p:cNvSpPr/>
              <p:nvPr/>
            </p:nvSpPr>
            <p:spPr>
              <a:xfrm>
                <a:off x="3355475" y="6296150"/>
                <a:ext cx="581050" cy="443825"/>
              </a:xfrm>
              <a:custGeom>
                <a:rect b="b" l="l" r="r" t="t"/>
                <a:pathLst>
                  <a:path extrusionOk="0" h="17753" w="23242">
                    <a:moveTo>
                      <a:pt x="16371" y="3775"/>
                    </a:moveTo>
                    <a:lnTo>
                      <a:pt x="17538" y="9156"/>
                    </a:lnTo>
                    <a:lnTo>
                      <a:pt x="12752" y="12716"/>
                    </a:lnTo>
                    <a:lnTo>
                      <a:pt x="11263" y="7692"/>
                    </a:lnTo>
                    <a:lnTo>
                      <a:pt x="16371" y="3775"/>
                    </a:lnTo>
                    <a:close/>
                    <a:moveTo>
                      <a:pt x="4703" y="6097"/>
                    </a:moveTo>
                    <a:lnTo>
                      <a:pt x="11144" y="7716"/>
                    </a:lnTo>
                    <a:lnTo>
                      <a:pt x="12633" y="12728"/>
                    </a:lnTo>
                    <a:lnTo>
                      <a:pt x="12633" y="12728"/>
                    </a:lnTo>
                    <a:lnTo>
                      <a:pt x="6299" y="11061"/>
                    </a:lnTo>
                    <a:lnTo>
                      <a:pt x="4703" y="6097"/>
                    </a:lnTo>
                    <a:close/>
                    <a:moveTo>
                      <a:pt x="15669" y="1"/>
                    </a:moveTo>
                    <a:lnTo>
                      <a:pt x="15550" y="24"/>
                    </a:lnTo>
                    <a:lnTo>
                      <a:pt x="16347" y="3644"/>
                    </a:lnTo>
                    <a:lnTo>
                      <a:pt x="11228" y="7573"/>
                    </a:lnTo>
                    <a:lnTo>
                      <a:pt x="10442" y="4954"/>
                    </a:lnTo>
                    <a:lnTo>
                      <a:pt x="10335" y="4989"/>
                    </a:lnTo>
                    <a:lnTo>
                      <a:pt x="11097" y="7585"/>
                    </a:lnTo>
                    <a:lnTo>
                      <a:pt x="4656" y="5966"/>
                    </a:lnTo>
                    <a:lnTo>
                      <a:pt x="3584" y="2620"/>
                    </a:lnTo>
                    <a:lnTo>
                      <a:pt x="3477" y="2668"/>
                    </a:lnTo>
                    <a:lnTo>
                      <a:pt x="4548" y="5989"/>
                    </a:lnTo>
                    <a:lnTo>
                      <a:pt x="0" y="9776"/>
                    </a:lnTo>
                    <a:lnTo>
                      <a:pt x="72" y="9871"/>
                    </a:lnTo>
                    <a:lnTo>
                      <a:pt x="4584" y="6120"/>
                    </a:lnTo>
                    <a:lnTo>
                      <a:pt x="6180" y="11085"/>
                    </a:lnTo>
                    <a:lnTo>
                      <a:pt x="1369" y="14478"/>
                    </a:lnTo>
                    <a:lnTo>
                      <a:pt x="1441" y="14586"/>
                    </a:lnTo>
                    <a:lnTo>
                      <a:pt x="6215" y="11204"/>
                    </a:lnTo>
                    <a:lnTo>
                      <a:pt x="7561" y="15383"/>
                    </a:lnTo>
                    <a:lnTo>
                      <a:pt x="7668" y="15348"/>
                    </a:lnTo>
                    <a:lnTo>
                      <a:pt x="6334" y="11192"/>
                    </a:lnTo>
                    <a:lnTo>
                      <a:pt x="12668" y="12871"/>
                    </a:lnTo>
                    <a:lnTo>
                      <a:pt x="14133" y="17753"/>
                    </a:lnTo>
                    <a:lnTo>
                      <a:pt x="14240" y="17729"/>
                    </a:lnTo>
                    <a:lnTo>
                      <a:pt x="12787" y="12847"/>
                    </a:lnTo>
                    <a:lnTo>
                      <a:pt x="17574" y="9287"/>
                    </a:lnTo>
                    <a:lnTo>
                      <a:pt x="18514" y="13586"/>
                    </a:lnTo>
                    <a:lnTo>
                      <a:pt x="18622" y="13562"/>
                    </a:lnTo>
                    <a:lnTo>
                      <a:pt x="17693" y="9264"/>
                    </a:lnTo>
                    <a:lnTo>
                      <a:pt x="17693" y="9264"/>
                    </a:lnTo>
                    <a:lnTo>
                      <a:pt x="23217" y="10442"/>
                    </a:lnTo>
                    <a:lnTo>
                      <a:pt x="23241" y="10323"/>
                    </a:lnTo>
                    <a:lnTo>
                      <a:pt x="17657" y="9133"/>
                    </a:lnTo>
                    <a:lnTo>
                      <a:pt x="16490" y="3739"/>
                    </a:lnTo>
                    <a:lnTo>
                      <a:pt x="22158" y="4656"/>
                    </a:lnTo>
                    <a:lnTo>
                      <a:pt x="22182" y="4537"/>
                    </a:lnTo>
                    <a:lnTo>
                      <a:pt x="16467" y="3620"/>
                    </a:lnTo>
                    <a:lnTo>
                      <a:pt x="1566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6" name="Google Shape;1046;p63"/>
              <p:cNvSpPr/>
              <p:nvPr/>
            </p:nvSpPr>
            <p:spPr>
              <a:xfrm>
                <a:off x="3355475" y="6475250"/>
                <a:ext cx="31875" cy="26900"/>
              </a:xfrm>
              <a:custGeom>
                <a:rect b="b" l="l" r="r" t="t"/>
                <a:pathLst>
                  <a:path extrusionOk="0" h="1076" w="1275">
                    <a:moveTo>
                      <a:pt x="705" y="128"/>
                    </a:moveTo>
                    <a:cubicBezTo>
                      <a:pt x="755" y="128"/>
                      <a:pt x="805" y="162"/>
                      <a:pt x="834" y="218"/>
                    </a:cubicBezTo>
                    <a:cubicBezTo>
                      <a:pt x="869" y="290"/>
                      <a:pt x="857" y="361"/>
                      <a:pt x="810" y="397"/>
                    </a:cubicBezTo>
                    <a:cubicBezTo>
                      <a:pt x="800" y="402"/>
                      <a:pt x="789" y="404"/>
                      <a:pt x="777" y="404"/>
                    </a:cubicBezTo>
                    <a:cubicBezTo>
                      <a:pt x="733" y="404"/>
                      <a:pt x="681" y="370"/>
                      <a:pt x="643" y="314"/>
                    </a:cubicBezTo>
                    <a:cubicBezTo>
                      <a:pt x="607" y="242"/>
                      <a:pt x="619" y="171"/>
                      <a:pt x="667" y="135"/>
                    </a:cubicBezTo>
                    <a:cubicBezTo>
                      <a:pt x="679" y="130"/>
                      <a:pt x="692" y="128"/>
                      <a:pt x="705" y="128"/>
                    </a:cubicBezTo>
                    <a:close/>
                    <a:moveTo>
                      <a:pt x="827" y="1"/>
                    </a:moveTo>
                    <a:cubicBezTo>
                      <a:pt x="767" y="1"/>
                      <a:pt x="694" y="20"/>
                      <a:pt x="607" y="64"/>
                    </a:cubicBezTo>
                    <a:cubicBezTo>
                      <a:pt x="0" y="361"/>
                      <a:pt x="1024" y="1076"/>
                      <a:pt x="1024" y="1076"/>
                    </a:cubicBezTo>
                    <a:cubicBezTo>
                      <a:pt x="1024" y="1076"/>
                      <a:pt x="1274" y="1"/>
                      <a:pt x="82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7" name="Google Shape;1047;p63"/>
              <p:cNvSpPr/>
              <p:nvPr/>
            </p:nvSpPr>
            <p:spPr>
              <a:xfrm>
                <a:off x="3832025" y="6493900"/>
                <a:ext cx="34775" cy="27300"/>
              </a:xfrm>
              <a:custGeom>
                <a:rect b="b" l="l" r="r" t="t"/>
                <a:pathLst>
                  <a:path extrusionOk="0" h="1092" w="1391">
                    <a:moveTo>
                      <a:pt x="730" y="102"/>
                    </a:moveTo>
                    <a:cubicBezTo>
                      <a:pt x="776" y="102"/>
                      <a:pt x="835" y="148"/>
                      <a:pt x="845" y="222"/>
                    </a:cubicBezTo>
                    <a:cubicBezTo>
                      <a:pt x="869" y="294"/>
                      <a:pt x="845" y="377"/>
                      <a:pt x="786" y="389"/>
                    </a:cubicBezTo>
                    <a:cubicBezTo>
                      <a:pt x="780" y="390"/>
                      <a:pt x="774" y="391"/>
                      <a:pt x="768" y="391"/>
                    </a:cubicBezTo>
                    <a:cubicBezTo>
                      <a:pt x="715" y="391"/>
                      <a:pt x="664" y="345"/>
                      <a:pt x="643" y="270"/>
                    </a:cubicBezTo>
                    <a:cubicBezTo>
                      <a:pt x="631" y="199"/>
                      <a:pt x="655" y="127"/>
                      <a:pt x="714" y="103"/>
                    </a:cubicBezTo>
                    <a:cubicBezTo>
                      <a:pt x="719" y="102"/>
                      <a:pt x="724" y="102"/>
                      <a:pt x="730" y="102"/>
                    </a:cubicBezTo>
                    <a:close/>
                    <a:moveTo>
                      <a:pt x="817" y="0"/>
                    </a:moveTo>
                    <a:cubicBezTo>
                      <a:pt x="773" y="0"/>
                      <a:pt x="724" y="7"/>
                      <a:pt x="667" y="20"/>
                    </a:cubicBezTo>
                    <a:cubicBezTo>
                      <a:pt x="0" y="175"/>
                      <a:pt x="845" y="1092"/>
                      <a:pt x="845" y="1092"/>
                    </a:cubicBezTo>
                    <a:cubicBezTo>
                      <a:pt x="845" y="1092"/>
                      <a:pt x="1391" y="0"/>
                      <a:pt x="81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8" name="Google Shape;1048;p63"/>
              <p:cNvSpPr/>
              <p:nvPr/>
            </p:nvSpPr>
            <p:spPr>
              <a:xfrm>
                <a:off x="3704925" y="6362225"/>
                <a:ext cx="31900" cy="26825"/>
              </a:xfrm>
              <a:custGeom>
                <a:rect b="b" l="l" r="r" t="t"/>
                <a:pathLst>
                  <a:path extrusionOk="0" h="1073" w="1276">
                    <a:moveTo>
                      <a:pt x="716" y="130"/>
                    </a:moveTo>
                    <a:cubicBezTo>
                      <a:pt x="762" y="130"/>
                      <a:pt x="807" y="163"/>
                      <a:pt x="834" y="215"/>
                    </a:cubicBezTo>
                    <a:cubicBezTo>
                      <a:pt x="869" y="286"/>
                      <a:pt x="857" y="370"/>
                      <a:pt x="810" y="394"/>
                    </a:cubicBezTo>
                    <a:cubicBezTo>
                      <a:pt x="800" y="399"/>
                      <a:pt x="788" y="401"/>
                      <a:pt x="777" y="401"/>
                    </a:cubicBezTo>
                    <a:cubicBezTo>
                      <a:pt x="733" y="401"/>
                      <a:pt x="683" y="369"/>
                      <a:pt x="655" y="322"/>
                    </a:cubicBezTo>
                    <a:cubicBezTo>
                      <a:pt x="607" y="251"/>
                      <a:pt x="619" y="167"/>
                      <a:pt x="667" y="144"/>
                    </a:cubicBezTo>
                    <a:cubicBezTo>
                      <a:pt x="683" y="134"/>
                      <a:pt x="700" y="130"/>
                      <a:pt x="716" y="130"/>
                    </a:cubicBezTo>
                    <a:close/>
                    <a:moveTo>
                      <a:pt x="823" y="1"/>
                    </a:moveTo>
                    <a:cubicBezTo>
                      <a:pt x="764" y="1"/>
                      <a:pt x="692" y="19"/>
                      <a:pt x="607" y="60"/>
                    </a:cubicBezTo>
                    <a:cubicBezTo>
                      <a:pt x="0" y="370"/>
                      <a:pt x="1024" y="1072"/>
                      <a:pt x="1024" y="1072"/>
                    </a:cubicBezTo>
                    <a:cubicBezTo>
                      <a:pt x="1024" y="1072"/>
                      <a:pt x="1276" y="1"/>
                      <a:pt x="82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9" name="Google Shape;1049;p63"/>
              <p:cNvSpPr/>
              <p:nvPr/>
            </p:nvSpPr>
            <p:spPr>
              <a:xfrm>
                <a:off x="3476025" y="6620825"/>
                <a:ext cx="31875" cy="26875"/>
              </a:xfrm>
              <a:custGeom>
                <a:rect b="b" l="l" r="r" t="t"/>
                <a:pathLst>
                  <a:path extrusionOk="0" h="1075" w="1275">
                    <a:moveTo>
                      <a:pt x="709" y="132"/>
                    </a:moveTo>
                    <a:cubicBezTo>
                      <a:pt x="751" y="132"/>
                      <a:pt x="799" y="165"/>
                      <a:pt x="834" y="218"/>
                    </a:cubicBezTo>
                    <a:cubicBezTo>
                      <a:pt x="869" y="289"/>
                      <a:pt x="857" y="360"/>
                      <a:pt x="810" y="396"/>
                    </a:cubicBezTo>
                    <a:cubicBezTo>
                      <a:pt x="797" y="401"/>
                      <a:pt x="784" y="403"/>
                      <a:pt x="771" y="403"/>
                    </a:cubicBezTo>
                    <a:cubicBezTo>
                      <a:pt x="722" y="403"/>
                      <a:pt x="671" y="369"/>
                      <a:pt x="643" y="313"/>
                    </a:cubicBezTo>
                    <a:cubicBezTo>
                      <a:pt x="607" y="241"/>
                      <a:pt x="619" y="170"/>
                      <a:pt x="667" y="146"/>
                    </a:cubicBezTo>
                    <a:cubicBezTo>
                      <a:pt x="680" y="137"/>
                      <a:pt x="694" y="132"/>
                      <a:pt x="709" y="132"/>
                    </a:cubicBezTo>
                    <a:close/>
                    <a:moveTo>
                      <a:pt x="827" y="0"/>
                    </a:moveTo>
                    <a:cubicBezTo>
                      <a:pt x="767" y="0"/>
                      <a:pt x="694" y="19"/>
                      <a:pt x="607" y="63"/>
                    </a:cubicBezTo>
                    <a:cubicBezTo>
                      <a:pt x="0" y="360"/>
                      <a:pt x="1024" y="1075"/>
                      <a:pt x="1024" y="1075"/>
                    </a:cubicBezTo>
                    <a:cubicBezTo>
                      <a:pt x="1024" y="1075"/>
                      <a:pt x="1274" y="0"/>
                      <a:pt x="8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0" name="Google Shape;1050;p63"/>
              <p:cNvSpPr/>
              <p:nvPr/>
            </p:nvSpPr>
            <p:spPr>
              <a:xfrm>
                <a:off x="3753425" y="6627150"/>
                <a:ext cx="35050" cy="27400"/>
              </a:xfrm>
              <a:custGeom>
                <a:rect b="b" l="l" r="r" t="t"/>
                <a:pathLst>
                  <a:path extrusionOk="0" h="1096" w="1402">
                    <a:moveTo>
                      <a:pt x="721" y="106"/>
                    </a:moveTo>
                    <a:cubicBezTo>
                      <a:pt x="774" y="106"/>
                      <a:pt x="824" y="152"/>
                      <a:pt x="834" y="226"/>
                    </a:cubicBezTo>
                    <a:cubicBezTo>
                      <a:pt x="846" y="298"/>
                      <a:pt x="822" y="381"/>
                      <a:pt x="763" y="393"/>
                    </a:cubicBezTo>
                    <a:cubicBezTo>
                      <a:pt x="703" y="393"/>
                      <a:pt x="644" y="346"/>
                      <a:pt x="632" y="262"/>
                    </a:cubicBezTo>
                    <a:cubicBezTo>
                      <a:pt x="620" y="191"/>
                      <a:pt x="644" y="119"/>
                      <a:pt x="703" y="107"/>
                    </a:cubicBezTo>
                    <a:cubicBezTo>
                      <a:pt x="709" y="106"/>
                      <a:pt x="715" y="106"/>
                      <a:pt x="721" y="106"/>
                    </a:cubicBezTo>
                    <a:close/>
                    <a:moveTo>
                      <a:pt x="788" y="1"/>
                    </a:moveTo>
                    <a:cubicBezTo>
                      <a:pt x="752" y="1"/>
                      <a:pt x="712" y="4"/>
                      <a:pt x="668" y="12"/>
                    </a:cubicBezTo>
                    <a:cubicBezTo>
                      <a:pt x="1" y="131"/>
                      <a:pt x="775" y="1096"/>
                      <a:pt x="775" y="1096"/>
                    </a:cubicBezTo>
                    <a:cubicBezTo>
                      <a:pt x="775" y="1096"/>
                      <a:pt x="1402" y="1"/>
                      <a:pt x="78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1" name="Google Shape;1051;p63"/>
              <p:cNvSpPr/>
              <p:nvPr/>
            </p:nvSpPr>
            <p:spPr>
              <a:xfrm>
                <a:off x="3663250" y="6553325"/>
                <a:ext cx="31900" cy="26825"/>
              </a:xfrm>
              <a:custGeom>
                <a:rect b="b" l="l" r="r" t="t"/>
                <a:pathLst>
                  <a:path extrusionOk="0" h="1073" w="1276">
                    <a:moveTo>
                      <a:pt x="713" y="134"/>
                    </a:moveTo>
                    <a:cubicBezTo>
                      <a:pt x="760" y="134"/>
                      <a:pt x="807" y="161"/>
                      <a:pt x="834" y="215"/>
                    </a:cubicBezTo>
                    <a:cubicBezTo>
                      <a:pt x="869" y="286"/>
                      <a:pt x="857" y="370"/>
                      <a:pt x="810" y="393"/>
                    </a:cubicBezTo>
                    <a:cubicBezTo>
                      <a:pt x="798" y="399"/>
                      <a:pt x="785" y="402"/>
                      <a:pt x="771" y="402"/>
                    </a:cubicBezTo>
                    <a:cubicBezTo>
                      <a:pt x="729" y="402"/>
                      <a:pt x="682" y="376"/>
                      <a:pt x="655" y="322"/>
                    </a:cubicBezTo>
                    <a:cubicBezTo>
                      <a:pt x="607" y="251"/>
                      <a:pt x="619" y="167"/>
                      <a:pt x="667" y="143"/>
                    </a:cubicBezTo>
                    <a:cubicBezTo>
                      <a:pt x="682" y="137"/>
                      <a:pt x="697" y="134"/>
                      <a:pt x="713" y="134"/>
                    </a:cubicBezTo>
                    <a:close/>
                    <a:moveTo>
                      <a:pt x="823" y="1"/>
                    </a:moveTo>
                    <a:cubicBezTo>
                      <a:pt x="764" y="1"/>
                      <a:pt x="693" y="19"/>
                      <a:pt x="607" y="60"/>
                    </a:cubicBezTo>
                    <a:cubicBezTo>
                      <a:pt x="0" y="370"/>
                      <a:pt x="1024" y="1072"/>
                      <a:pt x="1024" y="1072"/>
                    </a:cubicBezTo>
                    <a:cubicBezTo>
                      <a:pt x="1024" y="1072"/>
                      <a:pt x="1276" y="1"/>
                      <a:pt x="82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3" name="Google Shape;1053;p64"/>
          <p:cNvGrpSpPr/>
          <p:nvPr/>
        </p:nvGrpSpPr>
        <p:grpSpPr>
          <a:xfrm>
            <a:off x="0" y="0"/>
            <a:ext cx="9144003" cy="5143501"/>
            <a:chOff x="0" y="0"/>
            <a:chExt cx="9144003" cy="5143501"/>
          </a:xfrm>
        </p:grpSpPr>
        <p:pic>
          <p:nvPicPr>
            <p:cNvPr id="1054" name="Google Shape;1054;p64"/>
            <p:cNvPicPr preferRelativeResize="0"/>
            <p:nvPr/>
          </p:nvPicPr>
          <p:blipFill rotWithShape="1">
            <a:blip r:embed="rId2">
              <a:alphaModFix/>
            </a:blip>
            <a:srcRect b="8068" l="0" r="0" t="8060"/>
            <a:stretch/>
          </p:blipFill>
          <p:spPr>
            <a:xfrm>
              <a:off x="0" y="0"/>
              <a:ext cx="9144003" cy="5143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5" name="Google Shape;1055;p64"/>
            <p:cNvSpPr/>
            <p:nvPr/>
          </p:nvSpPr>
          <p:spPr>
            <a:xfrm>
              <a:off x="209980" y="194500"/>
              <a:ext cx="8763466" cy="4752275"/>
            </a:xfrm>
            <a:custGeom>
              <a:rect b="b" l="l" r="r" t="t"/>
              <a:pathLst>
                <a:path extrusionOk="0" h="147209" w="271904">
                  <a:moveTo>
                    <a:pt x="596" y="0"/>
                  </a:moveTo>
                  <a:lnTo>
                    <a:pt x="596" y="0"/>
                  </a:lnTo>
                  <a:cubicBezTo>
                    <a:pt x="2025" y="5965"/>
                    <a:pt x="3072" y="13895"/>
                    <a:pt x="3644" y="22312"/>
                  </a:cubicBezTo>
                  <a:cubicBezTo>
                    <a:pt x="7942" y="23515"/>
                    <a:pt x="13609" y="23932"/>
                    <a:pt x="5085" y="25063"/>
                  </a:cubicBezTo>
                  <a:cubicBezTo>
                    <a:pt x="5096" y="25110"/>
                    <a:pt x="5108" y="25146"/>
                    <a:pt x="5120" y="25194"/>
                  </a:cubicBezTo>
                  <a:cubicBezTo>
                    <a:pt x="5263" y="25301"/>
                    <a:pt x="5394" y="25396"/>
                    <a:pt x="5525" y="25503"/>
                  </a:cubicBezTo>
                  <a:cubicBezTo>
                    <a:pt x="5692" y="25539"/>
                    <a:pt x="5954" y="25479"/>
                    <a:pt x="6037" y="25658"/>
                  </a:cubicBezTo>
                  <a:cubicBezTo>
                    <a:pt x="8561" y="26230"/>
                    <a:pt x="4561" y="26670"/>
                    <a:pt x="3894" y="26789"/>
                  </a:cubicBezTo>
                  <a:cubicBezTo>
                    <a:pt x="4203" y="33719"/>
                    <a:pt x="4192" y="40803"/>
                    <a:pt x="3787" y="47256"/>
                  </a:cubicBezTo>
                  <a:cubicBezTo>
                    <a:pt x="2560" y="47137"/>
                    <a:pt x="1298" y="47006"/>
                    <a:pt x="1" y="46875"/>
                  </a:cubicBezTo>
                  <a:lnTo>
                    <a:pt x="1" y="46875"/>
                  </a:lnTo>
                  <a:cubicBezTo>
                    <a:pt x="1429" y="52840"/>
                    <a:pt x="2477" y="60770"/>
                    <a:pt x="3049" y="69199"/>
                  </a:cubicBezTo>
                  <a:cubicBezTo>
                    <a:pt x="7347" y="70402"/>
                    <a:pt x="13014" y="70818"/>
                    <a:pt x="4489" y="71949"/>
                  </a:cubicBezTo>
                  <a:cubicBezTo>
                    <a:pt x="4501" y="71985"/>
                    <a:pt x="4513" y="72033"/>
                    <a:pt x="4525" y="72069"/>
                  </a:cubicBezTo>
                  <a:cubicBezTo>
                    <a:pt x="4668" y="72176"/>
                    <a:pt x="4787" y="72283"/>
                    <a:pt x="4930" y="72390"/>
                  </a:cubicBezTo>
                  <a:cubicBezTo>
                    <a:pt x="5096" y="72414"/>
                    <a:pt x="5358" y="72366"/>
                    <a:pt x="5442" y="72545"/>
                  </a:cubicBezTo>
                  <a:cubicBezTo>
                    <a:pt x="7966" y="73104"/>
                    <a:pt x="3965" y="73557"/>
                    <a:pt x="3299" y="73664"/>
                  </a:cubicBezTo>
                  <a:cubicBezTo>
                    <a:pt x="3513" y="78510"/>
                    <a:pt x="3572" y="83427"/>
                    <a:pt x="3453" y="88154"/>
                  </a:cubicBezTo>
                  <a:cubicBezTo>
                    <a:pt x="2322" y="88047"/>
                    <a:pt x="1179" y="87928"/>
                    <a:pt x="1" y="87809"/>
                  </a:cubicBezTo>
                  <a:lnTo>
                    <a:pt x="1" y="87809"/>
                  </a:lnTo>
                  <a:cubicBezTo>
                    <a:pt x="989" y="91940"/>
                    <a:pt x="1798" y="97036"/>
                    <a:pt x="2394" y="102584"/>
                  </a:cubicBezTo>
                  <a:cubicBezTo>
                    <a:pt x="2239" y="103727"/>
                    <a:pt x="2072" y="104834"/>
                    <a:pt x="1882" y="105894"/>
                  </a:cubicBezTo>
                  <a:cubicBezTo>
                    <a:pt x="2156" y="105870"/>
                    <a:pt x="2429" y="105846"/>
                    <a:pt x="2715" y="105811"/>
                  </a:cubicBezTo>
                  <a:cubicBezTo>
                    <a:pt x="2834" y="107228"/>
                    <a:pt x="2953" y="108668"/>
                    <a:pt x="3049" y="110121"/>
                  </a:cubicBezTo>
                  <a:cubicBezTo>
                    <a:pt x="7347" y="111323"/>
                    <a:pt x="13014" y="111740"/>
                    <a:pt x="4489" y="112871"/>
                  </a:cubicBezTo>
                  <a:cubicBezTo>
                    <a:pt x="4501" y="112919"/>
                    <a:pt x="4513" y="112954"/>
                    <a:pt x="4525" y="113002"/>
                  </a:cubicBezTo>
                  <a:cubicBezTo>
                    <a:pt x="4668" y="113109"/>
                    <a:pt x="4799" y="113205"/>
                    <a:pt x="4930" y="113312"/>
                  </a:cubicBezTo>
                  <a:cubicBezTo>
                    <a:pt x="5096" y="113347"/>
                    <a:pt x="5358" y="113288"/>
                    <a:pt x="5442" y="113466"/>
                  </a:cubicBezTo>
                  <a:cubicBezTo>
                    <a:pt x="7966" y="114038"/>
                    <a:pt x="3965" y="114478"/>
                    <a:pt x="3299" y="114598"/>
                  </a:cubicBezTo>
                  <a:cubicBezTo>
                    <a:pt x="3822" y="126123"/>
                    <a:pt x="4668" y="127147"/>
                    <a:pt x="3120" y="135886"/>
                  </a:cubicBezTo>
                  <a:cubicBezTo>
                    <a:pt x="4608" y="136338"/>
                    <a:pt x="14133" y="147209"/>
                    <a:pt x="14133" y="147209"/>
                  </a:cubicBezTo>
                  <a:cubicBezTo>
                    <a:pt x="14133" y="147209"/>
                    <a:pt x="16765" y="146220"/>
                    <a:pt x="20479" y="146137"/>
                  </a:cubicBezTo>
                  <a:cubicBezTo>
                    <a:pt x="20503" y="146054"/>
                    <a:pt x="20539" y="145959"/>
                    <a:pt x="20563" y="145875"/>
                  </a:cubicBezTo>
                  <a:lnTo>
                    <a:pt x="20563" y="145875"/>
                  </a:lnTo>
                  <a:cubicBezTo>
                    <a:pt x="20491" y="146340"/>
                    <a:pt x="23242" y="146363"/>
                    <a:pt x="23158" y="146816"/>
                  </a:cubicBezTo>
                  <a:cubicBezTo>
                    <a:pt x="29516" y="146220"/>
                    <a:pt x="36481" y="145875"/>
                    <a:pt x="44589" y="145697"/>
                  </a:cubicBezTo>
                  <a:cubicBezTo>
                    <a:pt x="44613" y="145625"/>
                    <a:pt x="44637" y="145554"/>
                    <a:pt x="44661" y="145494"/>
                  </a:cubicBezTo>
                  <a:cubicBezTo>
                    <a:pt x="45090" y="145494"/>
                    <a:pt x="45530" y="145494"/>
                    <a:pt x="45959" y="145482"/>
                  </a:cubicBezTo>
                  <a:cubicBezTo>
                    <a:pt x="45959" y="145542"/>
                    <a:pt x="45959" y="145601"/>
                    <a:pt x="45959" y="145661"/>
                  </a:cubicBezTo>
                  <a:cubicBezTo>
                    <a:pt x="46173" y="145661"/>
                    <a:pt x="46387" y="145661"/>
                    <a:pt x="46602" y="145649"/>
                  </a:cubicBezTo>
                  <a:cubicBezTo>
                    <a:pt x="46637" y="145601"/>
                    <a:pt x="46661" y="145542"/>
                    <a:pt x="46685" y="145482"/>
                  </a:cubicBezTo>
                  <a:cubicBezTo>
                    <a:pt x="47197" y="145482"/>
                    <a:pt x="47709" y="145482"/>
                    <a:pt x="48221" y="145494"/>
                  </a:cubicBezTo>
                  <a:cubicBezTo>
                    <a:pt x="48221" y="145530"/>
                    <a:pt x="48221" y="145578"/>
                    <a:pt x="48221" y="145625"/>
                  </a:cubicBezTo>
                  <a:cubicBezTo>
                    <a:pt x="50912" y="145578"/>
                    <a:pt x="53900" y="145542"/>
                    <a:pt x="57031" y="145518"/>
                  </a:cubicBezTo>
                  <a:cubicBezTo>
                    <a:pt x="59651" y="145542"/>
                    <a:pt x="62151" y="145566"/>
                    <a:pt x="64461" y="145601"/>
                  </a:cubicBezTo>
                  <a:cubicBezTo>
                    <a:pt x="64461" y="145566"/>
                    <a:pt x="64461" y="145530"/>
                    <a:pt x="64461" y="145494"/>
                  </a:cubicBezTo>
                  <a:cubicBezTo>
                    <a:pt x="65592" y="145488"/>
                    <a:pt x="66726" y="145485"/>
                    <a:pt x="67860" y="145485"/>
                  </a:cubicBezTo>
                  <a:cubicBezTo>
                    <a:pt x="68994" y="145485"/>
                    <a:pt x="70128" y="145488"/>
                    <a:pt x="71259" y="145494"/>
                  </a:cubicBezTo>
                  <a:cubicBezTo>
                    <a:pt x="71402" y="145578"/>
                    <a:pt x="71545" y="145661"/>
                    <a:pt x="71700" y="145744"/>
                  </a:cubicBezTo>
                  <a:cubicBezTo>
                    <a:pt x="78891" y="145947"/>
                    <a:pt x="85190" y="146268"/>
                    <a:pt x="90976" y="146816"/>
                  </a:cubicBezTo>
                  <a:cubicBezTo>
                    <a:pt x="90845" y="146054"/>
                    <a:pt x="90714" y="145256"/>
                    <a:pt x="90595" y="144435"/>
                  </a:cubicBezTo>
                  <a:lnTo>
                    <a:pt x="90595" y="144435"/>
                  </a:lnTo>
                  <a:cubicBezTo>
                    <a:pt x="91429" y="144792"/>
                    <a:pt x="92191" y="145304"/>
                    <a:pt x="92976" y="145744"/>
                  </a:cubicBezTo>
                  <a:cubicBezTo>
                    <a:pt x="96596" y="145851"/>
                    <a:pt x="99989" y="145982"/>
                    <a:pt x="103204" y="146161"/>
                  </a:cubicBezTo>
                  <a:cubicBezTo>
                    <a:pt x="103156" y="146375"/>
                    <a:pt x="103121" y="146601"/>
                    <a:pt x="103085" y="146828"/>
                  </a:cubicBezTo>
                  <a:cubicBezTo>
                    <a:pt x="104573" y="146685"/>
                    <a:pt x="106109" y="146554"/>
                    <a:pt x="107669" y="146447"/>
                  </a:cubicBezTo>
                  <a:cubicBezTo>
                    <a:pt x="109240" y="146554"/>
                    <a:pt x="110764" y="146685"/>
                    <a:pt x="112265" y="146828"/>
                  </a:cubicBezTo>
                  <a:cubicBezTo>
                    <a:pt x="112217" y="146601"/>
                    <a:pt x="112181" y="146375"/>
                    <a:pt x="112146" y="146161"/>
                  </a:cubicBezTo>
                  <a:cubicBezTo>
                    <a:pt x="115979" y="145947"/>
                    <a:pt x="120075" y="145792"/>
                    <a:pt x="124504" y="145697"/>
                  </a:cubicBezTo>
                  <a:cubicBezTo>
                    <a:pt x="125022" y="144156"/>
                    <a:pt x="125413" y="143165"/>
                    <a:pt x="125645" y="143165"/>
                  </a:cubicBezTo>
                  <a:cubicBezTo>
                    <a:pt x="125846" y="143165"/>
                    <a:pt x="125929" y="143902"/>
                    <a:pt x="125873" y="145661"/>
                  </a:cubicBezTo>
                  <a:cubicBezTo>
                    <a:pt x="126100" y="145661"/>
                    <a:pt x="126302" y="145661"/>
                    <a:pt x="126528" y="145649"/>
                  </a:cubicBezTo>
                  <a:cubicBezTo>
                    <a:pt x="127181" y="144357"/>
                    <a:pt x="127670" y="143321"/>
                    <a:pt x="127939" y="143321"/>
                  </a:cubicBezTo>
                  <a:cubicBezTo>
                    <a:pt x="128150" y="143321"/>
                    <a:pt x="128225" y="143963"/>
                    <a:pt x="128136" y="145625"/>
                  </a:cubicBezTo>
                  <a:cubicBezTo>
                    <a:pt x="130541" y="145589"/>
                    <a:pt x="133184" y="145554"/>
                    <a:pt x="135946" y="145530"/>
                  </a:cubicBezTo>
                  <a:cubicBezTo>
                    <a:pt x="138720" y="145554"/>
                    <a:pt x="141352" y="145589"/>
                    <a:pt x="143757" y="145625"/>
                  </a:cubicBezTo>
                  <a:cubicBezTo>
                    <a:pt x="143667" y="143963"/>
                    <a:pt x="143745" y="143321"/>
                    <a:pt x="143959" y="143321"/>
                  </a:cubicBezTo>
                  <a:cubicBezTo>
                    <a:pt x="144230" y="143321"/>
                    <a:pt x="144723" y="144357"/>
                    <a:pt x="145376" y="145649"/>
                  </a:cubicBezTo>
                  <a:cubicBezTo>
                    <a:pt x="145590" y="145661"/>
                    <a:pt x="145804" y="145661"/>
                    <a:pt x="146019" y="145661"/>
                  </a:cubicBezTo>
                  <a:cubicBezTo>
                    <a:pt x="145964" y="143902"/>
                    <a:pt x="146046" y="143165"/>
                    <a:pt x="146247" y="143165"/>
                  </a:cubicBezTo>
                  <a:cubicBezTo>
                    <a:pt x="146479" y="143165"/>
                    <a:pt x="146870" y="144156"/>
                    <a:pt x="147388" y="145697"/>
                  </a:cubicBezTo>
                  <a:cubicBezTo>
                    <a:pt x="151817" y="145792"/>
                    <a:pt x="155913" y="145947"/>
                    <a:pt x="159759" y="146161"/>
                  </a:cubicBezTo>
                  <a:cubicBezTo>
                    <a:pt x="159711" y="146375"/>
                    <a:pt x="159675" y="146601"/>
                    <a:pt x="159640" y="146828"/>
                  </a:cubicBezTo>
                  <a:cubicBezTo>
                    <a:pt x="161128" y="146685"/>
                    <a:pt x="162664" y="146554"/>
                    <a:pt x="164223" y="146447"/>
                  </a:cubicBezTo>
                  <a:cubicBezTo>
                    <a:pt x="165795" y="146554"/>
                    <a:pt x="167319" y="146685"/>
                    <a:pt x="168819" y="146828"/>
                  </a:cubicBezTo>
                  <a:cubicBezTo>
                    <a:pt x="168772" y="146601"/>
                    <a:pt x="168736" y="146375"/>
                    <a:pt x="168700" y="146161"/>
                  </a:cubicBezTo>
                  <a:cubicBezTo>
                    <a:pt x="171915" y="145982"/>
                    <a:pt x="175296" y="145851"/>
                    <a:pt x="178916" y="145744"/>
                  </a:cubicBezTo>
                  <a:cubicBezTo>
                    <a:pt x="179702" y="145304"/>
                    <a:pt x="180464" y="144792"/>
                    <a:pt x="181309" y="144435"/>
                  </a:cubicBezTo>
                  <a:lnTo>
                    <a:pt x="181309" y="144435"/>
                  </a:lnTo>
                  <a:cubicBezTo>
                    <a:pt x="181190" y="145256"/>
                    <a:pt x="181059" y="146054"/>
                    <a:pt x="180916" y="146816"/>
                  </a:cubicBezTo>
                  <a:cubicBezTo>
                    <a:pt x="186714" y="146268"/>
                    <a:pt x="193001" y="145947"/>
                    <a:pt x="200204" y="145744"/>
                  </a:cubicBezTo>
                  <a:cubicBezTo>
                    <a:pt x="200347" y="145661"/>
                    <a:pt x="200490" y="145578"/>
                    <a:pt x="200645" y="145494"/>
                  </a:cubicBezTo>
                  <a:cubicBezTo>
                    <a:pt x="201770" y="145488"/>
                    <a:pt x="202904" y="145485"/>
                    <a:pt x="204039" y="145485"/>
                  </a:cubicBezTo>
                  <a:cubicBezTo>
                    <a:pt x="205175" y="145485"/>
                    <a:pt x="206312" y="145488"/>
                    <a:pt x="207443" y="145494"/>
                  </a:cubicBezTo>
                  <a:cubicBezTo>
                    <a:pt x="207443" y="145530"/>
                    <a:pt x="207443" y="145566"/>
                    <a:pt x="207431" y="145601"/>
                  </a:cubicBezTo>
                  <a:cubicBezTo>
                    <a:pt x="209741" y="145566"/>
                    <a:pt x="212253" y="145542"/>
                    <a:pt x="214873" y="145518"/>
                  </a:cubicBezTo>
                  <a:cubicBezTo>
                    <a:pt x="218004" y="145542"/>
                    <a:pt x="220981" y="145578"/>
                    <a:pt x="223683" y="145625"/>
                  </a:cubicBezTo>
                  <a:cubicBezTo>
                    <a:pt x="223671" y="145578"/>
                    <a:pt x="223671" y="145530"/>
                    <a:pt x="223671" y="145494"/>
                  </a:cubicBezTo>
                  <a:cubicBezTo>
                    <a:pt x="224183" y="145494"/>
                    <a:pt x="224695" y="145482"/>
                    <a:pt x="225207" y="145482"/>
                  </a:cubicBezTo>
                  <a:cubicBezTo>
                    <a:pt x="225243" y="145542"/>
                    <a:pt x="225267" y="145601"/>
                    <a:pt x="225291" y="145649"/>
                  </a:cubicBezTo>
                  <a:cubicBezTo>
                    <a:pt x="225517" y="145661"/>
                    <a:pt x="225731" y="145661"/>
                    <a:pt x="225945" y="145661"/>
                  </a:cubicBezTo>
                  <a:cubicBezTo>
                    <a:pt x="225945" y="145601"/>
                    <a:pt x="225934" y="145542"/>
                    <a:pt x="225934" y="145482"/>
                  </a:cubicBezTo>
                  <a:cubicBezTo>
                    <a:pt x="226374" y="145482"/>
                    <a:pt x="226803" y="145482"/>
                    <a:pt x="227243" y="145494"/>
                  </a:cubicBezTo>
                  <a:cubicBezTo>
                    <a:pt x="227267" y="145554"/>
                    <a:pt x="227291" y="145625"/>
                    <a:pt x="227315" y="145697"/>
                  </a:cubicBezTo>
                  <a:cubicBezTo>
                    <a:pt x="235411" y="145875"/>
                    <a:pt x="242376" y="146220"/>
                    <a:pt x="248734" y="146816"/>
                  </a:cubicBezTo>
                  <a:cubicBezTo>
                    <a:pt x="248651" y="146363"/>
                    <a:pt x="248579" y="145899"/>
                    <a:pt x="248508" y="145423"/>
                  </a:cubicBezTo>
                  <a:lnTo>
                    <a:pt x="248508" y="145423"/>
                  </a:lnTo>
                  <a:cubicBezTo>
                    <a:pt x="248532" y="145506"/>
                    <a:pt x="248567" y="145601"/>
                    <a:pt x="248591" y="145697"/>
                  </a:cubicBezTo>
                  <a:cubicBezTo>
                    <a:pt x="256699" y="145875"/>
                    <a:pt x="263664" y="146220"/>
                    <a:pt x="270022" y="146816"/>
                  </a:cubicBezTo>
                  <a:cubicBezTo>
                    <a:pt x="268463" y="138065"/>
                    <a:pt x="268082" y="126123"/>
                    <a:pt x="268606" y="114598"/>
                  </a:cubicBezTo>
                  <a:cubicBezTo>
                    <a:pt x="267939" y="114478"/>
                    <a:pt x="263926" y="114038"/>
                    <a:pt x="266462" y="113466"/>
                  </a:cubicBezTo>
                  <a:cubicBezTo>
                    <a:pt x="266546" y="113288"/>
                    <a:pt x="266808" y="113347"/>
                    <a:pt x="266974" y="113312"/>
                  </a:cubicBezTo>
                  <a:cubicBezTo>
                    <a:pt x="267105" y="113205"/>
                    <a:pt x="267236" y="113109"/>
                    <a:pt x="267367" y="113002"/>
                  </a:cubicBezTo>
                  <a:cubicBezTo>
                    <a:pt x="267391" y="112954"/>
                    <a:pt x="267403" y="112919"/>
                    <a:pt x="267415" y="112871"/>
                  </a:cubicBezTo>
                  <a:cubicBezTo>
                    <a:pt x="258878" y="111740"/>
                    <a:pt x="264557" y="111323"/>
                    <a:pt x="268856" y="110121"/>
                  </a:cubicBezTo>
                  <a:cubicBezTo>
                    <a:pt x="268951" y="108668"/>
                    <a:pt x="269070" y="107228"/>
                    <a:pt x="269189" y="105811"/>
                  </a:cubicBezTo>
                  <a:cubicBezTo>
                    <a:pt x="269463" y="105846"/>
                    <a:pt x="269749" y="105870"/>
                    <a:pt x="270022" y="105894"/>
                  </a:cubicBezTo>
                  <a:cubicBezTo>
                    <a:pt x="269832" y="104834"/>
                    <a:pt x="269653" y="103727"/>
                    <a:pt x="269510" y="102584"/>
                  </a:cubicBezTo>
                  <a:cubicBezTo>
                    <a:pt x="270094" y="97036"/>
                    <a:pt x="270903" y="91940"/>
                    <a:pt x="271904" y="87809"/>
                  </a:cubicBezTo>
                  <a:lnTo>
                    <a:pt x="271904" y="87809"/>
                  </a:lnTo>
                  <a:cubicBezTo>
                    <a:pt x="270725" y="87928"/>
                    <a:pt x="269570" y="88047"/>
                    <a:pt x="268451" y="88154"/>
                  </a:cubicBezTo>
                  <a:cubicBezTo>
                    <a:pt x="268320" y="83427"/>
                    <a:pt x="268379" y="78510"/>
                    <a:pt x="268606" y="73664"/>
                  </a:cubicBezTo>
                  <a:cubicBezTo>
                    <a:pt x="267939" y="73557"/>
                    <a:pt x="263926" y="73104"/>
                    <a:pt x="266462" y="72545"/>
                  </a:cubicBezTo>
                  <a:cubicBezTo>
                    <a:pt x="266546" y="72366"/>
                    <a:pt x="266808" y="72426"/>
                    <a:pt x="266974" y="72390"/>
                  </a:cubicBezTo>
                  <a:cubicBezTo>
                    <a:pt x="267105" y="72283"/>
                    <a:pt x="267236" y="72176"/>
                    <a:pt x="267367" y="72069"/>
                  </a:cubicBezTo>
                  <a:cubicBezTo>
                    <a:pt x="267391" y="72033"/>
                    <a:pt x="267403" y="71985"/>
                    <a:pt x="267415" y="71949"/>
                  </a:cubicBezTo>
                  <a:cubicBezTo>
                    <a:pt x="258878" y="70818"/>
                    <a:pt x="264557" y="70402"/>
                    <a:pt x="268856" y="69199"/>
                  </a:cubicBezTo>
                  <a:cubicBezTo>
                    <a:pt x="269415" y="60770"/>
                    <a:pt x="270463" y="52840"/>
                    <a:pt x="271904" y="46875"/>
                  </a:cubicBezTo>
                  <a:lnTo>
                    <a:pt x="271904" y="46875"/>
                  </a:lnTo>
                  <a:cubicBezTo>
                    <a:pt x="270606" y="47006"/>
                    <a:pt x="269344" y="47137"/>
                    <a:pt x="268105" y="47256"/>
                  </a:cubicBezTo>
                  <a:cubicBezTo>
                    <a:pt x="267713" y="40803"/>
                    <a:pt x="267689" y="33719"/>
                    <a:pt x="268010" y="26789"/>
                  </a:cubicBezTo>
                  <a:cubicBezTo>
                    <a:pt x="267343" y="26670"/>
                    <a:pt x="263331" y="26230"/>
                    <a:pt x="265867" y="25658"/>
                  </a:cubicBezTo>
                  <a:cubicBezTo>
                    <a:pt x="265950" y="25479"/>
                    <a:pt x="266212" y="25539"/>
                    <a:pt x="266379" y="25503"/>
                  </a:cubicBezTo>
                  <a:cubicBezTo>
                    <a:pt x="266510" y="25396"/>
                    <a:pt x="266641" y="25301"/>
                    <a:pt x="266772" y="25194"/>
                  </a:cubicBezTo>
                  <a:cubicBezTo>
                    <a:pt x="266796" y="25146"/>
                    <a:pt x="266808" y="25110"/>
                    <a:pt x="266820" y="25063"/>
                  </a:cubicBezTo>
                  <a:cubicBezTo>
                    <a:pt x="258283" y="23932"/>
                    <a:pt x="263962" y="23515"/>
                    <a:pt x="268260" y="22312"/>
                  </a:cubicBezTo>
                  <a:cubicBezTo>
                    <a:pt x="268415" y="19919"/>
                    <a:pt x="268856" y="15300"/>
                    <a:pt x="268856" y="15300"/>
                  </a:cubicBezTo>
                  <a:lnTo>
                    <a:pt x="254901" y="1453"/>
                  </a:lnTo>
                  <a:cubicBezTo>
                    <a:pt x="254901" y="1453"/>
                    <a:pt x="251413" y="1679"/>
                    <a:pt x="249615" y="1774"/>
                  </a:cubicBezTo>
                  <a:cubicBezTo>
                    <a:pt x="249746" y="1167"/>
                    <a:pt x="249889" y="572"/>
                    <a:pt x="250020" y="0"/>
                  </a:cubicBezTo>
                  <a:lnTo>
                    <a:pt x="250020" y="0"/>
                  </a:lnTo>
                  <a:cubicBezTo>
                    <a:pt x="240828" y="929"/>
                    <a:pt x="233577" y="1572"/>
                    <a:pt x="225017" y="1929"/>
                  </a:cubicBezTo>
                  <a:cubicBezTo>
                    <a:pt x="224814" y="2179"/>
                    <a:pt x="224600" y="2441"/>
                    <a:pt x="224386" y="2715"/>
                  </a:cubicBezTo>
                  <a:cubicBezTo>
                    <a:pt x="223731" y="2953"/>
                    <a:pt x="223112" y="3274"/>
                    <a:pt x="222647" y="3751"/>
                  </a:cubicBezTo>
                  <a:cubicBezTo>
                    <a:pt x="222755" y="3346"/>
                    <a:pt x="222945" y="2774"/>
                    <a:pt x="223219" y="2000"/>
                  </a:cubicBezTo>
                  <a:cubicBezTo>
                    <a:pt x="223094" y="1992"/>
                    <a:pt x="222968" y="1988"/>
                    <a:pt x="222843" y="1988"/>
                  </a:cubicBezTo>
                  <a:cubicBezTo>
                    <a:pt x="221740" y="1988"/>
                    <a:pt x="220632" y="2285"/>
                    <a:pt x="219537" y="2285"/>
                  </a:cubicBezTo>
                  <a:cubicBezTo>
                    <a:pt x="219371" y="2285"/>
                    <a:pt x="219205" y="2278"/>
                    <a:pt x="219040" y="2262"/>
                  </a:cubicBezTo>
                  <a:cubicBezTo>
                    <a:pt x="218567" y="2506"/>
                    <a:pt x="218202" y="2952"/>
                    <a:pt x="217926" y="2952"/>
                  </a:cubicBezTo>
                  <a:cubicBezTo>
                    <a:pt x="217744" y="2952"/>
                    <a:pt x="217601" y="2757"/>
                    <a:pt x="217492" y="2179"/>
                  </a:cubicBezTo>
                  <a:cubicBezTo>
                    <a:pt x="216420" y="2203"/>
                    <a:pt x="215337" y="2227"/>
                    <a:pt x="214218" y="2239"/>
                  </a:cubicBezTo>
                  <a:cubicBezTo>
                    <a:pt x="210515" y="2179"/>
                    <a:pt x="207169" y="2084"/>
                    <a:pt x="204002" y="1965"/>
                  </a:cubicBezTo>
                  <a:cubicBezTo>
                    <a:pt x="203967" y="2131"/>
                    <a:pt x="203943" y="2298"/>
                    <a:pt x="203919" y="2453"/>
                  </a:cubicBezTo>
                  <a:cubicBezTo>
                    <a:pt x="203550" y="2560"/>
                    <a:pt x="203181" y="2679"/>
                    <a:pt x="202824" y="2822"/>
                  </a:cubicBezTo>
                  <a:cubicBezTo>
                    <a:pt x="202776" y="2548"/>
                    <a:pt x="202728" y="2239"/>
                    <a:pt x="202681" y="1905"/>
                  </a:cubicBezTo>
                  <a:cubicBezTo>
                    <a:pt x="194453" y="1524"/>
                    <a:pt x="187357" y="905"/>
                    <a:pt x="178440" y="0"/>
                  </a:cubicBezTo>
                  <a:lnTo>
                    <a:pt x="178440" y="0"/>
                  </a:lnTo>
                  <a:cubicBezTo>
                    <a:pt x="178582" y="572"/>
                    <a:pt x="178713" y="1167"/>
                    <a:pt x="178844" y="1774"/>
                  </a:cubicBezTo>
                  <a:cubicBezTo>
                    <a:pt x="175773" y="1607"/>
                    <a:pt x="172832" y="1417"/>
                    <a:pt x="169831" y="1179"/>
                  </a:cubicBezTo>
                  <a:cubicBezTo>
                    <a:pt x="169927" y="774"/>
                    <a:pt x="170010" y="381"/>
                    <a:pt x="170105" y="0"/>
                  </a:cubicBezTo>
                  <a:lnTo>
                    <a:pt x="170105" y="0"/>
                  </a:lnTo>
                  <a:cubicBezTo>
                    <a:pt x="167843" y="226"/>
                    <a:pt x="165700" y="441"/>
                    <a:pt x="163628" y="631"/>
                  </a:cubicBezTo>
                  <a:cubicBezTo>
                    <a:pt x="161556" y="441"/>
                    <a:pt x="159413" y="226"/>
                    <a:pt x="157163" y="0"/>
                  </a:cubicBezTo>
                  <a:lnTo>
                    <a:pt x="157163" y="0"/>
                  </a:lnTo>
                  <a:cubicBezTo>
                    <a:pt x="157246" y="381"/>
                    <a:pt x="157342" y="774"/>
                    <a:pt x="157425" y="1179"/>
                  </a:cubicBezTo>
                  <a:cubicBezTo>
                    <a:pt x="153377" y="1500"/>
                    <a:pt x="149400" y="1750"/>
                    <a:pt x="145102" y="1929"/>
                  </a:cubicBezTo>
                  <a:cubicBezTo>
                    <a:pt x="144154" y="3043"/>
                    <a:pt x="143049" y="4616"/>
                    <a:pt x="142712" y="4616"/>
                  </a:cubicBezTo>
                  <a:cubicBezTo>
                    <a:pt x="142491" y="4616"/>
                    <a:pt x="142601" y="3936"/>
                    <a:pt x="143304" y="2000"/>
                  </a:cubicBezTo>
                  <a:cubicBezTo>
                    <a:pt x="143179" y="1992"/>
                    <a:pt x="143053" y="1988"/>
                    <a:pt x="142928" y="1988"/>
                  </a:cubicBezTo>
                  <a:cubicBezTo>
                    <a:pt x="141825" y="1988"/>
                    <a:pt x="140718" y="2285"/>
                    <a:pt x="139622" y="2285"/>
                  </a:cubicBezTo>
                  <a:cubicBezTo>
                    <a:pt x="139456" y="2285"/>
                    <a:pt x="139290" y="2278"/>
                    <a:pt x="139125" y="2262"/>
                  </a:cubicBezTo>
                  <a:cubicBezTo>
                    <a:pt x="138780" y="2441"/>
                    <a:pt x="138494" y="2715"/>
                    <a:pt x="138256" y="2858"/>
                  </a:cubicBezTo>
                  <a:lnTo>
                    <a:pt x="138256" y="2250"/>
                  </a:lnTo>
                  <a:cubicBezTo>
                    <a:pt x="138030" y="2250"/>
                    <a:pt x="137803" y="2239"/>
                    <a:pt x="137589" y="2239"/>
                  </a:cubicBezTo>
                  <a:cubicBezTo>
                    <a:pt x="137577" y="2215"/>
                    <a:pt x="137577" y="2203"/>
                    <a:pt x="137565" y="2179"/>
                  </a:cubicBezTo>
                  <a:cubicBezTo>
                    <a:pt x="137041" y="2191"/>
                    <a:pt x="136494" y="2203"/>
                    <a:pt x="135946" y="2215"/>
                  </a:cubicBezTo>
                  <a:cubicBezTo>
                    <a:pt x="135410" y="2203"/>
                    <a:pt x="134863" y="2191"/>
                    <a:pt x="134327" y="2179"/>
                  </a:cubicBezTo>
                  <a:cubicBezTo>
                    <a:pt x="134327" y="2203"/>
                    <a:pt x="134327" y="2215"/>
                    <a:pt x="134315" y="2239"/>
                  </a:cubicBezTo>
                  <a:cubicBezTo>
                    <a:pt x="134089" y="2239"/>
                    <a:pt x="133874" y="2250"/>
                    <a:pt x="133648" y="2250"/>
                  </a:cubicBezTo>
                  <a:lnTo>
                    <a:pt x="133648" y="2858"/>
                  </a:lnTo>
                  <a:cubicBezTo>
                    <a:pt x="133410" y="2715"/>
                    <a:pt x="133124" y="2441"/>
                    <a:pt x="132779" y="2262"/>
                  </a:cubicBezTo>
                  <a:cubicBezTo>
                    <a:pt x="132604" y="2280"/>
                    <a:pt x="132429" y="2288"/>
                    <a:pt x="132254" y="2288"/>
                  </a:cubicBezTo>
                  <a:cubicBezTo>
                    <a:pt x="131165" y="2288"/>
                    <a:pt x="130064" y="1988"/>
                    <a:pt x="128968" y="1988"/>
                  </a:cubicBezTo>
                  <a:cubicBezTo>
                    <a:pt x="128845" y="1988"/>
                    <a:pt x="128723" y="1992"/>
                    <a:pt x="128600" y="2000"/>
                  </a:cubicBezTo>
                  <a:cubicBezTo>
                    <a:pt x="129303" y="3936"/>
                    <a:pt x="129413" y="4616"/>
                    <a:pt x="129192" y="4616"/>
                  </a:cubicBezTo>
                  <a:cubicBezTo>
                    <a:pt x="128855" y="4616"/>
                    <a:pt x="127750" y="3043"/>
                    <a:pt x="126802" y="1929"/>
                  </a:cubicBezTo>
                  <a:cubicBezTo>
                    <a:pt x="122492" y="1750"/>
                    <a:pt x="118527" y="1500"/>
                    <a:pt x="114467" y="1179"/>
                  </a:cubicBezTo>
                  <a:cubicBezTo>
                    <a:pt x="114562" y="774"/>
                    <a:pt x="114646" y="381"/>
                    <a:pt x="114741" y="0"/>
                  </a:cubicBezTo>
                  <a:lnTo>
                    <a:pt x="114741" y="0"/>
                  </a:lnTo>
                  <a:cubicBezTo>
                    <a:pt x="112491" y="226"/>
                    <a:pt x="110348" y="441"/>
                    <a:pt x="108276" y="631"/>
                  </a:cubicBezTo>
                  <a:cubicBezTo>
                    <a:pt x="106192" y="441"/>
                    <a:pt x="104061" y="226"/>
                    <a:pt x="101799" y="0"/>
                  </a:cubicBezTo>
                  <a:lnTo>
                    <a:pt x="101799" y="0"/>
                  </a:lnTo>
                  <a:cubicBezTo>
                    <a:pt x="101894" y="381"/>
                    <a:pt x="101978" y="774"/>
                    <a:pt x="102073" y="1179"/>
                  </a:cubicBezTo>
                  <a:cubicBezTo>
                    <a:pt x="99072" y="1417"/>
                    <a:pt x="96132" y="1607"/>
                    <a:pt x="93060" y="1774"/>
                  </a:cubicBezTo>
                  <a:cubicBezTo>
                    <a:pt x="93191" y="1167"/>
                    <a:pt x="93322" y="572"/>
                    <a:pt x="93465" y="0"/>
                  </a:cubicBezTo>
                  <a:lnTo>
                    <a:pt x="93465" y="0"/>
                  </a:lnTo>
                  <a:cubicBezTo>
                    <a:pt x="84535" y="905"/>
                    <a:pt x="77439" y="1524"/>
                    <a:pt x="69212" y="1905"/>
                  </a:cubicBezTo>
                  <a:cubicBezTo>
                    <a:pt x="69164" y="2239"/>
                    <a:pt x="69116" y="2548"/>
                    <a:pt x="69081" y="2822"/>
                  </a:cubicBezTo>
                  <a:cubicBezTo>
                    <a:pt x="68723" y="2667"/>
                    <a:pt x="68342" y="2548"/>
                    <a:pt x="67973" y="2453"/>
                  </a:cubicBezTo>
                  <a:cubicBezTo>
                    <a:pt x="67950" y="2298"/>
                    <a:pt x="67926" y="2131"/>
                    <a:pt x="67902" y="1953"/>
                  </a:cubicBezTo>
                  <a:cubicBezTo>
                    <a:pt x="64735" y="2084"/>
                    <a:pt x="61377" y="2179"/>
                    <a:pt x="57686" y="2239"/>
                  </a:cubicBezTo>
                  <a:cubicBezTo>
                    <a:pt x="56567" y="2227"/>
                    <a:pt x="55472" y="2203"/>
                    <a:pt x="54412" y="2179"/>
                  </a:cubicBezTo>
                  <a:cubicBezTo>
                    <a:pt x="54303" y="2757"/>
                    <a:pt x="54160" y="2952"/>
                    <a:pt x="53977" y="2952"/>
                  </a:cubicBezTo>
                  <a:cubicBezTo>
                    <a:pt x="53701" y="2952"/>
                    <a:pt x="53333" y="2506"/>
                    <a:pt x="52852" y="2262"/>
                  </a:cubicBezTo>
                  <a:cubicBezTo>
                    <a:pt x="52687" y="2278"/>
                    <a:pt x="52522" y="2285"/>
                    <a:pt x="52356" y="2285"/>
                  </a:cubicBezTo>
                  <a:cubicBezTo>
                    <a:pt x="51262" y="2285"/>
                    <a:pt x="50161" y="1988"/>
                    <a:pt x="49052" y="1988"/>
                  </a:cubicBezTo>
                  <a:cubicBezTo>
                    <a:pt x="48926" y="1988"/>
                    <a:pt x="48800" y="1992"/>
                    <a:pt x="48673" y="2000"/>
                  </a:cubicBezTo>
                  <a:cubicBezTo>
                    <a:pt x="48959" y="2774"/>
                    <a:pt x="49138" y="3346"/>
                    <a:pt x="49257" y="3751"/>
                  </a:cubicBezTo>
                  <a:cubicBezTo>
                    <a:pt x="48792" y="3274"/>
                    <a:pt x="48173" y="2953"/>
                    <a:pt x="47518" y="2703"/>
                  </a:cubicBezTo>
                  <a:cubicBezTo>
                    <a:pt x="47304" y="2441"/>
                    <a:pt x="47090" y="2179"/>
                    <a:pt x="46875" y="1929"/>
                  </a:cubicBezTo>
                  <a:cubicBezTo>
                    <a:pt x="38315" y="1572"/>
                    <a:pt x="31064" y="929"/>
                    <a:pt x="21872" y="0"/>
                  </a:cubicBezTo>
                  <a:lnTo>
                    <a:pt x="21872" y="0"/>
                  </a:lnTo>
                  <a:cubicBezTo>
                    <a:pt x="22015" y="572"/>
                    <a:pt x="22146" y="1167"/>
                    <a:pt x="22277" y="1774"/>
                  </a:cubicBezTo>
                  <a:cubicBezTo>
                    <a:pt x="15098" y="1393"/>
                    <a:pt x="8573" y="810"/>
                    <a:pt x="5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64"/>
            <p:cNvSpPr/>
            <p:nvPr/>
          </p:nvSpPr>
          <p:spPr>
            <a:xfrm>
              <a:off x="283950" y="193150"/>
              <a:ext cx="8615526" cy="4752359"/>
            </a:xfrm>
            <a:custGeom>
              <a:rect b="b" l="l" r="r" t="t"/>
              <a:pathLst>
                <a:path extrusionOk="0" h="146757" w="269046">
                  <a:moveTo>
                    <a:pt x="21241" y="131"/>
                  </a:moveTo>
                  <a:cubicBezTo>
                    <a:pt x="20884" y="346"/>
                    <a:pt x="20527" y="572"/>
                    <a:pt x="20170" y="798"/>
                  </a:cubicBezTo>
                  <a:cubicBezTo>
                    <a:pt x="20217" y="953"/>
                    <a:pt x="20253" y="1120"/>
                    <a:pt x="20289" y="1286"/>
                  </a:cubicBezTo>
                  <a:cubicBezTo>
                    <a:pt x="20860" y="929"/>
                    <a:pt x="21432" y="560"/>
                    <a:pt x="22015" y="203"/>
                  </a:cubicBezTo>
                  <a:cubicBezTo>
                    <a:pt x="21753" y="179"/>
                    <a:pt x="21503" y="155"/>
                    <a:pt x="21241" y="131"/>
                  </a:cubicBezTo>
                  <a:close/>
                  <a:moveTo>
                    <a:pt x="18777" y="1691"/>
                  </a:moveTo>
                  <a:cubicBezTo>
                    <a:pt x="18515" y="1858"/>
                    <a:pt x="18265" y="2012"/>
                    <a:pt x="18015" y="2179"/>
                  </a:cubicBezTo>
                  <a:cubicBezTo>
                    <a:pt x="11788" y="6263"/>
                    <a:pt x="6156" y="10644"/>
                    <a:pt x="1155" y="15252"/>
                  </a:cubicBezTo>
                  <a:cubicBezTo>
                    <a:pt x="1179" y="15455"/>
                    <a:pt x="1203" y="15657"/>
                    <a:pt x="1215" y="15848"/>
                  </a:cubicBezTo>
                  <a:cubicBezTo>
                    <a:pt x="6263" y="11156"/>
                    <a:pt x="11966" y="6727"/>
                    <a:pt x="18277" y="2584"/>
                  </a:cubicBezTo>
                  <a:cubicBezTo>
                    <a:pt x="18705" y="2298"/>
                    <a:pt x="19146" y="2012"/>
                    <a:pt x="19574" y="1739"/>
                  </a:cubicBezTo>
                  <a:cubicBezTo>
                    <a:pt x="19312" y="1727"/>
                    <a:pt x="19039" y="1703"/>
                    <a:pt x="18777" y="1691"/>
                  </a:cubicBezTo>
                  <a:close/>
                  <a:moveTo>
                    <a:pt x="257199" y="5608"/>
                  </a:moveTo>
                  <a:cubicBezTo>
                    <a:pt x="259819" y="11180"/>
                    <a:pt x="262128" y="16943"/>
                    <a:pt x="264105" y="22884"/>
                  </a:cubicBezTo>
                  <a:cubicBezTo>
                    <a:pt x="264307" y="22836"/>
                    <a:pt x="264522" y="22789"/>
                    <a:pt x="264736" y="22741"/>
                  </a:cubicBezTo>
                  <a:cubicBezTo>
                    <a:pt x="262950" y="17360"/>
                    <a:pt x="260890" y="12085"/>
                    <a:pt x="258557" y="6942"/>
                  </a:cubicBezTo>
                  <a:lnTo>
                    <a:pt x="257199" y="5608"/>
                  </a:lnTo>
                  <a:close/>
                  <a:moveTo>
                    <a:pt x="234685" y="1239"/>
                  </a:moveTo>
                  <a:cubicBezTo>
                    <a:pt x="234423" y="1262"/>
                    <a:pt x="234149" y="1286"/>
                    <a:pt x="233887" y="1298"/>
                  </a:cubicBezTo>
                  <a:cubicBezTo>
                    <a:pt x="234554" y="1727"/>
                    <a:pt x="235220" y="2143"/>
                    <a:pt x="235875" y="2584"/>
                  </a:cubicBezTo>
                  <a:cubicBezTo>
                    <a:pt x="245662" y="9001"/>
                    <a:pt x="253961" y="16145"/>
                    <a:pt x="260676" y="23813"/>
                  </a:cubicBezTo>
                  <a:cubicBezTo>
                    <a:pt x="260783" y="23741"/>
                    <a:pt x="260938" y="23682"/>
                    <a:pt x="261140" y="23610"/>
                  </a:cubicBezTo>
                  <a:cubicBezTo>
                    <a:pt x="254377" y="15871"/>
                    <a:pt x="246007" y="8656"/>
                    <a:pt x="236137" y="2179"/>
                  </a:cubicBezTo>
                  <a:cubicBezTo>
                    <a:pt x="235649" y="1870"/>
                    <a:pt x="235173" y="1548"/>
                    <a:pt x="234685" y="1239"/>
                  </a:cubicBezTo>
                  <a:close/>
                  <a:moveTo>
                    <a:pt x="264807" y="25051"/>
                  </a:moveTo>
                  <a:lnTo>
                    <a:pt x="264867" y="25218"/>
                  </a:lnTo>
                  <a:cubicBezTo>
                    <a:pt x="264879" y="25218"/>
                    <a:pt x="264879" y="25206"/>
                    <a:pt x="264891" y="25194"/>
                  </a:cubicBezTo>
                  <a:cubicBezTo>
                    <a:pt x="264914" y="25158"/>
                    <a:pt x="264926" y="25111"/>
                    <a:pt x="264938" y="25075"/>
                  </a:cubicBezTo>
                  <a:cubicBezTo>
                    <a:pt x="264891" y="25063"/>
                    <a:pt x="264855" y="25063"/>
                    <a:pt x="264807" y="25051"/>
                  </a:cubicBezTo>
                  <a:close/>
                  <a:moveTo>
                    <a:pt x="265319" y="26670"/>
                  </a:moveTo>
                  <a:lnTo>
                    <a:pt x="265319" y="26670"/>
                  </a:lnTo>
                  <a:cubicBezTo>
                    <a:pt x="265557" y="27480"/>
                    <a:pt x="265807" y="28290"/>
                    <a:pt x="266034" y="29099"/>
                  </a:cubicBezTo>
                  <a:cubicBezTo>
                    <a:pt x="266057" y="28444"/>
                    <a:pt x="266081" y="27789"/>
                    <a:pt x="266117" y="27135"/>
                  </a:cubicBezTo>
                  <a:cubicBezTo>
                    <a:pt x="266081" y="27016"/>
                    <a:pt x="266046" y="26896"/>
                    <a:pt x="266010" y="26777"/>
                  </a:cubicBezTo>
                  <a:cubicBezTo>
                    <a:pt x="265843" y="26754"/>
                    <a:pt x="265593" y="26718"/>
                    <a:pt x="265319" y="26670"/>
                  </a:cubicBezTo>
                  <a:close/>
                  <a:moveTo>
                    <a:pt x="261188" y="24408"/>
                  </a:moveTo>
                  <a:lnTo>
                    <a:pt x="261188" y="24408"/>
                  </a:lnTo>
                  <a:cubicBezTo>
                    <a:pt x="262902" y="26396"/>
                    <a:pt x="264498" y="28409"/>
                    <a:pt x="265998" y="30456"/>
                  </a:cubicBezTo>
                  <a:cubicBezTo>
                    <a:pt x="265998" y="30195"/>
                    <a:pt x="266010" y="29944"/>
                    <a:pt x="266022" y="29683"/>
                  </a:cubicBezTo>
                  <a:cubicBezTo>
                    <a:pt x="265153" y="28516"/>
                    <a:pt x="264260" y="27361"/>
                    <a:pt x="263331" y="26218"/>
                  </a:cubicBezTo>
                  <a:cubicBezTo>
                    <a:pt x="263200" y="26158"/>
                    <a:pt x="263140" y="26087"/>
                    <a:pt x="263164" y="26015"/>
                  </a:cubicBezTo>
                  <a:cubicBezTo>
                    <a:pt x="262771" y="25539"/>
                    <a:pt x="262378" y="25075"/>
                    <a:pt x="261986" y="24599"/>
                  </a:cubicBezTo>
                  <a:cubicBezTo>
                    <a:pt x="261664" y="24539"/>
                    <a:pt x="261402" y="24468"/>
                    <a:pt x="261188" y="24408"/>
                  </a:cubicBezTo>
                  <a:close/>
                  <a:moveTo>
                    <a:pt x="127076" y="17431"/>
                  </a:moveTo>
                  <a:cubicBezTo>
                    <a:pt x="133339" y="17431"/>
                    <a:pt x="139506" y="17574"/>
                    <a:pt x="145578" y="17848"/>
                  </a:cubicBezTo>
                  <a:cubicBezTo>
                    <a:pt x="146150" y="29278"/>
                    <a:pt x="146554" y="41363"/>
                    <a:pt x="146769" y="53924"/>
                  </a:cubicBezTo>
                  <a:cubicBezTo>
                    <a:pt x="140292" y="53816"/>
                    <a:pt x="133720" y="53769"/>
                    <a:pt x="127076" y="53769"/>
                  </a:cubicBezTo>
                  <a:cubicBezTo>
                    <a:pt x="120432" y="53769"/>
                    <a:pt x="113860" y="53816"/>
                    <a:pt x="107371" y="53924"/>
                  </a:cubicBezTo>
                  <a:cubicBezTo>
                    <a:pt x="107585" y="41363"/>
                    <a:pt x="107990" y="29278"/>
                    <a:pt x="108562" y="17848"/>
                  </a:cubicBezTo>
                  <a:cubicBezTo>
                    <a:pt x="114634" y="17574"/>
                    <a:pt x="120813" y="17431"/>
                    <a:pt x="127076" y="17431"/>
                  </a:cubicBezTo>
                  <a:close/>
                  <a:moveTo>
                    <a:pt x="108359" y="17848"/>
                  </a:moveTo>
                  <a:cubicBezTo>
                    <a:pt x="107776" y="29385"/>
                    <a:pt x="107371" y="41482"/>
                    <a:pt x="107169" y="53924"/>
                  </a:cubicBezTo>
                  <a:cubicBezTo>
                    <a:pt x="94727" y="54138"/>
                    <a:pt x="82630" y="54531"/>
                    <a:pt x="71093" y="55114"/>
                  </a:cubicBezTo>
                  <a:cubicBezTo>
                    <a:pt x="71617" y="43244"/>
                    <a:pt x="72640" y="31766"/>
                    <a:pt x="74117" y="20872"/>
                  </a:cubicBezTo>
                  <a:cubicBezTo>
                    <a:pt x="85011" y="19407"/>
                    <a:pt x="96477" y="18384"/>
                    <a:pt x="108359" y="17848"/>
                  </a:cubicBezTo>
                  <a:close/>
                  <a:moveTo>
                    <a:pt x="145792" y="17860"/>
                  </a:moveTo>
                  <a:lnTo>
                    <a:pt x="145792" y="17860"/>
                  </a:lnTo>
                  <a:cubicBezTo>
                    <a:pt x="157675" y="18384"/>
                    <a:pt x="169141" y="19407"/>
                    <a:pt x="180035" y="20884"/>
                  </a:cubicBezTo>
                  <a:cubicBezTo>
                    <a:pt x="181499" y="31766"/>
                    <a:pt x="182523" y="43244"/>
                    <a:pt x="183059" y="55114"/>
                  </a:cubicBezTo>
                  <a:cubicBezTo>
                    <a:pt x="171522" y="54531"/>
                    <a:pt x="159425" y="54138"/>
                    <a:pt x="146983" y="53924"/>
                  </a:cubicBezTo>
                  <a:cubicBezTo>
                    <a:pt x="146781" y="41482"/>
                    <a:pt x="146376" y="29385"/>
                    <a:pt x="145792" y="17860"/>
                  </a:cubicBezTo>
                  <a:close/>
                  <a:moveTo>
                    <a:pt x="73724" y="20931"/>
                  </a:moveTo>
                  <a:lnTo>
                    <a:pt x="73724" y="20931"/>
                  </a:lnTo>
                  <a:cubicBezTo>
                    <a:pt x="72259" y="31909"/>
                    <a:pt x="71247" y="43375"/>
                    <a:pt x="70724" y="55138"/>
                  </a:cubicBezTo>
                  <a:cubicBezTo>
                    <a:pt x="54805" y="55948"/>
                    <a:pt x="39958" y="57103"/>
                    <a:pt x="26742" y="58579"/>
                  </a:cubicBezTo>
                  <a:cubicBezTo>
                    <a:pt x="27373" y="48816"/>
                    <a:pt x="28599" y="39255"/>
                    <a:pt x="30397" y="29992"/>
                  </a:cubicBezTo>
                  <a:cubicBezTo>
                    <a:pt x="43292" y="26158"/>
                    <a:pt x="57901" y="23086"/>
                    <a:pt x="73724" y="20931"/>
                  </a:cubicBezTo>
                  <a:close/>
                  <a:moveTo>
                    <a:pt x="180416" y="20931"/>
                  </a:moveTo>
                  <a:lnTo>
                    <a:pt x="180416" y="20931"/>
                  </a:lnTo>
                  <a:cubicBezTo>
                    <a:pt x="196251" y="23086"/>
                    <a:pt x="210860" y="26170"/>
                    <a:pt x="223755" y="29992"/>
                  </a:cubicBezTo>
                  <a:cubicBezTo>
                    <a:pt x="225552" y="39255"/>
                    <a:pt x="226779" y="48816"/>
                    <a:pt x="227410" y="58579"/>
                  </a:cubicBezTo>
                  <a:cubicBezTo>
                    <a:pt x="214194" y="57103"/>
                    <a:pt x="199335" y="55948"/>
                    <a:pt x="183416" y="55138"/>
                  </a:cubicBezTo>
                  <a:cubicBezTo>
                    <a:pt x="182904" y="43375"/>
                    <a:pt x="181892" y="31909"/>
                    <a:pt x="180416" y="20931"/>
                  </a:cubicBezTo>
                  <a:close/>
                  <a:moveTo>
                    <a:pt x="70724" y="55352"/>
                  </a:moveTo>
                  <a:cubicBezTo>
                    <a:pt x="70450" y="61436"/>
                    <a:pt x="70319" y="67616"/>
                    <a:pt x="70319" y="73843"/>
                  </a:cubicBezTo>
                  <a:cubicBezTo>
                    <a:pt x="70319" y="80070"/>
                    <a:pt x="70450" y="86237"/>
                    <a:pt x="70724" y="92321"/>
                  </a:cubicBezTo>
                  <a:cubicBezTo>
                    <a:pt x="54543" y="91500"/>
                    <a:pt x="39696" y="90333"/>
                    <a:pt x="26730" y="88892"/>
                  </a:cubicBezTo>
                  <a:cubicBezTo>
                    <a:pt x="26420" y="83915"/>
                    <a:pt x="26254" y="78891"/>
                    <a:pt x="26254" y="73843"/>
                  </a:cubicBezTo>
                  <a:cubicBezTo>
                    <a:pt x="26254" y="68783"/>
                    <a:pt x="26420" y="63758"/>
                    <a:pt x="26730" y="58781"/>
                  </a:cubicBezTo>
                  <a:cubicBezTo>
                    <a:pt x="39696" y="57341"/>
                    <a:pt x="54543" y="56174"/>
                    <a:pt x="70724" y="55352"/>
                  </a:cubicBezTo>
                  <a:close/>
                  <a:moveTo>
                    <a:pt x="183428" y="55352"/>
                  </a:moveTo>
                  <a:cubicBezTo>
                    <a:pt x="199609" y="56174"/>
                    <a:pt x="214444" y="57341"/>
                    <a:pt x="227410" y="58781"/>
                  </a:cubicBezTo>
                  <a:cubicBezTo>
                    <a:pt x="227731" y="63758"/>
                    <a:pt x="227886" y="68783"/>
                    <a:pt x="227886" y="73843"/>
                  </a:cubicBezTo>
                  <a:cubicBezTo>
                    <a:pt x="227886" y="78903"/>
                    <a:pt x="227731" y="83915"/>
                    <a:pt x="227410" y="88892"/>
                  </a:cubicBezTo>
                  <a:cubicBezTo>
                    <a:pt x="214444" y="90333"/>
                    <a:pt x="199609" y="91500"/>
                    <a:pt x="183428" y="92321"/>
                  </a:cubicBezTo>
                  <a:cubicBezTo>
                    <a:pt x="183690" y="86237"/>
                    <a:pt x="183833" y="80070"/>
                    <a:pt x="183833" y="73843"/>
                  </a:cubicBezTo>
                  <a:cubicBezTo>
                    <a:pt x="183833" y="67616"/>
                    <a:pt x="183690" y="61436"/>
                    <a:pt x="183428" y="55352"/>
                  </a:cubicBezTo>
                  <a:close/>
                  <a:moveTo>
                    <a:pt x="107157" y="54138"/>
                  </a:moveTo>
                  <a:cubicBezTo>
                    <a:pt x="107050" y="60627"/>
                    <a:pt x="107002" y="67199"/>
                    <a:pt x="107002" y="73843"/>
                  </a:cubicBezTo>
                  <a:cubicBezTo>
                    <a:pt x="107002" y="80475"/>
                    <a:pt x="107050" y="87047"/>
                    <a:pt x="107157" y="93536"/>
                  </a:cubicBezTo>
                  <a:cubicBezTo>
                    <a:pt x="94596" y="93321"/>
                    <a:pt x="82511" y="92917"/>
                    <a:pt x="71081" y="92345"/>
                  </a:cubicBezTo>
                  <a:cubicBezTo>
                    <a:pt x="70807" y="86273"/>
                    <a:pt x="70676" y="80105"/>
                    <a:pt x="70676" y="73843"/>
                  </a:cubicBezTo>
                  <a:cubicBezTo>
                    <a:pt x="70676" y="67580"/>
                    <a:pt x="70807" y="61401"/>
                    <a:pt x="71081" y="55329"/>
                  </a:cubicBezTo>
                  <a:cubicBezTo>
                    <a:pt x="82511" y="54757"/>
                    <a:pt x="94596" y="54352"/>
                    <a:pt x="107157" y="54138"/>
                  </a:cubicBezTo>
                  <a:close/>
                  <a:moveTo>
                    <a:pt x="146983" y="54138"/>
                  </a:moveTo>
                  <a:cubicBezTo>
                    <a:pt x="159544" y="54352"/>
                    <a:pt x="171641" y="54757"/>
                    <a:pt x="183071" y="55329"/>
                  </a:cubicBezTo>
                  <a:cubicBezTo>
                    <a:pt x="183333" y="61401"/>
                    <a:pt x="183476" y="67568"/>
                    <a:pt x="183476" y="73831"/>
                  </a:cubicBezTo>
                  <a:cubicBezTo>
                    <a:pt x="183476" y="80094"/>
                    <a:pt x="183333" y="86273"/>
                    <a:pt x="183071" y="92345"/>
                  </a:cubicBezTo>
                  <a:cubicBezTo>
                    <a:pt x="171641" y="92917"/>
                    <a:pt x="159544" y="93321"/>
                    <a:pt x="146983" y="93536"/>
                  </a:cubicBezTo>
                  <a:cubicBezTo>
                    <a:pt x="147090" y="87047"/>
                    <a:pt x="147150" y="80475"/>
                    <a:pt x="147150" y="73843"/>
                  </a:cubicBezTo>
                  <a:cubicBezTo>
                    <a:pt x="147150" y="67199"/>
                    <a:pt x="147090" y="60627"/>
                    <a:pt x="146983" y="54138"/>
                  </a:cubicBezTo>
                  <a:close/>
                  <a:moveTo>
                    <a:pt x="127076" y="53971"/>
                  </a:moveTo>
                  <a:cubicBezTo>
                    <a:pt x="133743" y="53971"/>
                    <a:pt x="140327" y="54031"/>
                    <a:pt x="146781" y="54138"/>
                  </a:cubicBezTo>
                  <a:cubicBezTo>
                    <a:pt x="146876" y="60591"/>
                    <a:pt x="146935" y="67163"/>
                    <a:pt x="146935" y="73843"/>
                  </a:cubicBezTo>
                  <a:cubicBezTo>
                    <a:pt x="146935" y="80510"/>
                    <a:pt x="146888" y="87082"/>
                    <a:pt x="146781" y="93536"/>
                  </a:cubicBezTo>
                  <a:cubicBezTo>
                    <a:pt x="140327" y="93643"/>
                    <a:pt x="133743" y="93702"/>
                    <a:pt x="127076" y="93702"/>
                  </a:cubicBezTo>
                  <a:cubicBezTo>
                    <a:pt x="120396" y="93702"/>
                    <a:pt x="113824" y="93643"/>
                    <a:pt x="107371" y="93536"/>
                  </a:cubicBezTo>
                  <a:cubicBezTo>
                    <a:pt x="107264" y="87082"/>
                    <a:pt x="107204" y="80510"/>
                    <a:pt x="107204" y="73843"/>
                  </a:cubicBezTo>
                  <a:cubicBezTo>
                    <a:pt x="107204" y="67163"/>
                    <a:pt x="107264" y="60591"/>
                    <a:pt x="107371" y="54138"/>
                  </a:cubicBezTo>
                  <a:cubicBezTo>
                    <a:pt x="113824" y="54031"/>
                    <a:pt x="120396" y="53971"/>
                    <a:pt x="127076" y="53971"/>
                  </a:cubicBezTo>
                  <a:close/>
                  <a:moveTo>
                    <a:pt x="48" y="105632"/>
                  </a:moveTo>
                  <a:cubicBezTo>
                    <a:pt x="36" y="105716"/>
                    <a:pt x="12" y="105811"/>
                    <a:pt x="0" y="105894"/>
                  </a:cubicBezTo>
                  <a:cubicBezTo>
                    <a:pt x="155" y="105882"/>
                    <a:pt x="310" y="105870"/>
                    <a:pt x="477" y="105859"/>
                  </a:cubicBezTo>
                  <a:cubicBezTo>
                    <a:pt x="334" y="105775"/>
                    <a:pt x="191" y="105704"/>
                    <a:pt x="48" y="105632"/>
                  </a:cubicBezTo>
                  <a:close/>
                  <a:moveTo>
                    <a:pt x="26742" y="89095"/>
                  </a:moveTo>
                  <a:cubicBezTo>
                    <a:pt x="39958" y="90571"/>
                    <a:pt x="54805" y="91726"/>
                    <a:pt x="70724" y="92536"/>
                  </a:cubicBezTo>
                  <a:cubicBezTo>
                    <a:pt x="71247" y="104299"/>
                    <a:pt x="72259" y="115765"/>
                    <a:pt x="73724" y="126742"/>
                  </a:cubicBezTo>
                  <a:cubicBezTo>
                    <a:pt x="57901" y="124587"/>
                    <a:pt x="43292" y="121515"/>
                    <a:pt x="30397" y="117681"/>
                  </a:cubicBezTo>
                  <a:cubicBezTo>
                    <a:pt x="28599" y="108418"/>
                    <a:pt x="27373" y="98858"/>
                    <a:pt x="26742" y="89095"/>
                  </a:cubicBezTo>
                  <a:close/>
                  <a:moveTo>
                    <a:pt x="227410" y="89095"/>
                  </a:moveTo>
                  <a:cubicBezTo>
                    <a:pt x="226779" y="98858"/>
                    <a:pt x="225552" y="108418"/>
                    <a:pt x="223755" y="117681"/>
                  </a:cubicBezTo>
                  <a:cubicBezTo>
                    <a:pt x="210860" y="121515"/>
                    <a:pt x="196251" y="124587"/>
                    <a:pt x="180416" y="126742"/>
                  </a:cubicBezTo>
                  <a:cubicBezTo>
                    <a:pt x="181892" y="115765"/>
                    <a:pt x="182904" y="104299"/>
                    <a:pt x="183416" y="92536"/>
                  </a:cubicBezTo>
                  <a:cubicBezTo>
                    <a:pt x="199347" y="91726"/>
                    <a:pt x="214194" y="90571"/>
                    <a:pt x="227410" y="89095"/>
                  </a:cubicBezTo>
                  <a:close/>
                  <a:moveTo>
                    <a:pt x="71093" y="92559"/>
                  </a:moveTo>
                  <a:lnTo>
                    <a:pt x="71093" y="92559"/>
                  </a:lnTo>
                  <a:cubicBezTo>
                    <a:pt x="82630" y="93143"/>
                    <a:pt x="94715" y="93536"/>
                    <a:pt x="107169" y="93750"/>
                  </a:cubicBezTo>
                  <a:cubicBezTo>
                    <a:pt x="107371" y="106192"/>
                    <a:pt x="107776" y="118289"/>
                    <a:pt x="108347" y="129826"/>
                  </a:cubicBezTo>
                  <a:cubicBezTo>
                    <a:pt x="96477" y="129290"/>
                    <a:pt x="85011" y="128266"/>
                    <a:pt x="74117" y="126790"/>
                  </a:cubicBezTo>
                  <a:cubicBezTo>
                    <a:pt x="72640" y="115907"/>
                    <a:pt x="71617" y="104442"/>
                    <a:pt x="71093" y="92559"/>
                  </a:cubicBezTo>
                  <a:close/>
                  <a:moveTo>
                    <a:pt x="183059" y="92559"/>
                  </a:moveTo>
                  <a:lnTo>
                    <a:pt x="183059" y="92559"/>
                  </a:lnTo>
                  <a:cubicBezTo>
                    <a:pt x="182523" y="104442"/>
                    <a:pt x="181499" y="115907"/>
                    <a:pt x="180035" y="126802"/>
                  </a:cubicBezTo>
                  <a:cubicBezTo>
                    <a:pt x="169141" y="128266"/>
                    <a:pt x="157675" y="129290"/>
                    <a:pt x="145792" y="129826"/>
                  </a:cubicBezTo>
                  <a:cubicBezTo>
                    <a:pt x="146376" y="118289"/>
                    <a:pt x="146769" y="106192"/>
                    <a:pt x="146983" y="93750"/>
                  </a:cubicBezTo>
                  <a:cubicBezTo>
                    <a:pt x="159425" y="93536"/>
                    <a:pt x="171522" y="93143"/>
                    <a:pt x="183059" y="92559"/>
                  </a:cubicBezTo>
                  <a:close/>
                  <a:moveTo>
                    <a:pt x="107371" y="93750"/>
                  </a:moveTo>
                  <a:cubicBezTo>
                    <a:pt x="113860" y="93857"/>
                    <a:pt x="120432" y="93917"/>
                    <a:pt x="127076" y="93917"/>
                  </a:cubicBezTo>
                  <a:cubicBezTo>
                    <a:pt x="133708" y="93917"/>
                    <a:pt x="140292" y="93857"/>
                    <a:pt x="146769" y="93750"/>
                  </a:cubicBezTo>
                  <a:lnTo>
                    <a:pt x="146769" y="93750"/>
                  </a:lnTo>
                  <a:cubicBezTo>
                    <a:pt x="146566" y="106311"/>
                    <a:pt x="146150" y="118396"/>
                    <a:pt x="145578" y="129826"/>
                  </a:cubicBezTo>
                  <a:cubicBezTo>
                    <a:pt x="139506" y="130100"/>
                    <a:pt x="133339" y="130243"/>
                    <a:pt x="127076" y="130243"/>
                  </a:cubicBezTo>
                  <a:cubicBezTo>
                    <a:pt x="120813" y="130243"/>
                    <a:pt x="114634" y="130100"/>
                    <a:pt x="108574" y="129826"/>
                  </a:cubicBezTo>
                  <a:cubicBezTo>
                    <a:pt x="107990" y="118396"/>
                    <a:pt x="107585" y="106311"/>
                    <a:pt x="107371" y="93750"/>
                  </a:cubicBezTo>
                  <a:close/>
                  <a:moveTo>
                    <a:pt x="266653" y="116300"/>
                  </a:moveTo>
                  <a:lnTo>
                    <a:pt x="266653" y="116300"/>
                  </a:lnTo>
                  <a:cubicBezTo>
                    <a:pt x="259152" y="126861"/>
                    <a:pt x="248817" y="136600"/>
                    <a:pt x="235875" y="145101"/>
                  </a:cubicBezTo>
                  <a:cubicBezTo>
                    <a:pt x="235411" y="145399"/>
                    <a:pt x="234946" y="145697"/>
                    <a:pt x="234482" y="145994"/>
                  </a:cubicBezTo>
                  <a:cubicBezTo>
                    <a:pt x="234756" y="146006"/>
                    <a:pt x="235030" y="146018"/>
                    <a:pt x="235304" y="146030"/>
                  </a:cubicBezTo>
                  <a:cubicBezTo>
                    <a:pt x="235577" y="145852"/>
                    <a:pt x="235851" y="145673"/>
                    <a:pt x="236137" y="145494"/>
                  </a:cubicBezTo>
                  <a:cubicBezTo>
                    <a:pt x="248710" y="137243"/>
                    <a:pt x="258854" y="127814"/>
                    <a:pt x="266319" y="117586"/>
                  </a:cubicBezTo>
                  <a:lnTo>
                    <a:pt x="266319" y="117586"/>
                  </a:lnTo>
                  <a:cubicBezTo>
                    <a:pt x="263533" y="127504"/>
                    <a:pt x="259831" y="137005"/>
                    <a:pt x="255306" y="145971"/>
                  </a:cubicBezTo>
                  <a:cubicBezTo>
                    <a:pt x="255544" y="145983"/>
                    <a:pt x="255794" y="145994"/>
                    <a:pt x="256032" y="146006"/>
                  </a:cubicBezTo>
                  <a:cubicBezTo>
                    <a:pt x="260354" y="137374"/>
                    <a:pt x="263879" y="128338"/>
                    <a:pt x="266569" y="118991"/>
                  </a:cubicBezTo>
                  <a:cubicBezTo>
                    <a:pt x="266593" y="118098"/>
                    <a:pt x="266617" y="117193"/>
                    <a:pt x="266653" y="116300"/>
                  </a:cubicBezTo>
                  <a:close/>
                  <a:moveTo>
                    <a:pt x="1798" y="132362"/>
                  </a:moveTo>
                  <a:cubicBezTo>
                    <a:pt x="1774" y="132540"/>
                    <a:pt x="1739" y="132731"/>
                    <a:pt x="1715" y="132933"/>
                  </a:cubicBezTo>
                  <a:cubicBezTo>
                    <a:pt x="6573" y="137362"/>
                    <a:pt x="12014" y="141553"/>
                    <a:pt x="18015" y="145494"/>
                  </a:cubicBezTo>
                  <a:cubicBezTo>
                    <a:pt x="18229" y="145637"/>
                    <a:pt x="18455" y="145780"/>
                    <a:pt x="18669" y="145923"/>
                  </a:cubicBezTo>
                  <a:cubicBezTo>
                    <a:pt x="18681" y="145899"/>
                    <a:pt x="18681" y="145887"/>
                    <a:pt x="18693" y="145875"/>
                  </a:cubicBezTo>
                  <a:lnTo>
                    <a:pt x="18693" y="145875"/>
                  </a:lnTo>
                  <a:cubicBezTo>
                    <a:pt x="18681" y="145899"/>
                    <a:pt x="18693" y="145911"/>
                    <a:pt x="18693" y="145935"/>
                  </a:cubicBezTo>
                  <a:cubicBezTo>
                    <a:pt x="18800" y="146006"/>
                    <a:pt x="18908" y="146066"/>
                    <a:pt x="19015" y="146137"/>
                  </a:cubicBezTo>
                  <a:cubicBezTo>
                    <a:pt x="19348" y="146256"/>
                    <a:pt x="19872" y="146328"/>
                    <a:pt x="20336" y="146423"/>
                  </a:cubicBezTo>
                  <a:cubicBezTo>
                    <a:pt x="19646" y="145983"/>
                    <a:pt x="18955" y="145542"/>
                    <a:pt x="18277" y="145090"/>
                  </a:cubicBezTo>
                  <a:cubicBezTo>
                    <a:pt x="12204" y="141113"/>
                    <a:pt x="6692" y="136850"/>
                    <a:pt x="1798" y="132362"/>
                  </a:cubicBezTo>
                  <a:close/>
                  <a:moveTo>
                    <a:pt x="176558" y="0"/>
                  </a:moveTo>
                  <a:cubicBezTo>
                    <a:pt x="176701" y="572"/>
                    <a:pt x="176832" y="1167"/>
                    <a:pt x="176963" y="1774"/>
                  </a:cubicBezTo>
                  <a:lnTo>
                    <a:pt x="176903" y="1774"/>
                  </a:lnTo>
                  <a:cubicBezTo>
                    <a:pt x="178070" y="7787"/>
                    <a:pt x="179106" y="14038"/>
                    <a:pt x="179975" y="20491"/>
                  </a:cubicBezTo>
                  <a:cubicBezTo>
                    <a:pt x="168998" y="19015"/>
                    <a:pt x="157544" y="18003"/>
                    <a:pt x="145781" y="17491"/>
                  </a:cubicBezTo>
                  <a:cubicBezTo>
                    <a:pt x="145507" y="12157"/>
                    <a:pt x="145197" y="6942"/>
                    <a:pt x="144852" y="1858"/>
                  </a:cubicBezTo>
                  <a:cubicBezTo>
                    <a:pt x="144780" y="1870"/>
                    <a:pt x="144697" y="1870"/>
                    <a:pt x="144626" y="1870"/>
                  </a:cubicBezTo>
                  <a:cubicBezTo>
                    <a:pt x="144971" y="6918"/>
                    <a:pt x="145292" y="12121"/>
                    <a:pt x="145554" y="17479"/>
                  </a:cubicBezTo>
                  <a:cubicBezTo>
                    <a:pt x="139470" y="17217"/>
                    <a:pt x="133303" y="17074"/>
                    <a:pt x="127076" y="17074"/>
                  </a:cubicBezTo>
                  <a:cubicBezTo>
                    <a:pt x="120849" y="17074"/>
                    <a:pt x="114681" y="17217"/>
                    <a:pt x="108585" y="17479"/>
                  </a:cubicBezTo>
                  <a:cubicBezTo>
                    <a:pt x="108895" y="11573"/>
                    <a:pt x="109240" y="5846"/>
                    <a:pt x="109621" y="322"/>
                  </a:cubicBezTo>
                  <a:lnTo>
                    <a:pt x="109621" y="322"/>
                  </a:lnTo>
                  <a:cubicBezTo>
                    <a:pt x="109550" y="334"/>
                    <a:pt x="109478" y="334"/>
                    <a:pt x="109407" y="346"/>
                  </a:cubicBezTo>
                  <a:cubicBezTo>
                    <a:pt x="109014" y="5894"/>
                    <a:pt x="108669" y="11621"/>
                    <a:pt x="108371" y="17491"/>
                  </a:cubicBezTo>
                  <a:cubicBezTo>
                    <a:pt x="96608" y="18003"/>
                    <a:pt x="85142" y="19015"/>
                    <a:pt x="74164" y="20491"/>
                  </a:cubicBezTo>
                  <a:cubicBezTo>
                    <a:pt x="75069" y="13871"/>
                    <a:pt x="76129" y="7454"/>
                    <a:pt x="77343" y="1298"/>
                  </a:cubicBezTo>
                  <a:lnTo>
                    <a:pt x="77343" y="1298"/>
                  </a:lnTo>
                  <a:cubicBezTo>
                    <a:pt x="77212" y="1310"/>
                    <a:pt x="77081" y="1322"/>
                    <a:pt x="76951" y="1334"/>
                  </a:cubicBezTo>
                  <a:cubicBezTo>
                    <a:pt x="75724" y="7537"/>
                    <a:pt x="74665" y="13954"/>
                    <a:pt x="73783" y="20539"/>
                  </a:cubicBezTo>
                  <a:cubicBezTo>
                    <a:pt x="58198" y="22646"/>
                    <a:pt x="43601" y="25682"/>
                    <a:pt x="30480" y="29575"/>
                  </a:cubicBezTo>
                  <a:cubicBezTo>
                    <a:pt x="32374" y="19872"/>
                    <a:pt x="34910" y="10502"/>
                    <a:pt x="38029" y="1560"/>
                  </a:cubicBezTo>
                  <a:cubicBezTo>
                    <a:pt x="37874" y="1548"/>
                    <a:pt x="37708" y="1548"/>
                    <a:pt x="37541" y="1536"/>
                  </a:cubicBezTo>
                  <a:cubicBezTo>
                    <a:pt x="34409" y="10525"/>
                    <a:pt x="31862" y="19955"/>
                    <a:pt x="29968" y="29718"/>
                  </a:cubicBezTo>
                  <a:cubicBezTo>
                    <a:pt x="25849" y="30957"/>
                    <a:pt x="21884" y="32266"/>
                    <a:pt x="18086" y="33659"/>
                  </a:cubicBezTo>
                  <a:cubicBezTo>
                    <a:pt x="12252" y="35802"/>
                    <a:pt x="6942" y="38088"/>
                    <a:pt x="2191" y="40493"/>
                  </a:cubicBezTo>
                  <a:lnTo>
                    <a:pt x="2179" y="40934"/>
                  </a:lnTo>
                  <a:cubicBezTo>
                    <a:pt x="10097" y="36910"/>
                    <a:pt x="19420" y="33278"/>
                    <a:pt x="29885" y="30147"/>
                  </a:cubicBezTo>
                  <a:lnTo>
                    <a:pt x="29885" y="30147"/>
                  </a:lnTo>
                  <a:cubicBezTo>
                    <a:pt x="28111" y="39386"/>
                    <a:pt x="26885" y="48911"/>
                    <a:pt x="26266" y="58627"/>
                  </a:cubicBezTo>
                  <a:cubicBezTo>
                    <a:pt x="23480" y="58948"/>
                    <a:pt x="20765" y="59270"/>
                    <a:pt x="18134" y="59615"/>
                  </a:cubicBezTo>
                  <a:cubicBezTo>
                    <a:pt x="11621" y="60460"/>
                    <a:pt x="5763" y="61365"/>
                    <a:pt x="584" y="62329"/>
                  </a:cubicBezTo>
                  <a:cubicBezTo>
                    <a:pt x="596" y="62389"/>
                    <a:pt x="596" y="62460"/>
                    <a:pt x="608" y="62520"/>
                  </a:cubicBezTo>
                  <a:cubicBezTo>
                    <a:pt x="7942" y="61163"/>
                    <a:pt x="16574" y="59924"/>
                    <a:pt x="26254" y="58841"/>
                  </a:cubicBezTo>
                  <a:lnTo>
                    <a:pt x="26254" y="58841"/>
                  </a:lnTo>
                  <a:cubicBezTo>
                    <a:pt x="25944" y="63794"/>
                    <a:pt x="25777" y="68794"/>
                    <a:pt x="25777" y="73843"/>
                  </a:cubicBezTo>
                  <a:cubicBezTo>
                    <a:pt x="25777" y="78879"/>
                    <a:pt x="25944" y="83880"/>
                    <a:pt x="26254" y="88833"/>
                  </a:cubicBezTo>
                  <a:cubicBezTo>
                    <a:pt x="17014" y="87797"/>
                    <a:pt x="8740" y="86618"/>
                    <a:pt x="1620" y="85332"/>
                  </a:cubicBezTo>
                  <a:cubicBezTo>
                    <a:pt x="1620" y="85404"/>
                    <a:pt x="1620" y="85475"/>
                    <a:pt x="1620" y="85535"/>
                  </a:cubicBezTo>
                  <a:cubicBezTo>
                    <a:pt x="6537" y="86428"/>
                    <a:pt x="12050" y="87273"/>
                    <a:pt x="18134" y="88059"/>
                  </a:cubicBezTo>
                  <a:cubicBezTo>
                    <a:pt x="20765" y="88404"/>
                    <a:pt x="23480" y="88726"/>
                    <a:pt x="26266" y="89047"/>
                  </a:cubicBezTo>
                  <a:cubicBezTo>
                    <a:pt x="26885" y="98762"/>
                    <a:pt x="28099" y="108287"/>
                    <a:pt x="29885" y="117527"/>
                  </a:cubicBezTo>
                  <a:cubicBezTo>
                    <a:pt x="18824" y="114217"/>
                    <a:pt x="9037" y="110359"/>
                    <a:pt x="846" y="106049"/>
                  </a:cubicBezTo>
                  <a:lnTo>
                    <a:pt x="846" y="106049"/>
                  </a:lnTo>
                  <a:cubicBezTo>
                    <a:pt x="858" y="106204"/>
                    <a:pt x="870" y="106359"/>
                    <a:pt x="881" y="106513"/>
                  </a:cubicBezTo>
                  <a:cubicBezTo>
                    <a:pt x="5977" y="109169"/>
                    <a:pt x="11716" y="111669"/>
                    <a:pt x="18086" y="114014"/>
                  </a:cubicBezTo>
                  <a:cubicBezTo>
                    <a:pt x="21884" y="115407"/>
                    <a:pt x="25849" y="116717"/>
                    <a:pt x="29968" y="117955"/>
                  </a:cubicBezTo>
                  <a:cubicBezTo>
                    <a:pt x="31850" y="127611"/>
                    <a:pt x="34350" y="136946"/>
                    <a:pt x="37446" y="145852"/>
                  </a:cubicBezTo>
                  <a:cubicBezTo>
                    <a:pt x="37600" y="145840"/>
                    <a:pt x="37767" y="145840"/>
                    <a:pt x="37934" y="145828"/>
                  </a:cubicBezTo>
                  <a:cubicBezTo>
                    <a:pt x="34862" y="136981"/>
                    <a:pt x="32362" y="127706"/>
                    <a:pt x="30480" y="118098"/>
                  </a:cubicBezTo>
                  <a:lnTo>
                    <a:pt x="30480" y="118098"/>
                  </a:lnTo>
                  <a:cubicBezTo>
                    <a:pt x="43589" y="121992"/>
                    <a:pt x="58198" y="125028"/>
                    <a:pt x="73783" y="127135"/>
                  </a:cubicBezTo>
                  <a:cubicBezTo>
                    <a:pt x="74653" y="133600"/>
                    <a:pt x="75688" y="139910"/>
                    <a:pt x="76879" y="146006"/>
                  </a:cubicBezTo>
                  <a:cubicBezTo>
                    <a:pt x="77010" y="146006"/>
                    <a:pt x="77141" y="146018"/>
                    <a:pt x="77272" y="146018"/>
                  </a:cubicBezTo>
                  <a:cubicBezTo>
                    <a:pt x="76093" y="139970"/>
                    <a:pt x="75046" y="133683"/>
                    <a:pt x="74164" y="127183"/>
                  </a:cubicBezTo>
                  <a:lnTo>
                    <a:pt x="74164" y="127183"/>
                  </a:lnTo>
                  <a:cubicBezTo>
                    <a:pt x="85154" y="128659"/>
                    <a:pt x="96608" y="129659"/>
                    <a:pt x="108371" y="130183"/>
                  </a:cubicBezTo>
                  <a:cubicBezTo>
                    <a:pt x="108657" y="135850"/>
                    <a:pt x="108990" y="141375"/>
                    <a:pt x="109371" y="146733"/>
                  </a:cubicBezTo>
                  <a:cubicBezTo>
                    <a:pt x="109443" y="146745"/>
                    <a:pt x="109514" y="146745"/>
                    <a:pt x="109586" y="146756"/>
                  </a:cubicBezTo>
                  <a:cubicBezTo>
                    <a:pt x="109205" y="141411"/>
                    <a:pt x="108883" y="135886"/>
                    <a:pt x="108585" y="130195"/>
                  </a:cubicBezTo>
                  <a:lnTo>
                    <a:pt x="108585" y="130195"/>
                  </a:lnTo>
                  <a:cubicBezTo>
                    <a:pt x="114681" y="130457"/>
                    <a:pt x="120849" y="130600"/>
                    <a:pt x="127076" y="130600"/>
                  </a:cubicBezTo>
                  <a:cubicBezTo>
                    <a:pt x="133303" y="130600"/>
                    <a:pt x="139470" y="130457"/>
                    <a:pt x="145554" y="130195"/>
                  </a:cubicBezTo>
                  <a:lnTo>
                    <a:pt x="145554" y="130195"/>
                  </a:lnTo>
                  <a:cubicBezTo>
                    <a:pt x="145328" y="134815"/>
                    <a:pt x="145066" y="139327"/>
                    <a:pt x="144769" y="143720"/>
                  </a:cubicBezTo>
                  <a:cubicBezTo>
                    <a:pt x="144828" y="143851"/>
                    <a:pt x="144888" y="143994"/>
                    <a:pt x="144959" y="144161"/>
                  </a:cubicBezTo>
                  <a:cubicBezTo>
                    <a:pt x="145257" y="139613"/>
                    <a:pt x="145531" y="134945"/>
                    <a:pt x="145781" y="130183"/>
                  </a:cubicBezTo>
                  <a:cubicBezTo>
                    <a:pt x="157544" y="129671"/>
                    <a:pt x="168998" y="128659"/>
                    <a:pt x="179975" y="127183"/>
                  </a:cubicBezTo>
                  <a:lnTo>
                    <a:pt x="179975" y="127183"/>
                  </a:lnTo>
                  <a:cubicBezTo>
                    <a:pt x="179106" y="133588"/>
                    <a:pt x="178094" y="139791"/>
                    <a:pt x="176927" y="145756"/>
                  </a:cubicBezTo>
                  <a:lnTo>
                    <a:pt x="177034" y="145756"/>
                  </a:lnTo>
                  <a:cubicBezTo>
                    <a:pt x="177142" y="145697"/>
                    <a:pt x="177249" y="145625"/>
                    <a:pt x="177356" y="145566"/>
                  </a:cubicBezTo>
                  <a:cubicBezTo>
                    <a:pt x="178511" y="139601"/>
                    <a:pt x="179511" y="133445"/>
                    <a:pt x="180368" y="127135"/>
                  </a:cubicBezTo>
                  <a:cubicBezTo>
                    <a:pt x="195953" y="125028"/>
                    <a:pt x="210551" y="121992"/>
                    <a:pt x="223671" y="118098"/>
                  </a:cubicBezTo>
                  <a:lnTo>
                    <a:pt x="223671" y="118098"/>
                  </a:lnTo>
                  <a:cubicBezTo>
                    <a:pt x="221814" y="127599"/>
                    <a:pt x="219337" y="136791"/>
                    <a:pt x="216301" y="145554"/>
                  </a:cubicBezTo>
                  <a:lnTo>
                    <a:pt x="216801" y="145554"/>
                  </a:lnTo>
                  <a:cubicBezTo>
                    <a:pt x="219849" y="136743"/>
                    <a:pt x="222326" y="127504"/>
                    <a:pt x="224183" y="117943"/>
                  </a:cubicBezTo>
                  <a:cubicBezTo>
                    <a:pt x="228291" y="116717"/>
                    <a:pt x="232268" y="115407"/>
                    <a:pt x="236066" y="114002"/>
                  </a:cubicBezTo>
                  <a:cubicBezTo>
                    <a:pt x="249877" y="108930"/>
                    <a:pt x="260747" y="103073"/>
                    <a:pt x="268367" y="96679"/>
                  </a:cubicBezTo>
                  <a:cubicBezTo>
                    <a:pt x="268391" y="96476"/>
                    <a:pt x="268427" y="96286"/>
                    <a:pt x="268451" y="96084"/>
                  </a:cubicBezTo>
                  <a:lnTo>
                    <a:pt x="268451" y="96084"/>
                  </a:lnTo>
                  <a:cubicBezTo>
                    <a:pt x="258592" y="104477"/>
                    <a:pt x="243317" y="111824"/>
                    <a:pt x="224267" y="117527"/>
                  </a:cubicBezTo>
                  <a:cubicBezTo>
                    <a:pt x="226041" y="108287"/>
                    <a:pt x="227267" y="98762"/>
                    <a:pt x="227886" y="89047"/>
                  </a:cubicBezTo>
                  <a:cubicBezTo>
                    <a:pt x="230672" y="88726"/>
                    <a:pt x="233387" y="88404"/>
                    <a:pt x="236018" y="88059"/>
                  </a:cubicBezTo>
                  <a:cubicBezTo>
                    <a:pt x="248770" y="86404"/>
                    <a:pt x="259009" y="84511"/>
                    <a:pt x="266510" y="82451"/>
                  </a:cubicBezTo>
                  <a:cubicBezTo>
                    <a:pt x="266510" y="82379"/>
                    <a:pt x="266510" y="82308"/>
                    <a:pt x="266510" y="82249"/>
                  </a:cubicBezTo>
                  <a:cubicBezTo>
                    <a:pt x="257306" y="84773"/>
                    <a:pt x="244079" y="87023"/>
                    <a:pt x="227898" y="88833"/>
                  </a:cubicBezTo>
                  <a:cubicBezTo>
                    <a:pt x="228208" y="83880"/>
                    <a:pt x="228362" y="78867"/>
                    <a:pt x="228362" y="73831"/>
                  </a:cubicBezTo>
                  <a:cubicBezTo>
                    <a:pt x="228362" y="68794"/>
                    <a:pt x="228208" y="63782"/>
                    <a:pt x="227898" y="58829"/>
                  </a:cubicBezTo>
                  <a:lnTo>
                    <a:pt x="227898" y="58829"/>
                  </a:lnTo>
                  <a:cubicBezTo>
                    <a:pt x="244519" y="60698"/>
                    <a:pt x="258009" y="63008"/>
                    <a:pt x="267248" y="65627"/>
                  </a:cubicBezTo>
                  <a:cubicBezTo>
                    <a:pt x="267248" y="65556"/>
                    <a:pt x="267260" y="65496"/>
                    <a:pt x="267260" y="65425"/>
                  </a:cubicBezTo>
                  <a:cubicBezTo>
                    <a:pt x="259711" y="63282"/>
                    <a:pt x="249210" y="61317"/>
                    <a:pt x="236018" y="59603"/>
                  </a:cubicBezTo>
                  <a:cubicBezTo>
                    <a:pt x="233387" y="59270"/>
                    <a:pt x="230672" y="58936"/>
                    <a:pt x="227886" y="58627"/>
                  </a:cubicBezTo>
                  <a:cubicBezTo>
                    <a:pt x="227267" y="48899"/>
                    <a:pt x="226041" y="39374"/>
                    <a:pt x="224267" y="30135"/>
                  </a:cubicBezTo>
                  <a:lnTo>
                    <a:pt x="224267" y="30135"/>
                  </a:lnTo>
                  <a:cubicBezTo>
                    <a:pt x="243650" y="35945"/>
                    <a:pt x="259116" y="43446"/>
                    <a:pt x="268963" y="52019"/>
                  </a:cubicBezTo>
                  <a:cubicBezTo>
                    <a:pt x="268986" y="51864"/>
                    <a:pt x="269010" y="51709"/>
                    <a:pt x="269046" y="51566"/>
                  </a:cubicBezTo>
                  <a:cubicBezTo>
                    <a:pt x="261390" y="44946"/>
                    <a:pt x="250294" y="38886"/>
                    <a:pt x="236066" y="33659"/>
                  </a:cubicBezTo>
                  <a:cubicBezTo>
                    <a:pt x="232268" y="32266"/>
                    <a:pt x="228291" y="30945"/>
                    <a:pt x="224183" y="29718"/>
                  </a:cubicBezTo>
                  <a:cubicBezTo>
                    <a:pt x="222338" y="20277"/>
                    <a:pt x="219909" y="11133"/>
                    <a:pt x="216908" y="2417"/>
                  </a:cubicBezTo>
                  <a:cubicBezTo>
                    <a:pt x="216766" y="2513"/>
                    <a:pt x="216635" y="2620"/>
                    <a:pt x="216504" y="2715"/>
                  </a:cubicBezTo>
                  <a:cubicBezTo>
                    <a:pt x="219456" y="11299"/>
                    <a:pt x="221850" y="20277"/>
                    <a:pt x="223671" y="29563"/>
                  </a:cubicBezTo>
                  <a:cubicBezTo>
                    <a:pt x="210551" y="25682"/>
                    <a:pt x="195953" y="22646"/>
                    <a:pt x="180368" y="20539"/>
                  </a:cubicBezTo>
                  <a:cubicBezTo>
                    <a:pt x="179416" y="13490"/>
                    <a:pt x="178273" y="6644"/>
                    <a:pt x="176951" y="36"/>
                  </a:cubicBezTo>
                  <a:cubicBezTo>
                    <a:pt x="176820" y="24"/>
                    <a:pt x="176689" y="12"/>
                    <a:pt x="176558" y="0"/>
                  </a:cubicBezTo>
                  <a:close/>
                </a:path>
              </a:pathLst>
            </a:custGeom>
            <a:solidFill>
              <a:srgbClr val="E3C98E">
                <a:alpha val="246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57" name="Google Shape;1057;p64"/>
          <p:cNvSpPr txBox="1"/>
          <p:nvPr>
            <p:ph type="title"/>
          </p:nvPr>
        </p:nvSpPr>
        <p:spPr>
          <a:xfrm>
            <a:off x="1196507" y="1365075"/>
            <a:ext cx="2750700" cy="106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058" name="Google Shape;1058;p64"/>
          <p:cNvSpPr txBox="1"/>
          <p:nvPr>
            <p:ph idx="1" type="subTitle"/>
          </p:nvPr>
        </p:nvSpPr>
        <p:spPr>
          <a:xfrm>
            <a:off x="1196507" y="2548725"/>
            <a:ext cx="2750700" cy="122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059" name="Google Shape;1059;p64"/>
          <p:cNvGrpSpPr/>
          <p:nvPr/>
        </p:nvGrpSpPr>
        <p:grpSpPr>
          <a:xfrm>
            <a:off x="318377" y="4183583"/>
            <a:ext cx="789682" cy="723827"/>
            <a:chOff x="318377" y="4183583"/>
            <a:chExt cx="789682" cy="723827"/>
          </a:xfrm>
        </p:grpSpPr>
        <p:sp>
          <p:nvSpPr>
            <p:cNvPr id="1060" name="Google Shape;1060;p64"/>
            <p:cNvSpPr/>
            <p:nvPr/>
          </p:nvSpPr>
          <p:spPr>
            <a:xfrm>
              <a:off x="457913" y="4803900"/>
              <a:ext cx="258300" cy="103500"/>
            </a:xfrm>
            <a:prstGeom prst="ellipse">
              <a:avLst/>
            </a:prstGeom>
            <a:solidFill>
              <a:srgbClr val="033342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64"/>
            <p:cNvSpPr/>
            <p:nvPr/>
          </p:nvSpPr>
          <p:spPr>
            <a:xfrm>
              <a:off x="788438" y="4569325"/>
              <a:ext cx="258300" cy="103500"/>
            </a:xfrm>
            <a:prstGeom prst="ellipse">
              <a:avLst/>
            </a:prstGeom>
            <a:solidFill>
              <a:srgbClr val="033342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62" name="Google Shape;1062;p64"/>
            <p:cNvGrpSpPr/>
            <p:nvPr/>
          </p:nvGrpSpPr>
          <p:grpSpPr>
            <a:xfrm flipH="1">
              <a:off x="318377" y="4183583"/>
              <a:ext cx="789682" cy="723827"/>
              <a:chOff x="4896425" y="6632275"/>
              <a:chExt cx="319425" cy="279125"/>
            </a:xfrm>
          </p:grpSpPr>
          <p:sp>
            <p:nvSpPr>
              <p:cNvPr id="1063" name="Google Shape;1063;p64"/>
              <p:cNvSpPr/>
              <p:nvPr/>
            </p:nvSpPr>
            <p:spPr>
              <a:xfrm>
                <a:off x="5083950" y="6632275"/>
                <a:ext cx="46175" cy="31500"/>
              </a:xfrm>
              <a:custGeom>
                <a:rect b="b" l="l" r="r" t="t"/>
                <a:pathLst>
                  <a:path extrusionOk="0" h="1260" w="1847">
                    <a:moveTo>
                      <a:pt x="461" y="0"/>
                    </a:moveTo>
                    <a:cubicBezTo>
                      <a:pt x="367" y="0"/>
                      <a:pt x="310" y="10"/>
                      <a:pt x="310" y="10"/>
                    </a:cubicBezTo>
                    <a:lnTo>
                      <a:pt x="1" y="617"/>
                    </a:lnTo>
                    <a:lnTo>
                      <a:pt x="1191" y="1260"/>
                    </a:lnTo>
                    <a:lnTo>
                      <a:pt x="1846" y="795"/>
                    </a:lnTo>
                    <a:cubicBezTo>
                      <a:pt x="1380" y="88"/>
                      <a:pt x="746" y="0"/>
                      <a:pt x="4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4" name="Google Shape;1064;p64"/>
              <p:cNvSpPr/>
              <p:nvPr/>
            </p:nvSpPr>
            <p:spPr>
              <a:xfrm>
                <a:off x="5172075" y="6684900"/>
                <a:ext cx="39600" cy="37825"/>
              </a:xfrm>
              <a:custGeom>
                <a:rect b="b" l="l" r="r" t="t"/>
                <a:pathLst>
                  <a:path extrusionOk="0" h="1513" w="1584">
                    <a:moveTo>
                      <a:pt x="548" y="0"/>
                    </a:moveTo>
                    <a:lnTo>
                      <a:pt x="0" y="405"/>
                    </a:lnTo>
                    <a:lnTo>
                      <a:pt x="786" y="1512"/>
                    </a:lnTo>
                    <a:lnTo>
                      <a:pt x="1584" y="1393"/>
                    </a:lnTo>
                    <a:cubicBezTo>
                      <a:pt x="1441" y="274"/>
                      <a:pt x="548" y="0"/>
                      <a:pt x="54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5" name="Google Shape;1065;p64"/>
              <p:cNvSpPr/>
              <p:nvPr/>
            </p:nvSpPr>
            <p:spPr>
              <a:xfrm>
                <a:off x="4896425" y="6635175"/>
                <a:ext cx="319425" cy="276225"/>
              </a:xfrm>
              <a:custGeom>
                <a:rect b="b" l="l" r="r" t="t"/>
                <a:pathLst>
                  <a:path extrusionOk="0" h="11049" w="12777">
                    <a:moveTo>
                      <a:pt x="6573" y="1"/>
                    </a:moveTo>
                    <a:lnTo>
                      <a:pt x="1" y="4442"/>
                    </a:lnTo>
                    <a:cubicBezTo>
                      <a:pt x="346" y="7088"/>
                      <a:pt x="2248" y="7133"/>
                      <a:pt x="2375" y="7133"/>
                    </a:cubicBezTo>
                    <a:cubicBezTo>
                      <a:pt x="2380" y="7133"/>
                      <a:pt x="2382" y="7133"/>
                      <a:pt x="2382" y="7133"/>
                    </a:cubicBezTo>
                    <a:lnTo>
                      <a:pt x="5490" y="4061"/>
                    </a:lnTo>
                    <a:cubicBezTo>
                      <a:pt x="6311" y="4073"/>
                      <a:pt x="7454" y="4406"/>
                      <a:pt x="8299" y="5930"/>
                    </a:cubicBezTo>
                    <a:lnTo>
                      <a:pt x="5537" y="8728"/>
                    </a:lnTo>
                    <a:cubicBezTo>
                      <a:pt x="6093" y="10805"/>
                      <a:pt x="7534" y="11049"/>
                      <a:pt x="8180" y="11049"/>
                    </a:cubicBezTo>
                    <a:cubicBezTo>
                      <a:pt x="8378" y="11049"/>
                      <a:pt x="8502" y="11026"/>
                      <a:pt x="8502" y="11026"/>
                    </a:cubicBezTo>
                    <a:lnTo>
                      <a:pt x="12776" y="4906"/>
                    </a:lnTo>
                    <a:cubicBezTo>
                      <a:pt x="11836" y="822"/>
                      <a:pt x="6573" y="1"/>
                      <a:pt x="657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6" name="Google Shape;1066;p64"/>
              <p:cNvSpPr/>
              <p:nvPr/>
            </p:nvSpPr>
            <p:spPr>
              <a:xfrm>
                <a:off x="4902100" y="6738800"/>
                <a:ext cx="69950" cy="68950"/>
              </a:xfrm>
              <a:custGeom>
                <a:rect b="b" l="l" r="r" t="t"/>
                <a:pathLst>
                  <a:path extrusionOk="0" h="2758" w="2798">
                    <a:moveTo>
                      <a:pt x="870" y="0"/>
                    </a:moveTo>
                    <a:cubicBezTo>
                      <a:pt x="704" y="0"/>
                      <a:pt x="552" y="46"/>
                      <a:pt x="429" y="142"/>
                    </a:cubicBezTo>
                    <a:cubicBezTo>
                      <a:pt x="0" y="475"/>
                      <a:pt x="83" y="1309"/>
                      <a:pt x="619" y="1987"/>
                    </a:cubicBezTo>
                    <a:cubicBezTo>
                      <a:pt x="1003" y="2473"/>
                      <a:pt x="1515" y="2758"/>
                      <a:pt x="1932" y="2758"/>
                    </a:cubicBezTo>
                    <a:cubicBezTo>
                      <a:pt x="2097" y="2758"/>
                      <a:pt x="2248" y="2713"/>
                      <a:pt x="2369" y="2618"/>
                    </a:cubicBezTo>
                    <a:cubicBezTo>
                      <a:pt x="2798" y="2273"/>
                      <a:pt x="2703" y="1452"/>
                      <a:pt x="2167" y="773"/>
                    </a:cubicBezTo>
                    <a:cubicBezTo>
                      <a:pt x="1785" y="281"/>
                      <a:pt x="1283" y="0"/>
                      <a:pt x="87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7" name="Google Shape;1067;p64"/>
              <p:cNvSpPr/>
              <p:nvPr/>
            </p:nvSpPr>
            <p:spPr>
              <a:xfrm>
                <a:off x="5038725" y="6840600"/>
                <a:ext cx="77700" cy="65750"/>
              </a:xfrm>
              <a:custGeom>
                <a:rect b="b" l="l" r="r" t="t"/>
                <a:pathLst>
                  <a:path extrusionOk="0" h="2630" w="3108">
                    <a:moveTo>
                      <a:pt x="967" y="0"/>
                    </a:moveTo>
                    <a:cubicBezTo>
                      <a:pt x="731" y="0"/>
                      <a:pt x="524" y="73"/>
                      <a:pt x="381" y="225"/>
                    </a:cubicBezTo>
                    <a:cubicBezTo>
                      <a:pt x="0" y="630"/>
                      <a:pt x="214" y="1452"/>
                      <a:pt x="869" y="2047"/>
                    </a:cubicBezTo>
                    <a:cubicBezTo>
                      <a:pt x="1271" y="2426"/>
                      <a:pt x="1747" y="2629"/>
                      <a:pt x="2141" y="2629"/>
                    </a:cubicBezTo>
                    <a:cubicBezTo>
                      <a:pt x="2377" y="2629"/>
                      <a:pt x="2584" y="2556"/>
                      <a:pt x="2727" y="2404"/>
                    </a:cubicBezTo>
                    <a:cubicBezTo>
                      <a:pt x="3108" y="1999"/>
                      <a:pt x="2881" y="1178"/>
                      <a:pt x="2238" y="582"/>
                    </a:cubicBezTo>
                    <a:cubicBezTo>
                      <a:pt x="1837" y="203"/>
                      <a:pt x="1361" y="0"/>
                      <a:pt x="96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8" name="Google Shape;1068;p64"/>
              <p:cNvSpPr/>
              <p:nvPr/>
            </p:nvSpPr>
            <p:spPr>
              <a:xfrm>
                <a:off x="4924700" y="6640250"/>
                <a:ext cx="284000" cy="247075"/>
              </a:xfrm>
              <a:custGeom>
                <a:rect b="b" l="l" r="r" t="t"/>
                <a:pathLst>
                  <a:path extrusionOk="0" h="9883" w="11360">
                    <a:moveTo>
                      <a:pt x="6287" y="3298"/>
                    </a:moveTo>
                    <a:cubicBezTo>
                      <a:pt x="6192" y="3298"/>
                      <a:pt x="6121" y="3453"/>
                      <a:pt x="6121" y="3655"/>
                    </a:cubicBezTo>
                    <a:cubicBezTo>
                      <a:pt x="6121" y="3846"/>
                      <a:pt x="6192" y="4013"/>
                      <a:pt x="6287" y="4013"/>
                    </a:cubicBezTo>
                    <a:cubicBezTo>
                      <a:pt x="6371" y="4013"/>
                      <a:pt x="6454" y="3846"/>
                      <a:pt x="6454" y="3655"/>
                    </a:cubicBezTo>
                    <a:cubicBezTo>
                      <a:pt x="6454" y="3453"/>
                      <a:pt x="6371" y="3298"/>
                      <a:pt x="6287" y="3298"/>
                    </a:cubicBezTo>
                    <a:close/>
                    <a:moveTo>
                      <a:pt x="6264" y="2893"/>
                    </a:moveTo>
                    <a:cubicBezTo>
                      <a:pt x="6454" y="2893"/>
                      <a:pt x="6621" y="3215"/>
                      <a:pt x="6621" y="3584"/>
                    </a:cubicBezTo>
                    <a:cubicBezTo>
                      <a:pt x="6621" y="3965"/>
                      <a:pt x="6454" y="4274"/>
                      <a:pt x="6264" y="4274"/>
                    </a:cubicBezTo>
                    <a:cubicBezTo>
                      <a:pt x="6061" y="4274"/>
                      <a:pt x="5906" y="3965"/>
                      <a:pt x="5906" y="3584"/>
                    </a:cubicBezTo>
                    <a:cubicBezTo>
                      <a:pt x="5906" y="3215"/>
                      <a:pt x="6061" y="2893"/>
                      <a:pt x="6264" y="2893"/>
                    </a:cubicBezTo>
                    <a:close/>
                    <a:moveTo>
                      <a:pt x="6264" y="2798"/>
                    </a:moveTo>
                    <a:cubicBezTo>
                      <a:pt x="6002" y="2798"/>
                      <a:pt x="5799" y="3143"/>
                      <a:pt x="5799" y="3584"/>
                    </a:cubicBezTo>
                    <a:cubicBezTo>
                      <a:pt x="5799" y="4024"/>
                      <a:pt x="6002" y="4382"/>
                      <a:pt x="6264" y="4382"/>
                    </a:cubicBezTo>
                    <a:cubicBezTo>
                      <a:pt x="6514" y="4382"/>
                      <a:pt x="6716" y="4036"/>
                      <a:pt x="6716" y="3584"/>
                    </a:cubicBezTo>
                    <a:cubicBezTo>
                      <a:pt x="6716" y="3143"/>
                      <a:pt x="6514" y="2798"/>
                      <a:pt x="6264" y="2798"/>
                    </a:cubicBezTo>
                    <a:close/>
                    <a:moveTo>
                      <a:pt x="5061" y="0"/>
                    </a:moveTo>
                    <a:lnTo>
                      <a:pt x="5049" y="107"/>
                    </a:lnTo>
                    <a:cubicBezTo>
                      <a:pt x="5109" y="107"/>
                      <a:pt x="10645" y="834"/>
                      <a:pt x="11264" y="5191"/>
                    </a:cubicBezTo>
                    <a:lnTo>
                      <a:pt x="11359" y="5167"/>
                    </a:lnTo>
                    <a:cubicBezTo>
                      <a:pt x="10728" y="750"/>
                      <a:pt x="5121" y="12"/>
                      <a:pt x="5061" y="0"/>
                    </a:cubicBezTo>
                    <a:close/>
                    <a:moveTo>
                      <a:pt x="3015" y="1619"/>
                    </a:moveTo>
                    <a:cubicBezTo>
                      <a:pt x="2984" y="1619"/>
                      <a:pt x="2967" y="1619"/>
                      <a:pt x="2966" y="1619"/>
                    </a:cubicBezTo>
                    <a:lnTo>
                      <a:pt x="2966" y="1715"/>
                    </a:lnTo>
                    <a:cubicBezTo>
                      <a:pt x="2968" y="1715"/>
                      <a:pt x="2981" y="1714"/>
                      <a:pt x="3003" y="1714"/>
                    </a:cubicBezTo>
                    <a:cubicBezTo>
                      <a:pt x="3480" y="1714"/>
                      <a:pt x="8310" y="1823"/>
                      <a:pt x="10038" y="6596"/>
                    </a:cubicBezTo>
                    <a:lnTo>
                      <a:pt x="10133" y="6572"/>
                    </a:lnTo>
                    <a:cubicBezTo>
                      <a:pt x="9181" y="3917"/>
                      <a:pt x="7276" y="2715"/>
                      <a:pt x="5859" y="2167"/>
                    </a:cubicBezTo>
                    <a:cubicBezTo>
                      <a:pt x="4480" y="1647"/>
                      <a:pt x="3271" y="1619"/>
                      <a:pt x="3015" y="1619"/>
                    </a:cubicBezTo>
                    <a:close/>
                    <a:moveTo>
                      <a:pt x="275" y="3395"/>
                    </a:moveTo>
                    <a:cubicBezTo>
                      <a:pt x="117" y="3395"/>
                      <a:pt x="13" y="3413"/>
                      <a:pt x="1" y="3417"/>
                    </a:cubicBezTo>
                    <a:lnTo>
                      <a:pt x="25" y="3512"/>
                    </a:lnTo>
                    <a:cubicBezTo>
                      <a:pt x="25" y="3512"/>
                      <a:pt x="116" y="3497"/>
                      <a:pt x="261" y="3497"/>
                    </a:cubicBezTo>
                    <a:cubicBezTo>
                      <a:pt x="544" y="3497"/>
                      <a:pt x="1032" y="3555"/>
                      <a:pt x="1442" y="3893"/>
                    </a:cubicBezTo>
                    <a:cubicBezTo>
                      <a:pt x="1918" y="4298"/>
                      <a:pt x="2168" y="4989"/>
                      <a:pt x="2168" y="5941"/>
                    </a:cubicBezTo>
                    <a:lnTo>
                      <a:pt x="1215" y="6894"/>
                    </a:lnTo>
                    <a:lnTo>
                      <a:pt x="1287" y="6965"/>
                    </a:lnTo>
                    <a:lnTo>
                      <a:pt x="4394" y="3893"/>
                    </a:lnTo>
                    <a:lnTo>
                      <a:pt x="4323" y="3822"/>
                    </a:lnTo>
                    <a:lnTo>
                      <a:pt x="2275" y="5846"/>
                    </a:lnTo>
                    <a:cubicBezTo>
                      <a:pt x="2251" y="4917"/>
                      <a:pt x="2001" y="4227"/>
                      <a:pt x="1501" y="3822"/>
                    </a:cubicBezTo>
                    <a:cubicBezTo>
                      <a:pt x="1078" y="3462"/>
                      <a:pt x="578" y="3395"/>
                      <a:pt x="275" y="3395"/>
                    </a:cubicBezTo>
                    <a:close/>
                    <a:moveTo>
                      <a:pt x="7728" y="5072"/>
                    </a:moveTo>
                    <a:lnTo>
                      <a:pt x="4371" y="8489"/>
                    </a:lnTo>
                    <a:lnTo>
                      <a:pt x="4442" y="8561"/>
                    </a:lnTo>
                    <a:lnTo>
                      <a:pt x="5442" y="7549"/>
                    </a:lnTo>
                    <a:cubicBezTo>
                      <a:pt x="5680" y="7549"/>
                      <a:pt x="7740" y="7668"/>
                      <a:pt x="7978" y="9882"/>
                    </a:cubicBezTo>
                    <a:lnTo>
                      <a:pt x="8073" y="9870"/>
                    </a:lnTo>
                    <a:cubicBezTo>
                      <a:pt x="7847" y="7787"/>
                      <a:pt x="6014" y="7489"/>
                      <a:pt x="5537" y="7453"/>
                    </a:cubicBezTo>
                    <a:lnTo>
                      <a:pt x="7800" y="5144"/>
                    </a:lnTo>
                    <a:lnTo>
                      <a:pt x="7728" y="507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9" name="Google Shape;1069;p64"/>
              <p:cNvSpPr/>
              <p:nvPr/>
            </p:nvSpPr>
            <p:spPr>
              <a:xfrm>
                <a:off x="5041700" y="6658100"/>
                <a:ext cx="152700" cy="108375"/>
              </a:xfrm>
              <a:custGeom>
                <a:rect b="b" l="l" r="r" t="t"/>
                <a:pathLst>
                  <a:path extrusionOk="0" h="4335" w="6108">
                    <a:moveTo>
                      <a:pt x="369" y="0"/>
                    </a:moveTo>
                    <a:cubicBezTo>
                      <a:pt x="167" y="0"/>
                      <a:pt x="0" y="84"/>
                      <a:pt x="0" y="179"/>
                    </a:cubicBezTo>
                    <a:cubicBezTo>
                      <a:pt x="0" y="274"/>
                      <a:pt x="167" y="346"/>
                      <a:pt x="369" y="346"/>
                    </a:cubicBezTo>
                    <a:cubicBezTo>
                      <a:pt x="572" y="346"/>
                      <a:pt x="738" y="274"/>
                      <a:pt x="738" y="179"/>
                    </a:cubicBezTo>
                    <a:cubicBezTo>
                      <a:pt x="738" y="84"/>
                      <a:pt x="572" y="0"/>
                      <a:pt x="369" y="0"/>
                    </a:cubicBezTo>
                    <a:close/>
                    <a:moveTo>
                      <a:pt x="2417" y="548"/>
                    </a:moveTo>
                    <a:cubicBezTo>
                      <a:pt x="2215" y="548"/>
                      <a:pt x="2048" y="643"/>
                      <a:pt x="2048" y="751"/>
                    </a:cubicBezTo>
                    <a:cubicBezTo>
                      <a:pt x="2048" y="858"/>
                      <a:pt x="2215" y="953"/>
                      <a:pt x="2417" y="953"/>
                    </a:cubicBezTo>
                    <a:cubicBezTo>
                      <a:pt x="2631" y="953"/>
                      <a:pt x="2798" y="858"/>
                      <a:pt x="2798" y="751"/>
                    </a:cubicBezTo>
                    <a:cubicBezTo>
                      <a:pt x="2798" y="643"/>
                      <a:pt x="2619" y="548"/>
                      <a:pt x="2417" y="548"/>
                    </a:cubicBezTo>
                    <a:close/>
                    <a:moveTo>
                      <a:pt x="4655" y="2132"/>
                    </a:moveTo>
                    <a:cubicBezTo>
                      <a:pt x="4465" y="2132"/>
                      <a:pt x="4310" y="2227"/>
                      <a:pt x="4310" y="2358"/>
                    </a:cubicBezTo>
                    <a:cubicBezTo>
                      <a:pt x="4310" y="2477"/>
                      <a:pt x="4465" y="2572"/>
                      <a:pt x="4655" y="2572"/>
                    </a:cubicBezTo>
                    <a:cubicBezTo>
                      <a:pt x="4666" y="2573"/>
                      <a:pt x="4676" y="2573"/>
                      <a:pt x="4686" y="2573"/>
                    </a:cubicBezTo>
                    <a:cubicBezTo>
                      <a:pt x="4873" y="2573"/>
                      <a:pt x="5013" y="2471"/>
                      <a:pt x="5013" y="2358"/>
                    </a:cubicBezTo>
                    <a:cubicBezTo>
                      <a:pt x="5013" y="2227"/>
                      <a:pt x="4858" y="2132"/>
                      <a:pt x="4655" y="2132"/>
                    </a:cubicBezTo>
                    <a:close/>
                    <a:moveTo>
                      <a:pt x="5763" y="3906"/>
                    </a:moveTo>
                    <a:cubicBezTo>
                      <a:pt x="5572" y="3906"/>
                      <a:pt x="5406" y="4001"/>
                      <a:pt x="5406" y="4120"/>
                    </a:cubicBezTo>
                    <a:cubicBezTo>
                      <a:pt x="5406" y="4227"/>
                      <a:pt x="5572" y="4334"/>
                      <a:pt x="5763" y="4334"/>
                    </a:cubicBezTo>
                    <a:cubicBezTo>
                      <a:pt x="5953" y="4334"/>
                      <a:pt x="6108" y="4227"/>
                      <a:pt x="6108" y="4120"/>
                    </a:cubicBezTo>
                    <a:cubicBezTo>
                      <a:pt x="6108" y="4001"/>
                      <a:pt x="5953" y="3906"/>
                      <a:pt x="5763" y="390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0" name="Google Shape;1070;p64"/>
              <p:cNvSpPr/>
              <p:nvPr/>
            </p:nvSpPr>
            <p:spPr>
              <a:xfrm>
                <a:off x="4935125" y="6752050"/>
                <a:ext cx="29800" cy="35375"/>
              </a:xfrm>
              <a:custGeom>
                <a:rect b="b" l="l" r="r" t="t"/>
                <a:pathLst>
                  <a:path extrusionOk="0" h="1415" w="1192">
                    <a:moveTo>
                      <a:pt x="189" y="0"/>
                    </a:moveTo>
                    <a:cubicBezTo>
                      <a:pt x="167" y="0"/>
                      <a:pt x="148" y="6"/>
                      <a:pt x="132" y="17"/>
                    </a:cubicBezTo>
                    <a:cubicBezTo>
                      <a:pt x="1" y="100"/>
                      <a:pt x="120" y="481"/>
                      <a:pt x="382" y="862"/>
                    </a:cubicBezTo>
                    <a:cubicBezTo>
                      <a:pt x="598" y="1192"/>
                      <a:pt x="859" y="1414"/>
                      <a:pt x="1010" y="1414"/>
                    </a:cubicBezTo>
                    <a:cubicBezTo>
                      <a:pt x="1034" y="1414"/>
                      <a:pt x="1055" y="1409"/>
                      <a:pt x="1072" y="1398"/>
                    </a:cubicBezTo>
                    <a:cubicBezTo>
                      <a:pt x="1191" y="1315"/>
                      <a:pt x="1084" y="934"/>
                      <a:pt x="822" y="553"/>
                    </a:cubicBezTo>
                    <a:cubicBezTo>
                      <a:pt x="596" y="223"/>
                      <a:pt x="333" y="0"/>
                      <a:pt x="1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1" name="Google Shape;1071;p64"/>
              <p:cNvSpPr/>
              <p:nvPr/>
            </p:nvSpPr>
            <p:spPr>
              <a:xfrm>
                <a:off x="5079800" y="6853250"/>
                <a:ext cx="29775" cy="35375"/>
              </a:xfrm>
              <a:custGeom>
                <a:rect b="b" l="l" r="r" t="t"/>
                <a:pathLst>
                  <a:path extrusionOk="0" h="1415" w="1191">
                    <a:moveTo>
                      <a:pt x="189" y="0"/>
                    </a:moveTo>
                    <a:cubicBezTo>
                      <a:pt x="167" y="0"/>
                      <a:pt x="147" y="6"/>
                      <a:pt x="131" y="17"/>
                    </a:cubicBezTo>
                    <a:cubicBezTo>
                      <a:pt x="0" y="100"/>
                      <a:pt x="119" y="481"/>
                      <a:pt x="381" y="862"/>
                    </a:cubicBezTo>
                    <a:cubicBezTo>
                      <a:pt x="597" y="1192"/>
                      <a:pt x="858" y="1415"/>
                      <a:pt x="1010" y="1415"/>
                    </a:cubicBezTo>
                    <a:cubicBezTo>
                      <a:pt x="1033" y="1415"/>
                      <a:pt x="1054" y="1409"/>
                      <a:pt x="1072" y="1398"/>
                    </a:cubicBezTo>
                    <a:cubicBezTo>
                      <a:pt x="1191" y="1315"/>
                      <a:pt x="1084" y="934"/>
                      <a:pt x="822" y="553"/>
                    </a:cubicBezTo>
                    <a:cubicBezTo>
                      <a:pt x="595" y="223"/>
                      <a:pt x="333" y="0"/>
                      <a:pt x="1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3" name="Google Shape;1073;p65"/>
          <p:cNvGrpSpPr/>
          <p:nvPr/>
        </p:nvGrpSpPr>
        <p:grpSpPr>
          <a:xfrm>
            <a:off x="0" y="0"/>
            <a:ext cx="9144003" cy="5143501"/>
            <a:chOff x="0" y="0"/>
            <a:chExt cx="9144003" cy="5143501"/>
          </a:xfrm>
        </p:grpSpPr>
        <p:pic>
          <p:nvPicPr>
            <p:cNvPr id="1074" name="Google Shape;1074;p65"/>
            <p:cNvPicPr preferRelativeResize="0"/>
            <p:nvPr/>
          </p:nvPicPr>
          <p:blipFill rotWithShape="1">
            <a:blip r:embed="rId2">
              <a:alphaModFix/>
            </a:blip>
            <a:srcRect b="8068" l="0" r="0" t="8060"/>
            <a:stretch/>
          </p:blipFill>
          <p:spPr>
            <a:xfrm>
              <a:off x="0" y="0"/>
              <a:ext cx="9144003" cy="5143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5" name="Google Shape;1075;p65"/>
            <p:cNvSpPr/>
            <p:nvPr/>
          </p:nvSpPr>
          <p:spPr>
            <a:xfrm>
              <a:off x="209980" y="194500"/>
              <a:ext cx="8763466" cy="4752275"/>
            </a:xfrm>
            <a:custGeom>
              <a:rect b="b" l="l" r="r" t="t"/>
              <a:pathLst>
                <a:path extrusionOk="0" h="147209" w="271904">
                  <a:moveTo>
                    <a:pt x="596" y="0"/>
                  </a:moveTo>
                  <a:lnTo>
                    <a:pt x="596" y="0"/>
                  </a:lnTo>
                  <a:cubicBezTo>
                    <a:pt x="2025" y="5965"/>
                    <a:pt x="3072" y="13895"/>
                    <a:pt x="3644" y="22312"/>
                  </a:cubicBezTo>
                  <a:cubicBezTo>
                    <a:pt x="7942" y="23515"/>
                    <a:pt x="13609" y="23932"/>
                    <a:pt x="5085" y="25063"/>
                  </a:cubicBezTo>
                  <a:cubicBezTo>
                    <a:pt x="5096" y="25110"/>
                    <a:pt x="5108" y="25146"/>
                    <a:pt x="5120" y="25194"/>
                  </a:cubicBezTo>
                  <a:cubicBezTo>
                    <a:pt x="5263" y="25301"/>
                    <a:pt x="5394" y="25396"/>
                    <a:pt x="5525" y="25503"/>
                  </a:cubicBezTo>
                  <a:cubicBezTo>
                    <a:pt x="5692" y="25539"/>
                    <a:pt x="5954" y="25479"/>
                    <a:pt x="6037" y="25658"/>
                  </a:cubicBezTo>
                  <a:cubicBezTo>
                    <a:pt x="8561" y="26230"/>
                    <a:pt x="4561" y="26670"/>
                    <a:pt x="3894" y="26789"/>
                  </a:cubicBezTo>
                  <a:cubicBezTo>
                    <a:pt x="4203" y="33719"/>
                    <a:pt x="4192" y="40803"/>
                    <a:pt x="3787" y="47256"/>
                  </a:cubicBezTo>
                  <a:cubicBezTo>
                    <a:pt x="2560" y="47137"/>
                    <a:pt x="1298" y="47006"/>
                    <a:pt x="1" y="46875"/>
                  </a:cubicBezTo>
                  <a:lnTo>
                    <a:pt x="1" y="46875"/>
                  </a:lnTo>
                  <a:cubicBezTo>
                    <a:pt x="1429" y="52840"/>
                    <a:pt x="2477" y="60770"/>
                    <a:pt x="3049" y="69199"/>
                  </a:cubicBezTo>
                  <a:cubicBezTo>
                    <a:pt x="7347" y="70402"/>
                    <a:pt x="13014" y="70818"/>
                    <a:pt x="4489" y="71949"/>
                  </a:cubicBezTo>
                  <a:cubicBezTo>
                    <a:pt x="4501" y="71985"/>
                    <a:pt x="4513" y="72033"/>
                    <a:pt x="4525" y="72069"/>
                  </a:cubicBezTo>
                  <a:cubicBezTo>
                    <a:pt x="4668" y="72176"/>
                    <a:pt x="4787" y="72283"/>
                    <a:pt x="4930" y="72390"/>
                  </a:cubicBezTo>
                  <a:cubicBezTo>
                    <a:pt x="5096" y="72414"/>
                    <a:pt x="5358" y="72366"/>
                    <a:pt x="5442" y="72545"/>
                  </a:cubicBezTo>
                  <a:cubicBezTo>
                    <a:pt x="7966" y="73104"/>
                    <a:pt x="3965" y="73557"/>
                    <a:pt x="3299" y="73664"/>
                  </a:cubicBezTo>
                  <a:cubicBezTo>
                    <a:pt x="3513" y="78510"/>
                    <a:pt x="3572" y="83427"/>
                    <a:pt x="3453" y="88154"/>
                  </a:cubicBezTo>
                  <a:cubicBezTo>
                    <a:pt x="2322" y="88047"/>
                    <a:pt x="1179" y="87928"/>
                    <a:pt x="1" y="87809"/>
                  </a:cubicBezTo>
                  <a:lnTo>
                    <a:pt x="1" y="87809"/>
                  </a:lnTo>
                  <a:cubicBezTo>
                    <a:pt x="989" y="91940"/>
                    <a:pt x="1798" y="97036"/>
                    <a:pt x="2394" y="102584"/>
                  </a:cubicBezTo>
                  <a:cubicBezTo>
                    <a:pt x="2239" y="103727"/>
                    <a:pt x="2072" y="104834"/>
                    <a:pt x="1882" y="105894"/>
                  </a:cubicBezTo>
                  <a:cubicBezTo>
                    <a:pt x="2156" y="105870"/>
                    <a:pt x="2429" y="105846"/>
                    <a:pt x="2715" y="105811"/>
                  </a:cubicBezTo>
                  <a:cubicBezTo>
                    <a:pt x="2834" y="107228"/>
                    <a:pt x="2953" y="108668"/>
                    <a:pt x="3049" y="110121"/>
                  </a:cubicBezTo>
                  <a:cubicBezTo>
                    <a:pt x="7347" y="111323"/>
                    <a:pt x="13014" y="111740"/>
                    <a:pt x="4489" y="112871"/>
                  </a:cubicBezTo>
                  <a:cubicBezTo>
                    <a:pt x="4501" y="112919"/>
                    <a:pt x="4513" y="112954"/>
                    <a:pt x="4525" y="113002"/>
                  </a:cubicBezTo>
                  <a:cubicBezTo>
                    <a:pt x="4668" y="113109"/>
                    <a:pt x="4799" y="113205"/>
                    <a:pt x="4930" y="113312"/>
                  </a:cubicBezTo>
                  <a:cubicBezTo>
                    <a:pt x="5096" y="113347"/>
                    <a:pt x="5358" y="113288"/>
                    <a:pt x="5442" y="113466"/>
                  </a:cubicBezTo>
                  <a:cubicBezTo>
                    <a:pt x="7966" y="114038"/>
                    <a:pt x="3965" y="114478"/>
                    <a:pt x="3299" y="114598"/>
                  </a:cubicBezTo>
                  <a:cubicBezTo>
                    <a:pt x="3822" y="126123"/>
                    <a:pt x="4668" y="127147"/>
                    <a:pt x="3120" y="135886"/>
                  </a:cubicBezTo>
                  <a:cubicBezTo>
                    <a:pt x="4608" y="136338"/>
                    <a:pt x="14133" y="147209"/>
                    <a:pt x="14133" y="147209"/>
                  </a:cubicBezTo>
                  <a:cubicBezTo>
                    <a:pt x="14133" y="147209"/>
                    <a:pt x="16765" y="146220"/>
                    <a:pt x="20479" y="146137"/>
                  </a:cubicBezTo>
                  <a:cubicBezTo>
                    <a:pt x="20503" y="146054"/>
                    <a:pt x="20539" y="145959"/>
                    <a:pt x="20563" y="145875"/>
                  </a:cubicBezTo>
                  <a:lnTo>
                    <a:pt x="20563" y="145875"/>
                  </a:lnTo>
                  <a:cubicBezTo>
                    <a:pt x="20491" y="146340"/>
                    <a:pt x="23242" y="146363"/>
                    <a:pt x="23158" y="146816"/>
                  </a:cubicBezTo>
                  <a:cubicBezTo>
                    <a:pt x="29516" y="146220"/>
                    <a:pt x="36481" y="145875"/>
                    <a:pt x="44589" y="145697"/>
                  </a:cubicBezTo>
                  <a:cubicBezTo>
                    <a:pt x="44613" y="145625"/>
                    <a:pt x="44637" y="145554"/>
                    <a:pt x="44661" y="145494"/>
                  </a:cubicBezTo>
                  <a:cubicBezTo>
                    <a:pt x="45090" y="145494"/>
                    <a:pt x="45530" y="145494"/>
                    <a:pt x="45959" y="145482"/>
                  </a:cubicBezTo>
                  <a:cubicBezTo>
                    <a:pt x="45959" y="145542"/>
                    <a:pt x="45959" y="145601"/>
                    <a:pt x="45959" y="145661"/>
                  </a:cubicBezTo>
                  <a:cubicBezTo>
                    <a:pt x="46173" y="145661"/>
                    <a:pt x="46387" y="145661"/>
                    <a:pt x="46602" y="145649"/>
                  </a:cubicBezTo>
                  <a:cubicBezTo>
                    <a:pt x="46637" y="145601"/>
                    <a:pt x="46661" y="145542"/>
                    <a:pt x="46685" y="145482"/>
                  </a:cubicBezTo>
                  <a:cubicBezTo>
                    <a:pt x="47197" y="145482"/>
                    <a:pt x="47709" y="145482"/>
                    <a:pt x="48221" y="145494"/>
                  </a:cubicBezTo>
                  <a:cubicBezTo>
                    <a:pt x="48221" y="145530"/>
                    <a:pt x="48221" y="145578"/>
                    <a:pt x="48221" y="145625"/>
                  </a:cubicBezTo>
                  <a:cubicBezTo>
                    <a:pt x="50912" y="145578"/>
                    <a:pt x="53900" y="145542"/>
                    <a:pt x="57031" y="145518"/>
                  </a:cubicBezTo>
                  <a:cubicBezTo>
                    <a:pt x="59651" y="145542"/>
                    <a:pt x="62151" y="145566"/>
                    <a:pt x="64461" y="145601"/>
                  </a:cubicBezTo>
                  <a:cubicBezTo>
                    <a:pt x="64461" y="145566"/>
                    <a:pt x="64461" y="145530"/>
                    <a:pt x="64461" y="145494"/>
                  </a:cubicBezTo>
                  <a:cubicBezTo>
                    <a:pt x="65592" y="145488"/>
                    <a:pt x="66726" y="145485"/>
                    <a:pt x="67860" y="145485"/>
                  </a:cubicBezTo>
                  <a:cubicBezTo>
                    <a:pt x="68994" y="145485"/>
                    <a:pt x="70128" y="145488"/>
                    <a:pt x="71259" y="145494"/>
                  </a:cubicBezTo>
                  <a:cubicBezTo>
                    <a:pt x="71402" y="145578"/>
                    <a:pt x="71545" y="145661"/>
                    <a:pt x="71700" y="145744"/>
                  </a:cubicBezTo>
                  <a:cubicBezTo>
                    <a:pt x="78891" y="145947"/>
                    <a:pt x="85190" y="146268"/>
                    <a:pt x="90976" y="146816"/>
                  </a:cubicBezTo>
                  <a:cubicBezTo>
                    <a:pt x="90845" y="146054"/>
                    <a:pt x="90714" y="145256"/>
                    <a:pt x="90595" y="144435"/>
                  </a:cubicBezTo>
                  <a:lnTo>
                    <a:pt x="90595" y="144435"/>
                  </a:lnTo>
                  <a:cubicBezTo>
                    <a:pt x="91429" y="144792"/>
                    <a:pt x="92191" y="145304"/>
                    <a:pt x="92976" y="145744"/>
                  </a:cubicBezTo>
                  <a:cubicBezTo>
                    <a:pt x="96596" y="145851"/>
                    <a:pt x="99989" y="145982"/>
                    <a:pt x="103204" y="146161"/>
                  </a:cubicBezTo>
                  <a:cubicBezTo>
                    <a:pt x="103156" y="146375"/>
                    <a:pt x="103121" y="146601"/>
                    <a:pt x="103085" y="146828"/>
                  </a:cubicBezTo>
                  <a:cubicBezTo>
                    <a:pt x="104573" y="146685"/>
                    <a:pt x="106109" y="146554"/>
                    <a:pt x="107669" y="146447"/>
                  </a:cubicBezTo>
                  <a:cubicBezTo>
                    <a:pt x="109240" y="146554"/>
                    <a:pt x="110764" y="146685"/>
                    <a:pt x="112265" y="146828"/>
                  </a:cubicBezTo>
                  <a:cubicBezTo>
                    <a:pt x="112217" y="146601"/>
                    <a:pt x="112181" y="146375"/>
                    <a:pt x="112146" y="146161"/>
                  </a:cubicBezTo>
                  <a:cubicBezTo>
                    <a:pt x="115979" y="145947"/>
                    <a:pt x="120075" y="145792"/>
                    <a:pt x="124504" y="145697"/>
                  </a:cubicBezTo>
                  <a:cubicBezTo>
                    <a:pt x="125022" y="144156"/>
                    <a:pt x="125413" y="143165"/>
                    <a:pt x="125645" y="143165"/>
                  </a:cubicBezTo>
                  <a:cubicBezTo>
                    <a:pt x="125846" y="143165"/>
                    <a:pt x="125929" y="143902"/>
                    <a:pt x="125873" y="145661"/>
                  </a:cubicBezTo>
                  <a:cubicBezTo>
                    <a:pt x="126100" y="145661"/>
                    <a:pt x="126302" y="145661"/>
                    <a:pt x="126528" y="145649"/>
                  </a:cubicBezTo>
                  <a:cubicBezTo>
                    <a:pt x="127181" y="144357"/>
                    <a:pt x="127670" y="143321"/>
                    <a:pt x="127939" y="143321"/>
                  </a:cubicBezTo>
                  <a:cubicBezTo>
                    <a:pt x="128150" y="143321"/>
                    <a:pt x="128225" y="143963"/>
                    <a:pt x="128136" y="145625"/>
                  </a:cubicBezTo>
                  <a:cubicBezTo>
                    <a:pt x="130541" y="145589"/>
                    <a:pt x="133184" y="145554"/>
                    <a:pt x="135946" y="145530"/>
                  </a:cubicBezTo>
                  <a:cubicBezTo>
                    <a:pt x="138720" y="145554"/>
                    <a:pt x="141352" y="145589"/>
                    <a:pt x="143757" y="145625"/>
                  </a:cubicBezTo>
                  <a:cubicBezTo>
                    <a:pt x="143667" y="143963"/>
                    <a:pt x="143745" y="143321"/>
                    <a:pt x="143959" y="143321"/>
                  </a:cubicBezTo>
                  <a:cubicBezTo>
                    <a:pt x="144230" y="143321"/>
                    <a:pt x="144723" y="144357"/>
                    <a:pt x="145376" y="145649"/>
                  </a:cubicBezTo>
                  <a:cubicBezTo>
                    <a:pt x="145590" y="145661"/>
                    <a:pt x="145804" y="145661"/>
                    <a:pt x="146019" y="145661"/>
                  </a:cubicBezTo>
                  <a:cubicBezTo>
                    <a:pt x="145964" y="143902"/>
                    <a:pt x="146046" y="143165"/>
                    <a:pt x="146247" y="143165"/>
                  </a:cubicBezTo>
                  <a:cubicBezTo>
                    <a:pt x="146479" y="143165"/>
                    <a:pt x="146870" y="144156"/>
                    <a:pt x="147388" y="145697"/>
                  </a:cubicBezTo>
                  <a:cubicBezTo>
                    <a:pt x="151817" y="145792"/>
                    <a:pt x="155913" y="145947"/>
                    <a:pt x="159759" y="146161"/>
                  </a:cubicBezTo>
                  <a:cubicBezTo>
                    <a:pt x="159711" y="146375"/>
                    <a:pt x="159675" y="146601"/>
                    <a:pt x="159640" y="146828"/>
                  </a:cubicBezTo>
                  <a:cubicBezTo>
                    <a:pt x="161128" y="146685"/>
                    <a:pt x="162664" y="146554"/>
                    <a:pt x="164223" y="146447"/>
                  </a:cubicBezTo>
                  <a:cubicBezTo>
                    <a:pt x="165795" y="146554"/>
                    <a:pt x="167319" y="146685"/>
                    <a:pt x="168819" y="146828"/>
                  </a:cubicBezTo>
                  <a:cubicBezTo>
                    <a:pt x="168772" y="146601"/>
                    <a:pt x="168736" y="146375"/>
                    <a:pt x="168700" y="146161"/>
                  </a:cubicBezTo>
                  <a:cubicBezTo>
                    <a:pt x="171915" y="145982"/>
                    <a:pt x="175296" y="145851"/>
                    <a:pt x="178916" y="145744"/>
                  </a:cubicBezTo>
                  <a:cubicBezTo>
                    <a:pt x="179702" y="145304"/>
                    <a:pt x="180464" y="144792"/>
                    <a:pt x="181309" y="144435"/>
                  </a:cubicBezTo>
                  <a:lnTo>
                    <a:pt x="181309" y="144435"/>
                  </a:lnTo>
                  <a:cubicBezTo>
                    <a:pt x="181190" y="145256"/>
                    <a:pt x="181059" y="146054"/>
                    <a:pt x="180916" y="146816"/>
                  </a:cubicBezTo>
                  <a:cubicBezTo>
                    <a:pt x="186714" y="146268"/>
                    <a:pt x="193001" y="145947"/>
                    <a:pt x="200204" y="145744"/>
                  </a:cubicBezTo>
                  <a:cubicBezTo>
                    <a:pt x="200347" y="145661"/>
                    <a:pt x="200490" y="145578"/>
                    <a:pt x="200645" y="145494"/>
                  </a:cubicBezTo>
                  <a:cubicBezTo>
                    <a:pt x="201770" y="145488"/>
                    <a:pt x="202904" y="145485"/>
                    <a:pt x="204039" y="145485"/>
                  </a:cubicBezTo>
                  <a:cubicBezTo>
                    <a:pt x="205175" y="145485"/>
                    <a:pt x="206312" y="145488"/>
                    <a:pt x="207443" y="145494"/>
                  </a:cubicBezTo>
                  <a:cubicBezTo>
                    <a:pt x="207443" y="145530"/>
                    <a:pt x="207443" y="145566"/>
                    <a:pt x="207431" y="145601"/>
                  </a:cubicBezTo>
                  <a:cubicBezTo>
                    <a:pt x="209741" y="145566"/>
                    <a:pt x="212253" y="145542"/>
                    <a:pt x="214873" y="145518"/>
                  </a:cubicBezTo>
                  <a:cubicBezTo>
                    <a:pt x="218004" y="145542"/>
                    <a:pt x="220981" y="145578"/>
                    <a:pt x="223683" y="145625"/>
                  </a:cubicBezTo>
                  <a:cubicBezTo>
                    <a:pt x="223671" y="145578"/>
                    <a:pt x="223671" y="145530"/>
                    <a:pt x="223671" y="145494"/>
                  </a:cubicBezTo>
                  <a:cubicBezTo>
                    <a:pt x="224183" y="145494"/>
                    <a:pt x="224695" y="145482"/>
                    <a:pt x="225207" y="145482"/>
                  </a:cubicBezTo>
                  <a:cubicBezTo>
                    <a:pt x="225243" y="145542"/>
                    <a:pt x="225267" y="145601"/>
                    <a:pt x="225291" y="145649"/>
                  </a:cubicBezTo>
                  <a:cubicBezTo>
                    <a:pt x="225517" y="145661"/>
                    <a:pt x="225731" y="145661"/>
                    <a:pt x="225945" y="145661"/>
                  </a:cubicBezTo>
                  <a:cubicBezTo>
                    <a:pt x="225945" y="145601"/>
                    <a:pt x="225934" y="145542"/>
                    <a:pt x="225934" y="145482"/>
                  </a:cubicBezTo>
                  <a:cubicBezTo>
                    <a:pt x="226374" y="145482"/>
                    <a:pt x="226803" y="145482"/>
                    <a:pt x="227243" y="145494"/>
                  </a:cubicBezTo>
                  <a:cubicBezTo>
                    <a:pt x="227267" y="145554"/>
                    <a:pt x="227291" y="145625"/>
                    <a:pt x="227315" y="145697"/>
                  </a:cubicBezTo>
                  <a:cubicBezTo>
                    <a:pt x="235411" y="145875"/>
                    <a:pt x="242376" y="146220"/>
                    <a:pt x="248734" y="146816"/>
                  </a:cubicBezTo>
                  <a:cubicBezTo>
                    <a:pt x="248651" y="146363"/>
                    <a:pt x="248579" y="145899"/>
                    <a:pt x="248508" y="145423"/>
                  </a:cubicBezTo>
                  <a:lnTo>
                    <a:pt x="248508" y="145423"/>
                  </a:lnTo>
                  <a:cubicBezTo>
                    <a:pt x="248532" y="145506"/>
                    <a:pt x="248567" y="145601"/>
                    <a:pt x="248591" y="145697"/>
                  </a:cubicBezTo>
                  <a:cubicBezTo>
                    <a:pt x="256699" y="145875"/>
                    <a:pt x="263664" y="146220"/>
                    <a:pt x="270022" y="146816"/>
                  </a:cubicBezTo>
                  <a:cubicBezTo>
                    <a:pt x="268463" y="138065"/>
                    <a:pt x="268082" y="126123"/>
                    <a:pt x="268606" y="114598"/>
                  </a:cubicBezTo>
                  <a:cubicBezTo>
                    <a:pt x="267939" y="114478"/>
                    <a:pt x="263926" y="114038"/>
                    <a:pt x="266462" y="113466"/>
                  </a:cubicBezTo>
                  <a:cubicBezTo>
                    <a:pt x="266546" y="113288"/>
                    <a:pt x="266808" y="113347"/>
                    <a:pt x="266974" y="113312"/>
                  </a:cubicBezTo>
                  <a:cubicBezTo>
                    <a:pt x="267105" y="113205"/>
                    <a:pt x="267236" y="113109"/>
                    <a:pt x="267367" y="113002"/>
                  </a:cubicBezTo>
                  <a:cubicBezTo>
                    <a:pt x="267391" y="112954"/>
                    <a:pt x="267403" y="112919"/>
                    <a:pt x="267415" y="112871"/>
                  </a:cubicBezTo>
                  <a:cubicBezTo>
                    <a:pt x="258878" y="111740"/>
                    <a:pt x="264557" y="111323"/>
                    <a:pt x="268856" y="110121"/>
                  </a:cubicBezTo>
                  <a:cubicBezTo>
                    <a:pt x="268951" y="108668"/>
                    <a:pt x="269070" y="107228"/>
                    <a:pt x="269189" y="105811"/>
                  </a:cubicBezTo>
                  <a:cubicBezTo>
                    <a:pt x="269463" y="105846"/>
                    <a:pt x="269749" y="105870"/>
                    <a:pt x="270022" y="105894"/>
                  </a:cubicBezTo>
                  <a:cubicBezTo>
                    <a:pt x="269832" y="104834"/>
                    <a:pt x="269653" y="103727"/>
                    <a:pt x="269510" y="102584"/>
                  </a:cubicBezTo>
                  <a:cubicBezTo>
                    <a:pt x="270094" y="97036"/>
                    <a:pt x="270903" y="91940"/>
                    <a:pt x="271904" y="87809"/>
                  </a:cubicBezTo>
                  <a:lnTo>
                    <a:pt x="271904" y="87809"/>
                  </a:lnTo>
                  <a:cubicBezTo>
                    <a:pt x="270725" y="87928"/>
                    <a:pt x="269570" y="88047"/>
                    <a:pt x="268451" y="88154"/>
                  </a:cubicBezTo>
                  <a:cubicBezTo>
                    <a:pt x="268320" y="83427"/>
                    <a:pt x="268379" y="78510"/>
                    <a:pt x="268606" y="73664"/>
                  </a:cubicBezTo>
                  <a:cubicBezTo>
                    <a:pt x="267939" y="73557"/>
                    <a:pt x="263926" y="73104"/>
                    <a:pt x="266462" y="72545"/>
                  </a:cubicBezTo>
                  <a:cubicBezTo>
                    <a:pt x="266546" y="72366"/>
                    <a:pt x="266808" y="72426"/>
                    <a:pt x="266974" y="72390"/>
                  </a:cubicBezTo>
                  <a:cubicBezTo>
                    <a:pt x="267105" y="72283"/>
                    <a:pt x="267236" y="72176"/>
                    <a:pt x="267367" y="72069"/>
                  </a:cubicBezTo>
                  <a:cubicBezTo>
                    <a:pt x="267391" y="72033"/>
                    <a:pt x="267403" y="71985"/>
                    <a:pt x="267415" y="71949"/>
                  </a:cubicBezTo>
                  <a:cubicBezTo>
                    <a:pt x="258878" y="70818"/>
                    <a:pt x="264557" y="70402"/>
                    <a:pt x="268856" y="69199"/>
                  </a:cubicBezTo>
                  <a:cubicBezTo>
                    <a:pt x="269415" y="60770"/>
                    <a:pt x="270463" y="52840"/>
                    <a:pt x="271904" y="46875"/>
                  </a:cubicBezTo>
                  <a:lnTo>
                    <a:pt x="271904" y="46875"/>
                  </a:lnTo>
                  <a:cubicBezTo>
                    <a:pt x="270606" y="47006"/>
                    <a:pt x="269344" y="47137"/>
                    <a:pt x="268105" y="47256"/>
                  </a:cubicBezTo>
                  <a:cubicBezTo>
                    <a:pt x="267713" y="40803"/>
                    <a:pt x="267689" y="33719"/>
                    <a:pt x="268010" y="26789"/>
                  </a:cubicBezTo>
                  <a:cubicBezTo>
                    <a:pt x="267343" y="26670"/>
                    <a:pt x="263331" y="26230"/>
                    <a:pt x="265867" y="25658"/>
                  </a:cubicBezTo>
                  <a:cubicBezTo>
                    <a:pt x="265950" y="25479"/>
                    <a:pt x="266212" y="25539"/>
                    <a:pt x="266379" y="25503"/>
                  </a:cubicBezTo>
                  <a:cubicBezTo>
                    <a:pt x="266510" y="25396"/>
                    <a:pt x="266641" y="25301"/>
                    <a:pt x="266772" y="25194"/>
                  </a:cubicBezTo>
                  <a:cubicBezTo>
                    <a:pt x="266796" y="25146"/>
                    <a:pt x="266808" y="25110"/>
                    <a:pt x="266820" y="25063"/>
                  </a:cubicBezTo>
                  <a:cubicBezTo>
                    <a:pt x="258283" y="23932"/>
                    <a:pt x="263962" y="23515"/>
                    <a:pt x="268260" y="22312"/>
                  </a:cubicBezTo>
                  <a:cubicBezTo>
                    <a:pt x="268415" y="19919"/>
                    <a:pt x="268856" y="15300"/>
                    <a:pt x="268856" y="15300"/>
                  </a:cubicBezTo>
                  <a:lnTo>
                    <a:pt x="254901" y="1453"/>
                  </a:lnTo>
                  <a:cubicBezTo>
                    <a:pt x="254901" y="1453"/>
                    <a:pt x="251413" y="1679"/>
                    <a:pt x="249615" y="1774"/>
                  </a:cubicBezTo>
                  <a:cubicBezTo>
                    <a:pt x="249746" y="1167"/>
                    <a:pt x="249889" y="572"/>
                    <a:pt x="250020" y="0"/>
                  </a:cubicBezTo>
                  <a:lnTo>
                    <a:pt x="250020" y="0"/>
                  </a:lnTo>
                  <a:cubicBezTo>
                    <a:pt x="240828" y="929"/>
                    <a:pt x="233577" y="1572"/>
                    <a:pt x="225017" y="1929"/>
                  </a:cubicBezTo>
                  <a:cubicBezTo>
                    <a:pt x="224814" y="2179"/>
                    <a:pt x="224600" y="2441"/>
                    <a:pt x="224386" y="2715"/>
                  </a:cubicBezTo>
                  <a:cubicBezTo>
                    <a:pt x="223731" y="2953"/>
                    <a:pt x="223112" y="3274"/>
                    <a:pt x="222647" y="3751"/>
                  </a:cubicBezTo>
                  <a:cubicBezTo>
                    <a:pt x="222755" y="3346"/>
                    <a:pt x="222945" y="2774"/>
                    <a:pt x="223219" y="2000"/>
                  </a:cubicBezTo>
                  <a:cubicBezTo>
                    <a:pt x="223094" y="1992"/>
                    <a:pt x="222968" y="1988"/>
                    <a:pt x="222843" y="1988"/>
                  </a:cubicBezTo>
                  <a:cubicBezTo>
                    <a:pt x="221740" y="1988"/>
                    <a:pt x="220632" y="2285"/>
                    <a:pt x="219537" y="2285"/>
                  </a:cubicBezTo>
                  <a:cubicBezTo>
                    <a:pt x="219371" y="2285"/>
                    <a:pt x="219205" y="2278"/>
                    <a:pt x="219040" y="2262"/>
                  </a:cubicBezTo>
                  <a:cubicBezTo>
                    <a:pt x="218567" y="2506"/>
                    <a:pt x="218202" y="2952"/>
                    <a:pt x="217926" y="2952"/>
                  </a:cubicBezTo>
                  <a:cubicBezTo>
                    <a:pt x="217744" y="2952"/>
                    <a:pt x="217601" y="2757"/>
                    <a:pt x="217492" y="2179"/>
                  </a:cubicBezTo>
                  <a:cubicBezTo>
                    <a:pt x="216420" y="2203"/>
                    <a:pt x="215337" y="2227"/>
                    <a:pt x="214218" y="2239"/>
                  </a:cubicBezTo>
                  <a:cubicBezTo>
                    <a:pt x="210515" y="2179"/>
                    <a:pt x="207169" y="2084"/>
                    <a:pt x="204002" y="1965"/>
                  </a:cubicBezTo>
                  <a:cubicBezTo>
                    <a:pt x="203967" y="2131"/>
                    <a:pt x="203943" y="2298"/>
                    <a:pt x="203919" y="2453"/>
                  </a:cubicBezTo>
                  <a:cubicBezTo>
                    <a:pt x="203550" y="2560"/>
                    <a:pt x="203181" y="2679"/>
                    <a:pt x="202824" y="2822"/>
                  </a:cubicBezTo>
                  <a:cubicBezTo>
                    <a:pt x="202776" y="2548"/>
                    <a:pt x="202728" y="2239"/>
                    <a:pt x="202681" y="1905"/>
                  </a:cubicBezTo>
                  <a:cubicBezTo>
                    <a:pt x="194453" y="1524"/>
                    <a:pt x="187357" y="905"/>
                    <a:pt x="178440" y="0"/>
                  </a:cubicBezTo>
                  <a:lnTo>
                    <a:pt x="178440" y="0"/>
                  </a:lnTo>
                  <a:cubicBezTo>
                    <a:pt x="178582" y="572"/>
                    <a:pt x="178713" y="1167"/>
                    <a:pt x="178844" y="1774"/>
                  </a:cubicBezTo>
                  <a:cubicBezTo>
                    <a:pt x="175773" y="1607"/>
                    <a:pt x="172832" y="1417"/>
                    <a:pt x="169831" y="1179"/>
                  </a:cubicBezTo>
                  <a:cubicBezTo>
                    <a:pt x="169927" y="774"/>
                    <a:pt x="170010" y="381"/>
                    <a:pt x="170105" y="0"/>
                  </a:cubicBezTo>
                  <a:lnTo>
                    <a:pt x="170105" y="0"/>
                  </a:lnTo>
                  <a:cubicBezTo>
                    <a:pt x="167843" y="226"/>
                    <a:pt x="165700" y="441"/>
                    <a:pt x="163628" y="631"/>
                  </a:cubicBezTo>
                  <a:cubicBezTo>
                    <a:pt x="161556" y="441"/>
                    <a:pt x="159413" y="226"/>
                    <a:pt x="157163" y="0"/>
                  </a:cubicBezTo>
                  <a:lnTo>
                    <a:pt x="157163" y="0"/>
                  </a:lnTo>
                  <a:cubicBezTo>
                    <a:pt x="157246" y="381"/>
                    <a:pt x="157342" y="774"/>
                    <a:pt x="157425" y="1179"/>
                  </a:cubicBezTo>
                  <a:cubicBezTo>
                    <a:pt x="153377" y="1500"/>
                    <a:pt x="149400" y="1750"/>
                    <a:pt x="145102" y="1929"/>
                  </a:cubicBezTo>
                  <a:cubicBezTo>
                    <a:pt x="144154" y="3043"/>
                    <a:pt x="143049" y="4616"/>
                    <a:pt x="142712" y="4616"/>
                  </a:cubicBezTo>
                  <a:cubicBezTo>
                    <a:pt x="142491" y="4616"/>
                    <a:pt x="142601" y="3936"/>
                    <a:pt x="143304" y="2000"/>
                  </a:cubicBezTo>
                  <a:cubicBezTo>
                    <a:pt x="143179" y="1992"/>
                    <a:pt x="143053" y="1988"/>
                    <a:pt x="142928" y="1988"/>
                  </a:cubicBezTo>
                  <a:cubicBezTo>
                    <a:pt x="141825" y="1988"/>
                    <a:pt x="140718" y="2285"/>
                    <a:pt x="139622" y="2285"/>
                  </a:cubicBezTo>
                  <a:cubicBezTo>
                    <a:pt x="139456" y="2285"/>
                    <a:pt x="139290" y="2278"/>
                    <a:pt x="139125" y="2262"/>
                  </a:cubicBezTo>
                  <a:cubicBezTo>
                    <a:pt x="138780" y="2441"/>
                    <a:pt x="138494" y="2715"/>
                    <a:pt x="138256" y="2858"/>
                  </a:cubicBezTo>
                  <a:lnTo>
                    <a:pt x="138256" y="2250"/>
                  </a:lnTo>
                  <a:cubicBezTo>
                    <a:pt x="138030" y="2250"/>
                    <a:pt x="137803" y="2239"/>
                    <a:pt x="137589" y="2239"/>
                  </a:cubicBezTo>
                  <a:cubicBezTo>
                    <a:pt x="137577" y="2215"/>
                    <a:pt x="137577" y="2203"/>
                    <a:pt x="137565" y="2179"/>
                  </a:cubicBezTo>
                  <a:cubicBezTo>
                    <a:pt x="137041" y="2191"/>
                    <a:pt x="136494" y="2203"/>
                    <a:pt x="135946" y="2215"/>
                  </a:cubicBezTo>
                  <a:cubicBezTo>
                    <a:pt x="135410" y="2203"/>
                    <a:pt x="134863" y="2191"/>
                    <a:pt x="134327" y="2179"/>
                  </a:cubicBezTo>
                  <a:cubicBezTo>
                    <a:pt x="134327" y="2203"/>
                    <a:pt x="134327" y="2215"/>
                    <a:pt x="134315" y="2239"/>
                  </a:cubicBezTo>
                  <a:cubicBezTo>
                    <a:pt x="134089" y="2239"/>
                    <a:pt x="133874" y="2250"/>
                    <a:pt x="133648" y="2250"/>
                  </a:cubicBezTo>
                  <a:lnTo>
                    <a:pt x="133648" y="2858"/>
                  </a:lnTo>
                  <a:cubicBezTo>
                    <a:pt x="133410" y="2715"/>
                    <a:pt x="133124" y="2441"/>
                    <a:pt x="132779" y="2262"/>
                  </a:cubicBezTo>
                  <a:cubicBezTo>
                    <a:pt x="132604" y="2280"/>
                    <a:pt x="132429" y="2288"/>
                    <a:pt x="132254" y="2288"/>
                  </a:cubicBezTo>
                  <a:cubicBezTo>
                    <a:pt x="131165" y="2288"/>
                    <a:pt x="130064" y="1988"/>
                    <a:pt x="128968" y="1988"/>
                  </a:cubicBezTo>
                  <a:cubicBezTo>
                    <a:pt x="128845" y="1988"/>
                    <a:pt x="128723" y="1992"/>
                    <a:pt x="128600" y="2000"/>
                  </a:cubicBezTo>
                  <a:cubicBezTo>
                    <a:pt x="129303" y="3936"/>
                    <a:pt x="129413" y="4616"/>
                    <a:pt x="129192" y="4616"/>
                  </a:cubicBezTo>
                  <a:cubicBezTo>
                    <a:pt x="128855" y="4616"/>
                    <a:pt x="127750" y="3043"/>
                    <a:pt x="126802" y="1929"/>
                  </a:cubicBezTo>
                  <a:cubicBezTo>
                    <a:pt x="122492" y="1750"/>
                    <a:pt x="118527" y="1500"/>
                    <a:pt x="114467" y="1179"/>
                  </a:cubicBezTo>
                  <a:cubicBezTo>
                    <a:pt x="114562" y="774"/>
                    <a:pt x="114646" y="381"/>
                    <a:pt x="114741" y="0"/>
                  </a:cubicBezTo>
                  <a:lnTo>
                    <a:pt x="114741" y="0"/>
                  </a:lnTo>
                  <a:cubicBezTo>
                    <a:pt x="112491" y="226"/>
                    <a:pt x="110348" y="441"/>
                    <a:pt x="108276" y="631"/>
                  </a:cubicBezTo>
                  <a:cubicBezTo>
                    <a:pt x="106192" y="441"/>
                    <a:pt x="104061" y="226"/>
                    <a:pt x="101799" y="0"/>
                  </a:cubicBezTo>
                  <a:lnTo>
                    <a:pt x="101799" y="0"/>
                  </a:lnTo>
                  <a:cubicBezTo>
                    <a:pt x="101894" y="381"/>
                    <a:pt x="101978" y="774"/>
                    <a:pt x="102073" y="1179"/>
                  </a:cubicBezTo>
                  <a:cubicBezTo>
                    <a:pt x="99072" y="1417"/>
                    <a:pt x="96132" y="1607"/>
                    <a:pt x="93060" y="1774"/>
                  </a:cubicBezTo>
                  <a:cubicBezTo>
                    <a:pt x="93191" y="1167"/>
                    <a:pt x="93322" y="572"/>
                    <a:pt x="93465" y="0"/>
                  </a:cubicBezTo>
                  <a:lnTo>
                    <a:pt x="93465" y="0"/>
                  </a:lnTo>
                  <a:cubicBezTo>
                    <a:pt x="84535" y="905"/>
                    <a:pt x="77439" y="1524"/>
                    <a:pt x="69212" y="1905"/>
                  </a:cubicBezTo>
                  <a:cubicBezTo>
                    <a:pt x="69164" y="2239"/>
                    <a:pt x="69116" y="2548"/>
                    <a:pt x="69081" y="2822"/>
                  </a:cubicBezTo>
                  <a:cubicBezTo>
                    <a:pt x="68723" y="2667"/>
                    <a:pt x="68342" y="2548"/>
                    <a:pt x="67973" y="2453"/>
                  </a:cubicBezTo>
                  <a:cubicBezTo>
                    <a:pt x="67950" y="2298"/>
                    <a:pt x="67926" y="2131"/>
                    <a:pt x="67902" y="1953"/>
                  </a:cubicBezTo>
                  <a:cubicBezTo>
                    <a:pt x="64735" y="2084"/>
                    <a:pt x="61377" y="2179"/>
                    <a:pt x="57686" y="2239"/>
                  </a:cubicBezTo>
                  <a:cubicBezTo>
                    <a:pt x="56567" y="2227"/>
                    <a:pt x="55472" y="2203"/>
                    <a:pt x="54412" y="2179"/>
                  </a:cubicBezTo>
                  <a:cubicBezTo>
                    <a:pt x="54303" y="2757"/>
                    <a:pt x="54160" y="2952"/>
                    <a:pt x="53977" y="2952"/>
                  </a:cubicBezTo>
                  <a:cubicBezTo>
                    <a:pt x="53701" y="2952"/>
                    <a:pt x="53333" y="2506"/>
                    <a:pt x="52852" y="2262"/>
                  </a:cubicBezTo>
                  <a:cubicBezTo>
                    <a:pt x="52687" y="2278"/>
                    <a:pt x="52522" y="2285"/>
                    <a:pt x="52356" y="2285"/>
                  </a:cubicBezTo>
                  <a:cubicBezTo>
                    <a:pt x="51262" y="2285"/>
                    <a:pt x="50161" y="1988"/>
                    <a:pt x="49052" y="1988"/>
                  </a:cubicBezTo>
                  <a:cubicBezTo>
                    <a:pt x="48926" y="1988"/>
                    <a:pt x="48800" y="1992"/>
                    <a:pt x="48673" y="2000"/>
                  </a:cubicBezTo>
                  <a:cubicBezTo>
                    <a:pt x="48959" y="2774"/>
                    <a:pt x="49138" y="3346"/>
                    <a:pt x="49257" y="3751"/>
                  </a:cubicBezTo>
                  <a:cubicBezTo>
                    <a:pt x="48792" y="3274"/>
                    <a:pt x="48173" y="2953"/>
                    <a:pt x="47518" y="2703"/>
                  </a:cubicBezTo>
                  <a:cubicBezTo>
                    <a:pt x="47304" y="2441"/>
                    <a:pt x="47090" y="2179"/>
                    <a:pt x="46875" y="1929"/>
                  </a:cubicBezTo>
                  <a:cubicBezTo>
                    <a:pt x="38315" y="1572"/>
                    <a:pt x="31064" y="929"/>
                    <a:pt x="21872" y="0"/>
                  </a:cubicBezTo>
                  <a:lnTo>
                    <a:pt x="21872" y="0"/>
                  </a:lnTo>
                  <a:cubicBezTo>
                    <a:pt x="22015" y="572"/>
                    <a:pt x="22146" y="1167"/>
                    <a:pt x="22277" y="1774"/>
                  </a:cubicBezTo>
                  <a:cubicBezTo>
                    <a:pt x="15098" y="1393"/>
                    <a:pt x="8573" y="810"/>
                    <a:pt x="5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6" name="Google Shape;1076;p65"/>
            <p:cNvSpPr/>
            <p:nvPr/>
          </p:nvSpPr>
          <p:spPr>
            <a:xfrm>
              <a:off x="283950" y="193150"/>
              <a:ext cx="8615526" cy="4752359"/>
            </a:xfrm>
            <a:custGeom>
              <a:rect b="b" l="l" r="r" t="t"/>
              <a:pathLst>
                <a:path extrusionOk="0" h="146757" w="269046">
                  <a:moveTo>
                    <a:pt x="21241" y="131"/>
                  </a:moveTo>
                  <a:cubicBezTo>
                    <a:pt x="20884" y="346"/>
                    <a:pt x="20527" y="572"/>
                    <a:pt x="20170" y="798"/>
                  </a:cubicBezTo>
                  <a:cubicBezTo>
                    <a:pt x="20217" y="953"/>
                    <a:pt x="20253" y="1120"/>
                    <a:pt x="20289" y="1286"/>
                  </a:cubicBezTo>
                  <a:cubicBezTo>
                    <a:pt x="20860" y="929"/>
                    <a:pt x="21432" y="560"/>
                    <a:pt x="22015" y="203"/>
                  </a:cubicBezTo>
                  <a:cubicBezTo>
                    <a:pt x="21753" y="179"/>
                    <a:pt x="21503" y="155"/>
                    <a:pt x="21241" y="131"/>
                  </a:cubicBezTo>
                  <a:close/>
                  <a:moveTo>
                    <a:pt x="18777" y="1691"/>
                  </a:moveTo>
                  <a:cubicBezTo>
                    <a:pt x="18515" y="1858"/>
                    <a:pt x="18265" y="2012"/>
                    <a:pt x="18015" y="2179"/>
                  </a:cubicBezTo>
                  <a:cubicBezTo>
                    <a:pt x="11788" y="6263"/>
                    <a:pt x="6156" y="10644"/>
                    <a:pt x="1155" y="15252"/>
                  </a:cubicBezTo>
                  <a:cubicBezTo>
                    <a:pt x="1179" y="15455"/>
                    <a:pt x="1203" y="15657"/>
                    <a:pt x="1215" y="15848"/>
                  </a:cubicBezTo>
                  <a:cubicBezTo>
                    <a:pt x="6263" y="11156"/>
                    <a:pt x="11966" y="6727"/>
                    <a:pt x="18277" y="2584"/>
                  </a:cubicBezTo>
                  <a:cubicBezTo>
                    <a:pt x="18705" y="2298"/>
                    <a:pt x="19146" y="2012"/>
                    <a:pt x="19574" y="1739"/>
                  </a:cubicBezTo>
                  <a:cubicBezTo>
                    <a:pt x="19312" y="1727"/>
                    <a:pt x="19039" y="1703"/>
                    <a:pt x="18777" y="1691"/>
                  </a:cubicBezTo>
                  <a:close/>
                  <a:moveTo>
                    <a:pt x="257199" y="5608"/>
                  </a:moveTo>
                  <a:cubicBezTo>
                    <a:pt x="259819" y="11180"/>
                    <a:pt x="262128" y="16943"/>
                    <a:pt x="264105" y="22884"/>
                  </a:cubicBezTo>
                  <a:cubicBezTo>
                    <a:pt x="264307" y="22836"/>
                    <a:pt x="264522" y="22789"/>
                    <a:pt x="264736" y="22741"/>
                  </a:cubicBezTo>
                  <a:cubicBezTo>
                    <a:pt x="262950" y="17360"/>
                    <a:pt x="260890" y="12085"/>
                    <a:pt x="258557" y="6942"/>
                  </a:cubicBezTo>
                  <a:lnTo>
                    <a:pt x="257199" y="5608"/>
                  </a:lnTo>
                  <a:close/>
                  <a:moveTo>
                    <a:pt x="234685" y="1239"/>
                  </a:moveTo>
                  <a:cubicBezTo>
                    <a:pt x="234423" y="1262"/>
                    <a:pt x="234149" y="1286"/>
                    <a:pt x="233887" y="1298"/>
                  </a:cubicBezTo>
                  <a:cubicBezTo>
                    <a:pt x="234554" y="1727"/>
                    <a:pt x="235220" y="2143"/>
                    <a:pt x="235875" y="2584"/>
                  </a:cubicBezTo>
                  <a:cubicBezTo>
                    <a:pt x="245662" y="9001"/>
                    <a:pt x="253961" y="16145"/>
                    <a:pt x="260676" y="23813"/>
                  </a:cubicBezTo>
                  <a:cubicBezTo>
                    <a:pt x="260783" y="23741"/>
                    <a:pt x="260938" y="23682"/>
                    <a:pt x="261140" y="23610"/>
                  </a:cubicBezTo>
                  <a:cubicBezTo>
                    <a:pt x="254377" y="15871"/>
                    <a:pt x="246007" y="8656"/>
                    <a:pt x="236137" y="2179"/>
                  </a:cubicBezTo>
                  <a:cubicBezTo>
                    <a:pt x="235649" y="1870"/>
                    <a:pt x="235173" y="1548"/>
                    <a:pt x="234685" y="1239"/>
                  </a:cubicBezTo>
                  <a:close/>
                  <a:moveTo>
                    <a:pt x="264807" y="25051"/>
                  </a:moveTo>
                  <a:lnTo>
                    <a:pt x="264867" y="25218"/>
                  </a:lnTo>
                  <a:cubicBezTo>
                    <a:pt x="264879" y="25218"/>
                    <a:pt x="264879" y="25206"/>
                    <a:pt x="264891" y="25194"/>
                  </a:cubicBezTo>
                  <a:cubicBezTo>
                    <a:pt x="264914" y="25158"/>
                    <a:pt x="264926" y="25111"/>
                    <a:pt x="264938" y="25075"/>
                  </a:cubicBezTo>
                  <a:cubicBezTo>
                    <a:pt x="264891" y="25063"/>
                    <a:pt x="264855" y="25063"/>
                    <a:pt x="264807" y="25051"/>
                  </a:cubicBezTo>
                  <a:close/>
                  <a:moveTo>
                    <a:pt x="265319" y="26670"/>
                  </a:moveTo>
                  <a:lnTo>
                    <a:pt x="265319" y="26670"/>
                  </a:lnTo>
                  <a:cubicBezTo>
                    <a:pt x="265557" y="27480"/>
                    <a:pt x="265807" y="28290"/>
                    <a:pt x="266034" y="29099"/>
                  </a:cubicBezTo>
                  <a:cubicBezTo>
                    <a:pt x="266057" y="28444"/>
                    <a:pt x="266081" y="27789"/>
                    <a:pt x="266117" y="27135"/>
                  </a:cubicBezTo>
                  <a:cubicBezTo>
                    <a:pt x="266081" y="27016"/>
                    <a:pt x="266046" y="26896"/>
                    <a:pt x="266010" y="26777"/>
                  </a:cubicBezTo>
                  <a:cubicBezTo>
                    <a:pt x="265843" y="26754"/>
                    <a:pt x="265593" y="26718"/>
                    <a:pt x="265319" y="26670"/>
                  </a:cubicBezTo>
                  <a:close/>
                  <a:moveTo>
                    <a:pt x="261188" y="24408"/>
                  </a:moveTo>
                  <a:lnTo>
                    <a:pt x="261188" y="24408"/>
                  </a:lnTo>
                  <a:cubicBezTo>
                    <a:pt x="262902" y="26396"/>
                    <a:pt x="264498" y="28409"/>
                    <a:pt x="265998" y="30456"/>
                  </a:cubicBezTo>
                  <a:cubicBezTo>
                    <a:pt x="265998" y="30195"/>
                    <a:pt x="266010" y="29944"/>
                    <a:pt x="266022" y="29683"/>
                  </a:cubicBezTo>
                  <a:cubicBezTo>
                    <a:pt x="265153" y="28516"/>
                    <a:pt x="264260" y="27361"/>
                    <a:pt x="263331" y="26218"/>
                  </a:cubicBezTo>
                  <a:cubicBezTo>
                    <a:pt x="263200" y="26158"/>
                    <a:pt x="263140" y="26087"/>
                    <a:pt x="263164" y="26015"/>
                  </a:cubicBezTo>
                  <a:cubicBezTo>
                    <a:pt x="262771" y="25539"/>
                    <a:pt x="262378" y="25075"/>
                    <a:pt x="261986" y="24599"/>
                  </a:cubicBezTo>
                  <a:cubicBezTo>
                    <a:pt x="261664" y="24539"/>
                    <a:pt x="261402" y="24468"/>
                    <a:pt x="261188" y="24408"/>
                  </a:cubicBezTo>
                  <a:close/>
                  <a:moveTo>
                    <a:pt x="127076" y="17431"/>
                  </a:moveTo>
                  <a:cubicBezTo>
                    <a:pt x="133339" y="17431"/>
                    <a:pt x="139506" y="17574"/>
                    <a:pt x="145578" y="17848"/>
                  </a:cubicBezTo>
                  <a:cubicBezTo>
                    <a:pt x="146150" y="29278"/>
                    <a:pt x="146554" y="41363"/>
                    <a:pt x="146769" y="53924"/>
                  </a:cubicBezTo>
                  <a:cubicBezTo>
                    <a:pt x="140292" y="53816"/>
                    <a:pt x="133720" y="53769"/>
                    <a:pt x="127076" y="53769"/>
                  </a:cubicBezTo>
                  <a:cubicBezTo>
                    <a:pt x="120432" y="53769"/>
                    <a:pt x="113860" y="53816"/>
                    <a:pt x="107371" y="53924"/>
                  </a:cubicBezTo>
                  <a:cubicBezTo>
                    <a:pt x="107585" y="41363"/>
                    <a:pt x="107990" y="29278"/>
                    <a:pt x="108562" y="17848"/>
                  </a:cubicBezTo>
                  <a:cubicBezTo>
                    <a:pt x="114634" y="17574"/>
                    <a:pt x="120813" y="17431"/>
                    <a:pt x="127076" y="17431"/>
                  </a:cubicBezTo>
                  <a:close/>
                  <a:moveTo>
                    <a:pt x="108359" y="17848"/>
                  </a:moveTo>
                  <a:cubicBezTo>
                    <a:pt x="107776" y="29385"/>
                    <a:pt x="107371" y="41482"/>
                    <a:pt x="107169" y="53924"/>
                  </a:cubicBezTo>
                  <a:cubicBezTo>
                    <a:pt x="94727" y="54138"/>
                    <a:pt x="82630" y="54531"/>
                    <a:pt x="71093" y="55114"/>
                  </a:cubicBezTo>
                  <a:cubicBezTo>
                    <a:pt x="71617" y="43244"/>
                    <a:pt x="72640" y="31766"/>
                    <a:pt x="74117" y="20872"/>
                  </a:cubicBezTo>
                  <a:cubicBezTo>
                    <a:pt x="85011" y="19407"/>
                    <a:pt x="96477" y="18384"/>
                    <a:pt x="108359" y="17848"/>
                  </a:cubicBezTo>
                  <a:close/>
                  <a:moveTo>
                    <a:pt x="145792" y="17860"/>
                  </a:moveTo>
                  <a:lnTo>
                    <a:pt x="145792" y="17860"/>
                  </a:lnTo>
                  <a:cubicBezTo>
                    <a:pt x="157675" y="18384"/>
                    <a:pt x="169141" y="19407"/>
                    <a:pt x="180035" y="20884"/>
                  </a:cubicBezTo>
                  <a:cubicBezTo>
                    <a:pt x="181499" y="31766"/>
                    <a:pt x="182523" y="43244"/>
                    <a:pt x="183059" y="55114"/>
                  </a:cubicBezTo>
                  <a:cubicBezTo>
                    <a:pt x="171522" y="54531"/>
                    <a:pt x="159425" y="54138"/>
                    <a:pt x="146983" y="53924"/>
                  </a:cubicBezTo>
                  <a:cubicBezTo>
                    <a:pt x="146781" y="41482"/>
                    <a:pt x="146376" y="29385"/>
                    <a:pt x="145792" y="17860"/>
                  </a:cubicBezTo>
                  <a:close/>
                  <a:moveTo>
                    <a:pt x="73724" y="20931"/>
                  </a:moveTo>
                  <a:lnTo>
                    <a:pt x="73724" y="20931"/>
                  </a:lnTo>
                  <a:cubicBezTo>
                    <a:pt x="72259" y="31909"/>
                    <a:pt x="71247" y="43375"/>
                    <a:pt x="70724" y="55138"/>
                  </a:cubicBezTo>
                  <a:cubicBezTo>
                    <a:pt x="54805" y="55948"/>
                    <a:pt x="39958" y="57103"/>
                    <a:pt x="26742" y="58579"/>
                  </a:cubicBezTo>
                  <a:cubicBezTo>
                    <a:pt x="27373" y="48816"/>
                    <a:pt x="28599" y="39255"/>
                    <a:pt x="30397" y="29992"/>
                  </a:cubicBezTo>
                  <a:cubicBezTo>
                    <a:pt x="43292" y="26158"/>
                    <a:pt x="57901" y="23086"/>
                    <a:pt x="73724" y="20931"/>
                  </a:cubicBezTo>
                  <a:close/>
                  <a:moveTo>
                    <a:pt x="180416" y="20931"/>
                  </a:moveTo>
                  <a:lnTo>
                    <a:pt x="180416" y="20931"/>
                  </a:lnTo>
                  <a:cubicBezTo>
                    <a:pt x="196251" y="23086"/>
                    <a:pt x="210860" y="26170"/>
                    <a:pt x="223755" y="29992"/>
                  </a:cubicBezTo>
                  <a:cubicBezTo>
                    <a:pt x="225552" y="39255"/>
                    <a:pt x="226779" y="48816"/>
                    <a:pt x="227410" y="58579"/>
                  </a:cubicBezTo>
                  <a:cubicBezTo>
                    <a:pt x="214194" y="57103"/>
                    <a:pt x="199335" y="55948"/>
                    <a:pt x="183416" y="55138"/>
                  </a:cubicBezTo>
                  <a:cubicBezTo>
                    <a:pt x="182904" y="43375"/>
                    <a:pt x="181892" y="31909"/>
                    <a:pt x="180416" y="20931"/>
                  </a:cubicBezTo>
                  <a:close/>
                  <a:moveTo>
                    <a:pt x="70724" y="55352"/>
                  </a:moveTo>
                  <a:cubicBezTo>
                    <a:pt x="70450" y="61436"/>
                    <a:pt x="70319" y="67616"/>
                    <a:pt x="70319" y="73843"/>
                  </a:cubicBezTo>
                  <a:cubicBezTo>
                    <a:pt x="70319" y="80070"/>
                    <a:pt x="70450" y="86237"/>
                    <a:pt x="70724" y="92321"/>
                  </a:cubicBezTo>
                  <a:cubicBezTo>
                    <a:pt x="54543" y="91500"/>
                    <a:pt x="39696" y="90333"/>
                    <a:pt x="26730" y="88892"/>
                  </a:cubicBezTo>
                  <a:cubicBezTo>
                    <a:pt x="26420" y="83915"/>
                    <a:pt x="26254" y="78891"/>
                    <a:pt x="26254" y="73843"/>
                  </a:cubicBezTo>
                  <a:cubicBezTo>
                    <a:pt x="26254" y="68783"/>
                    <a:pt x="26420" y="63758"/>
                    <a:pt x="26730" y="58781"/>
                  </a:cubicBezTo>
                  <a:cubicBezTo>
                    <a:pt x="39696" y="57341"/>
                    <a:pt x="54543" y="56174"/>
                    <a:pt x="70724" y="55352"/>
                  </a:cubicBezTo>
                  <a:close/>
                  <a:moveTo>
                    <a:pt x="183428" y="55352"/>
                  </a:moveTo>
                  <a:cubicBezTo>
                    <a:pt x="199609" y="56174"/>
                    <a:pt x="214444" y="57341"/>
                    <a:pt x="227410" y="58781"/>
                  </a:cubicBezTo>
                  <a:cubicBezTo>
                    <a:pt x="227731" y="63758"/>
                    <a:pt x="227886" y="68783"/>
                    <a:pt x="227886" y="73843"/>
                  </a:cubicBezTo>
                  <a:cubicBezTo>
                    <a:pt x="227886" y="78903"/>
                    <a:pt x="227731" y="83915"/>
                    <a:pt x="227410" y="88892"/>
                  </a:cubicBezTo>
                  <a:cubicBezTo>
                    <a:pt x="214444" y="90333"/>
                    <a:pt x="199609" y="91500"/>
                    <a:pt x="183428" y="92321"/>
                  </a:cubicBezTo>
                  <a:cubicBezTo>
                    <a:pt x="183690" y="86237"/>
                    <a:pt x="183833" y="80070"/>
                    <a:pt x="183833" y="73843"/>
                  </a:cubicBezTo>
                  <a:cubicBezTo>
                    <a:pt x="183833" y="67616"/>
                    <a:pt x="183690" y="61436"/>
                    <a:pt x="183428" y="55352"/>
                  </a:cubicBezTo>
                  <a:close/>
                  <a:moveTo>
                    <a:pt x="107157" y="54138"/>
                  </a:moveTo>
                  <a:cubicBezTo>
                    <a:pt x="107050" y="60627"/>
                    <a:pt x="107002" y="67199"/>
                    <a:pt x="107002" y="73843"/>
                  </a:cubicBezTo>
                  <a:cubicBezTo>
                    <a:pt x="107002" y="80475"/>
                    <a:pt x="107050" y="87047"/>
                    <a:pt x="107157" y="93536"/>
                  </a:cubicBezTo>
                  <a:cubicBezTo>
                    <a:pt x="94596" y="93321"/>
                    <a:pt x="82511" y="92917"/>
                    <a:pt x="71081" y="92345"/>
                  </a:cubicBezTo>
                  <a:cubicBezTo>
                    <a:pt x="70807" y="86273"/>
                    <a:pt x="70676" y="80105"/>
                    <a:pt x="70676" y="73843"/>
                  </a:cubicBezTo>
                  <a:cubicBezTo>
                    <a:pt x="70676" y="67580"/>
                    <a:pt x="70807" y="61401"/>
                    <a:pt x="71081" y="55329"/>
                  </a:cubicBezTo>
                  <a:cubicBezTo>
                    <a:pt x="82511" y="54757"/>
                    <a:pt x="94596" y="54352"/>
                    <a:pt x="107157" y="54138"/>
                  </a:cubicBezTo>
                  <a:close/>
                  <a:moveTo>
                    <a:pt x="146983" y="54138"/>
                  </a:moveTo>
                  <a:cubicBezTo>
                    <a:pt x="159544" y="54352"/>
                    <a:pt x="171641" y="54757"/>
                    <a:pt x="183071" y="55329"/>
                  </a:cubicBezTo>
                  <a:cubicBezTo>
                    <a:pt x="183333" y="61401"/>
                    <a:pt x="183476" y="67568"/>
                    <a:pt x="183476" y="73831"/>
                  </a:cubicBezTo>
                  <a:cubicBezTo>
                    <a:pt x="183476" y="80094"/>
                    <a:pt x="183333" y="86273"/>
                    <a:pt x="183071" y="92345"/>
                  </a:cubicBezTo>
                  <a:cubicBezTo>
                    <a:pt x="171641" y="92917"/>
                    <a:pt x="159544" y="93321"/>
                    <a:pt x="146983" y="93536"/>
                  </a:cubicBezTo>
                  <a:cubicBezTo>
                    <a:pt x="147090" y="87047"/>
                    <a:pt x="147150" y="80475"/>
                    <a:pt x="147150" y="73843"/>
                  </a:cubicBezTo>
                  <a:cubicBezTo>
                    <a:pt x="147150" y="67199"/>
                    <a:pt x="147090" y="60627"/>
                    <a:pt x="146983" y="54138"/>
                  </a:cubicBezTo>
                  <a:close/>
                  <a:moveTo>
                    <a:pt x="127076" y="53971"/>
                  </a:moveTo>
                  <a:cubicBezTo>
                    <a:pt x="133743" y="53971"/>
                    <a:pt x="140327" y="54031"/>
                    <a:pt x="146781" y="54138"/>
                  </a:cubicBezTo>
                  <a:cubicBezTo>
                    <a:pt x="146876" y="60591"/>
                    <a:pt x="146935" y="67163"/>
                    <a:pt x="146935" y="73843"/>
                  </a:cubicBezTo>
                  <a:cubicBezTo>
                    <a:pt x="146935" y="80510"/>
                    <a:pt x="146888" y="87082"/>
                    <a:pt x="146781" y="93536"/>
                  </a:cubicBezTo>
                  <a:cubicBezTo>
                    <a:pt x="140327" y="93643"/>
                    <a:pt x="133743" y="93702"/>
                    <a:pt x="127076" y="93702"/>
                  </a:cubicBezTo>
                  <a:cubicBezTo>
                    <a:pt x="120396" y="93702"/>
                    <a:pt x="113824" y="93643"/>
                    <a:pt x="107371" y="93536"/>
                  </a:cubicBezTo>
                  <a:cubicBezTo>
                    <a:pt x="107264" y="87082"/>
                    <a:pt x="107204" y="80510"/>
                    <a:pt x="107204" y="73843"/>
                  </a:cubicBezTo>
                  <a:cubicBezTo>
                    <a:pt x="107204" y="67163"/>
                    <a:pt x="107264" y="60591"/>
                    <a:pt x="107371" y="54138"/>
                  </a:cubicBezTo>
                  <a:cubicBezTo>
                    <a:pt x="113824" y="54031"/>
                    <a:pt x="120396" y="53971"/>
                    <a:pt x="127076" y="53971"/>
                  </a:cubicBezTo>
                  <a:close/>
                  <a:moveTo>
                    <a:pt x="48" y="105632"/>
                  </a:moveTo>
                  <a:cubicBezTo>
                    <a:pt x="36" y="105716"/>
                    <a:pt x="12" y="105811"/>
                    <a:pt x="0" y="105894"/>
                  </a:cubicBezTo>
                  <a:cubicBezTo>
                    <a:pt x="155" y="105882"/>
                    <a:pt x="310" y="105870"/>
                    <a:pt x="477" y="105859"/>
                  </a:cubicBezTo>
                  <a:cubicBezTo>
                    <a:pt x="334" y="105775"/>
                    <a:pt x="191" y="105704"/>
                    <a:pt x="48" y="105632"/>
                  </a:cubicBezTo>
                  <a:close/>
                  <a:moveTo>
                    <a:pt x="26742" y="89095"/>
                  </a:moveTo>
                  <a:cubicBezTo>
                    <a:pt x="39958" y="90571"/>
                    <a:pt x="54805" y="91726"/>
                    <a:pt x="70724" y="92536"/>
                  </a:cubicBezTo>
                  <a:cubicBezTo>
                    <a:pt x="71247" y="104299"/>
                    <a:pt x="72259" y="115765"/>
                    <a:pt x="73724" y="126742"/>
                  </a:cubicBezTo>
                  <a:cubicBezTo>
                    <a:pt x="57901" y="124587"/>
                    <a:pt x="43292" y="121515"/>
                    <a:pt x="30397" y="117681"/>
                  </a:cubicBezTo>
                  <a:cubicBezTo>
                    <a:pt x="28599" y="108418"/>
                    <a:pt x="27373" y="98858"/>
                    <a:pt x="26742" y="89095"/>
                  </a:cubicBezTo>
                  <a:close/>
                  <a:moveTo>
                    <a:pt x="227410" y="89095"/>
                  </a:moveTo>
                  <a:cubicBezTo>
                    <a:pt x="226779" y="98858"/>
                    <a:pt x="225552" y="108418"/>
                    <a:pt x="223755" y="117681"/>
                  </a:cubicBezTo>
                  <a:cubicBezTo>
                    <a:pt x="210860" y="121515"/>
                    <a:pt x="196251" y="124587"/>
                    <a:pt x="180416" y="126742"/>
                  </a:cubicBezTo>
                  <a:cubicBezTo>
                    <a:pt x="181892" y="115765"/>
                    <a:pt x="182904" y="104299"/>
                    <a:pt x="183416" y="92536"/>
                  </a:cubicBezTo>
                  <a:cubicBezTo>
                    <a:pt x="199347" y="91726"/>
                    <a:pt x="214194" y="90571"/>
                    <a:pt x="227410" y="89095"/>
                  </a:cubicBezTo>
                  <a:close/>
                  <a:moveTo>
                    <a:pt x="71093" y="92559"/>
                  </a:moveTo>
                  <a:lnTo>
                    <a:pt x="71093" y="92559"/>
                  </a:lnTo>
                  <a:cubicBezTo>
                    <a:pt x="82630" y="93143"/>
                    <a:pt x="94715" y="93536"/>
                    <a:pt x="107169" y="93750"/>
                  </a:cubicBezTo>
                  <a:cubicBezTo>
                    <a:pt x="107371" y="106192"/>
                    <a:pt x="107776" y="118289"/>
                    <a:pt x="108347" y="129826"/>
                  </a:cubicBezTo>
                  <a:cubicBezTo>
                    <a:pt x="96477" y="129290"/>
                    <a:pt x="85011" y="128266"/>
                    <a:pt x="74117" y="126790"/>
                  </a:cubicBezTo>
                  <a:cubicBezTo>
                    <a:pt x="72640" y="115907"/>
                    <a:pt x="71617" y="104442"/>
                    <a:pt x="71093" y="92559"/>
                  </a:cubicBezTo>
                  <a:close/>
                  <a:moveTo>
                    <a:pt x="183059" y="92559"/>
                  </a:moveTo>
                  <a:lnTo>
                    <a:pt x="183059" y="92559"/>
                  </a:lnTo>
                  <a:cubicBezTo>
                    <a:pt x="182523" y="104442"/>
                    <a:pt x="181499" y="115907"/>
                    <a:pt x="180035" y="126802"/>
                  </a:cubicBezTo>
                  <a:cubicBezTo>
                    <a:pt x="169141" y="128266"/>
                    <a:pt x="157675" y="129290"/>
                    <a:pt x="145792" y="129826"/>
                  </a:cubicBezTo>
                  <a:cubicBezTo>
                    <a:pt x="146376" y="118289"/>
                    <a:pt x="146769" y="106192"/>
                    <a:pt x="146983" y="93750"/>
                  </a:cubicBezTo>
                  <a:cubicBezTo>
                    <a:pt x="159425" y="93536"/>
                    <a:pt x="171522" y="93143"/>
                    <a:pt x="183059" y="92559"/>
                  </a:cubicBezTo>
                  <a:close/>
                  <a:moveTo>
                    <a:pt x="107371" y="93750"/>
                  </a:moveTo>
                  <a:cubicBezTo>
                    <a:pt x="113860" y="93857"/>
                    <a:pt x="120432" y="93917"/>
                    <a:pt x="127076" y="93917"/>
                  </a:cubicBezTo>
                  <a:cubicBezTo>
                    <a:pt x="133708" y="93917"/>
                    <a:pt x="140292" y="93857"/>
                    <a:pt x="146769" y="93750"/>
                  </a:cubicBezTo>
                  <a:lnTo>
                    <a:pt x="146769" y="93750"/>
                  </a:lnTo>
                  <a:cubicBezTo>
                    <a:pt x="146566" y="106311"/>
                    <a:pt x="146150" y="118396"/>
                    <a:pt x="145578" y="129826"/>
                  </a:cubicBezTo>
                  <a:cubicBezTo>
                    <a:pt x="139506" y="130100"/>
                    <a:pt x="133339" y="130243"/>
                    <a:pt x="127076" y="130243"/>
                  </a:cubicBezTo>
                  <a:cubicBezTo>
                    <a:pt x="120813" y="130243"/>
                    <a:pt x="114634" y="130100"/>
                    <a:pt x="108574" y="129826"/>
                  </a:cubicBezTo>
                  <a:cubicBezTo>
                    <a:pt x="107990" y="118396"/>
                    <a:pt x="107585" y="106311"/>
                    <a:pt x="107371" y="93750"/>
                  </a:cubicBezTo>
                  <a:close/>
                  <a:moveTo>
                    <a:pt x="266653" y="116300"/>
                  </a:moveTo>
                  <a:lnTo>
                    <a:pt x="266653" y="116300"/>
                  </a:lnTo>
                  <a:cubicBezTo>
                    <a:pt x="259152" y="126861"/>
                    <a:pt x="248817" y="136600"/>
                    <a:pt x="235875" y="145101"/>
                  </a:cubicBezTo>
                  <a:cubicBezTo>
                    <a:pt x="235411" y="145399"/>
                    <a:pt x="234946" y="145697"/>
                    <a:pt x="234482" y="145994"/>
                  </a:cubicBezTo>
                  <a:cubicBezTo>
                    <a:pt x="234756" y="146006"/>
                    <a:pt x="235030" y="146018"/>
                    <a:pt x="235304" y="146030"/>
                  </a:cubicBezTo>
                  <a:cubicBezTo>
                    <a:pt x="235577" y="145852"/>
                    <a:pt x="235851" y="145673"/>
                    <a:pt x="236137" y="145494"/>
                  </a:cubicBezTo>
                  <a:cubicBezTo>
                    <a:pt x="248710" y="137243"/>
                    <a:pt x="258854" y="127814"/>
                    <a:pt x="266319" y="117586"/>
                  </a:cubicBezTo>
                  <a:lnTo>
                    <a:pt x="266319" y="117586"/>
                  </a:lnTo>
                  <a:cubicBezTo>
                    <a:pt x="263533" y="127504"/>
                    <a:pt x="259831" y="137005"/>
                    <a:pt x="255306" y="145971"/>
                  </a:cubicBezTo>
                  <a:cubicBezTo>
                    <a:pt x="255544" y="145983"/>
                    <a:pt x="255794" y="145994"/>
                    <a:pt x="256032" y="146006"/>
                  </a:cubicBezTo>
                  <a:cubicBezTo>
                    <a:pt x="260354" y="137374"/>
                    <a:pt x="263879" y="128338"/>
                    <a:pt x="266569" y="118991"/>
                  </a:cubicBezTo>
                  <a:cubicBezTo>
                    <a:pt x="266593" y="118098"/>
                    <a:pt x="266617" y="117193"/>
                    <a:pt x="266653" y="116300"/>
                  </a:cubicBezTo>
                  <a:close/>
                  <a:moveTo>
                    <a:pt x="1798" y="132362"/>
                  </a:moveTo>
                  <a:cubicBezTo>
                    <a:pt x="1774" y="132540"/>
                    <a:pt x="1739" y="132731"/>
                    <a:pt x="1715" y="132933"/>
                  </a:cubicBezTo>
                  <a:cubicBezTo>
                    <a:pt x="6573" y="137362"/>
                    <a:pt x="12014" y="141553"/>
                    <a:pt x="18015" y="145494"/>
                  </a:cubicBezTo>
                  <a:cubicBezTo>
                    <a:pt x="18229" y="145637"/>
                    <a:pt x="18455" y="145780"/>
                    <a:pt x="18669" y="145923"/>
                  </a:cubicBezTo>
                  <a:cubicBezTo>
                    <a:pt x="18681" y="145899"/>
                    <a:pt x="18681" y="145887"/>
                    <a:pt x="18693" y="145875"/>
                  </a:cubicBezTo>
                  <a:lnTo>
                    <a:pt x="18693" y="145875"/>
                  </a:lnTo>
                  <a:cubicBezTo>
                    <a:pt x="18681" y="145899"/>
                    <a:pt x="18693" y="145911"/>
                    <a:pt x="18693" y="145935"/>
                  </a:cubicBezTo>
                  <a:cubicBezTo>
                    <a:pt x="18800" y="146006"/>
                    <a:pt x="18908" y="146066"/>
                    <a:pt x="19015" y="146137"/>
                  </a:cubicBezTo>
                  <a:cubicBezTo>
                    <a:pt x="19348" y="146256"/>
                    <a:pt x="19872" y="146328"/>
                    <a:pt x="20336" y="146423"/>
                  </a:cubicBezTo>
                  <a:cubicBezTo>
                    <a:pt x="19646" y="145983"/>
                    <a:pt x="18955" y="145542"/>
                    <a:pt x="18277" y="145090"/>
                  </a:cubicBezTo>
                  <a:cubicBezTo>
                    <a:pt x="12204" y="141113"/>
                    <a:pt x="6692" y="136850"/>
                    <a:pt x="1798" y="132362"/>
                  </a:cubicBezTo>
                  <a:close/>
                  <a:moveTo>
                    <a:pt x="176558" y="0"/>
                  </a:moveTo>
                  <a:cubicBezTo>
                    <a:pt x="176701" y="572"/>
                    <a:pt x="176832" y="1167"/>
                    <a:pt x="176963" y="1774"/>
                  </a:cubicBezTo>
                  <a:lnTo>
                    <a:pt x="176903" y="1774"/>
                  </a:lnTo>
                  <a:cubicBezTo>
                    <a:pt x="178070" y="7787"/>
                    <a:pt x="179106" y="14038"/>
                    <a:pt x="179975" y="20491"/>
                  </a:cubicBezTo>
                  <a:cubicBezTo>
                    <a:pt x="168998" y="19015"/>
                    <a:pt x="157544" y="18003"/>
                    <a:pt x="145781" y="17491"/>
                  </a:cubicBezTo>
                  <a:cubicBezTo>
                    <a:pt x="145507" y="12157"/>
                    <a:pt x="145197" y="6942"/>
                    <a:pt x="144852" y="1858"/>
                  </a:cubicBezTo>
                  <a:cubicBezTo>
                    <a:pt x="144780" y="1870"/>
                    <a:pt x="144697" y="1870"/>
                    <a:pt x="144626" y="1870"/>
                  </a:cubicBezTo>
                  <a:cubicBezTo>
                    <a:pt x="144971" y="6918"/>
                    <a:pt x="145292" y="12121"/>
                    <a:pt x="145554" y="17479"/>
                  </a:cubicBezTo>
                  <a:cubicBezTo>
                    <a:pt x="139470" y="17217"/>
                    <a:pt x="133303" y="17074"/>
                    <a:pt x="127076" y="17074"/>
                  </a:cubicBezTo>
                  <a:cubicBezTo>
                    <a:pt x="120849" y="17074"/>
                    <a:pt x="114681" y="17217"/>
                    <a:pt x="108585" y="17479"/>
                  </a:cubicBezTo>
                  <a:cubicBezTo>
                    <a:pt x="108895" y="11573"/>
                    <a:pt x="109240" y="5846"/>
                    <a:pt x="109621" y="322"/>
                  </a:cubicBezTo>
                  <a:lnTo>
                    <a:pt x="109621" y="322"/>
                  </a:lnTo>
                  <a:cubicBezTo>
                    <a:pt x="109550" y="334"/>
                    <a:pt x="109478" y="334"/>
                    <a:pt x="109407" y="346"/>
                  </a:cubicBezTo>
                  <a:cubicBezTo>
                    <a:pt x="109014" y="5894"/>
                    <a:pt x="108669" y="11621"/>
                    <a:pt x="108371" y="17491"/>
                  </a:cubicBezTo>
                  <a:cubicBezTo>
                    <a:pt x="96608" y="18003"/>
                    <a:pt x="85142" y="19015"/>
                    <a:pt x="74164" y="20491"/>
                  </a:cubicBezTo>
                  <a:cubicBezTo>
                    <a:pt x="75069" y="13871"/>
                    <a:pt x="76129" y="7454"/>
                    <a:pt x="77343" y="1298"/>
                  </a:cubicBezTo>
                  <a:lnTo>
                    <a:pt x="77343" y="1298"/>
                  </a:lnTo>
                  <a:cubicBezTo>
                    <a:pt x="77212" y="1310"/>
                    <a:pt x="77081" y="1322"/>
                    <a:pt x="76951" y="1334"/>
                  </a:cubicBezTo>
                  <a:cubicBezTo>
                    <a:pt x="75724" y="7537"/>
                    <a:pt x="74665" y="13954"/>
                    <a:pt x="73783" y="20539"/>
                  </a:cubicBezTo>
                  <a:cubicBezTo>
                    <a:pt x="58198" y="22646"/>
                    <a:pt x="43601" y="25682"/>
                    <a:pt x="30480" y="29575"/>
                  </a:cubicBezTo>
                  <a:cubicBezTo>
                    <a:pt x="32374" y="19872"/>
                    <a:pt x="34910" y="10502"/>
                    <a:pt x="38029" y="1560"/>
                  </a:cubicBezTo>
                  <a:cubicBezTo>
                    <a:pt x="37874" y="1548"/>
                    <a:pt x="37708" y="1548"/>
                    <a:pt x="37541" y="1536"/>
                  </a:cubicBezTo>
                  <a:cubicBezTo>
                    <a:pt x="34409" y="10525"/>
                    <a:pt x="31862" y="19955"/>
                    <a:pt x="29968" y="29718"/>
                  </a:cubicBezTo>
                  <a:cubicBezTo>
                    <a:pt x="25849" y="30957"/>
                    <a:pt x="21884" y="32266"/>
                    <a:pt x="18086" y="33659"/>
                  </a:cubicBezTo>
                  <a:cubicBezTo>
                    <a:pt x="12252" y="35802"/>
                    <a:pt x="6942" y="38088"/>
                    <a:pt x="2191" y="40493"/>
                  </a:cubicBezTo>
                  <a:lnTo>
                    <a:pt x="2179" y="40934"/>
                  </a:lnTo>
                  <a:cubicBezTo>
                    <a:pt x="10097" y="36910"/>
                    <a:pt x="19420" y="33278"/>
                    <a:pt x="29885" y="30147"/>
                  </a:cubicBezTo>
                  <a:lnTo>
                    <a:pt x="29885" y="30147"/>
                  </a:lnTo>
                  <a:cubicBezTo>
                    <a:pt x="28111" y="39386"/>
                    <a:pt x="26885" y="48911"/>
                    <a:pt x="26266" y="58627"/>
                  </a:cubicBezTo>
                  <a:cubicBezTo>
                    <a:pt x="23480" y="58948"/>
                    <a:pt x="20765" y="59270"/>
                    <a:pt x="18134" y="59615"/>
                  </a:cubicBezTo>
                  <a:cubicBezTo>
                    <a:pt x="11621" y="60460"/>
                    <a:pt x="5763" y="61365"/>
                    <a:pt x="584" y="62329"/>
                  </a:cubicBezTo>
                  <a:cubicBezTo>
                    <a:pt x="596" y="62389"/>
                    <a:pt x="596" y="62460"/>
                    <a:pt x="608" y="62520"/>
                  </a:cubicBezTo>
                  <a:cubicBezTo>
                    <a:pt x="7942" y="61163"/>
                    <a:pt x="16574" y="59924"/>
                    <a:pt x="26254" y="58841"/>
                  </a:cubicBezTo>
                  <a:lnTo>
                    <a:pt x="26254" y="58841"/>
                  </a:lnTo>
                  <a:cubicBezTo>
                    <a:pt x="25944" y="63794"/>
                    <a:pt x="25777" y="68794"/>
                    <a:pt x="25777" y="73843"/>
                  </a:cubicBezTo>
                  <a:cubicBezTo>
                    <a:pt x="25777" y="78879"/>
                    <a:pt x="25944" y="83880"/>
                    <a:pt x="26254" y="88833"/>
                  </a:cubicBezTo>
                  <a:cubicBezTo>
                    <a:pt x="17014" y="87797"/>
                    <a:pt x="8740" y="86618"/>
                    <a:pt x="1620" y="85332"/>
                  </a:cubicBezTo>
                  <a:cubicBezTo>
                    <a:pt x="1620" y="85404"/>
                    <a:pt x="1620" y="85475"/>
                    <a:pt x="1620" y="85535"/>
                  </a:cubicBezTo>
                  <a:cubicBezTo>
                    <a:pt x="6537" y="86428"/>
                    <a:pt x="12050" y="87273"/>
                    <a:pt x="18134" y="88059"/>
                  </a:cubicBezTo>
                  <a:cubicBezTo>
                    <a:pt x="20765" y="88404"/>
                    <a:pt x="23480" y="88726"/>
                    <a:pt x="26266" y="89047"/>
                  </a:cubicBezTo>
                  <a:cubicBezTo>
                    <a:pt x="26885" y="98762"/>
                    <a:pt x="28099" y="108287"/>
                    <a:pt x="29885" y="117527"/>
                  </a:cubicBezTo>
                  <a:cubicBezTo>
                    <a:pt x="18824" y="114217"/>
                    <a:pt x="9037" y="110359"/>
                    <a:pt x="846" y="106049"/>
                  </a:cubicBezTo>
                  <a:lnTo>
                    <a:pt x="846" y="106049"/>
                  </a:lnTo>
                  <a:cubicBezTo>
                    <a:pt x="858" y="106204"/>
                    <a:pt x="870" y="106359"/>
                    <a:pt x="881" y="106513"/>
                  </a:cubicBezTo>
                  <a:cubicBezTo>
                    <a:pt x="5977" y="109169"/>
                    <a:pt x="11716" y="111669"/>
                    <a:pt x="18086" y="114014"/>
                  </a:cubicBezTo>
                  <a:cubicBezTo>
                    <a:pt x="21884" y="115407"/>
                    <a:pt x="25849" y="116717"/>
                    <a:pt x="29968" y="117955"/>
                  </a:cubicBezTo>
                  <a:cubicBezTo>
                    <a:pt x="31850" y="127611"/>
                    <a:pt x="34350" y="136946"/>
                    <a:pt x="37446" y="145852"/>
                  </a:cubicBezTo>
                  <a:cubicBezTo>
                    <a:pt x="37600" y="145840"/>
                    <a:pt x="37767" y="145840"/>
                    <a:pt x="37934" y="145828"/>
                  </a:cubicBezTo>
                  <a:cubicBezTo>
                    <a:pt x="34862" y="136981"/>
                    <a:pt x="32362" y="127706"/>
                    <a:pt x="30480" y="118098"/>
                  </a:cubicBezTo>
                  <a:lnTo>
                    <a:pt x="30480" y="118098"/>
                  </a:lnTo>
                  <a:cubicBezTo>
                    <a:pt x="43589" y="121992"/>
                    <a:pt x="58198" y="125028"/>
                    <a:pt x="73783" y="127135"/>
                  </a:cubicBezTo>
                  <a:cubicBezTo>
                    <a:pt x="74653" y="133600"/>
                    <a:pt x="75688" y="139910"/>
                    <a:pt x="76879" y="146006"/>
                  </a:cubicBezTo>
                  <a:cubicBezTo>
                    <a:pt x="77010" y="146006"/>
                    <a:pt x="77141" y="146018"/>
                    <a:pt x="77272" y="146018"/>
                  </a:cubicBezTo>
                  <a:cubicBezTo>
                    <a:pt x="76093" y="139970"/>
                    <a:pt x="75046" y="133683"/>
                    <a:pt x="74164" y="127183"/>
                  </a:cubicBezTo>
                  <a:lnTo>
                    <a:pt x="74164" y="127183"/>
                  </a:lnTo>
                  <a:cubicBezTo>
                    <a:pt x="85154" y="128659"/>
                    <a:pt x="96608" y="129659"/>
                    <a:pt x="108371" y="130183"/>
                  </a:cubicBezTo>
                  <a:cubicBezTo>
                    <a:pt x="108657" y="135850"/>
                    <a:pt x="108990" y="141375"/>
                    <a:pt x="109371" y="146733"/>
                  </a:cubicBezTo>
                  <a:cubicBezTo>
                    <a:pt x="109443" y="146745"/>
                    <a:pt x="109514" y="146745"/>
                    <a:pt x="109586" y="146756"/>
                  </a:cubicBezTo>
                  <a:cubicBezTo>
                    <a:pt x="109205" y="141411"/>
                    <a:pt x="108883" y="135886"/>
                    <a:pt x="108585" y="130195"/>
                  </a:cubicBezTo>
                  <a:lnTo>
                    <a:pt x="108585" y="130195"/>
                  </a:lnTo>
                  <a:cubicBezTo>
                    <a:pt x="114681" y="130457"/>
                    <a:pt x="120849" y="130600"/>
                    <a:pt x="127076" y="130600"/>
                  </a:cubicBezTo>
                  <a:cubicBezTo>
                    <a:pt x="133303" y="130600"/>
                    <a:pt x="139470" y="130457"/>
                    <a:pt x="145554" y="130195"/>
                  </a:cubicBezTo>
                  <a:lnTo>
                    <a:pt x="145554" y="130195"/>
                  </a:lnTo>
                  <a:cubicBezTo>
                    <a:pt x="145328" y="134815"/>
                    <a:pt x="145066" y="139327"/>
                    <a:pt x="144769" y="143720"/>
                  </a:cubicBezTo>
                  <a:cubicBezTo>
                    <a:pt x="144828" y="143851"/>
                    <a:pt x="144888" y="143994"/>
                    <a:pt x="144959" y="144161"/>
                  </a:cubicBezTo>
                  <a:cubicBezTo>
                    <a:pt x="145257" y="139613"/>
                    <a:pt x="145531" y="134945"/>
                    <a:pt x="145781" y="130183"/>
                  </a:cubicBezTo>
                  <a:cubicBezTo>
                    <a:pt x="157544" y="129671"/>
                    <a:pt x="168998" y="128659"/>
                    <a:pt x="179975" y="127183"/>
                  </a:cubicBezTo>
                  <a:lnTo>
                    <a:pt x="179975" y="127183"/>
                  </a:lnTo>
                  <a:cubicBezTo>
                    <a:pt x="179106" y="133588"/>
                    <a:pt x="178094" y="139791"/>
                    <a:pt x="176927" y="145756"/>
                  </a:cubicBezTo>
                  <a:lnTo>
                    <a:pt x="177034" y="145756"/>
                  </a:lnTo>
                  <a:cubicBezTo>
                    <a:pt x="177142" y="145697"/>
                    <a:pt x="177249" y="145625"/>
                    <a:pt x="177356" y="145566"/>
                  </a:cubicBezTo>
                  <a:cubicBezTo>
                    <a:pt x="178511" y="139601"/>
                    <a:pt x="179511" y="133445"/>
                    <a:pt x="180368" y="127135"/>
                  </a:cubicBezTo>
                  <a:cubicBezTo>
                    <a:pt x="195953" y="125028"/>
                    <a:pt x="210551" y="121992"/>
                    <a:pt x="223671" y="118098"/>
                  </a:cubicBezTo>
                  <a:lnTo>
                    <a:pt x="223671" y="118098"/>
                  </a:lnTo>
                  <a:cubicBezTo>
                    <a:pt x="221814" y="127599"/>
                    <a:pt x="219337" y="136791"/>
                    <a:pt x="216301" y="145554"/>
                  </a:cubicBezTo>
                  <a:lnTo>
                    <a:pt x="216801" y="145554"/>
                  </a:lnTo>
                  <a:cubicBezTo>
                    <a:pt x="219849" y="136743"/>
                    <a:pt x="222326" y="127504"/>
                    <a:pt x="224183" y="117943"/>
                  </a:cubicBezTo>
                  <a:cubicBezTo>
                    <a:pt x="228291" y="116717"/>
                    <a:pt x="232268" y="115407"/>
                    <a:pt x="236066" y="114002"/>
                  </a:cubicBezTo>
                  <a:cubicBezTo>
                    <a:pt x="249877" y="108930"/>
                    <a:pt x="260747" y="103073"/>
                    <a:pt x="268367" y="96679"/>
                  </a:cubicBezTo>
                  <a:cubicBezTo>
                    <a:pt x="268391" y="96476"/>
                    <a:pt x="268427" y="96286"/>
                    <a:pt x="268451" y="96084"/>
                  </a:cubicBezTo>
                  <a:lnTo>
                    <a:pt x="268451" y="96084"/>
                  </a:lnTo>
                  <a:cubicBezTo>
                    <a:pt x="258592" y="104477"/>
                    <a:pt x="243317" y="111824"/>
                    <a:pt x="224267" y="117527"/>
                  </a:cubicBezTo>
                  <a:cubicBezTo>
                    <a:pt x="226041" y="108287"/>
                    <a:pt x="227267" y="98762"/>
                    <a:pt x="227886" y="89047"/>
                  </a:cubicBezTo>
                  <a:cubicBezTo>
                    <a:pt x="230672" y="88726"/>
                    <a:pt x="233387" y="88404"/>
                    <a:pt x="236018" y="88059"/>
                  </a:cubicBezTo>
                  <a:cubicBezTo>
                    <a:pt x="248770" y="86404"/>
                    <a:pt x="259009" y="84511"/>
                    <a:pt x="266510" y="82451"/>
                  </a:cubicBezTo>
                  <a:cubicBezTo>
                    <a:pt x="266510" y="82379"/>
                    <a:pt x="266510" y="82308"/>
                    <a:pt x="266510" y="82249"/>
                  </a:cubicBezTo>
                  <a:cubicBezTo>
                    <a:pt x="257306" y="84773"/>
                    <a:pt x="244079" y="87023"/>
                    <a:pt x="227898" y="88833"/>
                  </a:cubicBezTo>
                  <a:cubicBezTo>
                    <a:pt x="228208" y="83880"/>
                    <a:pt x="228362" y="78867"/>
                    <a:pt x="228362" y="73831"/>
                  </a:cubicBezTo>
                  <a:cubicBezTo>
                    <a:pt x="228362" y="68794"/>
                    <a:pt x="228208" y="63782"/>
                    <a:pt x="227898" y="58829"/>
                  </a:cubicBezTo>
                  <a:lnTo>
                    <a:pt x="227898" y="58829"/>
                  </a:lnTo>
                  <a:cubicBezTo>
                    <a:pt x="244519" y="60698"/>
                    <a:pt x="258009" y="63008"/>
                    <a:pt x="267248" y="65627"/>
                  </a:cubicBezTo>
                  <a:cubicBezTo>
                    <a:pt x="267248" y="65556"/>
                    <a:pt x="267260" y="65496"/>
                    <a:pt x="267260" y="65425"/>
                  </a:cubicBezTo>
                  <a:cubicBezTo>
                    <a:pt x="259711" y="63282"/>
                    <a:pt x="249210" y="61317"/>
                    <a:pt x="236018" y="59603"/>
                  </a:cubicBezTo>
                  <a:cubicBezTo>
                    <a:pt x="233387" y="59270"/>
                    <a:pt x="230672" y="58936"/>
                    <a:pt x="227886" y="58627"/>
                  </a:cubicBezTo>
                  <a:cubicBezTo>
                    <a:pt x="227267" y="48899"/>
                    <a:pt x="226041" y="39374"/>
                    <a:pt x="224267" y="30135"/>
                  </a:cubicBezTo>
                  <a:lnTo>
                    <a:pt x="224267" y="30135"/>
                  </a:lnTo>
                  <a:cubicBezTo>
                    <a:pt x="243650" y="35945"/>
                    <a:pt x="259116" y="43446"/>
                    <a:pt x="268963" y="52019"/>
                  </a:cubicBezTo>
                  <a:cubicBezTo>
                    <a:pt x="268986" y="51864"/>
                    <a:pt x="269010" y="51709"/>
                    <a:pt x="269046" y="51566"/>
                  </a:cubicBezTo>
                  <a:cubicBezTo>
                    <a:pt x="261390" y="44946"/>
                    <a:pt x="250294" y="38886"/>
                    <a:pt x="236066" y="33659"/>
                  </a:cubicBezTo>
                  <a:cubicBezTo>
                    <a:pt x="232268" y="32266"/>
                    <a:pt x="228291" y="30945"/>
                    <a:pt x="224183" y="29718"/>
                  </a:cubicBezTo>
                  <a:cubicBezTo>
                    <a:pt x="222338" y="20277"/>
                    <a:pt x="219909" y="11133"/>
                    <a:pt x="216908" y="2417"/>
                  </a:cubicBezTo>
                  <a:cubicBezTo>
                    <a:pt x="216766" y="2513"/>
                    <a:pt x="216635" y="2620"/>
                    <a:pt x="216504" y="2715"/>
                  </a:cubicBezTo>
                  <a:cubicBezTo>
                    <a:pt x="219456" y="11299"/>
                    <a:pt x="221850" y="20277"/>
                    <a:pt x="223671" y="29563"/>
                  </a:cubicBezTo>
                  <a:cubicBezTo>
                    <a:pt x="210551" y="25682"/>
                    <a:pt x="195953" y="22646"/>
                    <a:pt x="180368" y="20539"/>
                  </a:cubicBezTo>
                  <a:cubicBezTo>
                    <a:pt x="179416" y="13490"/>
                    <a:pt x="178273" y="6644"/>
                    <a:pt x="176951" y="36"/>
                  </a:cubicBezTo>
                  <a:cubicBezTo>
                    <a:pt x="176820" y="24"/>
                    <a:pt x="176689" y="12"/>
                    <a:pt x="176558" y="0"/>
                  </a:cubicBezTo>
                  <a:close/>
                </a:path>
              </a:pathLst>
            </a:custGeom>
            <a:solidFill>
              <a:srgbClr val="E3C98E">
                <a:alpha val="246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77" name="Google Shape;1077;p65"/>
          <p:cNvSpPr txBox="1"/>
          <p:nvPr>
            <p:ph type="title"/>
          </p:nvPr>
        </p:nvSpPr>
        <p:spPr>
          <a:xfrm>
            <a:off x="4725575" y="1534050"/>
            <a:ext cx="2640300" cy="106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078" name="Google Shape;1078;p65"/>
          <p:cNvSpPr txBox="1"/>
          <p:nvPr>
            <p:ph idx="1" type="subTitle"/>
          </p:nvPr>
        </p:nvSpPr>
        <p:spPr>
          <a:xfrm>
            <a:off x="4725574" y="2737175"/>
            <a:ext cx="2640300" cy="10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4_2"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0" name="Google Shape;1080;p66"/>
          <p:cNvGrpSpPr/>
          <p:nvPr/>
        </p:nvGrpSpPr>
        <p:grpSpPr>
          <a:xfrm>
            <a:off x="0" y="0"/>
            <a:ext cx="9144003" cy="5143501"/>
            <a:chOff x="0" y="0"/>
            <a:chExt cx="9144003" cy="5143501"/>
          </a:xfrm>
        </p:grpSpPr>
        <p:pic>
          <p:nvPicPr>
            <p:cNvPr id="1081" name="Google Shape;1081;p66"/>
            <p:cNvPicPr preferRelativeResize="0"/>
            <p:nvPr/>
          </p:nvPicPr>
          <p:blipFill rotWithShape="1">
            <a:blip r:embed="rId2">
              <a:alphaModFix/>
            </a:blip>
            <a:srcRect b="8068" l="0" r="0" t="8060"/>
            <a:stretch/>
          </p:blipFill>
          <p:spPr>
            <a:xfrm>
              <a:off x="0" y="0"/>
              <a:ext cx="9144003" cy="5143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2" name="Google Shape;1082;p66"/>
            <p:cNvSpPr/>
            <p:nvPr/>
          </p:nvSpPr>
          <p:spPr>
            <a:xfrm>
              <a:off x="209980" y="194500"/>
              <a:ext cx="8763466" cy="4752275"/>
            </a:xfrm>
            <a:custGeom>
              <a:rect b="b" l="l" r="r" t="t"/>
              <a:pathLst>
                <a:path extrusionOk="0" h="147209" w="271904">
                  <a:moveTo>
                    <a:pt x="596" y="0"/>
                  </a:moveTo>
                  <a:lnTo>
                    <a:pt x="596" y="0"/>
                  </a:lnTo>
                  <a:cubicBezTo>
                    <a:pt x="2025" y="5965"/>
                    <a:pt x="3072" y="13895"/>
                    <a:pt x="3644" y="22312"/>
                  </a:cubicBezTo>
                  <a:cubicBezTo>
                    <a:pt x="7942" y="23515"/>
                    <a:pt x="13609" y="23932"/>
                    <a:pt x="5085" y="25063"/>
                  </a:cubicBezTo>
                  <a:cubicBezTo>
                    <a:pt x="5096" y="25110"/>
                    <a:pt x="5108" y="25146"/>
                    <a:pt x="5120" y="25194"/>
                  </a:cubicBezTo>
                  <a:cubicBezTo>
                    <a:pt x="5263" y="25301"/>
                    <a:pt x="5394" y="25396"/>
                    <a:pt x="5525" y="25503"/>
                  </a:cubicBezTo>
                  <a:cubicBezTo>
                    <a:pt x="5692" y="25539"/>
                    <a:pt x="5954" y="25479"/>
                    <a:pt x="6037" y="25658"/>
                  </a:cubicBezTo>
                  <a:cubicBezTo>
                    <a:pt x="8561" y="26230"/>
                    <a:pt x="4561" y="26670"/>
                    <a:pt x="3894" y="26789"/>
                  </a:cubicBezTo>
                  <a:cubicBezTo>
                    <a:pt x="4203" y="33719"/>
                    <a:pt x="4192" y="40803"/>
                    <a:pt x="3787" y="47256"/>
                  </a:cubicBezTo>
                  <a:cubicBezTo>
                    <a:pt x="2560" y="47137"/>
                    <a:pt x="1298" y="47006"/>
                    <a:pt x="1" y="46875"/>
                  </a:cubicBezTo>
                  <a:lnTo>
                    <a:pt x="1" y="46875"/>
                  </a:lnTo>
                  <a:cubicBezTo>
                    <a:pt x="1429" y="52840"/>
                    <a:pt x="2477" y="60770"/>
                    <a:pt x="3049" y="69199"/>
                  </a:cubicBezTo>
                  <a:cubicBezTo>
                    <a:pt x="7347" y="70402"/>
                    <a:pt x="13014" y="70818"/>
                    <a:pt x="4489" y="71949"/>
                  </a:cubicBezTo>
                  <a:cubicBezTo>
                    <a:pt x="4501" y="71985"/>
                    <a:pt x="4513" y="72033"/>
                    <a:pt x="4525" y="72069"/>
                  </a:cubicBezTo>
                  <a:cubicBezTo>
                    <a:pt x="4668" y="72176"/>
                    <a:pt x="4787" y="72283"/>
                    <a:pt x="4930" y="72390"/>
                  </a:cubicBezTo>
                  <a:cubicBezTo>
                    <a:pt x="5096" y="72414"/>
                    <a:pt x="5358" y="72366"/>
                    <a:pt x="5442" y="72545"/>
                  </a:cubicBezTo>
                  <a:cubicBezTo>
                    <a:pt x="7966" y="73104"/>
                    <a:pt x="3965" y="73557"/>
                    <a:pt x="3299" y="73664"/>
                  </a:cubicBezTo>
                  <a:cubicBezTo>
                    <a:pt x="3513" y="78510"/>
                    <a:pt x="3572" y="83427"/>
                    <a:pt x="3453" y="88154"/>
                  </a:cubicBezTo>
                  <a:cubicBezTo>
                    <a:pt x="2322" y="88047"/>
                    <a:pt x="1179" y="87928"/>
                    <a:pt x="1" y="87809"/>
                  </a:cubicBezTo>
                  <a:lnTo>
                    <a:pt x="1" y="87809"/>
                  </a:lnTo>
                  <a:cubicBezTo>
                    <a:pt x="989" y="91940"/>
                    <a:pt x="1798" y="97036"/>
                    <a:pt x="2394" y="102584"/>
                  </a:cubicBezTo>
                  <a:cubicBezTo>
                    <a:pt x="2239" y="103727"/>
                    <a:pt x="2072" y="104834"/>
                    <a:pt x="1882" y="105894"/>
                  </a:cubicBezTo>
                  <a:cubicBezTo>
                    <a:pt x="2156" y="105870"/>
                    <a:pt x="2429" y="105846"/>
                    <a:pt x="2715" y="105811"/>
                  </a:cubicBezTo>
                  <a:cubicBezTo>
                    <a:pt x="2834" y="107228"/>
                    <a:pt x="2953" y="108668"/>
                    <a:pt x="3049" y="110121"/>
                  </a:cubicBezTo>
                  <a:cubicBezTo>
                    <a:pt x="7347" y="111323"/>
                    <a:pt x="13014" y="111740"/>
                    <a:pt x="4489" y="112871"/>
                  </a:cubicBezTo>
                  <a:cubicBezTo>
                    <a:pt x="4501" y="112919"/>
                    <a:pt x="4513" y="112954"/>
                    <a:pt x="4525" y="113002"/>
                  </a:cubicBezTo>
                  <a:cubicBezTo>
                    <a:pt x="4668" y="113109"/>
                    <a:pt x="4799" y="113205"/>
                    <a:pt x="4930" y="113312"/>
                  </a:cubicBezTo>
                  <a:cubicBezTo>
                    <a:pt x="5096" y="113347"/>
                    <a:pt x="5358" y="113288"/>
                    <a:pt x="5442" y="113466"/>
                  </a:cubicBezTo>
                  <a:cubicBezTo>
                    <a:pt x="7966" y="114038"/>
                    <a:pt x="3965" y="114478"/>
                    <a:pt x="3299" y="114598"/>
                  </a:cubicBezTo>
                  <a:cubicBezTo>
                    <a:pt x="3822" y="126123"/>
                    <a:pt x="4668" y="127147"/>
                    <a:pt x="3120" y="135886"/>
                  </a:cubicBezTo>
                  <a:cubicBezTo>
                    <a:pt x="4608" y="136338"/>
                    <a:pt x="14133" y="147209"/>
                    <a:pt x="14133" y="147209"/>
                  </a:cubicBezTo>
                  <a:cubicBezTo>
                    <a:pt x="14133" y="147209"/>
                    <a:pt x="16765" y="146220"/>
                    <a:pt x="20479" y="146137"/>
                  </a:cubicBezTo>
                  <a:cubicBezTo>
                    <a:pt x="20503" y="146054"/>
                    <a:pt x="20539" y="145959"/>
                    <a:pt x="20563" y="145875"/>
                  </a:cubicBezTo>
                  <a:lnTo>
                    <a:pt x="20563" y="145875"/>
                  </a:lnTo>
                  <a:cubicBezTo>
                    <a:pt x="20491" y="146340"/>
                    <a:pt x="23242" y="146363"/>
                    <a:pt x="23158" y="146816"/>
                  </a:cubicBezTo>
                  <a:cubicBezTo>
                    <a:pt x="29516" y="146220"/>
                    <a:pt x="36481" y="145875"/>
                    <a:pt x="44589" y="145697"/>
                  </a:cubicBezTo>
                  <a:cubicBezTo>
                    <a:pt x="44613" y="145625"/>
                    <a:pt x="44637" y="145554"/>
                    <a:pt x="44661" y="145494"/>
                  </a:cubicBezTo>
                  <a:cubicBezTo>
                    <a:pt x="45090" y="145494"/>
                    <a:pt x="45530" y="145494"/>
                    <a:pt x="45959" y="145482"/>
                  </a:cubicBezTo>
                  <a:cubicBezTo>
                    <a:pt x="45959" y="145542"/>
                    <a:pt x="45959" y="145601"/>
                    <a:pt x="45959" y="145661"/>
                  </a:cubicBezTo>
                  <a:cubicBezTo>
                    <a:pt x="46173" y="145661"/>
                    <a:pt x="46387" y="145661"/>
                    <a:pt x="46602" y="145649"/>
                  </a:cubicBezTo>
                  <a:cubicBezTo>
                    <a:pt x="46637" y="145601"/>
                    <a:pt x="46661" y="145542"/>
                    <a:pt x="46685" y="145482"/>
                  </a:cubicBezTo>
                  <a:cubicBezTo>
                    <a:pt x="47197" y="145482"/>
                    <a:pt x="47709" y="145482"/>
                    <a:pt x="48221" y="145494"/>
                  </a:cubicBezTo>
                  <a:cubicBezTo>
                    <a:pt x="48221" y="145530"/>
                    <a:pt x="48221" y="145578"/>
                    <a:pt x="48221" y="145625"/>
                  </a:cubicBezTo>
                  <a:cubicBezTo>
                    <a:pt x="50912" y="145578"/>
                    <a:pt x="53900" y="145542"/>
                    <a:pt x="57031" y="145518"/>
                  </a:cubicBezTo>
                  <a:cubicBezTo>
                    <a:pt x="59651" y="145542"/>
                    <a:pt x="62151" y="145566"/>
                    <a:pt x="64461" y="145601"/>
                  </a:cubicBezTo>
                  <a:cubicBezTo>
                    <a:pt x="64461" y="145566"/>
                    <a:pt x="64461" y="145530"/>
                    <a:pt x="64461" y="145494"/>
                  </a:cubicBezTo>
                  <a:cubicBezTo>
                    <a:pt x="65592" y="145488"/>
                    <a:pt x="66726" y="145485"/>
                    <a:pt x="67860" y="145485"/>
                  </a:cubicBezTo>
                  <a:cubicBezTo>
                    <a:pt x="68994" y="145485"/>
                    <a:pt x="70128" y="145488"/>
                    <a:pt x="71259" y="145494"/>
                  </a:cubicBezTo>
                  <a:cubicBezTo>
                    <a:pt x="71402" y="145578"/>
                    <a:pt x="71545" y="145661"/>
                    <a:pt x="71700" y="145744"/>
                  </a:cubicBezTo>
                  <a:cubicBezTo>
                    <a:pt x="78891" y="145947"/>
                    <a:pt x="85190" y="146268"/>
                    <a:pt x="90976" y="146816"/>
                  </a:cubicBezTo>
                  <a:cubicBezTo>
                    <a:pt x="90845" y="146054"/>
                    <a:pt x="90714" y="145256"/>
                    <a:pt x="90595" y="144435"/>
                  </a:cubicBezTo>
                  <a:lnTo>
                    <a:pt x="90595" y="144435"/>
                  </a:lnTo>
                  <a:cubicBezTo>
                    <a:pt x="91429" y="144792"/>
                    <a:pt x="92191" y="145304"/>
                    <a:pt x="92976" y="145744"/>
                  </a:cubicBezTo>
                  <a:cubicBezTo>
                    <a:pt x="96596" y="145851"/>
                    <a:pt x="99989" y="145982"/>
                    <a:pt x="103204" y="146161"/>
                  </a:cubicBezTo>
                  <a:cubicBezTo>
                    <a:pt x="103156" y="146375"/>
                    <a:pt x="103121" y="146601"/>
                    <a:pt x="103085" y="146828"/>
                  </a:cubicBezTo>
                  <a:cubicBezTo>
                    <a:pt x="104573" y="146685"/>
                    <a:pt x="106109" y="146554"/>
                    <a:pt x="107669" y="146447"/>
                  </a:cubicBezTo>
                  <a:cubicBezTo>
                    <a:pt x="109240" y="146554"/>
                    <a:pt x="110764" y="146685"/>
                    <a:pt x="112265" y="146828"/>
                  </a:cubicBezTo>
                  <a:cubicBezTo>
                    <a:pt x="112217" y="146601"/>
                    <a:pt x="112181" y="146375"/>
                    <a:pt x="112146" y="146161"/>
                  </a:cubicBezTo>
                  <a:cubicBezTo>
                    <a:pt x="115979" y="145947"/>
                    <a:pt x="120075" y="145792"/>
                    <a:pt x="124504" y="145697"/>
                  </a:cubicBezTo>
                  <a:cubicBezTo>
                    <a:pt x="125022" y="144156"/>
                    <a:pt x="125413" y="143165"/>
                    <a:pt x="125645" y="143165"/>
                  </a:cubicBezTo>
                  <a:cubicBezTo>
                    <a:pt x="125846" y="143165"/>
                    <a:pt x="125929" y="143902"/>
                    <a:pt x="125873" y="145661"/>
                  </a:cubicBezTo>
                  <a:cubicBezTo>
                    <a:pt x="126100" y="145661"/>
                    <a:pt x="126302" y="145661"/>
                    <a:pt x="126528" y="145649"/>
                  </a:cubicBezTo>
                  <a:cubicBezTo>
                    <a:pt x="127181" y="144357"/>
                    <a:pt x="127670" y="143321"/>
                    <a:pt x="127939" y="143321"/>
                  </a:cubicBezTo>
                  <a:cubicBezTo>
                    <a:pt x="128150" y="143321"/>
                    <a:pt x="128225" y="143963"/>
                    <a:pt x="128136" y="145625"/>
                  </a:cubicBezTo>
                  <a:cubicBezTo>
                    <a:pt x="130541" y="145589"/>
                    <a:pt x="133184" y="145554"/>
                    <a:pt x="135946" y="145530"/>
                  </a:cubicBezTo>
                  <a:cubicBezTo>
                    <a:pt x="138720" y="145554"/>
                    <a:pt x="141352" y="145589"/>
                    <a:pt x="143757" y="145625"/>
                  </a:cubicBezTo>
                  <a:cubicBezTo>
                    <a:pt x="143667" y="143963"/>
                    <a:pt x="143745" y="143321"/>
                    <a:pt x="143959" y="143321"/>
                  </a:cubicBezTo>
                  <a:cubicBezTo>
                    <a:pt x="144230" y="143321"/>
                    <a:pt x="144723" y="144357"/>
                    <a:pt x="145376" y="145649"/>
                  </a:cubicBezTo>
                  <a:cubicBezTo>
                    <a:pt x="145590" y="145661"/>
                    <a:pt x="145804" y="145661"/>
                    <a:pt x="146019" y="145661"/>
                  </a:cubicBezTo>
                  <a:cubicBezTo>
                    <a:pt x="145964" y="143902"/>
                    <a:pt x="146046" y="143165"/>
                    <a:pt x="146247" y="143165"/>
                  </a:cubicBezTo>
                  <a:cubicBezTo>
                    <a:pt x="146479" y="143165"/>
                    <a:pt x="146870" y="144156"/>
                    <a:pt x="147388" y="145697"/>
                  </a:cubicBezTo>
                  <a:cubicBezTo>
                    <a:pt x="151817" y="145792"/>
                    <a:pt x="155913" y="145947"/>
                    <a:pt x="159759" y="146161"/>
                  </a:cubicBezTo>
                  <a:cubicBezTo>
                    <a:pt x="159711" y="146375"/>
                    <a:pt x="159675" y="146601"/>
                    <a:pt x="159640" y="146828"/>
                  </a:cubicBezTo>
                  <a:cubicBezTo>
                    <a:pt x="161128" y="146685"/>
                    <a:pt x="162664" y="146554"/>
                    <a:pt x="164223" y="146447"/>
                  </a:cubicBezTo>
                  <a:cubicBezTo>
                    <a:pt x="165795" y="146554"/>
                    <a:pt x="167319" y="146685"/>
                    <a:pt x="168819" y="146828"/>
                  </a:cubicBezTo>
                  <a:cubicBezTo>
                    <a:pt x="168772" y="146601"/>
                    <a:pt x="168736" y="146375"/>
                    <a:pt x="168700" y="146161"/>
                  </a:cubicBezTo>
                  <a:cubicBezTo>
                    <a:pt x="171915" y="145982"/>
                    <a:pt x="175296" y="145851"/>
                    <a:pt x="178916" y="145744"/>
                  </a:cubicBezTo>
                  <a:cubicBezTo>
                    <a:pt x="179702" y="145304"/>
                    <a:pt x="180464" y="144792"/>
                    <a:pt x="181309" y="144435"/>
                  </a:cubicBezTo>
                  <a:lnTo>
                    <a:pt x="181309" y="144435"/>
                  </a:lnTo>
                  <a:cubicBezTo>
                    <a:pt x="181190" y="145256"/>
                    <a:pt x="181059" y="146054"/>
                    <a:pt x="180916" y="146816"/>
                  </a:cubicBezTo>
                  <a:cubicBezTo>
                    <a:pt x="186714" y="146268"/>
                    <a:pt x="193001" y="145947"/>
                    <a:pt x="200204" y="145744"/>
                  </a:cubicBezTo>
                  <a:cubicBezTo>
                    <a:pt x="200347" y="145661"/>
                    <a:pt x="200490" y="145578"/>
                    <a:pt x="200645" y="145494"/>
                  </a:cubicBezTo>
                  <a:cubicBezTo>
                    <a:pt x="201770" y="145488"/>
                    <a:pt x="202904" y="145485"/>
                    <a:pt x="204039" y="145485"/>
                  </a:cubicBezTo>
                  <a:cubicBezTo>
                    <a:pt x="205175" y="145485"/>
                    <a:pt x="206312" y="145488"/>
                    <a:pt x="207443" y="145494"/>
                  </a:cubicBezTo>
                  <a:cubicBezTo>
                    <a:pt x="207443" y="145530"/>
                    <a:pt x="207443" y="145566"/>
                    <a:pt x="207431" y="145601"/>
                  </a:cubicBezTo>
                  <a:cubicBezTo>
                    <a:pt x="209741" y="145566"/>
                    <a:pt x="212253" y="145542"/>
                    <a:pt x="214873" y="145518"/>
                  </a:cubicBezTo>
                  <a:cubicBezTo>
                    <a:pt x="218004" y="145542"/>
                    <a:pt x="220981" y="145578"/>
                    <a:pt x="223683" y="145625"/>
                  </a:cubicBezTo>
                  <a:cubicBezTo>
                    <a:pt x="223671" y="145578"/>
                    <a:pt x="223671" y="145530"/>
                    <a:pt x="223671" y="145494"/>
                  </a:cubicBezTo>
                  <a:cubicBezTo>
                    <a:pt x="224183" y="145494"/>
                    <a:pt x="224695" y="145482"/>
                    <a:pt x="225207" y="145482"/>
                  </a:cubicBezTo>
                  <a:cubicBezTo>
                    <a:pt x="225243" y="145542"/>
                    <a:pt x="225267" y="145601"/>
                    <a:pt x="225291" y="145649"/>
                  </a:cubicBezTo>
                  <a:cubicBezTo>
                    <a:pt x="225517" y="145661"/>
                    <a:pt x="225731" y="145661"/>
                    <a:pt x="225945" y="145661"/>
                  </a:cubicBezTo>
                  <a:cubicBezTo>
                    <a:pt x="225945" y="145601"/>
                    <a:pt x="225934" y="145542"/>
                    <a:pt x="225934" y="145482"/>
                  </a:cubicBezTo>
                  <a:cubicBezTo>
                    <a:pt x="226374" y="145482"/>
                    <a:pt x="226803" y="145482"/>
                    <a:pt x="227243" y="145494"/>
                  </a:cubicBezTo>
                  <a:cubicBezTo>
                    <a:pt x="227267" y="145554"/>
                    <a:pt x="227291" y="145625"/>
                    <a:pt x="227315" y="145697"/>
                  </a:cubicBezTo>
                  <a:cubicBezTo>
                    <a:pt x="235411" y="145875"/>
                    <a:pt x="242376" y="146220"/>
                    <a:pt x="248734" y="146816"/>
                  </a:cubicBezTo>
                  <a:cubicBezTo>
                    <a:pt x="248651" y="146363"/>
                    <a:pt x="248579" y="145899"/>
                    <a:pt x="248508" y="145423"/>
                  </a:cubicBezTo>
                  <a:lnTo>
                    <a:pt x="248508" y="145423"/>
                  </a:lnTo>
                  <a:cubicBezTo>
                    <a:pt x="248532" y="145506"/>
                    <a:pt x="248567" y="145601"/>
                    <a:pt x="248591" y="145697"/>
                  </a:cubicBezTo>
                  <a:cubicBezTo>
                    <a:pt x="256699" y="145875"/>
                    <a:pt x="263664" y="146220"/>
                    <a:pt x="270022" y="146816"/>
                  </a:cubicBezTo>
                  <a:cubicBezTo>
                    <a:pt x="268463" y="138065"/>
                    <a:pt x="268082" y="126123"/>
                    <a:pt x="268606" y="114598"/>
                  </a:cubicBezTo>
                  <a:cubicBezTo>
                    <a:pt x="267939" y="114478"/>
                    <a:pt x="263926" y="114038"/>
                    <a:pt x="266462" y="113466"/>
                  </a:cubicBezTo>
                  <a:cubicBezTo>
                    <a:pt x="266546" y="113288"/>
                    <a:pt x="266808" y="113347"/>
                    <a:pt x="266974" y="113312"/>
                  </a:cubicBezTo>
                  <a:cubicBezTo>
                    <a:pt x="267105" y="113205"/>
                    <a:pt x="267236" y="113109"/>
                    <a:pt x="267367" y="113002"/>
                  </a:cubicBezTo>
                  <a:cubicBezTo>
                    <a:pt x="267391" y="112954"/>
                    <a:pt x="267403" y="112919"/>
                    <a:pt x="267415" y="112871"/>
                  </a:cubicBezTo>
                  <a:cubicBezTo>
                    <a:pt x="258878" y="111740"/>
                    <a:pt x="264557" y="111323"/>
                    <a:pt x="268856" y="110121"/>
                  </a:cubicBezTo>
                  <a:cubicBezTo>
                    <a:pt x="268951" y="108668"/>
                    <a:pt x="269070" y="107228"/>
                    <a:pt x="269189" y="105811"/>
                  </a:cubicBezTo>
                  <a:cubicBezTo>
                    <a:pt x="269463" y="105846"/>
                    <a:pt x="269749" y="105870"/>
                    <a:pt x="270022" y="105894"/>
                  </a:cubicBezTo>
                  <a:cubicBezTo>
                    <a:pt x="269832" y="104834"/>
                    <a:pt x="269653" y="103727"/>
                    <a:pt x="269510" y="102584"/>
                  </a:cubicBezTo>
                  <a:cubicBezTo>
                    <a:pt x="270094" y="97036"/>
                    <a:pt x="270903" y="91940"/>
                    <a:pt x="271904" y="87809"/>
                  </a:cubicBezTo>
                  <a:lnTo>
                    <a:pt x="271904" y="87809"/>
                  </a:lnTo>
                  <a:cubicBezTo>
                    <a:pt x="270725" y="87928"/>
                    <a:pt x="269570" y="88047"/>
                    <a:pt x="268451" y="88154"/>
                  </a:cubicBezTo>
                  <a:cubicBezTo>
                    <a:pt x="268320" y="83427"/>
                    <a:pt x="268379" y="78510"/>
                    <a:pt x="268606" y="73664"/>
                  </a:cubicBezTo>
                  <a:cubicBezTo>
                    <a:pt x="267939" y="73557"/>
                    <a:pt x="263926" y="73104"/>
                    <a:pt x="266462" y="72545"/>
                  </a:cubicBezTo>
                  <a:cubicBezTo>
                    <a:pt x="266546" y="72366"/>
                    <a:pt x="266808" y="72426"/>
                    <a:pt x="266974" y="72390"/>
                  </a:cubicBezTo>
                  <a:cubicBezTo>
                    <a:pt x="267105" y="72283"/>
                    <a:pt x="267236" y="72176"/>
                    <a:pt x="267367" y="72069"/>
                  </a:cubicBezTo>
                  <a:cubicBezTo>
                    <a:pt x="267391" y="72033"/>
                    <a:pt x="267403" y="71985"/>
                    <a:pt x="267415" y="71949"/>
                  </a:cubicBezTo>
                  <a:cubicBezTo>
                    <a:pt x="258878" y="70818"/>
                    <a:pt x="264557" y="70402"/>
                    <a:pt x="268856" y="69199"/>
                  </a:cubicBezTo>
                  <a:cubicBezTo>
                    <a:pt x="269415" y="60770"/>
                    <a:pt x="270463" y="52840"/>
                    <a:pt x="271904" y="46875"/>
                  </a:cubicBezTo>
                  <a:lnTo>
                    <a:pt x="271904" y="46875"/>
                  </a:lnTo>
                  <a:cubicBezTo>
                    <a:pt x="270606" y="47006"/>
                    <a:pt x="269344" y="47137"/>
                    <a:pt x="268105" y="47256"/>
                  </a:cubicBezTo>
                  <a:cubicBezTo>
                    <a:pt x="267713" y="40803"/>
                    <a:pt x="267689" y="33719"/>
                    <a:pt x="268010" y="26789"/>
                  </a:cubicBezTo>
                  <a:cubicBezTo>
                    <a:pt x="267343" y="26670"/>
                    <a:pt x="263331" y="26230"/>
                    <a:pt x="265867" y="25658"/>
                  </a:cubicBezTo>
                  <a:cubicBezTo>
                    <a:pt x="265950" y="25479"/>
                    <a:pt x="266212" y="25539"/>
                    <a:pt x="266379" y="25503"/>
                  </a:cubicBezTo>
                  <a:cubicBezTo>
                    <a:pt x="266510" y="25396"/>
                    <a:pt x="266641" y="25301"/>
                    <a:pt x="266772" y="25194"/>
                  </a:cubicBezTo>
                  <a:cubicBezTo>
                    <a:pt x="266796" y="25146"/>
                    <a:pt x="266808" y="25110"/>
                    <a:pt x="266820" y="25063"/>
                  </a:cubicBezTo>
                  <a:cubicBezTo>
                    <a:pt x="258283" y="23932"/>
                    <a:pt x="263962" y="23515"/>
                    <a:pt x="268260" y="22312"/>
                  </a:cubicBezTo>
                  <a:cubicBezTo>
                    <a:pt x="268415" y="19919"/>
                    <a:pt x="268856" y="15300"/>
                    <a:pt x="268856" y="15300"/>
                  </a:cubicBezTo>
                  <a:lnTo>
                    <a:pt x="254901" y="1453"/>
                  </a:lnTo>
                  <a:cubicBezTo>
                    <a:pt x="254901" y="1453"/>
                    <a:pt x="251413" y="1679"/>
                    <a:pt x="249615" y="1774"/>
                  </a:cubicBezTo>
                  <a:cubicBezTo>
                    <a:pt x="249746" y="1167"/>
                    <a:pt x="249889" y="572"/>
                    <a:pt x="250020" y="0"/>
                  </a:cubicBezTo>
                  <a:lnTo>
                    <a:pt x="250020" y="0"/>
                  </a:lnTo>
                  <a:cubicBezTo>
                    <a:pt x="240828" y="929"/>
                    <a:pt x="233577" y="1572"/>
                    <a:pt x="225017" y="1929"/>
                  </a:cubicBezTo>
                  <a:cubicBezTo>
                    <a:pt x="224814" y="2179"/>
                    <a:pt x="224600" y="2441"/>
                    <a:pt x="224386" y="2715"/>
                  </a:cubicBezTo>
                  <a:cubicBezTo>
                    <a:pt x="223731" y="2953"/>
                    <a:pt x="223112" y="3274"/>
                    <a:pt x="222647" y="3751"/>
                  </a:cubicBezTo>
                  <a:cubicBezTo>
                    <a:pt x="222755" y="3346"/>
                    <a:pt x="222945" y="2774"/>
                    <a:pt x="223219" y="2000"/>
                  </a:cubicBezTo>
                  <a:cubicBezTo>
                    <a:pt x="223094" y="1992"/>
                    <a:pt x="222968" y="1988"/>
                    <a:pt x="222843" y="1988"/>
                  </a:cubicBezTo>
                  <a:cubicBezTo>
                    <a:pt x="221740" y="1988"/>
                    <a:pt x="220632" y="2285"/>
                    <a:pt x="219537" y="2285"/>
                  </a:cubicBezTo>
                  <a:cubicBezTo>
                    <a:pt x="219371" y="2285"/>
                    <a:pt x="219205" y="2278"/>
                    <a:pt x="219040" y="2262"/>
                  </a:cubicBezTo>
                  <a:cubicBezTo>
                    <a:pt x="218567" y="2506"/>
                    <a:pt x="218202" y="2952"/>
                    <a:pt x="217926" y="2952"/>
                  </a:cubicBezTo>
                  <a:cubicBezTo>
                    <a:pt x="217744" y="2952"/>
                    <a:pt x="217601" y="2757"/>
                    <a:pt x="217492" y="2179"/>
                  </a:cubicBezTo>
                  <a:cubicBezTo>
                    <a:pt x="216420" y="2203"/>
                    <a:pt x="215337" y="2227"/>
                    <a:pt x="214218" y="2239"/>
                  </a:cubicBezTo>
                  <a:cubicBezTo>
                    <a:pt x="210515" y="2179"/>
                    <a:pt x="207169" y="2084"/>
                    <a:pt x="204002" y="1965"/>
                  </a:cubicBezTo>
                  <a:cubicBezTo>
                    <a:pt x="203967" y="2131"/>
                    <a:pt x="203943" y="2298"/>
                    <a:pt x="203919" y="2453"/>
                  </a:cubicBezTo>
                  <a:cubicBezTo>
                    <a:pt x="203550" y="2560"/>
                    <a:pt x="203181" y="2679"/>
                    <a:pt x="202824" y="2822"/>
                  </a:cubicBezTo>
                  <a:cubicBezTo>
                    <a:pt x="202776" y="2548"/>
                    <a:pt x="202728" y="2239"/>
                    <a:pt x="202681" y="1905"/>
                  </a:cubicBezTo>
                  <a:cubicBezTo>
                    <a:pt x="194453" y="1524"/>
                    <a:pt x="187357" y="905"/>
                    <a:pt x="178440" y="0"/>
                  </a:cubicBezTo>
                  <a:lnTo>
                    <a:pt x="178440" y="0"/>
                  </a:lnTo>
                  <a:cubicBezTo>
                    <a:pt x="178582" y="572"/>
                    <a:pt x="178713" y="1167"/>
                    <a:pt x="178844" y="1774"/>
                  </a:cubicBezTo>
                  <a:cubicBezTo>
                    <a:pt x="175773" y="1607"/>
                    <a:pt x="172832" y="1417"/>
                    <a:pt x="169831" y="1179"/>
                  </a:cubicBezTo>
                  <a:cubicBezTo>
                    <a:pt x="169927" y="774"/>
                    <a:pt x="170010" y="381"/>
                    <a:pt x="170105" y="0"/>
                  </a:cubicBezTo>
                  <a:lnTo>
                    <a:pt x="170105" y="0"/>
                  </a:lnTo>
                  <a:cubicBezTo>
                    <a:pt x="167843" y="226"/>
                    <a:pt x="165700" y="441"/>
                    <a:pt x="163628" y="631"/>
                  </a:cubicBezTo>
                  <a:cubicBezTo>
                    <a:pt x="161556" y="441"/>
                    <a:pt x="159413" y="226"/>
                    <a:pt x="157163" y="0"/>
                  </a:cubicBezTo>
                  <a:lnTo>
                    <a:pt x="157163" y="0"/>
                  </a:lnTo>
                  <a:cubicBezTo>
                    <a:pt x="157246" y="381"/>
                    <a:pt x="157342" y="774"/>
                    <a:pt x="157425" y="1179"/>
                  </a:cubicBezTo>
                  <a:cubicBezTo>
                    <a:pt x="153377" y="1500"/>
                    <a:pt x="149400" y="1750"/>
                    <a:pt x="145102" y="1929"/>
                  </a:cubicBezTo>
                  <a:cubicBezTo>
                    <a:pt x="144154" y="3043"/>
                    <a:pt x="143049" y="4616"/>
                    <a:pt x="142712" y="4616"/>
                  </a:cubicBezTo>
                  <a:cubicBezTo>
                    <a:pt x="142491" y="4616"/>
                    <a:pt x="142601" y="3936"/>
                    <a:pt x="143304" y="2000"/>
                  </a:cubicBezTo>
                  <a:cubicBezTo>
                    <a:pt x="143179" y="1992"/>
                    <a:pt x="143053" y="1988"/>
                    <a:pt x="142928" y="1988"/>
                  </a:cubicBezTo>
                  <a:cubicBezTo>
                    <a:pt x="141825" y="1988"/>
                    <a:pt x="140718" y="2285"/>
                    <a:pt x="139622" y="2285"/>
                  </a:cubicBezTo>
                  <a:cubicBezTo>
                    <a:pt x="139456" y="2285"/>
                    <a:pt x="139290" y="2278"/>
                    <a:pt x="139125" y="2262"/>
                  </a:cubicBezTo>
                  <a:cubicBezTo>
                    <a:pt x="138780" y="2441"/>
                    <a:pt x="138494" y="2715"/>
                    <a:pt x="138256" y="2858"/>
                  </a:cubicBezTo>
                  <a:lnTo>
                    <a:pt x="138256" y="2250"/>
                  </a:lnTo>
                  <a:cubicBezTo>
                    <a:pt x="138030" y="2250"/>
                    <a:pt x="137803" y="2239"/>
                    <a:pt x="137589" y="2239"/>
                  </a:cubicBezTo>
                  <a:cubicBezTo>
                    <a:pt x="137577" y="2215"/>
                    <a:pt x="137577" y="2203"/>
                    <a:pt x="137565" y="2179"/>
                  </a:cubicBezTo>
                  <a:cubicBezTo>
                    <a:pt x="137041" y="2191"/>
                    <a:pt x="136494" y="2203"/>
                    <a:pt x="135946" y="2215"/>
                  </a:cubicBezTo>
                  <a:cubicBezTo>
                    <a:pt x="135410" y="2203"/>
                    <a:pt x="134863" y="2191"/>
                    <a:pt x="134327" y="2179"/>
                  </a:cubicBezTo>
                  <a:cubicBezTo>
                    <a:pt x="134327" y="2203"/>
                    <a:pt x="134327" y="2215"/>
                    <a:pt x="134315" y="2239"/>
                  </a:cubicBezTo>
                  <a:cubicBezTo>
                    <a:pt x="134089" y="2239"/>
                    <a:pt x="133874" y="2250"/>
                    <a:pt x="133648" y="2250"/>
                  </a:cubicBezTo>
                  <a:lnTo>
                    <a:pt x="133648" y="2858"/>
                  </a:lnTo>
                  <a:cubicBezTo>
                    <a:pt x="133410" y="2715"/>
                    <a:pt x="133124" y="2441"/>
                    <a:pt x="132779" y="2262"/>
                  </a:cubicBezTo>
                  <a:cubicBezTo>
                    <a:pt x="132604" y="2280"/>
                    <a:pt x="132429" y="2288"/>
                    <a:pt x="132254" y="2288"/>
                  </a:cubicBezTo>
                  <a:cubicBezTo>
                    <a:pt x="131165" y="2288"/>
                    <a:pt x="130064" y="1988"/>
                    <a:pt x="128968" y="1988"/>
                  </a:cubicBezTo>
                  <a:cubicBezTo>
                    <a:pt x="128845" y="1988"/>
                    <a:pt x="128723" y="1992"/>
                    <a:pt x="128600" y="2000"/>
                  </a:cubicBezTo>
                  <a:cubicBezTo>
                    <a:pt x="129303" y="3936"/>
                    <a:pt x="129413" y="4616"/>
                    <a:pt x="129192" y="4616"/>
                  </a:cubicBezTo>
                  <a:cubicBezTo>
                    <a:pt x="128855" y="4616"/>
                    <a:pt x="127750" y="3043"/>
                    <a:pt x="126802" y="1929"/>
                  </a:cubicBezTo>
                  <a:cubicBezTo>
                    <a:pt x="122492" y="1750"/>
                    <a:pt x="118527" y="1500"/>
                    <a:pt x="114467" y="1179"/>
                  </a:cubicBezTo>
                  <a:cubicBezTo>
                    <a:pt x="114562" y="774"/>
                    <a:pt x="114646" y="381"/>
                    <a:pt x="114741" y="0"/>
                  </a:cubicBezTo>
                  <a:lnTo>
                    <a:pt x="114741" y="0"/>
                  </a:lnTo>
                  <a:cubicBezTo>
                    <a:pt x="112491" y="226"/>
                    <a:pt x="110348" y="441"/>
                    <a:pt x="108276" y="631"/>
                  </a:cubicBezTo>
                  <a:cubicBezTo>
                    <a:pt x="106192" y="441"/>
                    <a:pt x="104061" y="226"/>
                    <a:pt x="101799" y="0"/>
                  </a:cubicBezTo>
                  <a:lnTo>
                    <a:pt x="101799" y="0"/>
                  </a:lnTo>
                  <a:cubicBezTo>
                    <a:pt x="101894" y="381"/>
                    <a:pt x="101978" y="774"/>
                    <a:pt x="102073" y="1179"/>
                  </a:cubicBezTo>
                  <a:cubicBezTo>
                    <a:pt x="99072" y="1417"/>
                    <a:pt x="96132" y="1607"/>
                    <a:pt x="93060" y="1774"/>
                  </a:cubicBezTo>
                  <a:cubicBezTo>
                    <a:pt x="93191" y="1167"/>
                    <a:pt x="93322" y="572"/>
                    <a:pt x="93465" y="0"/>
                  </a:cubicBezTo>
                  <a:lnTo>
                    <a:pt x="93465" y="0"/>
                  </a:lnTo>
                  <a:cubicBezTo>
                    <a:pt x="84535" y="905"/>
                    <a:pt x="77439" y="1524"/>
                    <a:pt x="69212" y="1905"/>
                  </a:cubicBezTo>
                  <a:cubicBezTo>
                    <a:pt x="69164" y="2239"/>
                    <a:pt x="69116" y="2548"/>
                    <a:pt x="69081" y="2822"/>
                  </a:cubicBezTo>
                  <a:cubicBezTo>
                    <a:pt x="68723" y="2667"/>
                    <a:pt x="68342" y="2548"/>
                    <a:pt x="67973" y="2453"/>
                  </a:cubicBezTo>
                  <a:cubicBezTo>
                    <a:pt x="67950" y="2298"/>
                    <a:pt x="67926" y="2131"/>
                    <a:pt x="67902" y="1953"/>
                  </a:cubicBezTo>
                  <a:cubicBezTo>
                    <a:pt x="64735" y="2084"/>
                    <a:pt x="61377" y="2179"/>
                    <a:pt x="57686" y="2239"/>
                  </a:cubicBezTo>
                  <a:cubicBezTo>
                    <a:pt x="56567" y="2227"/>
                    <a:pt x="55472" y="2203"/>
                    <a:pt x="54412" y="2179"/>
                  </a:cubicBezTo>
                  <a:cubicBezTo>
                    <a:pt x="54303" y="2757"/>
                    <a:pt x="54160" y="2952"/>
                    <a:pt x="53977" y="2952"/>
                  </a:cubicBezTo>
                  <a:cubicBezTo>
                    <a:pt x="53701" y="2952"/>
                    <a:pt x="53333" y="2506"/>
                    <a:pt x="52852" y="2262"/>
                  </a:cubicBezTo>
                  <a:cubicBezTo>
                    <a:pt x="52687" y="2278"/>
                    <a:pt x="52522" y="2285"/>
                    <a:pt x="52356" y="2285"/>
                  </a:cubicBezTo>
                  <a:cubicBezTo>
                    <a:pt x="51262" y="2285"/>
                    <a:pt x="50161" y="1988"/>
                    <a:pt x="49052" y="1988"/>
                  </a:cubicBezTo>
                  <a:cubicBezTo>
                    <a:pt x="48926" y="1988"/>
                    <a:pt x="48800" y="1992"/>
                    <a:pt x="48673" y="2000"/>
                  </a:cubicBezTo>
                  <a:cubicBezTo>
                    <a:pt x="48959" y="2774"/>
                    <a:pt x="49138" y="3346"/>
                    <a:pt x="49257" y="3751"/>
                  </a:cubicBezTo>
                  <a:cubicBezTo>
                    <a:pt x="48792" y="3274"/>
                    <a:pt x="48173" y="2953"/>
                    <a:pt x="47518" y="2703"/>
                  </a:cubicBezTo>
                  <a:cubicBezTo>
                    <a:pt x="47304" y="2441"/>
                    <a:pt x="47090" y="2179"/>
                    <a:pt x="46875" y="1929"/>
                  </a:cubicBezTo>
                  <a:cubicBezTo>
                    <a:pt x="38315" y="1572"/>
                    <a:pt x="31064" y="929"/>
                    <a:pt x="21872" y="0"/>
                  </a:cubicBezTo>
                  <a:lnTo>
                    <a:pt x="21872" y="0"/>
                  </a:lnTo>
                  <a:cubicBezTo>
                    <a:pt x="22015" y="572"/>
                    <a:pt x="22146" y="1167"/>
                    <a:pt x="22277" y="1774"/>
                  </a:cubicBezTo>
                  <a:cubicBezTo>
                    <a:pt x="15098" y="1393"/>
                    <a:pt x="8573" y="810"/>
                    <a:pt x="5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3" name="Google Shape;1083;p66"/>
            <p:cNvSpPr/>
            <p:nvPr/>
          </p:nvSpPr>
          <p:spPr>
            <a:xfrm>
              <a:off x="283950" y="193150"/>
              <a:ext cx="8615526" cy="4752359"/>
            </a:xfrm>
            <a:custGeom>
              <a:rect b="b" l="l" r="r" t="t"/>
              <a:pathLst>
                <a:path extrusionOk="0" h="146757" w="269046">
                  <a:moveTo>
                    <a:pt x="21241" y="131"/>
                  </a:moveTo>
                  <a:cubicBezTo>
                    <a:pt x="20884" y="346"/>
                    <a:pt x="20527" y="572"/>
                    <a:pt x="20170" y="798"/>
                  </a:cubicBezTo>
                  <a:cubicBezTo>
                    <a:pt x="20217" y="953"/>
                    <a:pt x="20253" y="1120"/>
                    <a:pt x="20289" y="1286"/>
                  </a:cubicBezTo>
                  <a:cubicBezTo>
                    <a:pt x="20860" y="929"/>
                    <a:pt x="21432" y="560"/>
                    <a:pt x="22015" y="203"/>
                  </a:cubicBezTo>
                  <a:cubicBezTo>
                    <a:pt x="21753" y="179"/>
                    <a:pt x="21503" y="155"/>
                    <a:pt x="21241" y="131"/>
                  </a:cubicBezTo>
                  <a:close/>
                  <a:moveTo>
                    <a:pt x="18777" y="1691"/>
                  </a:moveTo>
                  <a:cubicBezTo>
                    <a:pt x="18515" y="1858"/>
                    <a:pt x="18265" y="2012"/>
                    <a:pt x="18015" y="2179"/>
                  </a:cubicBezTo>
                  <a:cubicBezTo>
                    <a:pt x="11788" y="6263"/>
                    <a:pt x="6156" y="10644"/>
                    <a:pt x="1155" y="15252"/>
                  </a:cubicBezTo>
                  <a:cubicBezTo>
                    <a:pt x="1179" y="15455"/>
                    <a:pt x="1203" y="15657"/>
                    <a:pt x="1215" y="15848"/>
                  </a:cubicBezTo>
                  <a:cubicBezTo>
                    <a:pt x="6263" y="11156"/>
                    <a:pt x="11966" y="6727"/>
                    <a:pt x="18277" y="2584"/>
                  </a:cubicBezTo>
                  <a:cubicBezTo>
                    <a:pt x="18705" y="2298"/>
                    <a:pt x="19146" y="2012"/>
                    <a:pt x="19574" y="1739"/>
                  </a:cubicBezTo>
                  <a:cubicBezTo>
                    <a:pt x="19312" y="1727"/>
                    <a:pt x="19039" y="1703"/>
                    <a:pt x="18777" y="1691"/>
                  </a:cubicBezTo>
                  <a:close/>
                  <a:moveTo>
                    <a:pt x="257199" y="5608"/>
                  </a:moveTo>
                  <a:cubicBezTo>
                    <a:pt x="259819" y="11180"/>
                    <a:pt x="262128" y="16943"/>
                    <a:pt x="264105" y="22884"/>
                  </a:cubicBezTo>
                  <a:cubicBezTo>
                    <a:pt x="264307" y="22836"/>
                    <a:pt x="264522" y="22789"/>
                    <a:pt x="264736" y="22741"/>
                  </a:cubicBezTo>
                  <a:cubicBezTo>
                    <a:pt x="262950" y="17360"/>
                    <a:pt x="260890" y="12085"/>
                    <a:pt x="258557" y="6942"/>
                  </a:cubicBezTo>
                  <a:lnTo>
                    <a:pt x="257199" y="5608"/>
                  </a:lnTo>
                  <a:close/>
                  <a:moveTo>
                    <a:pt x="234685" y="1239"/>
                  </a:moveTo>
                  <a:cubicBezTo>
                    <a:pt x="234423" y="1262"/>
                    <a:pt x="234149" y="1286"/>
                    <a:pt x="233887" y="1298"/>
                  </a:cubicBezTo>
                  <a:cubicBezTo>
                    <a:pt x="234554" y="1727"/>
                    <a:pt x="235220" y="2143"/>
                    <a:pt x="235875" y="2584"/>
                  </a:cubicBezTo>
                  <a:cubicBezTo>
                    <a:pt x="245662" y="9001"/>
                    <a:pt x="253961" y="16145"/>
                    <a:pt x="260676" y="23813"/>
                  </a:cubicBezTo>
                  <a:cubicBezTo>
                    <a:pt x="260783" y="23741"/>
                    <a:pt x="260938" y="23682"/>
                    <a:pt x="261140" y="23610"/>
                  </a:cubicBezTo>
                  <a:cubicBezTo>
                    <a:pt x="254377" y="15871"/>
                    <a:pt x="246007" y="8656"/>
                    <a:pt x="236137" y="2179"/>
                  </a:cubicBezTo>
                  <a:cubicBezTo>
                    <a:pt x="235649" y="1870"/>
                    <a:pt x="235173" y="1548"/>
                    <a:pt x="234685" y="1239"/>
                  </a:cubicBezTo>
                  <a:close/>
                  <a:moveTo>
                    <a:pt x="264807" y="25051"/>
                  </a:moveTo>
                  <a:lnTo>
                    <a:pt x="264867" y="25218"/>
                  </a:lnTo>
                  <a:cubicBezTo>
                    <a:pt x="264879" y="25218"/>
                    <a:pt x="264879" y="25206"/>
                    <a:pt x="264891" y="25194"/>
                  </a:cubicBezTo>
                  <a:cubicBezTo>
                    <a:pt x="264914" y="25158"/>
                    <a:pt x="264926" y="25111"/>
                    <a:pt x="264938" y="25075"/>
                  </a:cubicBezTo>
                  <a:cubicBezTo>
                    <a:pt x="264891" y="25063"/>
                    <a:pt x="264855" y="25063"/>
                    <a:pt x="264807" y="25051"/>
                  </a:cubicBezTo>
                  <a:close/>
                  <a:moveTo>
                    <a:pt x="265319" y="26670"/>
                  </a:moveTo>
                  <a:lnTo>
                    <a:pt x="265319" y="26670"/>
                  </a:lnTo>
                  <a:cubicBezTo>
                    <a:pt x="265557" y="27480"/>
                    <a:pt x="265807" y="28290"/>
                    <a:pt x="266034" y="29099"/>
                  </a:cubicBezTo>
                  <a:cubicBezTo>
                    <a:pt x="266057" y="28444"/>
                    <a:pt x="266081" y="27789"/>
                    <a:pt x="266117" y="27135"/>
                  </a:cubicBezTo>
                  <a:cubicBezTo>
                    <a:pt x="266081" y="27016"/>
                    <a:pt x="266046" y="26896"/>
                    <a:pt x="266010" y="26777"/>
                  </a:cubicBezTo>
                  <a:cubicBezTo>
                    <a:pt x="265843" y="26754"/>
                    <a:pt x="265593" y="26718"/>
                    <a:pt x="265319" y="26670"/>
                  </a:cubicBezTo>
                  <a:close/>
                  <a:moveTo>
                    <a:pt x="261188" y="24408"/>
                  </a:moveTo>
                  <a:lnTo>
                    <a:pt x="261188" y="24408"/>
                  </a:lnTo>
                  <a:cubicBezTo>
                    <a:pt x="262902" y="26396"/>
                    <a:pt x="264498" y="28409"/>
                    <a:pt x="265998" y="30456"/>
                  </a:cubicBezTo>
                  <a:cubicBezTo>
                    <a:pt x="265998" y="30195"/>
                    <a:pt x="266010" y="29944"/>
                    <a:pt x="266022" y="29683"/>
                  </a:cubicBezTo>
                  <a:cubicBezTo>
                    <a:pt x="265153" y="28516"/>
                    <a:pt x="264260" y="27361"/>
                    <a:pt x="263331" y="26218"/>
                  </a:cubicBezTo>
                  <a:cubicBezTo>
                    <a:pt x="263200" y="26158"/>
                    <a:pt x="263140" y="26087"/>
                    <a:pt x="263164" y="26015"/>
                  </a:cubicBezTo>
                  <a:cubicBezTo>
                    <a:pt x="262771" y="25539"/>
                    <a:pt x="262378" y="25075"/>
                    <a:pt x="261986" y="24599"/>
                  </a:cubicBezTo>
                  <a:cubicBezTo>
                    <a:pt x="261664" y="24539"/>
                    <a:pt x="261402" y="24468"/>
                    <a:pt x="261188" y="24408"/>
                  </a:cubicBezTo>
                  <a:close/>
                  <a:moveTo>
                    <a:pt x="127076" y="17431"/>
                  </a:moveTo>
                  <a:cubicBezTo>
                    <a:pt x="133339" y="17431"/>
                    <a:pt x="139506" y="17574"/>
                    <a:pt x="145578" y="17848"/>
                  </a:cubicBezTo>
                  <a:cubicBezTo>
                    <a:pt x="146150" y="29278"/>
                    <a:pt x="146554" y="41363"/>
                    <a:pt x="146769" y="53924"/>
                  </a:cubicBezTo>
                  <a:cubicBezTo>
                    <a:pt x="140292" y="53816"/>
                    <a:pt x="133720" y="53769"/>
                    <a:pt x="127076" y="53769"/>
                  </a:cubicBezTo>
                  <a:cubicBezTo>
                    <a:pt x="120432" y="53769"/>
                    <a:pt x="113860" y="53816"/>
                    <a:pt x="107371" y="53924"/>
                  </a:cubicBezTo>
                  <a:cubicBezTo>
                    <a:pt x="107585" y="41363"/>
                    <a:pt x="107990" y="29278"/>
                    <a:pt x="108562" y="17848"/>
                  </a:cubicBezTo>
                  <a:cubicBezTo>
                    <a:pt x="114634" y="17574"/>
                    <a:pt x="120813" y="17431"/>
                    <a:pt x="127076" y="17431"/>
                  </a:cubicBezTo>
                  <a:close/>
                  <a:moveTo>
                    <a:pt x="108359" y="17848"/>
                  </a:moveTo>
                  <a:cubicBezTo>
                    <a:pt x="107776" y="29385"/>
                    <a:pt x="107371" y="41482"/>
                    <a:pt x="107169" y="53924"/>
                  </a:cubicBezTo>
                  <a:cubicBezTo>
                    <a:pt x="94727" y="54138"/>
                    <a:pt x="82630" y="54531"/>
                    <a:pt x="71093" y="55114"/>
                  </a:cubicBezTo>
                  <a:cubicBezTo>
                    <a:pt x="71617" y="43244"/>
                    <a:pt x="72640" y="31766"/>
                    <a:pt x="74117" y="20872"/>
                  </a:cubicBezTo>
                  <a:cubicBezTo>
                    <a:pt x="85011" y="19407"/>
                    <a:pt x="96477" y="18384"/>
                    <a:pt x="108359" y="17848"/>
                  </a:cubicBezTo>
                  <a:close/>
                  <a:moveTo>
                    <a:pt x="145792" y="17860"/>
                  </a:moveTo>
                  <a:lnTo>
                    <a:pt x="145792" y="17860"/>
                  </a:lnTo>
                  <a:cubicBezTo>
                    <a:pt x="157675" y="18384"/>
                    <a:pt x="169141" y="19407"/>
                    <a:pt x="180035" y="20884"/>
                  </a:cubicBezTo>
                  <a:cubicBezTo>
                    <a:pt x="181499" y="31766"/>
                    <a:pt x="182523" y="43244"/>
                    <a:pt x="183059" y="55114"/>
                  </a:cubicBezTo>
                  <a:cubicBezTo>
                    <a:pt x="171522" y="54531"/>
                    <a:pt x="159425" y="54138"/>
                    <a:pt x="146983" y="53924"/>
                  </a:cubicBezTo>
                  <a:cubicBezTo>
                    <a:pt x="146781" y="41482"/>
                    <a:pt x="146376" y="29385"/>
                    <a:pt x="145792" y="17860"/>
                  </a:cubicBezTo>
                  <a:close/>
                  <a:moveTo>
                    <a:pt x="73724" y="20931"/>
                  </a:moveTo>
                  <a:lnTo>
                    <a:pt x="73724" y="20931"/>
                  </a:lnTo>
                  <a:cubicBezTo>
                    <a:pt x="72259" y="31909"/>
                    <a:pt x="71247" y="43375"/>
                    <a:pt x="70724" y="55138"/>
                  </a:cubicBezTo>
                  <a:cubicBezTo>
                    <a:pt x="54805" y="55948"/>
                    <a:pt x="39958" y="57103"/>
                    <a:pt x="26742" y="58579"/>
                  </a:cubicBezTo>
                  <a:cubicBezTo>
                    <a:pt x="27373" y="48816"/>
                    <a:pt x="28599" y="39255"/>
                    <a:pt x="30397" y="29992"/>
                  </a:cubicBezTo>
                  <a:cubicBezTo>
                    <a:pt x="43292" y="26158"/>
                    <a:pt x="57901" y="23086"/>
                    <a:pt x="73724" y="20931"/>
                  </a:cubicBezTo>
                  <a:close/>
                  <a:moveTo>
                    <a:pt x="180416" y="20931"/>
                  </a:moveTo>
                  <a:lnTo>
                    <a:pt x="180416" y="20931"/>
                  </a:lnTo>
                  <a:cubicBezTo>
                    <a:pt x="196251" y="23086"/>
                    <a:pt x="210860" y="26170"/>
                    <a:pt x="223755" y="29992"/>
                  </a:cubicBezTo>
                  <a:cubicBezTo>
                    <a:pt x="225552" y="39255"/>
                    <a:pt x="226779" y="48816"/>
                    <a:pt x="227410" y="58579"/>
                  </a:cubicBezTo>
                  <a:cubicBezTo>
                    <a:pt x="214194" y="57103"/>
                    <a:pt x="199335" y="55948"/>
                    <a:pt x="183416" y="55138"/>
                  </a:cubicBezTo>
                  <a:cubicBezTo>
                    <a:pt x="182904" y="43375"/>
                    <a:pt x="181892" y="31909"/>
                    <a:pt x="180416" y="20931"/>
                  </a:cubicBezTo>
                  <a:close/>
                  <a:moveTo>
                    <a:pt x="70724" y="55352"/>
                  </a:moveTo>
                  <a:cubicBezTo>
                    <a:pt x="70450" y="61436"/>
                    <a:pt x="70319" y="67616"/>
                    <a:pt x="70319" y="73843"/>
                  </a:cubicBezTo>
                  <a:cubicBezTo>
                    <a:pt x="70319" y="80070"/>
                    <a:pt x="70450" y="86237"/>
                    <a:pt x="70724" y="92321"/>
                  </a:cubicBezTo>
                  <a:cubicBezTo>
                    <a:pt x="54543" y="91500"/>
                    <a:pt x="39696" y="90333"/>
                    <a:pt x="26730" y="88892"/>
                  </a:cubicBezTo>
                  <a:cubicBezTo>
                    <a:pt x="26420" y="83915"/>
                    <a:pt x="26254" y="78891"/>
                    <a:pt x="26254" y="73843"/>
                  </a:cubicBezTo>
                  <a:cubicBezTo>
                    <a:pt x="26254" y="68783"/>
                    <a:pt x="26420" y="63758"/>
                    <a:pt x="26730" y="58781"/>
                  </a:cubicBezTo>
                  <a:cubicBezTo>
                    <a:pt x="39696" y="57341"/>
                    <a:pt x="54543" y="56174"/>
                    <a:pt x="70724" y="55352"/>
                  </a:cubicBezTo>
                  <a:close/>
                  <a:moveTo>
                    <a:pt x="183428" y="55352"/>
                  </a:moveTo>
                  <a:cubicBezTo>
                    <a:pt x="199609" y="56174"/>
                    <a:pt x="214444" y="57341"/>
                    <a:pt x="227410" y="58781"/>
                  </a:cubicBezTo>
                  <a:cubicBezTo>
                    <a:pt x="227731" y="63758"/>
                    <a:pt x="227886" y="68783"/>
                    <a:pt x="227886" y="73843"/>
                  </a:cubicBezTo>
                  <a:cubicBezTo>
                    <a:pt x="227886" y="78903"/>
                    <a:pt x="227731" y="83915"/>
                    <a:pt x="227410" y="88892"/>
                  </a:cubicBezTo>
                  <a:cubicBezTo>
                    <a:pt x="214444" y="90333"/>
                    <a:pt x="199609" y="91500"/>
                    <a:pt x="183428" y="92321"/>
                  </a:cubicBezTo>
                  <a:cubicBezTo>
                    <a:pt x="183690" y="86237"/>
                    <a:pt x="183833" y="80070"/>
                    <a:pt x="183833" y="73843"/>
                  </a:cubicBezTo>
                  <a:cubicBezTo>
                    <a:pt x="183833" y="67616"/>
                    <a:pt x="183690" y="61436"/>
                    <a:pt x="183428" y="55352"/>
                  </a:cubicBezTo>
                  <a:close/>
                  <a:moveTo>
                    <a:pt x="107157" y="54138"/>
                  </a:moveTo>
                  <a:cubicBezTo>
                    <a:pt x="107050" y="60627"/>
                    <a:pt x="107002" y="67199"/>
                    <a:pt x="107002" y="73843"/>
                  </a:cubicBezTo>
                  <a:cubicBezTo>
                    <a:pt x="107002" y="80475"/>
                    <a:pt x="107050" y="87047"/>
                    <a:pt x="107157" y="93536"/>
                  </a:cubicBezTo>
                  <a:cubicBezTo>
                    <a:pt x="94596" y="93321"/>
                    <a:pt x="82511" y="92917"/>
                    <a:pt x="71081" y="92345"/>
                  </a:cubicBezTo>
                  <a:cubicBezTo>
                    <a:pt x="70807" y="86273"/>
                    <a:pt x="70676" y="80105"/>
                    <a:pt x="70676" y="73843"/>
                  </a:cubicBezTo>
                  <a:cubicBezTo>
                    <a:pt x="70676" y="67580"/>
                    <a:pt x="70807" y="61401"/>
                    <a:pt x="71081" y="55329"/>
                  </a:cubicBezTo>
                  <a:cubicBezTo>
                    <a:pt x="82511" y="54757"/>
                    <a:pt x="94596" y="54352"/>
                    <a:pt x="107157" y="54138"/>
                  </a:cubicBezTo>
                  <a:close/>
                  <a:moveTo>
                    <a:pt x="146983" y="54138"/>
                  </a:moveTo>
                  <a:cubicBezTo>
                    <a:pt x="159544" y="54352"/>
                    <a:pt x="171641" y="54757"/>
                    <a:pt x="183071" y="55329"/>
                  </a:cubicBezTo>
                  <a:cubicBezTo>
                    <a:pt x="183333" y="61401"/>
                    <a:pt x="183476" y="67568"/>
                    <a:pt x="183476" y="73831"/>
                  </a:cubicBezTo>
                  <a:cubicBezTo>
                    <a:pt x="183476" y="80094"/>
                    <a:pt x="183333" y="86273"/>
                    <a:pt x="183071" y="92345"/>
                  </a:cubicBezTo>
                  <a:cubicBezTo>
                    <a:pt x="171641" y="92917"/>
                    <a:pt x="159544" y="93321"/>
                    <a:pt x="146983" y="93536"/>
                  </a:cubicBezTo>
                  <a:cubicBezTo>
                    <a:pt x="147090" y="87047"/>
                    <a:pt x="147150" y="80475"/>
                    <a:pt x="147150" y="73843"/>
                  </a:cubicBezTo>
                  <a:cubicBezTo>
                    <a:pt x="147150" y="67199"/>
                    <a:pt x="147090" y="60627"/>
                    <a:pt x="146983" y="54138"/>
                  </a:cubicBezTo>
                  <a:close/>
                  <a:moveTo>
                    <a:pt x="127076" y="53971"/>
                  </a:moveTo>
                  <a:cubicBezTo>
                    <a:pt x="133743" y="53971"/>
                    <a:pt x="140327" y="54031"/>
                    <a:pt x="146781" y="54138"/>
                  </a:cubicBezTo>
                  <a:cubicBezTo>
                    <a:pt x="146876" y="60591"/>
                    <a:pt x="146935" y="67163"/>
                    <a:pt x="146935" y="73843"/>
                  </a:cubicBezTo>
                  <a:cubicBezTo>
                    <a:pt x="146935" y="80510"/>
                    <a:pt x="146888" y="87082"/>
                    <a:pt x="146781" y="93536"/>
                  </a:cubicBezTo>
                  <a:cubicBezTo>
                    <a:pt x="140327" y="93643"/>
                    <a:pt x="133743" y="93702"/>
                    <a:pt x="127076" y="93702"/>
                  </a:cubicBezTo>
                  <a:cubicBezTo>
                    <a:pt x="120396" y="93702"/>
                    <a:pt x="113824" y="93643"/>
                    <a:pt x="107371" y="93536"/>
                  </a:cubicBezTo>
                  <a:cubicBezTo>
                    <a:pt x="107264" y="87082"/>
                    <a:pt x="107204" y="80510"/>
                    <a:pt x="107204" y="73843"/>
                  </a:cubicBezTo>
                  <a:cubicBezTo>
                    <a:pt x="107204" y="67163"/>
                    <a:pt x="107264" y="60591"/>
                    <a:pt x="107371" y="54138"/>
                  </a:cubicBezTo>
                  <a:cubicBezTo>
                    <a:pt x="113824" y="54031"/>
                    <a:pt x="120396" y="53971"/>
                    <a:pt x="127076" y="53971"/>
                  </a:cubicBezTo>
                  <a:close/>
                  <a:moveTo>
                    <a:pt x="48" y="105632"/>
                  </a:moveTo>
                  <a:cubicBezTo>
                    <a:pt x="36" y="105716"/>
                    <a:pt x="12" y="105811"/>
                    <a:pt x="0" y="105894"/>
                  </a:cubicBezTo>
                  <a:cubicBezTo>
                    <a:pt x="155" y="105882"/>
                    <a:pt x="310" y="105870"/>
                    <a:pt x="477" y="105859"/>
                  </a:cubicBezTo>
                  <a:cubicBezTo>
                    <a:pt x="334" y="105775"/>
                    <a:pt x="191" y="105704"/>
                    <a:pt x="48" y="105632"/>
                  </a:cubicBezTo>
                  <a:close/>
                  <a:moveTo>
                    <a:pt x="26742" y="89095"/>
                  </a:moveTo>
                  <a:cubicBezTo>
                    <a:pt x="39958" y="90571"/>
                    <a:pt x="54805" y="91726"/>
                    <a:pt x="70724" y="92536"/>
                  </a:cubicBezTo>
                  <a:cubicBezTo>
                    <a:pt x="71247" y="104299"/>
                    <a:pt x="72259" y="115765"/>
                    <a:pt x="73724" y="126742"/>
                  </a:cubicBezTo>
                  <a:cubicBezTo>
                    <a:pt x="57901" y="124587"/>
                    <a:pt x="43292" y="121515"/>
                    <a:pt x="30397" y="117681"/>
                  </a:cubicBezTo>
                  <a:cubicBezTo>
                    <a:pt x="28599" y="108418"/>
                    <a:pt x="27373" y="98858"/>
                    <a:pt x="26742" y="89095"/>
                  </a:cubicBezTo>
                  <a:close/>
                  <a:moveTo>
                    <a:pt x="227410" y="89095"/>
                  </a:moveTo>
                  <a:cubicBezTo>
                    <a:pt x="226779" y="98858"/>
                    <a:pt x="225552" y="108418"/>
                    <a:pt x="223755" y="117681"/>
                  </a:cubicBezTo>
                  <a:cubicBezTo>
                    <a:pt x="210860" y="121515"/>
                    <a:pt x="196251" y="124587"/>
                    <a:pt x="180416" y="126742"/>
                  </a:cubicBezTo>
                  <a:cubicBezTo>
                    <a:pt x="181892" y="115765"/>
                    <a:pt x="182904" y="104299"/>
                    <a:pt x="183416" y="92536"/>
                  </a:cubicBezTo>
                  <a:cubicBezTo>
                    <a:pt x="199347" y="91726"/>
                    <a:pt x="214194" y="90571"/>
                    <a:pt x="227410" y="89095"/>
                  </a:cubicBezTo>
                  <a:close/>
                  <a:moveTo>
                    <a:pt x="71093" y="92559"/>
                  </a:moveTo>
                  <a:lnTo>
                    <a:pt x="71093" y="92559"/>
                  </a:lnTo>
                  <a:cubicBezTo>
                    <a:pt x="82630" y="93143"/>
                    <a:pt x="94715" y="93536"/>
                    <a:pt x="107169" y="93750"/>
                  </a:cubicBezTo>
                  <a:cubicBezTo>
                    <a:pt x="107371" y="106192"/>
                    <a:pt x="107776" y="118289"/>
                    <a:pt x="108347" y="129826"/>
                  </a:cubicBezTo>
                  <a:cubicBezTo>
                    <a:pt x="96477" y="129290"/>
                    <a:pt x="85011" y="128266"/>
                    <a:pt x="74117" y="126790"/>
                  </a:cubicBezTo>
                  <a:cubicBezTo>
                    <a:pt x="72640" y="115907"/>
                    <a:pt x="71617" y="104442"/>
                    <a:pt x="71093" y="92559"/>
                  </a:cubicBezTo>
                  <a:close/>
                  <a:moveTo>
                    <a:pt x="183059" y="92559"/>
                  </a:moveTo>
                  <a:lnTo>
                    <a:pt x="183059" y="92559"/>
                  </a:lnTo>
                  <a:cubicBezTo>
                    <a:pt x="182523" y="104442"/>
                    <a:pt x="181499" y="115907"/>
                    <a:pt x="180035" y="126802"/>
                  </a:cubicBezTo>
                  <a:cubicBezTo>
                    <a:pt x="169141" y="128266"/>
                    <a:pt x="157675" y="129290"/>
                    <a:pt x="145792" y="129826"/>
                  </a:cubicBezTo>
                  <a:cubicBezTo>
                    <a:pt x="146376" y="118289"/>
                    <a:pt x="146769" y="106192"/>
                    <a:pt x="146983" y="93750"/>
                  </a:cubicBezTo>
                  <a:cubicBezTo>
                    <a:pt x="159425" y="93536"/>
                    <a:pt x="171522" y="93143"/>
                    <a:pt x="183059" y="92559"/>
                  </a:cubicBezTo>
                  <a:close/>
                  <a:moveTo>
                    <a:pt x="107371" y="93750"/>
                  </a:moveTo>
                  <a:cubicBezTo>
                    <a:pt x="113860" y="93857"/>
                    <a:pt x="120432" y="93917"/>
                    <a:pt x="127076" y="93917"/>
                  </a:cubicBezTo>
                  <a:cubicBezTo>
                    <a:pt x="133708" y="93917"/>
                    <a:pt x="140292" y="93857"/>
                    <a:pt x="146769" y="93750"/>
                  </a:cubicBezTo>
                  <a:lnTo>
                    <a:pt x="146769" y="93750"/>
                  </a:lnTo>
                  <a:cubicBezTo>
                    <a:pt x="146566" y="106311"/>
                    <a:pt x="146150" y="118396"/>
                    <a:pt x="145578" y="129826"/>
                  </a:cubicBezTo>
                  <a:cubicBezTo>
                    <a:pt x="139506" y="130100"/>
                    <a:pt x="133339" y="130243"/>
                    <a:pt x="127076" y="130243"/>
                  </a:cubicBezTo>
                  <a:cubicBezTo>
                    <a:pt x="120813" y="130243"/>
                    <a:pt x="114634" y="130100"/>
                    <a:pt x="108574" y="129826"/>
                  </a:cubicBezTo>
                  <a:cubicBezTo>
                    <a:pt x="107990" y="118396"/>
                    <a:pt x="107585" y="106311"/>
                    <a:pt x="107371" y="93750"/>
                  </a:cubicBezTo>
                  <a:close/>
                  <a:moveTo>
                    <a:pt x="266653" y="116300"/>
                  </a:moveTo>
                  <a:lnTo>
                    <a:pt x="266653" y="116300"/>
                  </a:lnTo>
                  <a:cubicBezTo>
                    <a:pt x="259152" y="126861"/>
                    <a:pt x="248817" y="136600"/>
                    <a:pt x="235875" y="145101"/>
                  </a:cubicBezTo>
                  <a:cubicBezTo>
                    <a:pt x="235411" y="145399"/>
                    <a:pt x="234946" y="145697"/>
                    <a:pt x="234482" y="145994"/>
                  </a:cubicBezTo>
                  <a:cubicBezTo>
                    <a:pt x="234756" y="146006"/>
                    <a:pt x="235030" y="146018"/>
                    <a:pt x="235304" y="146030"/>
                  </a:cubicBezTo>
                  <a:cubicBezTo>
                    <a:pt x="235577" y="145852"/>
                    <a:pt x="235851" y="145673"/>
                    <a:pt x="236137" y="145494"/>
                  </a:cubicBezTo>
                  <a:cubicBezTo>
                    <a:pt x="248710" y="137243"/>
                    <a:pt x="258854" y="127814"/>
                    <a:pt x="266319" y="117586"/>
                  </a:cubicBezTo>
                  <a:lnTo>
                    <a:pt x="266319" y="117586"/>
                  </a:lnTo>
                  <a:cubicBezTo>
                    <a:pt x="263533" y="127504"/>
                    <a:pt x="259831" y="137005"/>
                    <a:pt x="255306" y="145971"/>
                  </a:cubicBezTo>
                  <a:cubicBezTo>
                    <a:pt x="255544" y="145983"/>
                    <a:pt x="255794" y="145994"/>
                    <a:pt x="256032" y="146006"/>
                  </a:cubicBezTo>
                  <a:cubicBezTo>
                    <a:pt x="260354" y="137374"/>
                    <a:pt x="263879" y="128338"/>
                    <a:pt x="266569" y="118991"/>
                  </a:cubicBezTo>
                  <a:cubicBezTo>
                    <a:pt x="266593" y="118098"/>
                    <a:pt x="266617" y="117193"/>
                    <a:pt x="266653" y="116300"/>
                  </a:cubicBezTo>
                  <a:close/>
                  <a:moveTo>
                    <a:pt x="1798" y="132362"/>
                  </a:moveTo>
                  <a:cubicBezTo>
                    <a:pt x="1774" y="132540"/>
                    <a:pt x="1739" y="132731"/>
                    <a:pt x="1715" y="132933"/>
                  </a:cubicBezTo>
                  <a:cubicBezTo>
                    <a:pt x="6573" y="137362"/>
                    <a:pt x="12014" y="141553"/>
                    <a:pt x="18015" y="145494"/>
                  </a:cubicBezTo>
                  <a:cubicBezTo>
                    <a:pt x="18229" y="145637"/>
                    <a:pt x="18455" y="145780"/>
                    <a:pt x="18669" y="145923"/>
                  </a:cubicBezTo>
                  <a:cubicBezTo>
                    <a:pt x="18681" y="145899"/>
                    <a:pt x="18681" y="145887"/>
                    <a:pt x="18693" y="145875"/>
                  </a:cubicBezTo>
                  <a:lnTo>
                    <a:pt x="18693" y="145875"/>
                  </a:lnTo>
                  <a:cubicBezTo>
                    <a:pt x="18681" y="145899"/>
                    <a:pt x="18693" y="145911"/>
                    <a:pt x="18693" y="145935"/>
                  </a:cubicBezTo>
                  <a:cubicBezTo>
                    <a:pt x="18800" y="146006"/>
                    <a:pt x="18908" y="146066"/>
                    <a:pt x="19015" y="146137"/>
                  </a:cubicBezTo>
                  <a:cubicBezTo>
                    <a:pt x="19348" y="146256"/>
                    <a:pt x="19872" y="146328"/>
                    <a:pt x="20336" y="146423"/>
                  </a:cubicBezTo>
                  <a:cubicBezTo>
                    <a:pt x="19646" y="145983"/>
                    <a:pt x="18955" y="145542"/>
                    <a:pt x="18277" y="145090"/>
                  </a:cubicBezTo>
                  <a:cubicBezTo>
                    <a:pt x="12204" y="141113"/>
                    <a:pt x="6692" y="136850"/>
                    <a:pt x="1798" y="132362"/>
                  </a:cubicBezTo>
                  <a:close/>
                  <a:moveTo>
                    <a:pt x="176558" y="0"/>
                  </a:moveTo>
                  <a:cubicBezTo>
                    <a:pt x="176701" y="572"/>
                    <a:pt x="176832" y="1167"/>
                    <a:pt x="176963" y="1774"/>
                  </a:cubicBezTo>
                  <a:lnTo>
                    <a:pt x="176903" y="1774"/>
                  </a:lnTo>
                  <a:cubicBezTo>
                    <a:pt x="178070" y="7787"/>
                    <a:pt x="179106" y="14038"/>
                    <a:pt x="179975" y="20491"/>
                  </a:cubicBezTo>
                  <a:cubicBezTo>
                    <a:pt x="168998" y="19015"/>
                    <a:pt x="157544" y="18003"/>
                    <a:pt x="145781" y="17491"/>
                  </a:cubicBezTo>
                  <a:cubicBezTo>
                    <a:pt x="145507" y="12157"/>
                    <a:pt x="145197" y="6942"/>
                    <a:pt x="144852" y="1858"/>
                  </a:cubicBezTo>
                  <a:cubicBezTo>
                    <a:pt x="144780" y="1870"/>
                    <a:pt x="144697" y="1870"/>
                    <a:pt x="144626" y="1870"/>
                  </a:cubicBezTo>
                  <a:cubicBezTo>
                    <a:pt x="144971" y="6918"/>
                    <a:pt x="145292" y="12121"/>
                    <a:pt x="145554" y="17479"/>
                  </a:cubicBezTo>
                  <a:cubicBezTo>
                    <a:pt x="139470" y="17217"/>
                    <a:pt x="133303" y="17074"/>
                    <a:pt x="127076" y="17074"/>
                  </a:cubicBezTo>
                  <a:cubicBezTo>
                    <a:pt x="120849" y="17074"/>
                    <a:pt x="114681" y="17217"/>
                    <a:pt x="108585" y="17479"/>
                  </a:cubicBezTo>
                  <a:cubicBezTo>
                    <a:pt x="108895" y="11573"/>
                    <a:pt x="109240" y="5846"/>
                    <a:pt x="109621" y="322"/>
                  </a:cubicBezTo>
                  <a:lnTo>
                    <a:pt x="109621" y="322"/>
                  </a:lnTo>
                  <a:cubicBezTo>
                    <a:pt x="109550" y="334"/>
                    <a:pt x="109478" y="334"/>
                    <a:pt x="109407" y="346"/>
                  </a:cubicBezTo>
                  <a:cubicBezTo>
                    <a:pt x="109014" y="5894"/>
                    <a:pt x="108669" y="11621"/>
                    <a:pt x="108371" y="17491"/>
                  </a:cubicBezTo>
                  <a:cubicBezTo>
                    <a:pt x="96608" y="18003"/>
                    <a:pt x="85142" y="19015"/>
                    <a:pt x="74164" y="20491"/>
                  </a:cubicBezTo>
                  <a:cubicBezTo>
                    <a:pt x="75069" y="13871"/>
                    <a:pt x="76129" y="7454"/>
                    <a:pt x="77343" y="1298"/>
                  </a:cubicBezTo>
                  <a:lnTo>
                    <a:pt x="77343" y="1298"/>
                  </a:lnTo>
                  <a:cubicBezTo>
                    <a:pt x="77212" y="1310"/>
                    <a:pt x="77081" y="1322"/>
                    <a:pt x="76951" y="1334"/>
                  </a:cubicBezTo>
                  <a:cubicBezTo>
                    <a:pt x="75724" y="7537"/>
                    <a:pt x="74665" y="13954"/>
                    <a:pt x="73783" y="20539"/>
                  </a:cubicBezTo>
                  <a:cubicBezTo>
                    <a:pt x="58198" y="22646"/>
                    <a:pt x="43601" y="25682"/>
                    <a:pt x="30480" y="29575"/>
                  </a:cubicBezTo>
                  <a:cubicBezTo>
                    <a:pt x="32374" y="19872"/>
                    <a:pt x="34910" y="10502"/>
                    <a:pt x="38029" y="1560"/>
                  </a:cubicBezTo>
                  <a:cubicBezTo>
                    <a:pt x="37874" y="1548"/>
                    <a:pt x="37708" y="1548"/>
                    <a:pt x="37541" y="1536"/>
                  </a:cubicBezTo>
                  <a:cubicBezTo>
                    <a:pt x="34409" y="10525"/>
                    <a:pt x="31862" y="19955"/>
                    <a:pt x="29968" y="29718"/>
                  </a:cubicBezTo>
                  <a:cubicBezTo>
                    <a:pt x="25849" y="30957"/>
                    <a:pt x="21884" y="32266"/>
                    <a:pt x="18086" y="33659"/>
                  </a:cubicBezTo>
                  <a:cubicBezTo>
                    <a:pt x="12252" y="35802"/>
                    <a:pt x="6942" y="38088"/>
                    <a:pt x="2191" y="40493"/>
                  </a:cubicBezTo>
                  <a:lnTo>
                    <a:pt x="2179" y="40934"/>
                  </a:lnTo>
                  <a:cubicBezTo>
                    <a:pt x="10097" y="36910"/>
                    <a:pt x="19420" y="33278"/>
                    <a:pt x="29885" y="30147"/>
                  </a:cubicBezTo>
                  <a:lnTo>
                    <a:pt x="29885" y="30147"/>
                  </a:lnTo>
                  <a:cubicBezTo>
                    <a:pt x="28111" y="39386"/>
                    <a:pt x="26885" y="48911"/>
                    <a:pt x="26266" y="58627"/>
                  </a:cubicBezTo>
                  <a:cubicBezTo>
                    <a:pt x="23480" y="58948"/>
                    <a:pt x="20765" y="59270"/>
                    <a:pt x="18134" y="59615"/>
                  </a:cubicBezTo>
                  <a:cubicBezTo>
                    <a:pt x="11621" y="60460"/>
                    <a:pt x="5763" y="61365"/>
                    <a:pt x="584" y="62329"/>
                  </a:cubicBezTo>
                  <a:cubicBezTo>
                    <a:pt x="596" y="62389"/>
                    <a:pt x="596" y="62460"/>
                    <a:pt x="608" y="62520"/>
                  </a:cubicBezTo>
                  <a:cubicBezTo>
                    <a:pt x="7942" y="61163"/>
                    <a:pt x="16574" y="59924"/>
                    <a:pt x="26254" y="58841"/>
                  </a:cubicBezTo>
                  <a:lnTo>
                    <a:pt x="26254" y="58841"/>
                  </a:lnTo>
                  <a:cubicBezTo>
                    <a:pt x="25944" y="63794"/>
                    <a:pt x="25777" y="68794"/>
                    <a:pt x="25777" y="73843"/>
                  </a:cubicBezTo>
                  <a:cubicBezTo>
                    <a:pt x="25777" y="78879"/>
                    <a:pt x="25944" y="83880"/>
                    <a:pt x="26254" y="88833"/>
                  </a:cubicBezTo>
                  <a:cubicBezTo>
                    <a:pt x="17014" y="87797"/>
                    <a:pt x="8740" y="86618"/>
                    <a:pt x="1620" y="85332"/>
                  </a:cubicBezTo>
                  <a:cubicBezTo>
                    <a:pt x="1620" y="85404"/>
                    <a:pt x="1620" y="85475"/>
                    <a:pt x="1620" y="85535"/>
                  </a:cubicBezTo>
                  <a:cubicBezTo>
                    <a:pt x="6537" y="86428"/>
                    <a:pt x="12050" y="87273"/>
                    <a:pt x="18134" y="88059"/>
                  </a:cubicBezTo>
                  <a:cubicBezTo>
                    <a:pt x="20765" y="88404"/>
                    <a:pt x="23480" y="88726"/>
                    <a:pt x="26266" y="89047"/>
                  </a:cubicBezTo>
                  <a:cubicBezTo>
                    <a:pt x="26885" y="98762"/>
                    <a:pt x="28099" y="108287"/>
                    <a:pt x="29885" y="117527"/>
                  </a:cubicBezTo>
                  <a:cubicBezTo>
                    <a:pt x="18824" y="114217"/>
                    <a:pt x="9037" y="110359"/>
                    <a:pt x="846" y="106049"/>
                  </a:cubicBezTo>
                  <a:lnTo>
                    <a:pt x="846" y="106049"/>
                  </a:lnTo>
                  <a:cubicBezTo>
                    <a:pt x="858" y="106204"/>
                    <a:pt x="870" y="106359"/>
                    <a:pt x="881" y="106513"/>
                  </a:cubicBezTo>
                  <a:cubicBezTo>
                    <a:pt x="5977" y="109169"/>
                    <a:pt x="11716" y="111669"/>
                    <a:pt x="18086" y="114014"/>
                  </a:cubicBezTo>
                  <a:cubicBezTo>
                    <a:pt x="21884" y="115407"/>
                    <a:pt x="25849" y="116717"/>
                    <a:pt x="29968" y="117955"/>
                  </a:cubicBezTo>
                  <a:cubicBezTo>
                    <a:pt x="31850" y="127611"/>
                    <a:pt x="34350" y="136946"/>
                    <a:pt x="37446" y="145852"/>
                  </a:cubicBezTo>
                  <a:cubicBezTo>
                    <a:pt x="37600" y="145840"/>
                    <a:pt x="37767" y="145840"/>
                    <a:pt x="37934" y="145828"/>
                  </a:cubicBezTo>
                  <a:cubicBezTo>
                    <a:pt x="34862" y="136981"/>
                    <a:pt x="32362" y="127706"/>
                    <a:pt x="30480" y="118098"/>
                  </a:cubicBezTo>
                  <a:lnTo>
                    <a:pt x="30480" y="118098"/>
                  </a:lnTo>
                  <a:cubicBezTo>
                    <a:pt x="43589" y="121992"/>
                    <a:pt x="58198" y="125028"/>
                    <a:pt x="73783" y="127135"/>
                  </a:cubicBezTo>
                  <a:cubicBezTo>
                    <a:pt x="74653" y="133600"/>
                    <a:pt x="75688" y="139910"/>
                    <a:pt x="76879" y="146006"/>
                  </a:cubicBezTo>
                  <a:cubicBezTo>
                    <a:pt x="77010" y="146006"/>
                    <a:pt x="77141" y="146018"/>
                    <a:pt x="77272" y="146018"/>
                  </a:cubicBezTo>
                  <a:cubicBezTo>
                    <a:pt x="76093" y="139970"/>
                    <a:pt x="75046" y="133683"/>
                    <a:pt x="74164" y="127183"/>
                  </a:cubicBezTo>
                  <a:lnTo>
                    <a:pt x="74164" y="127183"/>
                  </a:lnTo>
                  <a:cubicBezTo>
                    <a:pt x="85154" y="128659"/>
                    <a:pt x="96608" y="129659"/>
                    <a:pt x="108371" y="130183"/>
                  </a:cubicBezTo>
                  <a:cubicBezTo>
                    <a:pt x="108657" y="135850"/>
                    <a:pt x="108990" y="141375"/>
                    <a:pt x="109371" y="146733"/>
                  </a:cubicBezTo>
                  <a:cubicBezTo>
                    <a:pt x="109443" y="146745"/>
                    <a:pt x="109514" y="146745"/>
                    <a:pt x="109586" y="146756"/>
                  </a:cubicBezTo>
                  <a:cubicBezTo>
                    <a:pt x="109205" y="141411"/>
                    <a:pt x="108883" y="135886"/>
                    <a:pt x="108585" y="130195"/>
                  </a:cubicBezTo>
                  <a:lnTo>
                    <a:pt x="108585" y="130195"/>
                  </a:lnTo>
                  <a:cubicBezTo>
                    <a:pt x="114681" y="130457"/>
                    <a:pt x="120849" y="130600"/>
                    <a:pt x="127076" y="130600"/>
                  </a:cubicBezTo>
                  <a:cubicBezTo>
                    <a:pt x="133303" y="130600"/>
                    <a:pt x="139470" y="130457"/>
                    <a:pt x="145554" y="130195"/>
                  </a:cubicBezTo>
                  <a:lnTo>
                    <a:pt x="145554" y="130195"/>
                  </a:lnTo>
                  <a:cubicBezTo>
                    <a:pt x="145328" y="134815"/>
                    <a:pt x="145066" y="139327"/>
                    <a:pt x="144769" y="143720"/>
                  </a:cubicBezTo>
                  <a:cubicBezTo>
                    <a:pt x="144828" y="143851"/>
                    <a:pt x="144888" y="143994"/>
                    <a:pt x="144959" y="144161"/>
                  </a:cubicBezTo>
                  <a:cubicBezTo>
                    <a:pt x="145257" y="139613"/>
                    <a:pt x="145531" y="134945"/>
                    <a:pt x="145781" y="130183"/>
                  </a:cubicBezTo>
                  <a:cubicBezTo>
                    <a:pt x="157544" y="129671"/>
                    <a:pt x="168998" y="128659"/>
                    <a:pt x="179975" y="127183"/>
                  </a:cubicBezTo>
                  <a:lnTo>
                    <a:pt x="179975" y="127183"/>
                  </a:lnTo>
                  <a:cubicBezTo>
                    <a:pt x="179106" y="133588"/>
                    <a:pt x="178094" y="139791"/>
                    <a:pt x="176927" y="145756"/>
                  </a:cubicBezTo>
                  <a:lnTo>
                    <a:pt x="177034" y="145756"/>
                  </a:lnTo>
                  <a:cubicBezTo>
                    <a:pt x="177142" y="145697"/>
                    <a:pt x="177249" y="145625"/>
                    <a:pt x="177356" y="145566"/>
                  </a:cubicBezTo>
                  <a:cubicBezTo>
                    <a:pt x="178511" y="139601"/>
                    <a:pt x="179511" y="133445"/>
                    <a:pt x="180368" y="127135"/>
                  </a:cubicBezTo>
                  <a:cubicBezTo>
                    <a:pt x="195953" y="125028"/>
                    <a:pt x="210551" y="121992"/>
                    <a:pt x="223671" y="118098"/>
                  </a:cubicBezTo>
                  <a:lnTo>
                    <a:pt x="223671" y="118098"/>
                  </a:lnTo>
                  <a:cubicBezTo>
                    <a:pt x="221814" y="127599"/>
                    <a:pt x="219337" y="136791"/>
                    <a:pt x="216301" y="145554"/>
                  </a:cubicBezTo>
                  <a:lnTo>
                    <a:pt x="216801" y="145554"/>
                  </a:lnTo>
                  <a:cubicBezTo>
                    <a:pt x="219849" y="136743"/>
                    <a:pt x="222326" y="127504"/>
                    <a:pt x="224183" y="117943"/>
                  </a:cubicBezTo>
                  <a:cubicBezTo>
                    <a:pt x="228291" y="116717"/>
                    <a:pt x="232268" y="115407"/>
                    <a:pt x="236066" y="114002"/>
                  </a:cubicBezTo>
                  <a:cubicBezTo>
                    <a:pt x="249877" y="108930"/>
                    <a:pt x="260747" y="103073"/>
                    <a:pt x="268367" y="96679"/>
                  </a:cubicBezTo>
                  <a:cubicBezTo>
                    <a:pt x="268391" y="96476"/>
                    <a:pt x="268427" y="96286"/>
                    <a:pt x="268451" y="96084"/>
                  </a:cubicBezTo>
                  <a:lnTo>
                    <a:pt x="268451" y="96084"/>
                  </a:lnTo>
                  <a:cubicBezTo>
                    <a:pt x="258592" y="104477"/>
                    <a:pt x="243317" y="111824"/>
                    <a:pt x="224267" y="117527"/>
                  </a:cubicBezTo>
                  <a:cubicBezTo>
                    <a:pt x="226041" y="108287"/>
                    <a:pt x="227267" y="98762"/>
                    <a:pt x="227886" y="89047"/>
                  </a:cubicBezTo>
                  <a:cubicBezTo>
                    <a:pt x="230672" y="88726"/>
                    <a:pt x="233387" y="88404"/>
                    <a:pt x="236018" y="88059"/>
                  </a:cubicBezTo>
                  <a:cubicBezTo>
                    <a:pt x="248770" y="86404"/>
                    <a:pt x="259009" y="84511"/>
                    <a:pt x="266510" y="82451"/>
                  </a:cubicBezTo>
                  <a:cubicBezTo>
                    <a:pt x="266510" y="82379"/>
                    <a:pt x="266510" y="82308"/>
                    <a:pt x="266510" y="82249"/>
                  </a:cubicBezTo>
                  <a:cubicBezTo>
                    <a:pt x="257306" y="84773"/>
                    <a:pt x="244079" y="87023"/>
                    <a:pt x="227898" y="88833"/>
                  </a:cubicBezTo>
                  <a:cubicBezTo>
                    <a:pt x="228208" y="83880"/>
                    <a:pt x="228362" y="78867"/>
                    <a:pt x="228362" y="73831"/>
                  </a:cubicBezTo>
                  <a:cubicBezTo>
                    <a:pt x="228362" y="68794"/>
                    <a:pt x="228208" y="63782"/>
                    <a:pt x="227898" y="58829"/>
                  </a:cubicBezTo>
                  <a:lnTo>
                    <a:pt x="227898" y="58829"/>
                  </a:lnTo>
                  <a:cubicBezTo>
                    <a:pt x="244519" y="60698"/>
                    <a:pt x="258009" y="63008"/>
                    <a:pt x="267248" y="65627"/>
                  </a:cubicBezTo>
                  <a:cubicBezTo>
                    <a:pt x="267248" y="65556"/>
                    <a:pt x="267260" y="65496"/>
                    <a:pt x="267260" y="65425"/>
                  </a:cubicBezTo>
                  <a:cubicBezTo>
                    <a:pt x="259711" y="63282"/>
                    <a:pt x="249210" y="61317"/>
                    <a:pt x="236018" y="59603"/>
                  </a:cubicBezTo>
                  <a:cubicBezTo>
                    <a:pt x="233387" y="59270"/>
                    <a:pt x="230672" y="58936"/>
                    <a:pt x="227886" y="58627"/>
                  </a:cubicBezTo>
                  <a:cubicBezTo>
                    <a:pt x="227267" y="48899"/>
                    <a:pt x="226041" y="39374"/>
                    <a:pt x="224267" y="30135"/>
                  </a:cubicBezTo>
                  <a:lnTo>
                    <a:pt x="224267" y="30135"/>
                  </a:lnTo>
                  <a:cubicBezTo>
                    <a:pt x="243650" y="35945"/>
                    <a:pt x="259116" y="43446"/>
                    <a:pt x="268963" y="52019"/>
                  </a:cubicBezTo>
                  <a:cubicBezTo>
                    <a:pt x="268986" y="51864"/>
                    <a:pt x="269010" y="51709"/>
                    <a:pt x="269046" y="51566"/>
                  </a:cubicBezTo>
                  <a:cubicBezTo>
                    <a:pt x="261390" y="44946"/>
                    <a:pt x="250294" y="38886"/>
                    <a:pt x="236066" y="33659"/>
                  </a:cubicBezTo>
                  <a:cubicBezTo>
                    <a:pt x="232268" y="32266"/>
                    <a:pt x="228291" y="30945"/>
                    <a:pt x="224183" y="29718"/>
                  </a:cubicBezTo>
                  <a:cubicBezTo>
                    <a:pt x="222338" y="20277"/>
                    <a:pt x="219909" y="11133"/>
                    <a:pt x="216908" y="2417"/>
                  </a:cubicBezTo>
                  <a:cubicBezTo>
                    <a:pt x="216766" y="2513"/>
                    <a:pt x="216635" y="2620"/>
                    <a:pt x="216504" y="2715"/>
                  </a:cubicBezTo>
                  <a:cubicBezTo>
                    <a:pt x="219456" y="11299"/>
                    <a:pt x="221850" y="20277"/>
                    <a:pt x="223671" y="29563"/>
                  </a:cubicBezTo>
                  <a:cubicBezTo>
                    <a:pt x="210551" y="25682"/>
                    <a:pt x="195953" y="22646"/>
                    <a:pt x="180368" y="20539"/>
                  </a:cubicBezTo>
                  <a:cubicBezTo>
                    <a:pt x="179416" y="13490"/>
                    <a:pt x="178273" y="6644"/>
                    <a:pt x="176951" y="36"/>
                  </a:cubicBezTo>
                  <a:cubicBezTo>
                    <a:pt x="176820" y="24"/>
                    <a:pt x="176689" y="12"/>
                    <a:pt x="176558" y="0"/>
                  </a:cubicBezTo>
                  <a:close/>
                </a:path>
              </a:pathLst>
            </a:custGeom>
            <a:solidFill>
              <a:srgbClr val="E3C98E">
                <a:alpha val="246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84" name="Google Shape;1084;p66"/>
          <p:cNvSpPr txBox="1"/>
          <p:nvPr>
            <p:ph type="title"/>
          </p:nvPr>
        </p:nvSpPr>
        <p:spPr>
          <a:xfrm>
            <a:off x="2001577" y="1300350"/>
            <a:ext cx="2750700" cy="106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085" name="Google Shape;1085;p66"/>
          <p:cNvSpPr txBox="1"/>
          <p:nvPr>
            <p:ph idx="1" type="subTitle"/>
          </p:nvPr>
        </p:nvSpPr>
        <p:spPr>
          <a:xfrm>
            <a:off x="2001577" y="2484000"/>
            <a:ext cx="2750700" cy="122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7" name="Google Shape;1087;p67"/>
          <p:cNvGrpSpPr/>
          <p:nvPr/>
        </p:nvGrpSpPr>
        <p:grpSpPr>
          <a:xfrm>
            <a:off x="0" y="0"/>
            <a:ext cx="9144003" cy="5143501"/>
            <a:chOff x="0" y="0"/>
            <a:chExt cx="9144003" cy="5143501"/>
          </a:xfrm>
        </p:grpSpPr>
        <p:pic>
          <p:nvPicPr>
            <p:cNvPr id="1088" name="Google Shape;1088;p67"/>
            <p:cNvPicPr preferRelativeResize="0"/>
            <p:nvPr/>
          </p:nvPicPr>
          <p:blipFill rotWithShape="1">
            <a:blip r:embed="rId2">
              <a:alphaModFix/>
            </a:blip>
            <a:srcRect b="8068" l="0" r="0" t="8060"/>
            <a:stretch/>
          </p:blipFill>
          <p:spPr>
            <a:xfrm>
              <a:off x="0" y="0"/>
              <a:ext cx="9144003" cy="5143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9" name="Google Shape;1089;p67"/>
            <p:cNvSpPr/>
            <p:nvPr/>
          </p:nvSpPr>
          <p:spPr>
            <a:xfrm>
              <a:off x="209980" y="194500"/>
              <a:ext cx="8763466" cy="4752275"/>
            </a:xfrm>
            <a:custGeom>
              <a:rect b="b" l="l" r="r" t="t"/>
              <a:pathLst>
                <a:path extrusionOk="0" h="147209" w="271904">
                  <a:moveTo>
                    <a:pt x="596" y="0"/>
                  </a:moveTo>
                  <a:lnTo>
                    <a:pt x="596" y="0"/>
                  </a:lnTo>
                  <a:cubicBezTo>
                    <a:pt x="2025" y="5965"/>
                    <a:pt x="3072" y="13895"/>
                    <a:pt x="3644" y="22312"/>
                  </a:cubicBezTo>
                  <a:cubicBezTo>
                    <a:pt x="7942" y="23515"/>
                    <a:pt x="13609" y="23932"/>
                    <a:pt x="5085" y="25063"/>
                  </a:cubicBezTo>
                  <a:cubicBezTo>
                    <a:pt x="5096" y="25110"/>
                    <a:pt x="5108" y="25146"/>
                    <a:pt x="5120" y="25194"/>
                  </a:cubicBezTo>
                  <a:cubicBezTo>
                    <a:pt x="5263" y="25301"/>
                    <a:pt x="5394" y="25396"/>
                    <a:pt x="5525" y="25503"/>
                  </a:cubicBezTo>
                  <a:cubicBezTo>
                    <a:pt x="5692" y="25539"/>
                    <a:pt x="5954" y="25479"/>
                    <a:pt x="6037" y="25658"/>
                  </a:cubicBezTo>
                  <a:cubicBezTo>
                    <a:pt x="8561" y="26230"/>
                    <a:pt x="4561" y="26670"/>
                    <a:pt x="3894" y="26789"/>
                  </a:cubicBezTo>
                  <a:cubicBezTo>
                    <a:pt x="4203" y="33719"/>
                    <a:pt x="4192" y="40803"/>
                    <a:pt x="3787" y="47256"/>
                  </a:cubicBezTo>
                  <a:cubicBezTo>
                    <a:pt x="2560" y="47137"/>
                    <a:pt x="1298" y="47006"/>
                    <a:pt x="1" y="46875"/>
                  </a:cubicBezTo>
                  <a:lnTo>
                    <a:pt x="1" y="46875"/>
                  </a:lnTo>
                  <a:cubicBezTo>
                    <a:pt x="1429" y="52840"/>
                    <a:pt x="2477" y="60770"/>
                    <a:pt x="3049" y="69199"/>
                  </a:cubicBezTo>
                  <a:cubicBezTo>
                    <a:pt x="7347" y="70402"/>
                    <a:pt x="13014" y="70818"/>
                    <a:pt x="4489" y="71949"/>
                  </a:cubicBezTo>
                  <a:cubicBezTo>
                    <a:pt x="4501" y="71985"/>
                    <a:pt x="4513" y="72033"/>
                    <a:pt x="4525" y="72069"/>
                  </a:cubicBezTo>
                  <a:cubicBezTo>
                    <a:pt x="4668" y="72176"/>
                    <a:pt x="4787" y="72283"/>
                    <a:pt x="4930" y="72390"/>
                  </a:cubicBezTo>
                  <a:cubicBezTo>
                    <a:pt x="5096" y="72414"/>
                    <a:pt x="5358" y="72366"/>
                    <a:pt x="5442" y="72545"/>
                  </a:cubicBezTo>
                  <a:cubicBezTo>
                    <a:pt x="7966" y="73104"/>
                    <a:pt x="3965" y="73557"/>
                    <a:pt x="3299" y="73664"/>
                  </a:cubicBezTo>
                  <a:cubicBezTo>
                    <a:pt x="3513" y="78510"/>
                    <a:pt x="3572" y="83427"/>
                    <a:pt x="3453" y="88154"/>
                  </a:cubicBezTo>
                  <a:cubicBezTo>
                    <a:pt x="2322" y="88047"/>
                    <a:pt x="1179" y="87928"/>
                    <a:pt x="1" y="87809"/>
                  </a:cubicBezTo>
                  <a:lnTo>
                    <a:pt x="1" y="87809"/>
                  </a:lnTo>
                  <a:cubicBezTo>
                    <a:pt x="989" y="91940"/>
                    <a:pt x="1798" y="97036"/>
                    <a:pt x="2394" y="102584"/>
                  </a:cubicBezTo>
                  <a:cubicBezTo>
                    <a:pt x="2239" y="103727"/>
                    <a:pt x="2072" y="104834"/>
                    <a:pt x="1882" y="105894"/>
                  </a:cubicBezTo>
                  <a:cubicBezTo>
                    <a:pt x="2156" y="105870"/>
                    <a:pt x="2429" y="105846"/>
                    <a:pt x="2715" y="105811"/>
                  </a:cubicBezTo>
                  <a:cubicBezTo>
                    <a:pt x="2834" y="107228"/>
                    <a:pt x="2953" y="108668"/>
                    <a:pt x="3049" y="110121"/>
                  </a:cubicBezTo>
                  <a:cubicBezTo>
                    <a:pt x="7347" y="111323"/>
                    <a:pt x="13014" y="111740"/>
                    <a:pt x="4489" y="112871"/>
                  </a:cubicBezTo>
                  <a:cubicBezTo>
                    <a:pt x="4501" y="112919"/>
                    <a:pt x="4513" y="112954"/>
                    <a:pt x="4525" y="113002"/>
                  </a:cubicBezTo>
                  <a:cubicBezTo>
                    <a:pt x="4668" y="113109"/>
                    <a:pt x="4799" y="113205"/>
                    <a:pt x="4930" y="113312"/>
                  </a:cubicBezTo>
                  <a:cubicBezTo>
                    <a:pt x="5096" y="113347"/>
                    <a:pt x="5358" y="113288"/>
                    <a:pt x="5442" y="113466"/>
                  </a:cubicBezTo>
                  <a:cubicBezTo>
                    <a:pt x="7966" y="114038"/>
                    <a:pt x="3965" y="114478"/>
                    <a:pt x="3299" y="114598"/>
                  </a:cubicBezTo>
                  <a:cubicBezTo>
                    <a:pt x="3822" y="126123"/>
                    <a:pt x="4668" y="127147"/>
                    <a:pt x="3120" y="135886"/>
                  </a:cubicBezTo>
                  <a:cubicBezTo>
                    <a:pt x="4608" y="136338"/>
                    <a:pt x="14133" y="147209"/>
                    <a:pt x="14133" y="147209"/>
                  </a:cubicBezTo>
                  <a:cubicBezTo>
                    <a:pt x="14133" y="147209"/>
                    <a:pt x="16765" y="146220"/>
                    <a:pt x="20479" y="146137"/>
                  </a:cubicBezTo>
                  <a:cubicBezTo>
                    <a:pt x="20503" y="146054"/>
                    <a:pt x="20539" y="145959"/>
                    <a:pt x="20563" y="145875"/>
                  </a:cubicBezTo>
                  <a:lnTo>
                    <a:pt x="20563" y="145875"/>
                  </a:lnTo>
                  <a:cubicBezTo>
                    <a:pt x="20491" y="146340"/>
                    <a:pt x="23242" y="146363"/>
                    <a:pt x="23158" y="146816"/>
                  </a:cubicBezTo>
                  <a:cubicBezTo>
                    <a:pt x="29516" y="146220"/>
                    <a:pt x="36481" y="145875"/>
                    <a:pt x="44589" y="145697"/>
                  </a:cubicBezTo>
                  <a:cubicBezTo>
                    <a:pt x="44613" y="145625"/>
                    <a:pt x="44637" y="145554"/>
                    <a:pt x="44661" y="145494"/>
                  </a:cubicBezTo>
                  <a:cubicBezTo>
                    <a:pt x="45090" y="145494"/>
                    <a:pt x="45530" y="145494"/>
                    <a:pt x="45959" y="145482"/>
                  </a:cubicBezTo>
                  <a:cubicBezTo>
                    <a:pt x="45959" y="145542"/>
                    <a:pt x="45959" y="145601"/>
                    <a:pt x="45959" y="145661"/>
                  </a:cubicBezTo>
                  <a:cubicBezTo>
                    <a:pt x="46173" y="145661"/>
                    <a:pt x="46387" y="145661"/>
                    <a:pt x="46602" y="145649"/>
                  </a:cubicBezTo>
                  <a:cubicBezTo>
                    <a:pt x="46637" y="145601"/>
                    <a:pt x="46661" y="145542"/>
                    <a:pt x="46685" y="145482"/>
                  </a:cubicBezTo>
                  <a:cubicBezTo>
                    <a:pt x="47197" y="145482"/>
                    <a:pt x="47709" y="145482"/>
                    <a:pt x="48221" y="145494"/>
                  </a:cubicBezTo>
                  <a:cubicBezTo>
                    <a:pt x="48221" y="145530"/>
                    <a:pt x="48221" y="145578"/>
                    <a:pt x="48221" y="145625"/>
                  </a:cubicBezTo>
                  <a:cubicBezTo>
                    <a:pt x="50912" y="145578"/>
                    <a:pt x="53900" y="145542"/>
                    <a:pt x="57031" y="145518"/>
                  </a:cubicBezTo>
                  <a:cubicBezTo>
                    <a:pt x="59651" y="145542"/>
                    <a:pt x="62151" y="145566"/>
                    <a:pt x="64461" y="145601"/>
                  </a:cubicBezTo>
                  <a:cubicBezTo>
                    <a:pt x="64461" y="145566"/>
                    <a:pt x="64461" y="145530"/>
                    <a:pt x="64461" y="145494"/>
                  </a:cubicBezTo>
                  <a:cubicBezTo>
                    <a:pt x="65592" y="145488"/>
                    <a:pt x="66726" y="145485"/>
                    <a:pt x="67860" y="145485"/>
                  </a:cubicBezTo>
                  <a:cubicBezTo>
                    <a:pt x="68994" y="145485"/>
                    <a:pt x="70128" y="145488"/>
                    <a:pt x="71259" y="145494"/>
                  </a:cubicBezTo>
                  <a:cubicBezTo>
                    <a:pt x="71402" y="145578"/>
                    <a:pt x="71545" y="145661"/>
                    <a:pt x="71700" y="145744"/>
                  </a:cubicBezTo>
                  <a:cubicBezTo>
                    <a:pt x="78891" y="145947"/>
                    <a:pt x="85190" y="146268"/>
                    <a:pt x="90976" y="146816"/>
                  </a:cubicBezTo>
                  <a:cubicBezTo>
                    <a:pt x="90845" y="146054"/>
                    <a:pt x="90714" y="145256"/>
                    <a:pt x="90595" y="144435"/>
                  </a:cubicBezTo>
                  <a:lnTo>
                    <a:pt x="90595" y="144435"/>
                  </a:lnTo>
                  <a:cubicBezTo>
                    <a:pt x="91429" y="144792"/>
                    <a:pt x="92191" y="145304"/>
                    <a:pt x="92976" y="145744"/>
                  </a:cubicBezTo>
                  <a:cubicBezTo>
                    <a:pt x="96596" y="145851"/>
                    <a:pt x="99989" y="145982"/>
                    <a:pt x="103204" y="146161"/>
                  </a:cubicBezTo>
                  <a:cubicBezTo>
                    <a:pt x="103156" y="146375"/>
                    <a:pt x="103121" y="146601"/>
                    <a:pt x="103085" y="146828"/>
                  </a:cubicBezTo>
                  <a:cubicBezTo>
                    <a:pt x="104573" y="146685"/>
                    <a:pt x="106109" y="146554"/>
                    <a:pt x="107669" y="146447"/>
                  </a:cubicBezTo>
                  <a:cubicBezTo>
                    <a:pt x="109240" y="146554"/>
                    <a:pt x="110764" y="146685"/>
                    <a:pt x="112265" y="146828"/>
                  </a:cubicBezTo>
                  <a:cubicBezTo>
                    <a:pt x="112217" y="146601"/>
                    <a:pt x="112181" y="146375"/>
                    <a:pt x="112146" y="146161"/>
                  </a:cubicBezTo>
                  <a:cubicBezTo>
                    <a:pt x="115979" y="145947"/>
                    <a:pt x="120075" y="145792"/>
                    <a:pt x="124504" y="145697"/>
                  </a:cubicBezTo>
                  <a:cubicBezTo>
                    <a:pt x="125022" y="144156"/>
                    <a:pt x="125413" y="143165"/>
                    <a:pt x="125645" y="143165"/>
                  </a:cubicBezTo>
                  <a:cubicBezTo>
                    <a:pt x="125846" y="143165"/>
                    <a:pt x="125929" y="143902"/>
                    <a:pt x="125873" y="145661"/>
                  </a:cubicBezTo>
                  <a:cubicBezTo>
                    <a:pt x="126100" y="145661"/>
                    <a:pt x="126302" y="145661"/>
                    <a:pt x="126528" y="145649"/>
                  </a:cubicBezTo>
                  <a:cubicBezTo>
                    <a:pt x="127181" y="144357"/>
                    <a:pt x="127670" y="143321"/>
                    <a:pt x="127939" y="143321"/>
                  </a:cubicBezTo>
                  <a:cubicBezTo>
                    <a:pt x="128150" y="143321"/>
                    <a:pt x="128225" y="143963"/>
                    <a:pt x="128136" y="145625"/>
                  </a:cubicBezTo>
                  <a:cubicBezTo>
                    <a:pt x="130541" y="145589"/>
                    <a:pt x="133184" y="145554"/>
                    <a:pt x="135946" y="145530"/>
                  </a:cubicBezTo>
                  <a:cubicBezTo>
                    <a:pt x="138720" y="145554"/>
                    <a:pt x="141352" y="145589"/>
                    <a:pt x="143757" y="145625"/>
                  </a:cubicBezTo>
                  <a:cubicBezTo>
                    <a:pt x="143667" y="143963"/>
                    <a:pt x="143745" y="143321"/>
                    <a:pt x="143959" y="143321"/>
                  </a:cubicBezTo>
                  <a:cubicBezTo>
                    <a:pt x="144230" y="143321"/>
                    <a:pt x="144723" y="144357"/>
                    <a:pt x="145376" y="145649"/>
                  </a:cubicBezTo>
                  <a:cubicBezTo>
                    <a:pt x="145590" y="145661"/>
                    <a:pt x="145804" y="145661"/>
                    <a:pt x="146019" y="145661"/>
                  </a:cubicBezTo>
                  <a:cubicBezTo>
                    <a:pt x="145964" y="143902"/>
                    <a:pt x="146046" y="143165"/>
                    <a:pt x="146247" y="143165"/>
                  </a:cubicBezTo>
                  <a:cubicBezTo>
                    <a:pt x="146479" y="143165"/>
                    <a:pt x="146870" y="144156"/>
                    <a:pt x="147388" y="145697"/>
                  </a:cubicBezTo>
                  <a:cubicBezTo>
                    <a:pt x="151817" y="145792"/>
                    <a:pt x="155913" y="145947"/>
                    <a:pt x="159759" y="146161"/>
                  </a:cubicBezTo>
                  <a:cubicBezTo>
                    <a:pt x="159711" y="146375"/>
                    <a:pt x="159675" y="146601"/>
                    <a:pt x="159640" y="146828"/>
                  </a:cubicBezTo>
                  <a:cubicBezTo>
                    <a:pt x="161128" y="146685"/>
                    <a:pt x="162664" y="146554"/>
                    <a:pt x="164223" y="146447"/>
                  </a:cubicBezTo>
                  <a:cubicBezTo>
                    <a:pt x="165795" y="146554"/>
                    <a:pt x="167319" y="146685"/>
                    <a:pt x="168819" y="146828"/>
                  </a:cubicBezTo>
                  <a:cubicBezTo>
                    <a:pt x="168772" y="146601"/>
                    <a:pt x="168736" y="146375"/>
                    <a:pt x="168700" y="146161"/>
                  </a:cubicBezTo>
                  <a:cubicBezTo>
                    <a:pt x="171915" y="145982"/>
                    <a:pt x="175296" y="145851"/>
                    <a:pt x="178916" y="145744"/>
                  </a:cubicBezTo>
                  <a:cubicBezTo>
                    <a:pt x="179702" y="145304"/>
                    <a:pt x="180464" y="144792"/>
                    <a:pt x="181309" y="144435"/>
                  </a:cubicBezTo>
                  <a:lnTo>
                    <a:pt x="181309" y="144435"/>
                  </a:lnTo>
                  <a:cubicBezTo>
                    <a:pt x="181190" y="145256"/>
                    <a:pt x="181059" y="146054"/>
                    <a:pt x="180916" y="146816"/>
                  </a:cubicBezTo>
                  <a:cubicBezTo>
                    <a:pt x="186714" y="146268"/>
                    <a:pt x="193001" y="145947"/>
                    <a:pt x="200204" y="145744"/>
                  </a:cubicBezTo>
                  <a:cubicBezTo>
                    <a:pt x="200347" y="145661"/>
                    <a:pt x="200490" y="145578"/>
                    <a:pt x="200645" y="145494"/>
                  </a:cubicBezTo>
                  <a:cubicBezTo>
                    <a:pt x="201770" y="145488"/>
                    <a:pt x="202904" y="145485"/>
                    <a:pt x="204039" y="145485"/>
                  </a:cubicBezTo>
                  <a:cubicBezTo>
                    <a:pt x="205175" y="145485"/>
                    <a:pt x="206312" y="145488"/>
                    <a:pt x="207443" y="145494"/>
                  </a:cubicBezTo>
                  <a:cubicBezTo>
                    <a:pt x="207443" y="145530"/>
                    <a:pt x="207443" y="145566"/>
                    <a:pt x="207431" y="145601"/>
                  </a:cubicBezTo>
                  <a:cubicBezTo>
                    <a:pt x="209741" y="145566"/>
                    <a:pt x="212253" y="145542"/>
                    <a:pt x="214873" y="145518"/>
                  </a:cubicBezTo>
                  <a:cubicBezTo>
                    <a:pt x="218004" y="145542"/>
                    <a:pt x="220981" y="145578"/>
                    <a:pt x="223683" y="145625"/>
                  </a:cubicBezTo>
                  <a:cubicBezTo>
                    <a:pt x="223671" y="145578"/>
                    <a:pt x="223671" y="145530"/>
                    <a:pt x="223671" y="145494"/>
                  </a:cubicBezTo>
                  <a:cubicBezTo>
                    <a:pt x="224183" y="145494"/>
                    <a:pt x="224695" y="145482"/>
                    <a:pt x="225207" y="145482"/>
                  </a:cubicBezTo>
                  <a:cubicBezTo>
                    <a:pt x="225243" y="145542"/>
                    <a:pt x="225267" y="145601"/>
                    <a:pt x="225291" y="145649"/>
                  </a:cubicBezTo>
                  <a:cubicBezTo>
                    <a:pt x="225517" y="145661"/>
                    <a:pt x="225731" y="145661"/>
                    <a:pt x="225945" y="145661"/>
                  </a:cubicBezTo>
                  <a:cubicBezTo>
                    <a:pt x="225945" y="145601"/>
                    <a:pt x="225934" y="145542"/>
                    <a:pt x="225934" y="145482"/>
                  </a:cubicBezTo>
                  <a:cubicBezTo>
                    <a:pt x="226374" y="145482"/>
                    <a:pt x="226803" y="145482"/>
                    <a:pt x="227243" y="145494"/>
                  </a:cubicBezTo>
                  <a:cubicBezTo>
                    <a:pt x="227267" y="145554"/>
                    <a:pt x="227291" y="145625"/>
                    <a:pt x="227315" y="145697"/>
                  </a:cubicBezTo>
                  <a:cubicBezTo>
                    <a:pt x="235411" y="145875"/>
                    <a:pt x="242376" y="146220"/>
                    <a:pt x="248734" y="146816"/>
                  </a:cubicBezTo>
                  <a:cubicBezTo>
                    <a:pt x="248651" y="146363"/>
                    <a:pt x="248579" y="145899"/>
                    <a:pt x="248508" y="145423"/>
                  </a:cubicBezTo>
                  <a:lnTo>
                    <a:pt x="248508" y="145423"/>
                  </a:lnTo>
                  <a:cubicBezTo>
                    <a:pt x="248532" y="145506"/>
                    <a:pt x="248567" y="145601"/>
                    <a:pt x="248591" y="145697"/>
                  </a:cubicBezTo>
                  <a:cubicBezTo>
                    <a:pt x="256699" y="145875"/>
                    <a:pt x="263664" y="146220"/>
                    <a:pt x="270022" y="146816"/>
                  </a:cubicBezTo>
                  <a:cubicBezTo>
                    <a:pt x="268463" y="138065"/>
                    <a:pt x="268082" y="126123"/>
                    <a:pt x="268606" y="114598"/>
                  </a:cubicBezTo>
                  <a:cubicBezTo>
                    <a:pt x="267939" y="114478"/>
                    <a:pt x="263926" y="114038"/>
                    <a:pt x="266462" y="113466"/>
                  </a:cubicBezTo>
                  <a:cubicBezTo>
                    <a:pt x="266546" y="113288"/>
                    <a:pt x="266808" y="113347"/>
                    <a:pt x="266974" y="113312"/>
                  </a:cubicBezTo>
                  <a:cubicBezTo>
                    <a:pt x="267105" y="113205"/>
                    <a:pt x="267236" y="113109"/>
                    <a:pt x="267367" y="113002"/>
                  </a:cubicBezTo>
                  <a:cubicBezTo>
                    <a:pt x="267391" y="112954"/>
                    <a:pt x="267403" y="112919"/>
                    <a:pt x="267415" y="112871"/>
                  </a:cubicBezTo>
                  <a:cubicBezTo>
                    <a:pt x="258878" y="111740"/>
                    <a:pt x="264557" y="111323"/>
                    <a:pt x="268856" y="110121"/>
                  </a:cubicBezTo>
                  <a:cubicBezTo>
                    <a:pt x="268951" y="108668"/>
                    <a:pt x="269070" y="107228"/>
                    <a:pt x="269189" y="105811"/>
                  </a:cubicBezTo>
                  <a:cubicBezTo>
                    <a:pt x="269463" y="105846"/>
                    <a:pt x="269749" y="105870"/>
                    <a:pt x="270022" y="105894"/>
                  </a:cubicBezTo>
                  <a:cubicBezTo>
                    <a:pt x="269832" y="104834"/>
                    <a:pt x="269653" y="103727"/>
                    <a:pt x="269510" y="102584"/>
                  </a:cubicBezTo>
                  <a:cubicBezTo>
                    <a:pt x="270094" y="97036"/>
                    <a:pt x="270903" y="91940"/>
                    <a:pt x="271904" y="87809"/>
                  </a:cubicBezTo>
                  <a:lnTo>
                    <a:pt x="271904" y="87809"/>
                  </a:lnTo>
                  <a:cubicBezTo>
                    <a:pt x="270725" y="87928"/>
                    <a:pt x="269570" y="88047"/>
                    <a:pt x="268451" y="88154"/>
                  </a:cubicBezTo>
                  <a:cubicBezTo>
                    <a:pt x="268320" y="83427"/>
                    <a:pt x="268379" y="78510"/>
                    <a:pt x="268606" y="73664"/>
                  </a:cubicBezTo>
                  <a:cubicBezTo>
                    <a:pt x="267939" y="73557"/>
                    <a:pt x="263926" y="73104"/>
                    <a:pt x="266462" y="72545"/>
                  </a:cubicBezTo>
                  <a:cubicBezTo>
                    <a:pt x="266546" y="72366"/>
                    <a:pt x="266808" y="72426"/>
                    <a:pt x="266974" y="72390"/>
                  </a:cubicBezTo>
                  <a:cubicBezTo>
                    <a:pt x="267105" y="72283"/>
                    <a:pt x="267236" y="72176"/>
                    <a:pt x="267367" y="72069"/>
                  </a:cubicBezTo>
                  <a:cubicBezTo>
                    <a:pt x="267391" y="72033"/>
                    <a:pt x="267403" y="71985"/>
                    <a:pt x="267415" y="71949"/>
                  </a:cubicBezTo>
                  <a:cubicBezTo>
                    <a:pt x="258878" y="70818"/>
                    <a:pt x="264557" y="70402"/>
                    <a:pt x="268856" y="69199"/>
                  </a:cubicBezTo>
                  <a:cubicBezTo>
                    <a:pt x="269415" y="60770"/>
                    <a:pt x="270463" y="52840"/>
                    <a:pt x="271904" y="46875"/>
                  </a:cubicBezTo>
                  <a:lnTo>
                    <a:pt x="271904" y="46875"/>
                  </a:lnTo>
                  <a:cubicBezTo>
                    <a:pt x="270606" y="47006"/>
                    <a:pt x="269344" y="47137"/>
                    <a:pt x="268105" y="47256"/>
                  </a:cubicBezTo>
                  <a:cubicBezTo>
                    <a:pt x="267713" y="40803"/>
                    <a:pt x="267689" y="33719"/>
                    <a:pt x="268010" y="26789"/>
                  </a:cubicBezTo>
                  <a:cubicBezTo>
                    <a:pt x="267343" y="26670"/>
                    <a:pt x="263331" y="26230"/>
                    <a:pt x="265867" y="25658"/>
                  </a:cubicBezTo>
                  <a:cubicBezTo>
                    <a:pt x="265950" y="25479"/>
                    <a:pt x="266212" y="25539"/>
                    <a:pt x="266379" y="25503"/>
                  </a:cubicBezTo>
                  <a:cubicBezTo>
                    <a:pt x="266510" y="25396"/>
                    <a:pt x="266641" y="25301"/>
                    <a:pt x="266772" y="25194"/>
                  </a:cubicBezTo>
                  <a:cubicBezTo>
                    <a:pt x="266796" y="25146"/>
                    <a:pt x="266808" y="25110"/>
                    <a:pt x="266820" y="25063"/>
                  </a:cubicBezTo>
                  <a:cubicBezTo>
                    <a:pt x="258283" y="23932"/>
                    <a:pt x="263962" y="23515"/>
                    <a:pt x="268260" y="22312"/>
                  </a:cubicBezTo>
                  <a:cubicBezTo>
                    <a:pt x="268415" y="19919"/>
                    <a:pt x="268856" y="15300"/>
                    <a:pt x="268856" y="15300"/>
                  </a:cubicBezTo>
                  <a:lnTo>
                    <a:pt x="254901" y="1453"/>
                  </a:lnTo>
                  <a:cubicBezTo>
                    <a:pt x="254901" y="1453"/>
                    <a:pt x="251413" y="1679"/>
                    <a:pt x="249615" y="1774"/>
                  </a:cubicBezTo>
                  <a:cubicBezTo>
                    <a:pt x="249746" y="1167"/>
                    <a:pt x="249889" y="572"/>
                    <a:pt x="250020" y="0"/>
                  </a:cubicBezTo>
                  <a:lnTo>
                    <a:pt x="250020" y="0"/>
                  </a:lnTo>
                  <a:cubicBezTo>
                    <a:pt x="240828" y="929"/>
                    <a:pt x="233577" y="1572"/>
                    <a:pt x="225017" y="1929"/>
                  </a:cubicBezTo>
                  <a:cubicBezTo>
                    <a:pt x="224814" y="2179"/>
                    <a:pt x="224600" y="2441"/>
                    <a:pt x="224386" y="2715"/>
                  </a:cubicBezTo>
                  <a:cubicBezTo>
                    <a:pt x="223731" y="2953"/>
                    <a:pt x="223112" y="3274"/>
                    <a:pt x="222647" y="3751"/>
                  </a:cubicBezTo>
                  <a:cubicBezTo>
                    <a:pt x="222755" y="3346"/>
                    <a:pt x="222945" y="2774"/>
                    <a:pt x="223219" y="2000"/>
                  </a:cubicBezTo>
                  <a:cubicBezTo>
                    <a:pt x="223094" y="1992"/>
                    <a:pt x="222968" y="1988"/>
                    <a:pt x="222843" y="1988"/>
                  </a:cubicBezTo>
                  <a:cubicBezTo>
                    <a:pt x="221740" y="1988"/>
                    <a:pt x="220632" y="2285"/>
                    <a:pt x="219537" y="2285"/>
                  </a:cubicBezTo>
                  <a:cubicBezTo>
                    <a:pt x="219371" y="2285"/>
                    <a:pt x="219205" y="2278"/>
                    <a:pt x="219040" y="2262"/>
                  </a:cubicBezTo>
                  <a:cubicBezTo>
                    <a:pt x="218567" y="2506"/>
                    <a:pt x="218202" y="2952"/>
                    <a:pt x="217926" y="2952"/>
                  </a:cubicBezTo>
                  <a:cubicBezTo>
                    <a:pt x="217744" y="2952"/>
                    <a:pt x="217601" y="2757"/>
                    <a:pt x="217492" y="2179"/>
                  </a:cubicBezTo>
                  <a:cubicBezTo>
                    <a:pt x="216420" y="2203"/>
                    <a:pt x="215337" y="2227"/>
                    <a:pt x="214218" y="2239"/>
                  </a:cubicBezTo>
                  <a:cubicBezTo>
                    <a:pt x="210515" y="2179"/>
                    <a:pt x="207169" y="2084"/>
                    <a:pt x="204002" y="1965"/>
                  </a:cubicBezTo>
                  <a:cubicBezTo>
                    <a:pt x="203967" y="2131"/>
                    <a:pt x="203943" y="2298"/>
                    <a:pt x="203919" y="2453"/>
                  </a:cubicBezTo>
                  <a:cubicBezTo>
                    <a:pt x="203550" y="2560"/>
                    <a:pt x="203181" y="2679"/>
                    <a:pt x="202824" y="2822"/>
                  </a:cubicBezTo>
                  <a:cubicBezTo>
                    <a:pt x="202776" y="2548"/>
                    <a:pt x="202728" y="2239"/>
                    <a:pt x="202681" y="1905"/>
                  </a:cubicBezTo>
                  <a:cubicBezTo>
                    <a:pt x="194453" y="1524"/>
                    <a:pt x="187357" y="905"/>
                    <a:pt x="178440" y="0"/>
                  </a:cubicBezTo>
                  <a:lnTo>
                    <a:pt x="178440" y="0"/>
                  </a:lnTo>
                  <a:cubicBezTo>
                    <a:pt x="178582" y="572"/>
                    <a:pt x="178713" y="1167"/>
                    <a:pt x="178844" y="1774"/>
                  </a:cubicBezTo>
                  <a:cubicBezTo>
                    <a:pt x="175773" y="1607"/>
                    <a:pt x="172832" y="1417"/>
                    <a:pt x="169831" y="1179"/>
                  </a:cubicBezTo>
                  <a:cubicBezTo>
                    <a:pt x="169927" y="774"/>
                    <a:pt x="170010" y="381"/>
                    <a:pt x="170105" y="0"/>
                  </a:cubicBezTo>
                  <a:lnTo>
                    <a:pt x="170105" y="0"/>
                  </a:lnTo>
                  <a:cubicBezTo>
                    <a:pt x="167843" y="226"/>
                    <a:pt x="165700" y="441"/>
                    <a:pt x="163628" y="631"/>
                  </a:cubicBezTo>
                  <a:cubicBezTo>
                    <a:pt x="161556" y="441"/>
                    <a:pt x="159413" y="226"/>
                    <a:pt x="157163" y="0"/>
                  </a:cubicBezTo>
                  <a:lnTo>
                    <a:pt x="157163" y="0"/>
                  </a:lnTo>
                  <a:cubicBezTo>
                    <a:pt x="157246" y="381"/>
                    <a:pt x="157342" y="774"/>
                    <a:pt x="157425" y="1179"/>
                  </a:cubicBezTo>
                  <a:cubicBezTo>
                    <a:pt x="153377" y="1500"/>
                    <a:pt x="149400" y="1750"/>
                    <a:pt x="145102" y="1929"/>
                  </a:cubicBezTo>
                  <a:cubicBezTo>
                    <a:pt x="144154" y="3043"/>
                    <a:pt x="143049" y="4616"/>
                    <a:pt x="142712" y="4616"/>
                  </a:cubicBezTo>
                  <a:cubicBezTo>
                    <a:pt x="142491" y="4616"/>
                    <a:pt x="142601" y="3936"/>
                    <a:pt x="143304" y="2000"/>
                  </a:cubicBezTo>
                  <a:cubicBezTo>
                    <a:pt x="143179" y="1992"/>
                    <a:pt x="143053" y="1988"/>
                    <a:pt x="142928" y="1988"/>
                  </a:cubicBezTo>
                  <a:cubicBezTo>
                    <a:pt x="141825" y="1988"/>
                    <a:pt x="140718" y="2285"/>
                    <a:pt x="139622" y="2285"/>
                  </a:cubicBezTo>
                  <a:cubicBezTo>
                    <a:pt x="139456" y="2285"/>
                    <a:pt x="139290" y="2278"/>
                    <a:pt x="139125" y="2262"/>
                  </a:cubicBezTo>
                  <a:cubicBezTo>
                    <a:pt x="138780" y="2441"/>
                    <a:pt x="138494" y="2715"/>
                    <a:pt x="138256" y="2858"/>
                  </a:cubicBezTo>
                  <a:lnTo>
                    <a:pt x="138256" y="2250"/>
                  </a:lnTo>
                  <a:cubicBezTo>
                    <a:pt x="138030" y="2250"/>
                    <a:pt x="137803" y="2239"/>
                    <a:pt x="137589" y="2239"/>
                  </a:cubicBezTo>
                  <a:cubicBezTo>
                    <a:pt x="137577" y="2215"/>
                    <a:pt x="137577" y="2203"/>
                    <a:pt x="137565" y="2179"/>
                  </a:cubicBezTo>
                  <a:cubicBezTo>
                    <a:pt x="137041" y="2191"/>
                    <a:pt x="136494" y="2203"/>
                    <a:pt x="135946" y="2215"/>
                  </a:cubicBezTo>
                  <a:cubicBezTo>
                    <a:pt x="135410" y="2203"/>
                    <a:pt x="134863" y="2191"/>
                    <a:pt x="134327" y="2179"/>
                  </a:cubicBezTo>
                  <a:cubicBezTo>
                    <a:pt x="134327" y="2203"/>
                    <a:pt x="134327" y="2215"/>
                    <a:pt x="134315" y="2239"/>
                  </a:cubicBezTo>
                  <a:cubicBezTo>
                    <a:pt x="134089" y="2239"/>
                    <a:pt x="133874" y="2250"/>
                    <a:pt x="133648" y="2250"/>
                  </a:cubicBezTo>
                  <a:lnTo>
                    <a:pt x="133648" y="2858"/>
                  </a:lnTo>
                  <a:cubicBezTo>
                    <a:pt x="133410" y="2715"/>
                    <a:pt x="133124" y="2441"/>
                    <a:pt x="132779" y="2262"/>
                  </a:cubicBezTo>
                  <a:cubicBezTo>
                    <a:pt x="132604" y="2280"/>
                    <a:pt x="132429" y="2288"/>
                    <a:pt x="132254" y="2288"/>
                  </a:cubicBezTo>
                  <a:cubicBezTo>
                    <a:pt x="131165" y="2288"/>
                    <a:pt x="130064" y="1988"/>
                    <a:pt x="128968" y="1988"/>
                  </a:cubicBezTo>
                  <a:cubicBezTo>
                    <a:pt x="128845" y="1988"/>
                    <a:pt x="128723" y="1992"/>
                    <a:pt x="128600" y="2000"/>
                  </a:cubicBezTo>
                  <a:cubicBezTo>
                    <a:pt x="129303" y="3936"/>
                    <a:pt x="129413" y="4616"/>
                    <a:pt x="129192" y="4616"/>
                  </a:cubicBezTo>
                  <a:cubicBezTo>
                    <a:pt x="128855" y="4616"/>
                    <a:pt x="127750" y="3043"/>
                    <a:pt x="126802" y="1929"/>
                  </a:cubicBezTo>
                  <a:cubicBezTo>
                    <a:pt x="122492" y="1750"/>
                    <a:pt x="118527" y="1500"/>
                    <a:pt x="114467" y="1179"/>
                  </a:cubicBezTo>
                  <a:cubicBezTo>
                    <a:pt x="114562" y="774"/>
                    <a:pt x="114646" y="381"/>
                    <a:pt x="114741" y="0"/>
                  </a:cubicBezTo>
                  <a:lnTo>
                    <a:pt x="114741" y="0"/>
                  </a:lnTo>
                  <a:cubicBezTo>
                    <a:pt x="112491" y="226"/>
                    <a:pt x="110348" y="441"/>
                    <a:pt x="108276" y="631"/>
                  </a:cubicBezTo>
                  <a:cubicBezTo>
                    <a:pt x="106192" y="441"/>
                    <a:pt x="104061" y="226"/>
                    <a:pt x="101799" y="0"/>
                  </a:cubicBezTo>
                  <a:lnTo>
                    <a:pt x="101799" y="0"/>
                  </a:lnTo>
                  <a:cubicBezTo>
                    <a:pt x="101894" y="381"/>
                    <a:pt x="101978" y="774"/>
                    <a:pt x="102073" y="1179"/>
                  </a:cubicBezTo>
                  <a:cubicBezTo>
                    <a:pt x="99072" y="1417"/>
                    <a:pt x="96132" y="1607"/>
                    <a:pt x="93060" y="1774"/>
                  </a:cubicBezTo>
                  <a:cubicBezTo>
                    <a:pt x="93191" y="1167"/>
                    <a:pt x="93322" y="572"/>
                    <a:pt x="93465" y="0"/>
                  </a:cubicBezTo>
                  <a:lnTo>
                    <a:pt x="93465" y="0"/>
                  </a:lnTo>
                  <a:cubicBezTo>
                    <a:pt x="84535" y="905"/>
                    <a:pt x="77439" y="1524"/>
                    <a:pt x="69212" y="1905"/>
                  </a:cubicBezTo>
                  <a:cubicBezTo>
                    <a:pt x="69164" y="2239"/>
                    <a:pt x="69116" y="2548"/>
                    <a:pt x="69081" y="2822"/>
                  </a:cubicBezTo>
                  <a:cubicBezTo>
                    <a:pt x="68723" y="2667"/>
                    <a:pt x="68342" y="2548"/>
                    <a:pt x="67973" y="2453"/>
                  </a:cubicBezTo>
                  <a:cubicBezTo>
                    <a:pt x="67950" y="2298"/>
                    <a:pt x="67926" y="2131"/>
                    <a:pt x="67902" y="1953"/>
                  </a:cubicBezTo>
                  <a:cubicBezTo>
                    <a:pt x="64735" y="2084"/>
                    <a:pt x="61377" y="2179"/>
                    <a:pt x="57686" y="2239"/>
                  </a:cubicBezTo>
                  <a:cubicBezTo>
                    <a:pt x="56567" y="2227"/>
                    <a:pt x="55472" y="2203"/>
                    <a:pt x="54412" y="2179"/>
                  </a:cubicBezTo>
                  <a:cubicBezTo>
                    <a:pt x="54303" y="2757"/>
                    <a:pt x="54160" y="2952"/>
                    <a:pt x="53977" y="2952"/>
                  </a:cubicBezTo>
                  <a:cubicBezTo>
                    <a:pt x="53701" y="2952"/>
                    <a:pt x="53333" y="2506"/>
                    <a:pt x="52852" y="2262"/>
                  </a:cubicBezTo>
                  <a:cubicBezTo>
                    <a:pt x="52687" y="2278"/>
                    <a:pt x="52522" y="2285"/>
                    <a:pt x="52356" y="2285"/>
                  </a:cubicBezTo>
                  <a:cubicBezTo>
                    <a:pt x="51262" y="2285"/>
                    <a:pt x="50161" y="1988"/>
                    <a:pt x="49052" y="1988"/>
                  </a:cubicBezTo>
                  <a:cubicBezTo>
                    <a:pt x="48926" y="1988"/>
                    <a:pt x="48800" y="1992"/>
                    <a:pt x="48673" y="2000"/>
                  </a:cubicBezTo>
                  <a:cubicBezTo>
                    <a:pt x="48959" y="2774"/>
                    <a:pt x="49138" y="3346"/>
                    <a:pt x="49257" y="3751"/>
                  </a:cubicBezTo>
                  <a:cubicBezTo>
                    <a:pt x="48792" y="3274"/>
                    <a:pt x="48173" y="2953"/>
                    <a:pt x="47518" y="2703"/>
                  </a:cubicBezTo>
                  <a:cubicBezTo>
                    <a:pt x="47304" y="2441"/>
                    <a:pt x="47090" y="2179"/>
                    <a:pt x="46875" y="1929"/>
                  </a:cubicBezTo>
                  <a:cubicBezTo>
                    <a:pt x="38315" y="1572"/>
                    <a:pt x="31064" y="929"/>
                    <a:pt x="21872" y="0"/>
                  </a:cubicBezTo>
                  <a:lnTo>
                    <a:pt x="21872" y="0"/>
                  </a:lnTo>
                  <a:cubicBezTo>
                    <a:pt x="22015" y="572"/>
                    <a:pt x="22146" y="1167"/>
                    <a:pt x="22277" y="1774"/>
                  </a:cubicBezTo>
                  <a:cubicBezTo>
                    <a:pt x="15098" y="1393"/>
                    <a:pt x="8573" y="810"/>
                    <a:pt x="5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67"/>
            <p:cNvSpPr/>
            <p:nvPr/>
          </p:nvSpPr>
          <p:spPr>
            <a:xfrm>
              <a:off x="283950" y="193150"/>
              <a:ext cx="8615526" cy="4752359"/>
            </a:xfrm>
            <a:custGeom>
              <a:rect b="b" l="l" r="r" t="t"/>
              <a:pathLst>
                <a:path extrusionOk="0" h="146757" w="269046">
                  <a:moveTo>
                    <a:pt x="21241" y="131"/>
                  </a:moveTo>
                  <a:cubicBezTo>
                    <a:pt x="20884" y="346"/>
                    <a:pt x="20527" y="572"/>
                    <a:pt x="20170" y="798"/>
                  </a:cubicBezTo>
                  <a:cubicBezTo>
                    <a:pt x="20217" y="953"/>
                    <a:pt x="20253" y="1120"/>
                    <a:pt x="20289" y="1286"/>
                  </a:cubicBezTo>
                  <a:cubicBezTo>
                    <a:pt x="20860" y="929"/>
                    <a:pt x="21432" y="560"/>
                    <a:pt x="22015" y="203"/>
                  </a:cubicBezTo>
                  <a:cubicBezTo>
                    <a:pt x="21753" y="179"/>
                    <a:pt x="21503" y="155"/>
                    <a:pt x="21241" y="131"/>
                  </a:cubicBezTo>
                  <a:close/>
                  <a:moveTo>
                    <a:pt x="18777" y="1691"/>
                  </a:moveTo>
                  <a:cubicBezTo>
                    <a:pt x="18515" y="1858"/>
                    <a:pt x="18265" y="2012"/>
                    <a:pt x="18015" y="2179"/>
                  </a:cubicBezTo>
                  <a:cubicBezTo>
                    <a:pt x="11788" y="6263"/>
                    <a:pt x="6156" y="10644"/>
                    <a:pt x="1155" y="15252"/>
                  </a:cubicBezTo>
                  <a:cubicBezTo>
                    <a:pt x="1179" y="15455"/>
                    <a:pt x="1203" y="15657"/>
                    <a:pt x="1215" y="15848"/>
                  </a:cubicBezTo>
                  <a:cubicBezTo>
                    <a:pt x="6263" y="11156"/>
                    <a:pt x="11966" y="6727"/>
                    <a:pt x="18277" y="2584"/>
                  </a:cubicBezTo>
                  <a:cubicBezTo>
                    <a:pt x="18705" y="2298"/>
                    <a:pt x="19146" y="2012"/>
                    <a:pt x="19574" y="1739"/>
                  </a:cubicBezTo>
                  <a:cubicBezTo>
                    <a:pt x="19312" y="1727"/>
                    <a:pt x="19039" y="1703"/>
                    <a:pt x="18777" y="1691"/>
                  </a:cubicBezTo>
                  <a:close/>
                  <a:moveTo>
                    <a:pt x="257199" y="5608"/>
                  </a:moveTo>
                  <a:cubicBezTo>
                    <a:pt x="259819" y="11180"/>
                    <a:pt x="262128" y="16943"/>
                    <a:pt x="264105" y="22884"/>
                  </a:cubicBezTo>
                  <a:cubicBezTo>
                    <a:pt x="264307" y="22836"/>
                    <a:pt x="264522" y="22789"/>
                    <a:pt x="264736" y="22741"/>
                  </a:cubicBezTo>
                  <a:cubicBezTo>
                    <a:pt x="262950" y="17360"/>
                    <a:pt x="260890" y="12085"/>
                    <a:pt x="258557" y="6942"/>
                  </a:cubicBezTo>
                  <a:lnTo>
                    <a:pt x="257199" y="5608"/>
                  </a:lnTo>
                  <a:close/>
                  <a:moveTo>
                    <a:pt x="234685" y="1239"/>
                  </a:moveTo>
                  <a:cubicBezTo>
                    <a:pt x="234423" y="1262"/>
                    <a:pt x="234149" y="1286"/>
                    <a:pt x="233887" y="1298"/>
                  </a:cubicBezTo>
                  <a:cubicBezTo>
                    <a:pt x="234554" y="1727"/>
                    <a:pt x="235220" y="2143"/>
                    <a:pt x="235875" y="2584"/>
                  </a:cubicBezTo>
                  <a:cubicBezTo>
                    <a:pt x="245662" y="9001"/>
                    <a:pt x="253961" y="16145"/>
                    <a:pt x="260676" y="23813"/>
                  </a:cubicBezTo>
                  <a:cubicBezTo>
                    <a:pt x="260783" y="23741"/>
                    <a:pt x="260938" y="23682"/>
                    <a:pt x="261140" y="23610"/>
                  </a:cubicBezTo>
                  <a:cubicBezTo>
                    <a:pt x="254377" y="15871"/>
                    <a:pt x="246007" y="8656"/>
                    <a:pt x="236137" y="2179"/>
                  </a:cubicBezTo>
                  <a:cubicBezTo>
                    <a:pt x="235649" y="1870"/>
                    <a:pt x="235173" y="1548"/>
                    <a:pt x="234685" y="1239"/>
                  </a:cubicBezTo>
                  <a:close/>
                  <a:moveTo>
                    <a:pt x="264807" y="25051"/>
                  </a:moveTo>
                  <a:lnTo>
                    <a:pt x="264867" y="25218"/>
                  </a:lnTo>
                  <a:cubicBezTo>
                    <a:pt x="264879" y="25218"/>
                    <a:pt x="264879" y="25206"/>
                    <a:pt x="264891" y="25194"/>
                  </a:cubicBezTo>
                  <a:cubicBezTo>
                    <a:pt x="264914" y="25158"/>
                    <a:pt x="264926" y="25111"/>
                    <a:pt x="264938" y="25075"/>
                  </a:cubicBezTo>
                  <a:cubicBezTo>
                    <a:pt x="264891" y="25063"/>
                    <a:pt x="264855" y="25063"/>
                    <a:pt x="264807" y="25051"/>
                  </a:cubicBezTo>
                  <a:close/>
                  <a:moveTo>
                    <a:pt x="265319" y="26670"/>
                  </a:moveTo>
                  <a:lnTo>
                    <a:pt x="265319" y="26670"/>
                  </a:lnTo>
                  <a:cubicBezTo>
                    <a:pt x="265557" y="27480"/>
                    <a:pt x="265807" y="28290"/>
                    <a:pt x="266034" y="29099"/>
                  </a:cubicBezTo>
                  <a:cubicBezTo>
                    <a:pt x="266057" y="28444"/>
                    <a:pt x="266081" y="27789"/>
                    <a:pt x="266117" y="27135"/>
                  </a:cubicBezTo>
                  <a:cubicBezTo>
                    <a:pt x="266081" y="27016"/>
                    <a:pt x="266046" y="26896"/>
                    <a:pt x="266010" y="26777"/>
                  </a:cubicBezTo>
                  <a:cubicBezTo>
                    <a:pt x="265843" y="26754"/>
                    <a:pt x="265593" y="26718"/>
                    <a:pt x="265319" y="26670"/>
                  </a:cubicBezTo>
                  <a:close/>
                  <a:moveTo>
                    <a:pt x="261188" y="24408"/>
                  </a:moveTo>
                  <a:lnTo>
                    <a:pt x="261188" y="24408"/>
                  </a:lnTo>
                  <a:cubicBezTo>
                    <a:pt x="262902" y="26396"/>
                    <a:pt x="264498" y="28409"/>
                    <a:pt x="265998" y="30456"/>
                  </a:cubicBezTo>
                  <a:cubicBezTo>
                    <a:pt x="265998" y="30195"/>
                    <a:pt x="266010" y="29944"/>
                    <a:pt x="266022" y="29683"/>
                  </a:cubicBezTo>
                  <a:cubicBezTo>
                    <a:pt x="265153" y="28516"/>
                    <a:pt x="264260" y="27361"/>
                    <a:pt x="263331" y="26218"/>
                  </a:cubicBezTo>
                  <a:cubicBezTo>
                    <a:pt x="263200" y="26158"/>
                    <a:pt x="263140" y="26087"/>
                    <a:pt x="263164" y="26015"/>
                  </a:cubicBezTo>
                  <a:cubicBezTo>
                    <a:pt x="262771" y="25539"/>
                    <a:pt x="262378" y="25075"/>
                    <a:pt x="261986" y="24599"/>
                  </a:cubicBezTo>
                  <a:cubicBezTo>
                    <a:pt x="261664" y="24539"/>
                    <a:pt x="261402" y="24468"/>
                    <a:pt x="261188" y="24408"/>
                  </a:cubicBezTo>
                  <a:close/>
                  <a:moveTo>
                    <a:pt x="127076" y="17431"/>
                  </a:moveTo>
                  <a:cubicBezTo>
                    <a:pt x="133339" y="17431"/>
                    <a:pt x="139506" y="17574"/>
                    <a:pt x="145578" y="17848"/>
                  </a:cubicBezTo>
                  <a:cubicBezTo>
                    <a:pt x="146150" y="29278"/>
                    <a:pt x="146554" y="41363"/>
                    <a:pt x="146769" y="53924"/>
                  </a:cubicBezTo>
                  <a:cubicBezTo>
                    <a:pt x="140292" y="53816"/>
                    <a:pt x="133720" y="53769"/>
                    <a:pt x="127076" y="53769"/>
                  </a:cubicBezTo>
                  <a:cubicBezTo>
                    <a:pt x="120432" y="53769"/>
                    <a:pt x="113860" y="53816"/>
                    <a:pt x="107371" y="53924"/>
                  </a:cubicBezTo>
                  <a:cubicBezTo>
                    <a:pt x="107585" y="41363"/>
                    <a:pt x="107990" y="29278"/>
                    <a:pt x="108562" y="17848"/>
                  </a:cubicBezTo>
                  <a:cubicBezTo>
                    <a:pt x="114634" y="17574"/>
                    <a:pt x="120813" y="17431"/>
                    <a:pt x="127076" y="17431"/>
                  </a:cubicBezTo>
                  <a:close/>
                  <a:moveTo>
                    <a:pt x="108359" y="17848"/>
                  </a:moveTo>
                  <a:cubicBezTo>
                    <a:pt x="107776" y="29385"/>
                    <a:pt x="107371" y="41482"/>
                    <a:pt x="107169" y="53924"/>
                  </a:cubicBezTo>
                  <a:cubicBezTo>
                    <a:pt x="94727" y="54138"/>
                    <a:pt x="82630" y="54531"/>
                    <a:pt x="71093" y="55114"/>
                  </a:cubicBezTo>
                  <a:cubicBezTo>
                    <a:pt x="71617" y="43244"/>
                    <a:pt x="72640" y="31766"/>
                    <a:pt x="74117" y="20872"/>
                  </a:cubicBezTo>
                  <a:cubicBezTo>
                    <a:pt x="85011" y="19407"/>
                    <a:pt x="96477" y="18384"/>
                    <a:pt x="108359" y="17848"/>
                  </a:cubicBezTo>
                  <a:close/>
                  <a:moveTo>
                    <a:pt x="145792" y="17860"/>
                  </a:moveTo>
                  <a:lnTo>
                    <a:pt x="145792" y="17860"/>
                  </a:lnTo>
                  <a:cubicBezTo>
                    <a:pt x="157675" y="18384"/>
                    <a:pt x="169141" y="19407"/>
                    <a:pt x="180035" y="20884"/>
                  </a:cubicBezTo>
                  <a:cubicBezTo>
                    <a:pt x="181499" y="31766"/>
                    <a:pt x="182523" y="43244"/>
                    <a:pt x="183059" y="55114"/>
                  </a:cubicBezTo>
                  <a:cubicBezTo>
                    <a:pt x="171522" y="54531"/>
                    <a:pt x="159425" y="54138"/>
                    <a:pt x="146983" y="53924"/>
                  </a:cubicBezTo>
                  <a:cubicBezTo>
                    <a:pt x="146781" y="41482"/>
                    <a:pt x="146376" y="29385"/>
                    <a:pt x="145792" y="17860"/>
                  </a:cubicBezTo>
                  <a:close/>
                  <a:moveTo>
                    <a:pt x="73724" y="20931"/>
                  </a:moveTo>
                  <a:lnTo>
                    <a:pt x="73724" y="20931"/>
                  </a:lnTo>
                  <a:cubicBezTo>
                    <a:pt x="72259" y="31909"/>
                    <a:pt x="71247" y="43375"/>
                    <a:pt x="70724" y="55138"/>
                  </a:cubicBezTo>
                  <a:cubicBezTo>
                    <a:pt x="54805" y="55948"/>
                    <a:pt x="39958" y="57103"/>
                    <a:pt x="26742" y="58579"/>
                  </a:cubicBezTo>
                  <a:cubicBezTo>
                    <a:pt x="27373" y="48816"/>
                    <a:pt x="28599" y="39255"/>
                    <a:pt x="30397" y="29992"/>
                  </a:cubicBezTo>
                  <a:cubicBezTo>
                    <a:pt x="43292" y="26158"/>
                    <a:pt x="57901" y="23086"/>
                    <a:pt x="73724" y="20931"/>
                  </a:cubicBezTo>
                  <a:close/>
                  <a:moveTo>
                    <a:pt x="180416" y="20931"/>
                  </a:moveTo>
                  <a:lnTo>
                    <a:pt x="180416" y="20931"/>
                  </a:lnTo>
                  <a:cubicBezTo>
                    <a:pt x="196251" y="23086"/>
                    <a:pt x="210860" y="26170"/>
                    <a:pt x="223755" y="29992"/>
                  </a:cubicBezTo>
                  <a:cubicBezTo>
                    <a:pt x="225552" y="39255"/>
                    <a:pt x="226779" y="48816"/>
                    <a:pt x="227410" y="58579"/>
                  </a:cubicBezTo>
                  <a:cubicBezTo>
                    <a:pt x="214194" y="57103"/>
                    <a:pt x="199335" y="55948"/>
                    <a:pt x="183416" y="55138"/>
                  </a:cubicBezTo>
                  <a:cubicBezTo>
                    <a:pt x="182904" y="43375"/>
                    <a:pt x="181892" y="31909"/>
                    <a:pt x="180416" y="20931"/>
                  </a:cubicBezTo>
                  <a:close/>
                  <a:moveTo>
                    <a:pt x="70724" y="55352"/>
                  </a:moveTo>
                  <a:cubicBezTo>
                    <a:pt x="70450" y="61436"/>
                    <a:pt x="70319" y="67616"/>
                    <a:pt x="70319" y="73843"/>
                  </a:cubicBezTo>
                  <a:cubicBezTo>
                    <a:pt x="70319" y="80070"/>
                    <a:pt x="70450" y="86237"/>
                    <a:pt x="70724" y="92321"/>
                  </a:cubicBezTo>
                  <a:cubicBezTo>
                    <a:pt x="54543" y="91500"/>
                    <a:pt x="39696" y="90333"/>
                    <a:pt x="26730" y="88892"/>
                  </a:cubicBezTo>
                  <a:cubicBezTo>
                    <a:pt x="26420" y="83915"/>
                    <a:pt x="26254" y="78891"/>
                    <a:pt x="26254" y="73843"/>
                  </a:cubicBezTo>
                  <a:cubicBezTo>
                    <a:pt x="26254" y="68783"/>
                    <a:pt x="26420" y="63758"/>
                    <a:pt x="26730" y="58781"/>
                  </a:cubicBezTo>
                  <a:cubicBezTo>
                    <a:pt x="39696" y="57341"/>
                    <a:pt x="54543" y="56174"/>
                    <a:pt x="70724" y="55352"/>
                  </a:cubicBezTo>
                  <a:close/>
                  <a:moveTo>
                    <a:pt x="183428" y="55352"/>
                  </a:moveTo>
                  <a:cubicBezTo>
                    <a:pt x="199609" y="56174"/>
                    <a:pt x="214444" y="57341"/>
                    <a:pt x="227410" y="58781"/>
                  </a:cubicBezTo>
                  <a:cubicBezTo>
                    <a:pt x="227731" y="63758"/>
                    <a:pt x="227886" y="68783"/>
                    <a:pt x="227886" y="73843"/>
                  </a:cubicBezTo>
                  <a:cubicBezTo>
                    <a:pt x="227886" y="78903"/>
                    <a:pt x="227731" y="83915"/>
                    <a:pt x="227410" y="88892"/>
                  </a:cubicBezTo>
                  <a:cubicBezTo>
                    <a:pt x="214444" y="90333"/>
                    <a:pt x="199609" y="91500"/>
                    <a:pt x="183428" y="92321"/>
                  </a:cubicBezTo>
                  <a:cubicBezTo>
                    <a:pt x="183690" y="86237"/>
                    <a:pt x="183833" y="80070"/>
                    <a:pt x="183833" y="73843"/>
                  </a:cubicBezTo>
                  <a:cubicBezTo>
                    <a:pt x="183833" y="67616"/>
                    <a:pt x="183690" y="61436"/>
                    <a:pt x="183428" y="55352"/>
                  </a:cubicBezTo>
                  <a:close/>
                  <a:moveTo>
                    <a:pt x="107157" y="54138"/>
                  </a:moveTo>
                  <a:cubicBezTo>
                    <a:pt x="107050" y="60627"/>
                    <a:pt x="107002" y="67199"/>
                    <a:pt x="107002" y="73843"/>
                  </a:cubicBezTo>
                  <a:cubicBezTo>
                    <a:pt x="107002" y="80475"/>
                    <a:pt x="107050" y="87047"/>
                    <a:pt x="107157" y="93536"/>
                  </a:cubicBezTo>
                  <a:cubicBezTo>
                    <a:pt x="94596" y="93321"/>
                    <a:pt x="82511" y="92917"/>
                    <a:pt x="71081" y="92345"/>
                  </a:cubicBezTo>
                  <a:cubicBezTo>
                    <a:pt x="70807" y="86273"/>
                    <a:pt x="70676" y="80105"/>
                    <a:pt x="70676" y="73843"/>
                  </a:cubicBezTo>
                  <a:cubicBezTo>
                    <a:pt x="70676" y="67580"/>
                    <a:pt x="70807" y="61401"/>
                    <a:pt x="71081" y="55329"/>
                  </a:cubicBezTo>
                  <a:cubicBezTo>
                    <a:pt x="82511" y="54757"/>
                    <a:pt x="94596" y="54352"/>
                    <a:pt x="107157" y="54138"/>
                  </a:cubicBezTo>
                  <a:close/>
                  <a:moveTo>
                    <a:pt x="146983" y="54138"/>
                  </a:moveTo>
                  <a:cubicBezTo>
                    <a:pt x="159544" y="54352"/>
                    <a:pt x="171641" y="54757"/>
                    <a:pt x="183071" y="55329"/>
                  </a:cubicBezTo>
                  <a:cubicBezTo>
                    <a:pt x="183333" y="61401"/>
                    <a:pt x="183476" y="67568"/>
                    <a:pt x="183476" y="73831"/>
                  </a:cubicBezTo>
                  <a:cubicBezTo>
                    <a:pt x="183476" y="80094"/>
                    <a:pt x="183333" y="86273"/>
                    <a:pt x="183071" y="92345"/>
                  </a:cubicBezTo>
                  <a:cubicBezTo>
                    <a:pt x="171641" y="92917"/>
                    <a:pt x="159544" y="93321"/>
                    <a:pt x="146983" y="93536"/>
                  </a:cubicBezTo>
                  <a:cubicBezTo>
                    <a:pt x="147090" y="87047"/>
                    <a:pt x="147150" y="80475"/>
                    <a:pt x="147150" y="73843"/>
                  </a:cubicBezTo>
                  <a:cubicBezTo>
                    <a:pt x="147150" y="67199"/>
                    <a:pt x="147090" y="60627"/>
                    <a:pt x="146983" y="54138"/>
                  </a:cubicBezTo>
                  <a:close/>
                  <a:moveTo>
                    <a:pt x="127076" y="53971"/>
                  </a:moveTo>
                  <a:cubicBezTo>
                    <a:pt x="133743" y="53971"/>
                    <a:pt x="140327" y="54031"/>
                    <a:pt x="146781" y="54138"/>
                  </a:cubicBezTo>
                  <a:cubicBezTo>
                    <a:pt x="146876" y="60591"/>
                    <a:pt x="146935" y="67163"/>
                    <a:pt x="146935" y="73843"/>
                  </a:cubicBezTo>
                  <a:cubicBezTo>
                    <a:pt x="146935" y="80510"/>
                    <a:pt x="146888" y="87082"/>
                    <a:pt x="146781" y="93536"/>
                  </a:cubicBezTo>
                  <a:cubicBezTo>
                    <a:pt x="140327" y="93643"/>
                    <a:pt x="133743" y="93702"/>
                    <a:pt x="127076" y="93702"/>
                  </a:cubicBezTo>
                  <a:cubicBezTo>
                    <a:pt x="120396" y="93702"/>
                    <a:pt x="113824" y="93643"/>
                    <a:pt x="107371" y="93536"/>
                  </a:cubicBezTo>
                  <a:cubicBezTo>
                    <a:pt x="107264" y="87082"/>
                    <a:pt x="107204" y="80510"/>
                    <a:pt x="107204" y="73843"/>
                  </a:cubicBezTo>
                  <a:cubicBezTo>
                    <a:pt x="107204" y="67163"/>
                    <a:pt x="107264" y="60591"/>
                    <a:pt x="107371" y="54138"/>
                  </a:cubicBezTo>
                  <a:cubicBezTo>
                    <a:pt x="113824" y="54031"/>
                    <a:pt x="120396" y="53971"/>
                    <a:pt x="127076" y="53971"/>
                  </a:cubicBezTo>
                  <a:close/>
                  <a:moveTo>
                    <a:pt x="48" y="105632"/>
                  </a:moveTo>
                  <a:cubicBezTo>
                    <a:pt x="36" y="105716"/>
                    <a:pt x="12" y="105811"/>
                    <a:pt x="0" y="105894"/>
                  </a:cubicBezTo>
                  <a:cubicBezTo>
                    <a:pt x="155" y="105882"/>
                    <a:pt x="310" y="105870"/>
                    <a:pt x="477" y="105859"/>
                  </a:cubicBezTo>
                  <a:cubicBezTo>
                    <a:pt x="334" y="105775"/>
                    <a:pt x="191" y="105704"/>
                    <a:pt x="48" y="105632"/>
                  </a:cubicBezTo>
                  <a:close/>
                  <a:moveTo>
                    <a:pt x="26742" y="89095"/>
                  </a:moveTo>
                  <a:cubicBezTo>
                    <a:pt x="39958" y="90571"/>
                    <a:pt x="54805" y="91726"/>
                    <a:pt x="70724" y="92536"/>
                  </a:cubicBezTo>
                  <a:cubicBezTo>
                    <a:pt x="71247" y="104299"/>
                    <a:pt x="72259" y="115765"/>
                    <a:pt x="73724" y="126742"/>
                  </a:cubicBezTo>
                  <a:cubicBezTo>
                    <a:pt x="57901" y="124587"/>
                    <a:pt x="43292" y="121515"/>
                    <a:pt x="30397" y="117681"/>
                  </a:cubicBezTo>
                  <a:cubicBezTo>
                    <a:pt x="28599" y="108418"/>
                    <a:pt x="27373" y="98858"/>
                    <a:pt x="26742" y="89095"/>
                  </a:cubicBezTo>
                  <a:close/>
                  <a:moveTo>
                    <a:pt x="227410" y="89095"/>
                  </a:moveTo>
                  <a:cubicBezTo>
                    <a:pt x="226779" y="98858"/>
                    <a:pt x="225552" y="108418"/>
                    <a:pt x="223755" y="117681"/>
                  </a:cubicBezTo>
                  <a:cubicBezTo>
                    <a:pt x="210860" y="121515"/>
                    <a:pt x="196251" y="124587"/>
                    <a:pt x="180416" y="126742"/>
                  </a:cubicBezTo>
                  <a:cubicBezTo>
                    <a:pt x="181892" y="115765"/>
                    <a:pt x="182904" y="104299"/>
                    <a:pt x="183416" y="92536"/>
                  </a:cubicBezTo>
                  <a:cubicBezTo>
                    <a:pt x="199347" y="91726"/>
                    <a:pt x="214194" y="90571"/>
                    <a:pt x="227410" y="89095"/>
                  </a:cubicBezTo>
                  <a:close/>
                  <a:moveTo>
                    <a:pt x="71093" y="92559"/>
                  </a:moveTo>
                  <a:lnTo>
                    <a:pt x="71093" y="92559"/>
                  </a:lnTo>
                  <a:cubicBezTo>
                    <a:pt x="82630" y="93143"/>
                    <a:pt x="94715" y="93536"/>
                    <a:pt x="107169" y="93750"/>
                  </a:cubicBezTo>
                  <a:cubicBezTo>
                    <a:pt x="107371" y="106192"/>
                    <a:pt x="107776" y="118289"/>
                    <a:pt x="108347" y="129826"/>
                  </a:cubicBezTo>
                  <a:cubicBezTo>
                    <a:pt x="96477" y="129290"/>
                    <a:pt x="85011" y="128266"/>
                    <a:pt x="74117" y="126790"/>
                  </a:cubicBezTo>
                  <a:cubicBezTo>
                    <a:pt x="72640" y="115907"/>
                    <a:pt x="71617" y="104442"/>
                    <a:pt x="71093" y="92559"/>
                  </a:cubicBezTo>
                  <a:close/>
                  <a:moveTo>
                    <a:pt x="183059" y="92559"/>
                  </a:moveTo>
                  <a:lnTo>
                    <a:pt x="183059" y="92559"/>
                  </a:lnTo>
                  <a:cubicBezTo>
                    <a:pt x="182523" y="104442"/>
                    <a:pt x="181499" y="115907"/>
                    <a:pt x="180035" y="126802"/>
                  </a:cubicBezTo>
                  <a:cubicBezTo>
                    <a:pt x="169141" y="128266"/>
                    <a:pt x="157675" y="129290"/>
                    <a:pt x="145792" y="129826"/>
                  </a:cubicBezTo>
                  <a:cubicBezTo>
                    <a:pt x="146376" y="118289"/>
                    <a:pt x="146769" y="106192"/>
                    <a:pt x="146983" y="93750"/>
                  </a:cubicBezTo>
                  <a:cubicBezTo>
                    <a:pt x="159425" y="93536"/>
                    <a:pt x="171522" y="93143"/>
                    <a:pt x="183059" y="92559"/>
                  </a:cubicBezTo>
                  <a:close/>
                  <a:moveTo>
                    <a:pt x="107371" y="93750"/>
                  </a:moveTo>
                  <a:cubicBezTo>
                    <a:pt x="113860" y="93857"/>
                    <a:pt x="120432" y="93917"/>
                    <a:pt x="127076" y="93917"/>
                  </a:cubicBezTo>
                  <a:cubicBezTo>
                    <a:pt x="133708" y="93917"/>
                    <a:pt x="140292" y="93857"/>
                    <a:pt x="146769" y="93750"/>
                  </a:cubicBezTo>
                  <a:lnTo>
                    <a:pt x="146769" y="93750"/>
                  </a:lnTo>
                  <a:cubicBezTo>
                    <a:pt x="146566" y="106311"/>
                    <a:pt x="146150" y="118396"/>
                    <a:pt x="145578" y="129826"/>
                  </a:cubicBezTo>
                  <a:cubicBezTo>
                    <a:pt x="139506" y="130100"/>
                    <a:pt x="133339" y="130243"/>
                    <a:pt x="127076" y="130243"/>
                  </a:cubicBezTo>
                  <a:cubicBezTo>
                    <a:pt x="120813" y="130243"/>
                    <a:pt x="114634" y="130100"/>
                    <a:pt x="108574" y="129826"/>
                  </a:cubicBezTo>
                  <a:cubicBezTo>
                    <a:pt x="107990" y="118396"/>
                    <a:pt x="107585" y="106311"/>
                    <a:pt x="107371" y="93750"/>
                  </a:cubicBezTo>
                  <a:close/>
                  <a:moveTo>
                    <a:pt x="266653" y="116300"/>
                  </a:moveTo>
                  <a:lnTo>
                    <a:pt x="266653" y="116300"/>
                  </a:lnTo>
                  <a:cubicBezTo>
                    <a:pt x="259152" y="126861"/>
                    <a:pt x="248817" y="136600"/>
                    <a:pt x="235875" y="145101"/>
                  </a:cubicBezTo>
                  <a:cubicBezTo>
                    <a:pt x="235411" y="145399"/>
                    <a:pt x="234946" y="145697"/>
                    <a:pt x="234482" y="145994"/>
                  </a:cubicBezTo>
                  <a:cubicBezTo>
                    <a:pt x="234756" y="146006"/>
                    <a:pt x="235030" y="146018"/>
                    <a:pt x="235304" y="146030"/>
                  </a:cubicBezTo>
                  <a:cubicBezTo>
                    <a:pt x="235577" y="145852"/>
                    <a:pt x="235851" y="145673"/>
                    <a:pt x="236137" y="145494"/>
                  </a:cubicBezTo>
                  <a:cubicBezTo>
                    <a:pt x="248710" y="137243"/>
                    <a:pt x="258854" y="127814"/>
                    <a:pt x="266319" y="117586"/>
                  </a:cubicBezTo>
                  <a:lnTo>
                    <a:pt x="266319" y="117586"/>
                  </a:lnTo>
                  <a:cubicBezTo>
                    <a:pt x="263533" y="127504"/>
                    <a:pt x="259831" y="137005"/>
                    <a:pt x="255306" y="145971"/>
                  </a:cubicBezTo>
                  <a:cubicBezTo>
                    <a:pt x="255544" y="145983"/>
                    <a:pt x="255794" y="145994"/>
                    <a:pt x="256032" y="146006"/>
                  </a:cubicBezTo>
                  <a:cubicBezTo>
                    <a:pt x="260354" y="137374"/>
                    <a:pt x="263879" y="128338"/>
                    <a:pt x="266569" y="118991"/>
                  </a:cubicBezTo>
                  <a:cubicBezTo>
                    <a:pt x="266593" y="118098"/>
                    <a:pt x="266617" y="117193"/>
                    <a:pt x="266653" y="116300"/>
                  </a:cubicBezTo>
                  <a:close/>
                  <a:moveTo>
                    <a:pt x="1798" y="132362"/>
                  </a:moveTo>
                  <a:cubicBezTo>
                    <a:pt x="1774" y="132540"/>
                    <a:pt x="1739" y="132731"/>
                    <a:pt x="1715" y="132933"/>
                  </a:cubicBezTo>
                  <a:cubicBezTo>
                    <a:pt x="6573" y="137362"/>
                    <a:pt x="12014" y="141553"/>
                    <a:pt x="18015" y="145494"/>
                  </a:cubicBezTo>
                  <a:cubicBezTo>
                    <a:pt x="18229" y="145637"/>
                    <a:pt x="18455" y="145780"/>
                    <a:pt x="18669" y="145923"/>
                  </a:cubicBezTo>
                  <a:cubicBezTo>
                    <a:pt x="18681" y="145899"/>
                    <a:pt x="18681" y="145887"/>
                    <a:pt x="18693" y="145875"/>
                  </a:cubicBezTo>
                  <a:lnTo>
                    <a:pt x="18693" y="145875"/>
                  </a:lnTo>
                  <a:cubicBezTo>
                    <a:pt x="18681" y="145899"/>
                    <a:pt x="18693" y="145911"/>
                    <a:pt x="18693" y="145935"/>
                  </a:cubicBezTo>
                  <a:cubicBezTo>
                    <a:pt x="18800" y="146006"/>
                    <a:pt x="18908" y="146066"/>
                    <a:pt x="19015" y="146137"/>
                  </a:cubicBezTo>
                  <a:cubicBezTo>
                    <a:pt x="19348" y="146256"/>
                    <a:pt x="19872" y="146328"/>
                    <a:pt x="20336" y="146423"/>
                  </a:cubicBezTo>
                  <a:cubicBezTo>
                    <a:pt x="19646" y="145983"/>
                    <a:pt x="18955" y="145542"/>
                    <a:pt x="18277" y="145090"/>
                  </a:cubicBezTo>
                  <a:cubicBezTo>
                    <a:pt x="12204" y="141113"/>
                    <a:pt x="6692" y="136850"/>
                    <a:pt x="1798" y="132362"/>
                  </a:cubicBezTo>
                  <a:close/>
                  <a:moveTo>
                    <a:pt x="176558" y="0"/>
                  </a:moveTo>
                  <a:cubicBezTo>
                    <a:pt x="176701" y="572"/>
                    <a:pt x="176832" y="1167"/>
                    <a:pt x="176963" y="1774"/>
                  </a:cubicBezTo>
                  <a:lnTo>
                    <a:pt x="176903" y="1774"/>
                  </a:lnTo>
                  <a:cubicBezTo>
                    <a:pt x="178070" y="7787"/>
                    <a:pt x="179106" y="14038"/>
                    <a:pt x="179975" y="20491"/>
                  </a:cubicBezTo>
                  <a:cubicBezTo>
                    <a:pt x="168998" y="19015"/>
                    <a:pt x="157544" y="18003"/>
                    <a:pt x="145781" y="17491"/>
                  </a:cubicBezTo>
                  <a:cubicBezTo>
                    <a:pt x="145507" y="12157"/>
                    <a:pt x="145197" y="6942"/>
                    <a:pt x="144852" y="1858"/>
                  </a:cubicBezTo>
                  <a:cubicBezTo>
                    <a:pt x="144780" y="1870"/>
                    <a:pt x="144697" y="1870"/>
                    <a:pt x="144626" y="1870"/>
                  </a:cubicBezTo>
                  <a:cubicBezTo>
                    <a:pt x="144971" y="6918"/>
                    <a:pt x="145292" y="12121"/>
                    <a:pt x="145554" y="17479"/>
                  </a:cubicBezTo>
                  <a:cubicBezTo>
                    <a:pt x="139470" y="17217"/>
                    <a:pt x="133303" y="17074"/>
                    <a:pt x="127076" y="17074"/>
                  </a:cubicBezTo>
                  <a:cubicBezTo>
                    <a:pt x="120849" y="17074"/>
                    <a:pt x="114681" y="17217"/>
                    <a:pt x="108585" y="17479"/>
                  </a:cubicBezTo>
                  <a:cubicBezTo>
                    <a:pt x="108895" y="11573"/>
                    <a:pt x="109240" y="5846"/>
                    <a:pt x="109621" y="322"/>
                  </a:cubicBezTo>
                  <a:lnTo>
                    <a:pt x="109621" y="322"/>
                  </a:lnTo>
                  <a:cubicBezTo>
                    <a:pt x="109550" y="334"/>
                    <a:pt x="109478" y="334"/>
                    <a:pt x="109407" y="346"/>
                  </a:cubicBezTo>
                  <a:cubicBezTo>
                    <a:pt x="109014" y="5894"/>
                    <a:pt x="108669" y="11621"/>
                    <a:pt x="108371" y="17491"/>
                  </a:cubicBezTo>
                  <a:cubicBezTo>
                    <a:pt x="96608" y="18003"/>
                    <a:pt x="85142" y="19015"/>
                    <a:pt x="74164" y="20491"/>
                  </a:cubicBezTo>
                  <a:cubicBezTo>
                    <a:pt x="75069" y="13871"/>
                    <a:pt x="76129" y="7454"/>
                    <a:pt x="77343" y="1298"/>
                  </a:cubicBezTo>
                  <a:lnTo>
                    <a:pt x="77343" y="1298"/>
                  </a:lnTo>
                  <a:cubicBezTo>
                    <a:pt x="77212" y="1310"/>
                    <a:pt x="77081" y="1322"/>
                    <a:pt x="76951" y="1334"/>
                  </a:cubicBezTo>
                  <a:cubicBezTo>
                    <a:pt x="75724" y="7537"/>
                    <a:pt x="74665" y="13954"/>
                    <a:pt x="73783" y="20539"/>
                  </a:cubicBezTo>
                  <a:cubicBezTo>
                    <a:pt x="58198" y="22646"/>
                    <a:pt x="43601" y="25682"/>
                    <a:pt x="30480" y="29575"/>
                  </a:cubicBezTo>
                  <a:cubicBezTo>
                    <a:pt x="32374" y="19872"/>
                    <a:pt x="34910" y="10502"/>
                    <a:pt x="38029" y="1560"/>
                  </a:cubicBezTo>
                  <a:cubicBezTo>
                    <a:pt x="37874" y="1548"/>
                    <a:pt x="37708" y="1548"/>
                    <a:pt x="37541" y="1536"/>
                  </a:cubicBezTo>
                  <a:cubicBezTo>
                    <a:pt x="34409" y="10525"/>
                    <a:pt x="31862" y="19955"/>
                    <a:pt x="29968" y="29718"/>
                  </a:cubicBezTo>
                  <a:cubicBezTo>
                    <a:pt x="25849" y="30957"/>
                    <a:pt x="21884" y="32266"/>
                    <a:pt x="18086" y="33659"/>
                  </a:cubicBezTo>
                  <a:cubicBezTo>
                    <a:pt x="12252" y="35802"/>
                    <a:pt x="6942" y="38088"/>
                    <a:pt x="2191" y="40493"/>
                  </a:cubicBezTo>
                  <a:lnTo>
                    <a:pt x="2179" y="40934"/>
                  </a:lnTo>
                  <a:cubicBezTo>
                    <a:pt x="10097" y="36910"/>
                    <a:pt x="19420" y="33278"/>
                    <a:pt x="29885" y="30147"/>
                  </a:cubicBezTo>
                  <a:lnTo>
                    <a:pt x="29885" y="30147"/>
                  </a:lnTo>
                  <a:cubicBezTo>
                    <a:pt x="28111" y="39386"/>
                    <a:pt x="26885" y="48911"/>
                    <a:pt x="26266" y="58627"/>
                  </a:cubicBezTo>
                  <a:cubicBezTo>
                    <a:pt x="23480" y="58948"/>
                    <a:pt x="20765" y="59270"/>
                    <a:pt x="18134" y="59615"/>
                  </a:cubicBezTo>
                  <a:cubicBezTo>
                    <a:pt x="11621" y="60460"/>
                    <a:pt x="5763" y="61365"/>
                    <a:pt x="584" y="62329"/>
                  </a:cubicBezTo>
                  <a:cubicBezTo>
                    <a:pt x="596" y="62389"/>
                    <a:pt x="596" y="62460"/>
                    <a:pt x="608" y="62520"/>
                  </a:cubicBezTo>
                  <a:cubicBezTo>
                    <a:pt x="7942" y="61163"/>
                    <a:pt x="16574" y="59924"/>
                    <a:pt x="26254" y="58841"/>
                  </a:cubicBezTo>
                  <a:lnTo>
                    <a:pt x="26254" y="58841"/>
                  </a:lnTo>
                  <a:cubicBezTo>
                    <a:pt x="25944" y="63794"/>
                    <a:pt x="25777" y="68794"/>
                    <a:pt x="25777" y="73843"/>
                  </a:cubicBezTo>
                  <a:cubicBezTo>
                    <a:pt x="25777" y="78879"/>
                    <a:pt x="25944" y="83880"/>
                    <a:pt x="26254" y="88833"/>
                  </a:cubicBezTo>
                  <a:cubicBezTo>
                    <a:pt x="17014" y="87797"/>
                    <a:pt x="8740" y="86618"/>
                    <a:pt x="1620" y="85332"/>
                  </a:cubicBezTo>
                  <a:cubicBezTo>
                    <a:pt x="1620" y="85404"/>
                    <a:pt x="1620" y="85475"/>
                    <a:pt x="1620" y="85535"/>
                  </a:cubicBezTo>
                  <a:cubicBezTo>
                    <a:pt x="6537" y="86428"/>
                    <a:pt x="12050" y="87273"/>
                    <a:pt x="18134" y="88059"/>
                  </a:cubicBezTo>
                  <a:cubicBezTo>
                    <a:pt x="20765" y="88404"/>
                    <a:pt x="23480" y="88726"/>
                    <a:pt x="26266" y="89047"/>
                  </a:cubicBezTo>
                  <a:cubicBezTo>
                    <a:pt x="26885" y="98762"/>
                    <a:pt x="28099" y="108287"/>
                    <a:pt x="29885" y="117527"/>
                  </a:cubicBezTo>
                  <a:cubicBezTo>
                    <a:pt x="18824" y="114217"/>
                    <a:pt x="9037" y="110359"/>
                    <a:pt x="846" y="106049"/>
                  </a:cubicBezTo>
                  <a:lnTo>
                    <a:pt x="846" y="106049"/>
                  </a:lnTo>
                  <a:cubicBezTo>
                    <a:pt x="858" y="106204"/>
                    <a:pt x="870" y="106359"/>
                    <a:pt x="881" y="106513"/>
                  </a:cubicBezTo>
                  <a:cubicBezTo>
                    <a:pt x="5977" y="109169"/>
                    <a:pt x="11716" y="111669"/>
                    <a:pt x="18086" y="114014"/>
                  </a:cubicBezTo>
                  <a:cubicBezTo>
                    <a:pt x="21884" y="115407"/>
                    <a:pt x="25849" y="116717"/>
                    <a:pt x="29968" y="117955"/>
                  </a:cubicBezTo>
                  <a:cubicBezTo>
                    <a:pt x="31850" y="127611"/>
                    <a:pt x="34350" y="136946"/>
                    <a:pt x="37446" y="145852"/>
                  </a:cubicBezTo>
                  <a:cubicBezTo>
                    <a:pt x="37600" y="145840"/>
                    <a:pt x="37767" y="145840"/>
                    <a:pt x="37934" y="145828"/>
                  </a:cubicBezTo>
                  <a:cubicBezTo>
                    <a:pt x="34862" y="136981"/>
                    <a:pt x="32362" y="127706"/>
                    <a:pt x="30480" y="118098"/>
                  </a:cubicBezTo>
                  <a:lnTo>
                    <a:pt x="30480" y="118098"/>
                  </a:lnTo>
                  <a:cubicBezTo>
                    <a:pt x="43589" y="121992"/>
                    <a:pt x="58198" y="125028"/>
                    <a:pt x="73783" y="127135"/>
                  </a:cubicBezTo>
                  <a:cubicBezTo>
                    <a:pt x="74653" y="133600"/>
                    <a:pt x="75688" y="139910"/>
                    <a:pt x="76879" y="146006"/>
                  </a:cubicBezTo>
                  <a:cubicBezTo>
                    <a:pt x="77010" y="146006"/>
                    <a:pt x="77141" y="146018"/>
                    <a:pt x="77272" y="146018"/>
                  </a:cubicBezTo>
                  <a:cubicBezTo>
                    <a:pt x="76093" y="139970"/>
                    <a:pt x="75046" y="133683"/>
                    <a:pt x="74164" y="127183"/>
                  </a:cubicBezTo>
                  <a:lnTo>
                    <a:pt x="74164" y="127183"/>
                  </a:lnTo>
                  <a:cubicBezTo>
                    <a:pt x="85154" y="128659"/>
                    <a:pt x="96608" y="129659"/>
                    <a:pt x="108371" y="130183"/>
                  </a:cubicBezTo>
                  <a:cubicBezTo>
                    <a:pt x="108657" y="135850"/>
                    <a:pt x="108990" y="141375"/>
                    <a:pt x="109371" y="146733"/>
                  </a:cubicBezTo>
                  <a:cubicBezTo>
                    <a:pt x="109443" y="146745"/>
                    <a:pt x="109514" y="146745"/>
                    <a:pt x="109586" y="146756"/>
                  </a:cubicBezTo>
                  <a:cubicBezTo>
                    <a:pt x="109205" y="141411"/>
                    <a:pt x="108883" y="135886"/>
                    <a:pt x="108585" y="130195"/>
                  </a:cubicBezTo>
                  <a:lnTo>
                    <a:pt x="108585" y="130195"/>
                  </a:lnTo>
                  <a:cubicBezTo>
                    <a:pt x="114681" y="130457"/>
                    <a:pt x="120849" y="130600"/>
                    <a:pt x="127076" y="130600"/>
                  </a:cubicBezTo>
                  <a:cubicBezTo>
                    <a:pt x="133303" y="130600"/>
                    <a:pt x="139470" y="130457"/>
                    <a:pt x="145554" y="130195"/>
                  </a:cubicBezTo>
                  <a:lnTo>
                    <a:pt x="145554" y="130195"/>
                  </a:lnTo>
                  <a:cubicBezTo>
                    <a:pt x="145328" y="134815"/>
                    <a:pt x="145066" y="139327"/>
                    <a:pt x="144769" y="143720"/>
                  </a:cubicBezTo>
                  <a:cubicBezTo>
                    <a:pt x="144828" y="143851"/>
                    <a:pt x="144888" y="143994"/>
                    <a:pt x="144959" y="144161"/>
                  </a:cubicBezTo>
                  <a:cubicBezTo>
                    <a:pt x="145257" y="139613"/>
                    <a:pt x="145531" y="134945"/>
                    <a:pt x="145781" y="130183"/>
                  </a:cubicBezTo>
                  <a:cubicBezTo>
                    <a:pt x="157544" y="129671"/>
                    <a:pt x="168998" y="128659"/>
                    <a:pt x="179975" y="127183"/>
                  </a:cubicBezTo>
                  <a:lnTo>
                    <a:pt x="179975" y="127183"/>
                  </a:lnTo>
                  <a:cubicBezTo>
                    <a:pt x="179106" y="133588"/>
                    <a:pt x="178094" y="139791"/>
                    <a:pt x="176927" y="145756"/>
                  </a:cubicBezTo>
                  <a:lnTo>
                    <a:pt x="177034" y="145756"/>
                  </a:lnTo>
                  <a:cubicBezTo>
                    <a:pt x="177142" y="145697"/>
                    <a:pt x="177249" y="145625"/>
                    <a:pt x="177356" y="145566"/>
                  </a:cubicBezTo>
                  <a:cubicBezTo>
                    <a:pt x="178511" y="139601"/>
                    <a:pt x="179511" y="133445"/>
                    <a:pt x="180368" y="127135"/>
                  </a:cubicBezTo>
                  <a:cubicBezTo>
                    <a:pt x="195953" y="125028"/>
                    <a:pt x="210551" y="121992"/>
                    <a:pt x="223671" y="118098"/>
                  </a:cubicBezTo>
                  <a:lnTo>
                    <a:pt x="223671" y="118098"/>
                  </a:lnTo>
                  <a:cubicBezTo>
                    <a:pt x="221814" y="127599"/>
                    <a:pt x="219337" y="136791"/>
                    <a:pt x="216301" y="145554"/>
                  </a:cubicBezTo>
                  <a:lnTo>
                    <a:pt x="216801" y="145554"/>
                  </a:lnTo>
                  <a:cubicBezTo>
                    <a:pt x="219849" y="136743"/>
                    <a:pt x="222326" y="127504"/>
                    <a:pt x="224183" y="117943"/>
                  </a:cubicBezTo>
                  <a:cubicBezTo>
                    <a:pt x="228291" y="116717"/>
                    <a:pt x="232268" y="115407"/>
                    <a:pt x="236066" y="114002"/>
                  </a:cubicBezTo>
                  <a:cubicBezTo>
                    <a:pt x="249877" y="108930"/>
                    <a:pt x="260747" y="103073"/>
                    <a:pt x="268367" y="96679"/>
                  </a:cubicBezTo>
                  <a:cubicBezTo>
                    <a:pt x="268391" y="96476"/>
                    <a:pt x="268427" y="96286"/>
                    <a:pt x="268451" y="96084"/>
                  </a:cubicBezTo>
                  <a:lnTo>
                    <a:pt x="268451" y="96084"/>
                  </a:lnTo>
                  <a:cubicBezTo>
                    <a:pt x="258592" y="104477"/>
                    <a:pt x="243317" y="111824"/>
                    <a:pt x="224267" y="117527"/>
                  </a:cubicBezTo>
                  <a:cubicBezTo>
                    <a:pt x="226041" y="108287"/>
                    <a:pt x="227267" y="98762"/>
                    <a:pt x="227886" y="89047"/>
                  </a:cubicBezTo>
                  <a:cubicBezTo>
                    <a:pt x="230672" y="88726"/>
                    <a:pt x="233387" y="88404"/>
                    <a:pt x="236018" y="88059"/>
                  </a:cubicBezTo>
                  <a:cubicBezTo>
                    <a:pt x="248770" y="86404"/>
                    <a:pt x="259009" y="84511"/>
                    <a:pt x="266510" y="82451"/>
                  </a:cubicBezTo>
                  <a:cubicBezTo>
                    <a:pt x="266510" y="82379"/>
                    <a:pt x="266510" y="82308"/>
                    <a:pt x="266510" y="82249"/>
                  </a:cubicBezTo>
                  <a:cubicBezTo>
                    <a:pt x="257306" y="84773"/>
                    <a:pt x="244079" y="87023"/>
                    <a:pt x="227898" y="88833"/>
                  </a:cubicBezTo>
                  <a:cubicBezTo>
                    <a:pt x="228208" y="83880"/>
                    <a:pt x="228362" y="78867"/>
                    <a:pt x="228362" y="73831"/>
                  </a:cubicBezTo>
                  <a:cubicBezTo>
                    <a:pt x="228362" y="68794"/>
                    <a:pt x="228208" y="63782"/>
                    <a:pt x="227898" y="58829"/>
                  </a:cubicBezTo>
                  <a:lnTo>
                    <a:pt x="227898" y="58829"/>
                  </a:lnTo>
                  <a:cubicBezTo>
                    <a:pt x="244519" y="60698"/>
                    <a:pt x="258009" y="63008"/>
                    <a:pt x="267248" y="65627"/>
                  </a:cubicBezTo>
                  <a:cubicBezTo>
                    <a:pt x="267248" y="65556"/>
                    <a:pt x="267260" y="65496"/>
                    <a:pt x="267260" y="65425"/>
                  </a:cubicBezTo>
                  <a:cubicBezTo>
                    <a:pt x="259711" y="63282"/>
                    <a:pt x="249210" y="61317"/>
                    <a:pt x="236018" y="59603"/>
                  </a:cubicBezTo>
                  <a:cubicBezTo>
                    <a:pt x="233387" y="59270"/>
                    <a:pt x="230672" y="58936"/>
                    <a:pt x="227886" y="58627"/>
                  </a:cubicBezTo>
                  <a:cubicBezTo>
                    <a:pt x="227267" y="48899"/>
                    <a:pt x="226041" y="39374"/>
                    <a:pt x="224267" y="30135"/>
                  </a:cubicBezTo>
                  <a:lnTo>
                    <a:pt x="224267" y="30135"/>
                  </a:lnTo>
                  <a:cubicBezTo>
                    <a:pt x="243650" y="35945"/>
                    <a:pt x="259116" y="43446"/>
                    <a:pt x="268963" y="52019"/>
                  </a:cubicBezTo>
                  <a:cubicBezTo>
                    <a:pt x="268986" y="51864"/>
                    <a:pt x="269010" y="51709"/>
                    <a:pt x="269046" y="51566"/>
                  </a:cubicBezTo>
                  <a:cubicBezTo>
                    <a:pt x="261390" y="44946"/>
                    <a:pt x="250294" y="38886"/>
                    <a:pt x="236066" y="33659"/>
                  </a:cubicBezTo>
                  <a:cubicBezTo>
                    <a:pt x="232268" y="32266"/>
                    <a:pt x="228291" y="30945"/>
                    <a:pt x="224183" y="29718"/>
                  </a:cubicBezTo>
                  <a:cubicBezTo>
                    <a:pt x="222338" y="20277"/>
                    <a:pt x="219909" y="11133"/>
                    <a:pt x="216908" y="2417"/>
                  </a:cubicBezTo>
                  <a:cubicBezTo>
                    <a:pt x="216766" y="2513"/>
                    <a:pt x="216635" y="2620"/>
                    <a:pt x="216504" y="2715"/>
                  </a:cubicBezTo>
                  <a:cubicBezTo>
                    <a:pt x="219456" y="11299"/>
                    <a:pt x="221850" y="20277"/>
                    <a:pt x="223671" y="29563"/>
                  </a:cubicBezTo>
                  <a:cubicBezTo>
                    <a:pt x="210551" y="25682"/>
                    <a:pt x="195953" y="22646"/>
                    <a:pt x="180368" y="20539"/>
                  </a:cubicBezTo>
                  <a:cubicBezTo>
                    <a:pt x="179416" y="13490"/>
                    <a:pt x="178273" y="6644"/>
                    <a:pt x="176951" y="36"/>
                  </a:cubicBezTo>
                  <a:cubicBezTo>
                    <a:pt x="176820" y="24"/>
                    <a:pt x="176689" y="12"/>
                    <a:pt x="176558" y="0"/>
                  </a:cubicBezTo>
                  <a:close/>
                </a:path>
              </a:pathLst>
            </a:custGeom>
            <a:solidFill>
              <a:srgbClr val="E3C98E">
                <a:alpha val="246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1" name="Google Shape;1091;p6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092" name="Google Shape;1092;p67"/>
          <p:cNvSpPr txBox="1"/>
          <p:nvPr>
            <p:ph idx="1" type="subTitle"/>
          </p:nvPr>
        </p:nvSpPr>
        <p:spPr>
          <a:xfrm>
            <a:off x="4860281" y="2449650"/>
            <a:ext cx="2841600" cy="11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3" name="Google Shape;1093;p67"/>
          <p:cNvSpPr txBox="1"/>
          <p:nvPr>
            <p:ph idx="2" type="subTitle"/>
          </p:nvPr>
        </p:nvSpPr>
        <p:spPr>
          <a:xfrm>
            <a:off x="1442112" y="2449650"/>
            <a:ext cx="2841600" cy="11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4" name="Google Shape;1094;p67"/>
          <p:cNvSpPr txBox="1"/>
          <p:nvPr>
            <p:ph idx="3" type="subTitle"/>
          </p:nvPr>
        </p:nvSpPr>
        <p:spPr>
          <a:xfrm>
            <a:off x="1442112" y="1890750"/>
            <a:ext cx="28416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Sansita"/>
                <a:ea typeface="Sansita"/>
                <a:cs typeface="Sansita"/>
                <a:sym typeface="Sansit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095" name="Google Shape;1095;p67"/>
          <p:cNvSpPr txBox="1"/>
          <p:nvPr>
            <p:ph idx="4" type="subTitle"/>
          </p:nvPr>
        </p:nvSpPr>
        <p:spPr>
          <a:xfrm>
            <a:off x="4860288" y="1890750"/>
            <a:ext cx="28416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Sansita"/>
                <a:ea typeface="Sansita"/>
                <a:cs typeface="Sansita"/>
                <a:sym typeface="Sansit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1096" name="Google Shape;1096;p67"/>
          <p:cNvGrpSpPr/>
          <p:nvPr/>
        </p:nvGrpSpPr>
        <p:grpSpPr>
          <a:xfrm>
            <a:off x="8170261" y="4037862"/>
            <a:ext cx="705998" cy="695388"/>
            <a:chOff x="7984436" y="4270512"/>
            <a:chExt cx="705998" cy="695388"/>
          </a:xfrm>
        </p:grpSpPr>
        <p:sp>
          <p:nvSpPr>
            <p:cNvPr id="1097" name="Google Shape;1097;p67"/>
            <p:cNvSpPr/>
            <p:nvPr/>
          </p:nvSpPr>
          <p:spPr>
            <a:xfrm>
              <a:off x="8057100" y="4862400"/>
              <a:ext cx="510600" cy="103500"/>
            </a:xfrm>
            <a:prstGeom prst="ellipse">
              <a:avLst/>
            </a:prstGeom>
            <a:solidFill>
              <a:srgbClr val="033342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98" name="Google Shape;1098;p67"/>
            <p:cNvGrpSpPr/>
            <p:nvPr/>
          </p:nvGrpSpPr>
          <p:grpSpPr>
            <a:xfrm>
              <a:off x="7984436" y="4270512"/>
              <a:ext cx="705998" cy="666982"/>
              <a:chOff x="1623700" y="6514438"/>
              <a:chExt cx="416150" cy="393175"/>
            </a:xfrm>
          </p:grpSpPr>
          <p:sp>
            <p:nvSpPr>
              <p:cNvPr id="1099" name="Google Shape;1099;p67"/>
              <p:cNvSpPr/>
              <p:nvPr/>
            </p:nvSpPr>
            <p:spPr>
              <a:xfrm>
                <a:off x="1748700" y="6514438"/>
                <a:ext cx="291150" cy="253050"/>
              </a:xfrm>
              <a:custGeom>
                <a:rect b="b" l="l" r="r" t="t"/>
                <a:pathLst>
                  <a:path extrusionOk="0" h="10122" w="11646">
                    <a:moveTo>
                      <a:pt x="5043" y="1"/>
                    </a:moveTo>
                    <a:cubicBezTo>
                      <a:pt x="2976" y="1"/>
                      <a:pt x="1171" y="1041"/>
                      <a:pt x="596" y="2763"/>
                    </a:cubicBezTo>
                    <a:cubicBezTo>
                      <a:pt x="1" y="4538"/>
                      <a:pt x="882" y="6514"/>
                      <a:pt x="2632" y="7752"/>
                    </a:cubicBezTo>
                    <a:lnTo>
                      <a:pt x="2227" y="8943"/>
                    </a:lnTo>
                    <a:lnTo>
                      <a:pt x="2811" y="9133"/>
                    </a:lnTo>
                    <a:lnTo>
                      <a:pt x="3156" y="8086"/>
                    </a:lnTo>
                    <a:cubicBezTo>
                      <a:pt x="3525" y="8300"/>
                      <a:pt x="3930" y="8478"/>
                      <a:pt x="4359" y="8621"/>
                    </a:cubicBezTo>
                    <a:cubicBezTo>
                      <a:pt x="4418" y="8645"/>
                      <a:pt x="4490" y="8669"/>
                      <a:pt x="4561" y="8693"/>
                    </a:cubicBezTo>
                    <a:lnTo>
                      <a:pt x="3692" y="9645"/>
                    </a:lnTo>
                    <a:lnTo>
                      <a:pt x="4359" y="10122"/>
                    </a:lnTo>
                    <a:lnTo>
                      <a:pt x="5192" y="8848"/>
                    </a:lnTo>
                    <a:cubicBezTo>
                      <a:pt x="5609" y="8929"/>
                      <a:pt x="6023" y="8969"/>
                      <a:pt x="6427" y="8969"/>
                    </a:cubicBezTo>
                    <a:cubicBezTo>
                      <a:pt x="8501" y="8969"/>
                      <a:pt x="10305" y="7928"/>
                      <a:pt x="10883" y="6204"/>
                    </a:cubicBezTo>
                    <a:cubicBezTo>
                      <a:pt x="11645" y="3918"/>
                      <a:pt x="9967" y="1299"/>
                      <a:pt x="7121" y="347"/>
                    </a:cubicBezTo>
                    <a:cubicBezTo>
                      <a:pt x="6423" y="112"/>
                      <a:pt x="5719" y="1"/>
                      <a:pt x="50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0" name="Google Shape;1100;p67"/>
              <p:cNvSpPr/>
              <p:nvPr/>
            </p:nvSpPr>
            <p:spPr>
              <a:xfrm>
                <a:off x="1623700" y="6722188"/>
                <a:ext cx="251550" cy="185425"/>
              </a:xfrm>
              <a:custGeom>
                <a:rect b="b" l="l" r="r" t="t"/>
                <a:pathLst>
                  <a:path extrusionOk="0" h="7417" w="10062">
                    <a:moveTo>
                      <a:pt x="5711" y="0"/>
                    </a:moveTo>
                    <a:cubicBezTo>
                      <a:pt x="5372" y="0"/>
                      <a:pt x="5008" y="23"/>
                      <a:pt x="4620" y="73"/>
                    </a:cubicBezTo>
                    <a:cubicBezTo>
                      <a:pt x="560" y="597"/>
                      <a:pt x="0" y="4145"/>
                      <a:pt x="0" y="4145"/>
                    </a:cubicBezTo>
                    <a:lnTo>
                      <a:pt x="631" y="6395"/>
                    </a:lnTo>
                    <a:cubicBezTo>
                      <a:pt x="631" y="6395"/>
                      <a:pt x="2005" y="7416"/>
                      <a:pt x="4122" y="7416"/>
                    </a:cubicBezTo>
                    <a:cubicBezTo>
                      <a:pt x="5756" y="7416"/>
                      <a:pt x="7832" y="6809"/>
                      <a:pt x="10061" y="4657"/>
                    </a:cubicBezTo>
                    <a:lnTo>
                      <a:pt x="9990" y="2026"/>
                    </a:lnTo>
                    <a:cubicBezTo>
                      <a:pt x="9990" y="2026"/>
                      <a:pt x="8919" y="0"/>
                      <a:pt x="571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1" name="Google Shape;1101;p67"/>
              <p:cNvSpPr/>
              <p:nvPr/>
            </p:nvSpPr>
            <p:spPr>
              <a:xfrm>
                <a:off x="1634700" y="6733238"/>
                <a:ext cx="227450" cy="125750"/>
              </a:xfrm>
              <a:custGeom>
                <a:rect b="b" l="l" r="r" t="t"/>
                <a:pathLst>
                  <a:path extrusionOk="0" h="5030" w="9098">
                    <a:moveTo>
                      <a:pt x="5107" y="0"/>
                    </a:moveTo>
                    <a:cubicBezTo>
                      <a:pt x="4824" y="0"/>
                      <a:pt x="4523" y="19"/>
                      <a:pt x="4204" y="60"/>
                    </a:cubicBezTo>
                    <a:cubicBezTo>
                      <a:pt x="584" y="536"/>
                      <a:pt x="1" y="3846"/>
                      <a:pt x="1" y="3846"/>
                    </a:cubicBezTo>
                    <a:cubicBezTo>
                      <a:pt x="1" y="3846"/>
                      <a:pt x="1876" y="5029"/>
                      <a:pt x="4104" y="5029"/>
                    </a:cubicBezTo>
                    <a:cubicBezTo>
                      <a:pt x="5785" y="5029"/>
                      <a:pt x="7668" y="4355"/>
                      <a:pt x="9097" y="1989"/>
                    </a:cubicBezTo>
                    <a:cubicBezTo>
                      <a:pt x="9097" y="1989"/>
                      <a:pt x="8029" y="0"/>
                      <a:pt x="510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2" name="Google Shape;1102;p67"/>
              <p:cNvSpPr/>
              <p:nvPr/>
            </p:nvSpPr>
            <p:spPr>
              <a:xfrm>
                <a:off x="1731150" y="6749613"/>
                <a:ext cx="82175" cy="54250"/>
              </a:xfrm>
              <a:custGeom>
                <a:rect b="b" l="l" r="r" t="t"/>
                <a:pathLst>
                  <a:path extrusionOk="0" h="2170" w="3287">
                    <a:moveTo>
                      <a:pt x="3287" y="0"/>
                    </a:moveTo>
                    <a:lnTo>
                      <a:pt x="1132" y="893"/>
                    </a:lnTo>
                    <a:lnTo>
                      <a:pt x="1072" y="1488"/>
                    </a:lnTo>
                    <a:lnTo>
                      <a:pt x="1929" y="1560"/>
                    </a:lnTo>
                    <a:lnTo>
                      <a:pt x="3287" y="0"/>
                    </a:lnTo>
                    <a:close/>
                    <a:moveTo>
                      <a:pt x="377" y="1486"/>
                    </a:moveTo>
                    <a:cubicBezTo>
                      <a:pt x="212" y="1486"/>
                      <a:pt x="89" y="1537"/>
                      <a:pt x="60" y="1631"/>
                    </a:cubicBezTo>
                    <a:cubicBezTo>
                      <a:pt x="1" y="1786"/>
                      <a:pt x="215" y="2000"/>
                      <a:pt x="536" y="2108"/>
                    </a:cubicBezTo>
                    <a:cubicBezTo>
                      <a:pt x="661" y="2149"/>
                      <a:pt x="782" y="2169"/>
                      <a:pt x="887" y="2169"/>
                    </a:cubicBezTo>
                    <a:cubicBezTo>
                      <a:pt x="1053" y="2169"/>
                      <a:pt x="1178" y="2119"/>
                      <a:pt x="1215" y="2024"/>
                    </a:cubicBezTo>
                    <a:cubicBezTo>
                      <a:pt x="1263" y="1869"/>
                      <a:pt x="1048" y="1655"/>
                      <a:pt x="727" y="1548"/>
                    </a:cubicBezTo>
                    <a:cubicBezTo>
                      <a:pt x="602" y="1506"/>
                      <a:pt x="481" y="1486"/>
                      <a:pt x="377" y="14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3" name="Google Shape;1103;p67"/>
              <p:cNvSpPr/>
              <p:nvPr/>
            </p:nvSpPr>
            <p:spPr>
              <a:xfrm>
                <a:off x="1688300" y="6757338"/>
                <a:ext cx="113125" cy="78025"/>
              </a:xfrm>
              <a:custGeom>
                <a:rect b="b" l="l" r="r" t="t"/>
                <a:pathLst>
                  <a:path extrusionOk="0" h="3121" w="4525">
                    <a:moveTo>
                      <a:pt x="0" y="1"/>
                    </a:moveTo>
                    <a:lnTo>
                      <a:pt x="1203" y="1382"/>
                    </a:lnTo>
                    <a:lnTo>
                      <a:pt x="1691" y="1299"/>
                    </a:lnTo>
                    <a:lnTo>
                      <a:pt x="1607" y="870"/>
                    </a:lnTo>
                    <a:lnTo>
                      <a:pt x="0" y="1"/>
                    </a:lnTo>
                    <a:close/>
                    <a:moveTo>
                      <a:pt x="3358" y="1822"/>
                    </a:moveTo>
                    <a:lnTo>
                      <a:pt x="2858" y="1918"/>
                    </a:lnTo>
                    <a:lnTo>
                      <a:pt x="3012" y="2370"/>
                    </a:lnTo>
                    <a:lnTo>
                      <a:pt x="4524" y="3013"/>
                    </a:lnTo>
                    <a:lnTo>
                      <a:pt x="3358" y="1822"/>
                    </a:lnTo>
                    <a:close/>
                    <a:moveTo>
                      <a:pt x="1369" y="1715"/>
                    </a:moveTo>
                    <a:lnTo>
                      <a:pt x="167" y="3120"/>
                    </a:lnTo>
                    <a:lnTo>
                      <a:pt x="1965" y="2156"/>
                    </a:lnTo>
                    <a:lnTo>
                      <a:pt x="1893" y="1787"/>
                    </a:lnTo>
                    <a:lnTo>
                      <a:pt x="1369" y="1715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4" name="Google Shape;1104;p67"/>
              <p:cNvSpPr/>
              <p:nvPr/>
            </p:nvSpPr>
            <p:spPr>
              <a:xfrm>
                <a:off x="1668650" y="6739313"/>
                <a:ext cx="169375" cy="107950"/>
              </a:xfrm>
              <a:custGeom>
                <a:rect b="b" l="l" r="r" t="t"/>
                <a:pathLst>
                  <a:path extrusionOk="0" h="4318" w="6775">
                    <a:moveTo>
                      <a:pt x="3689" y="0"/>
                    </a:moveTo>
                    <a:cubicBezTo>
                      <a:pt x="2372" y="0"/>
                      <a:pt x="1374" y="547"/>
                      <a:pt x="1358" y="555"/>
                    </a:cubicBezTo>
                    <a:lnTo>
                      <a:pt x="1417" y="650"/>
                    </a:lnTo>
                    <a:cubicBezTo>
                      <a:pt x="1425" y="650"/>
                      <a:pt x="2398" y="117"/>
                      <a:pt x="3685" y="117"/>
                    </a:cubicBezTo>
                    <a:cubicBezTo>
                      <a:pt x="4213" y="117"/>
                      <a:pt x="4793" y="207"/>
                      <a:pt x="5382" y="460"/>
                    </a:cubicBezTo>
                    <a:lnTo>
                      <a:pt x="5429" y="353"/>
                    </a:lnTo>
                    <a:cubicBezTo>
                      <a:pt x="4826" y="92"/>
                      <a:pt x="4230" y="0"/>
                      <a:pt x="3689" y="0"/>
                    </a:cubicBezTo>
                    <a:close/>
                    <a:moveTo>
                      <a:pt x="5846" y="615"/>
                    </a:moveTo>
                    <a:lnTo>
                      <a:pt x="5799" y="722"/>
                    </a:lnTo>
                    <a:cubicBezTo>
                      <a:pt x="6251" y="936"/>
                      <a:pt x="6501" y="1210"/>
                      <a:pt x="6537" y="1543"/>
                    </a:cubicBezTo>
                    <a:cubicBezTo>
                      <a:pt x="6644" y="2377"/>
                      <a:pt x="5489" y="3341"/>
                      <a:pt x="5477" y="3353"/>
                    </a:cubicBezTo>
                    <a:lnTo>
                      <a:pt x="5549" y="3448"/>
                    </a:lnTo>
                    <a:cubicBezTo>
                      <a:pt x="5596" y="3401"/>
                      <a:pt x="6775" y="2424"/>
                      <a:pt x="6656" y="1531"/>
                    </a:cubicBezTo>
                    <a:cubicBezTo>
                      <a:pt x="6608" y="1150"/>
                      <a:pt x="6334" y="841"/>
                      <a:pt x="5846" y="615"/>
                    </a:cubicBezTo>
                    <a:close/>
                    <a:moveTo>
                      <a:pt x="655" y="1138"/>
                    </a:moveTo>
                    <a:cubicBezTo>
                      <a:pt x="631" y="1162"/>
                      <a:pt x="0" y="1817"/>
                      <a:pt x="48" y="2603"/>
                    </a:cubicBezTo>
                    <a:cubicBezTo>
                      <a:pt x="72" y="3020"/>
                      <a:pt x="274" y="3389"/>
                      <a:pt x="667" y="3710"/>
                    </a:cubicBezTo>
                    <a:lnTo>
                      <a:pt x="738" y="3615"/>
                    </a:lnTo>
                    <a:cubicBezTo>
                      <a:pt x="381" y="3317"/>
                      <a:pt x="179" y="2972"/>
                      <a:pt x="167" y="2591"/>
                    </a:cubicBezTo>
                    <a:cubicBezTo>
                      <a:pt x="119" y="1865"/>
                      <a:pt x="726" y="1222"/>
                      <a:pt x="738" y="1222"/>
                    </a:cubicBezTo>
                    <a:lnTo>
                      <a:pt x="655" y="1138"/>
                    </a:lnTo>
                    <a:close/>
                    <a:moveTo>
                      <a:pt x="4882" y="3782"/>
                    </a:moveTo>
                    <a:cubicBezTo>
                      <a:pt x="4344" y="4105"/>
                      <a:pt x="3718" y="4205"/>
                      <a:pt x="3148" y="4205"/>
                    </a:cubicBezTo>
                    <a:cubicBezTo>
                      <a:pt x="2228" y="4205"/>
                      <a:pt x="1456" y="3944"/>
                      <a:pt x="1441" y="3936"/>
                    </a:cubicBezTo>
                    <a:lnTo>
                      <a:pt x="1405" y="4044"/>
                    </a:lnTo>
                    <a:cubicBezTo>
                      <a:pt x="1417" y="4055"/>
                      <a:pt x="2203" y="4317"/>
                      <a:pt x="3143" y="4317"/>
                    </a:cubicBezTo>
                    <a:cubicBezTo>
                      <a:pt x="3727" y="4317"/>
                      <a:pt x="4382" y="4222"/>
                      <a:pt x="4941" y="3877"/>
                    </a:cubicBezTo>
                    <a:lnTo>
                      <a:pt x="4882" y="378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5" name="Google Shape;1105;p67"/>
              <p:cNvSpPr/>
              <p:nvPr/>
            </p:nvSpPr>
            <p:spPr>
              <a:xfrm>
                <a:off x="1624875" y="6771038"/>
                <a:ext cx="247400" cy="88725"/>
              </a:xfrm>
              <a:custGeom>
                <a:rect b="b" l="l" r="r" t="t"/>
                <a:pathLst>
                  <a:path extrusionOk="0" h="3549" w="9896">
                    <a:moveTo>
                      <a:pt x="9788" y="0"/>
                    </a:moveTo>
                    <a:cubicBezTo>
                      <a:pt x="8800" y="1751"/>
                      <a:pt x="7478" y="2846"/>
                      <a:pt x="5871" y="3251"/>
                    </a:cubicBezTo>
                    <a:cubicBezTo>
                      <a:pt x="5376" y="3377"/>
                      <a:pt x="4881" y="3430"/>
                      <a:pt x="4401" y="3430"/>
                    </a:cubicBezTo>
                    <a:cubicBezTo>
                      <a:pt x="2075" y="3430"/>
                      <a:pt x="90" y="2199"/>
                      <a:pt x="61" y="2179"/>
                    </a:cubicBezTo>
                    <a:lnTo>
                      <a:pt x="1" y="2286"/>
                    </a:lnTo>
                    <a:cubicBezTo>
                      <a:pt x="25" y="2298"/>
                      <a:pt x="2049" y="3548"/>
                      <a:pt x="4418" y="3548"/>
                    </a:cubicBezTo>
                    <a:cubicBezTo>
                      <a:pt x="4906" y="3548"/>
                      <a:pt x="5406" y="3489"/>
                      <a:pt x="5906" y="3370"/>
                    </a:cubicBezTo>
                    <a:cubicBezTo>
                      <a:pt x="7538" y="2953"/>
                      <a:pt x="8883" y="1846"/>
                      <a:pt x="9895" y="60"/>
                    </a:cubicBezTo>
                    <a:lnTo>
                      <a:pt x="9788" y="0"/>
                    </a:lnTo>
                    <a:close/>
                  </a:path>
                </a:pathLst>
              </a:custGeom>
              <a:solidFill>
                <a:srgbClr val="FFB31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6" name="Google Shape;1106;p67"/>
              <p:cNvSpPr/>
              <p:nvPr/>
            </p:nvSpPr>
            <p:spPr>
              <a:xfrm>
                <a:off x="1643925" y="6857813"/>
                <a:ext cx="30100" cy="19675"/>
              </a:xfrm>
              <a:custGeom>
                <a:rect b="b" l="l" r="r" t="t"/>
                <a:pathLst>
                  <a:path extrusionOk="0" h="787" w="1204">
                    <a:moveTo>
                      <a:pt x="460" y="0"/>
                    </a:moveTo>
                    <a:cubicBezTo>
                      <a:pt x="268" y="0"/>
                      <a:pt x="111" y="78"/>
                      <a:pt x="61" y="220"/>
                    </a:cubicBezTo>
                    <a:cubicBezTo>
                      <a:pt x="1" y="411"/>
                      <a:pt x="191" y="649"/>
                      <a:pt x="489" y="744"/>
                    </a:cubicBezTo>
                    <a:cubicBezTo>
                      <a:pt x="574" y="773"/>
                      <a:pt x="661" y="786"/>
                      <a:pt x="741" y="786"/>
                    </a:cubicBezTo>
                    <a:cubicBezTo>
                      <a:pt x="931" y="786"/>
                      <a:pt x="1090" y="711"/>
                      <a:pt x="1132" y="578"/>
                    </a:cubicBezTo>
                    <a:cubicBezTo>
                      <a:pt x="1204" y="387"/>
                      <a:pt x="1013" y="149"/>
                      <a:pt x="715" y="42"/>
                    </a:cubicBezTo>
                    <a:cubicBezTo>
                      <a:pt x="628" y="14"/>
                      <a:pt x="541" y="0"/>
                      <a:pt x="46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7" name="Google Shape;1107;p67"/>
              <p:cNvSpPr/>
              <p:nvPr/>
            </p:nvSpPr>
            <p:spPr>
              <a:xfrm>
                <a:off x="1696025" y="6871588"/>
                <a:ext cx="25325" cy="16200"/>
              </a:xfrm>
              <a:custGeom>
                <a:rect b="b" l="l" r="r" t="t"/>
                <a:pathLst>
                  <a:path extrusionOk="0" h="648" w="1013">
                    <a:moveTo>
                      <a:pt x="377" y="1"/>
                    </a:moveTo>
                    <a:cubicBezTo>
                      <a:pt x="216" y="1"/>
                      <a:pt x="89" y="62"/>
                      <a:pt x="48" y="169"/>
                    </a:cubicBezTo>
                    <a:cubicBezTo>
                      <a:pt x="1" y="324"/>
                      <a:pt x="155" y="527"/>
                      <a:pt x="417" y="610"/>
                    </a:cubicBezTo>
                    <a:cubicBezTo>
                      <a:pt x="494" y="636"/>
                      <a:pt x="571" y="648"/>
                      <a:pt x="642" y="648"/>
                    </a:cubicBezTo>
                    <a:cubicBezTo>
                      <a:pt x="802" y="648"/>
                      <a:pt x="932" y="586"/>
                      <a:pt x="965" y="479"/>
                    </a:cubicBezTo>
                    <a:cubicBezTo>
                      <a:pt x="1013" y="324"/>
                      <a:pt x="858" y="122"/>
                      <a:pt x="608" y="38"/>
                    </a:cubicBezTo>
                    <a:cubicBezTo>
                      <a:pt x="527" y="13"/>
                      <a:pt x="449" y="1"/>
                      <a:pt x="3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8" name="Google Shape;1108;p67"/>
              <p:cNvSpPr/>
              <p:nvPr/>
            </p:nvSpPr>
            <p:spPr>
              <a:xfrm>
                <a:off x="1752575" y="6870788"/>
                <a:ext cx="27125" cy="18000"/>
              </a:xfrm>
              <a:custGeom>
                <a:rect b="b" l="l" r="r" t="t"/>
                <a:pathLst>
                  <a:path extrusionOk="0" h="720" w="1085">
                    <a:moveTo>
                      <a:pt x="427" y="0"/>
                    </a:moveTo>
                    <a:cubicBezTo>
                      <a:pt x="250" y="0"/>
                      <a:pt x="103" y="73"/>
                      <a:pt x="60" y="201"/>
                    </a:cubicBezTo>
                    <a:cubicBezTo>
                      <a:pt x="1" y="380"/>
                      <a:pt x="167" y="594"/>
                      <a:pt x="429" y="678"/>
                    </a:cubicBezTo>
                    <a:cubicBezTo>
                      <a:pt x="512" y="706"/>
                      <a:pt x="594" y="720"/>
                      <a:pt x="669" y="720"/>
                    </a:cubicBezTo>
                    <a:cubicBezTo>
                      <a:pt x="843" y="720"/>
                      <a:pt x="983" y="648"/>
                      <a:pt x="1025" y="523"/>
                    </a:cubicBezTo>
                    <a:cubicBezTo>
                      <a:pt x="1084" y="344"/>
                      <a:pt x="918" y="130"/>
                      <a:pt x="644" y="35"/>
                    </a:cubicBezTo>
                    <a:cubicBezTo>
                      <a:pt x="570" y="11"/>
                      <a:pt x="496" y="0"/>
                      <a:pt x="42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9" name="Google Shape;1109;p67"/>
              <p:cNvSpPr/>
              <p:nvPr/>
            </p:nvSpPr>
            <p:spPr>
              <a:xfrm>
                <a:off x="1804675" y="6855538"/>
                <a:ext cx="18775" cy="12600"/>
              </a:xfrm>
              <a:custGeom>
                <a:rect b="b" l="l" r="r" t="t"/>
                <a:pathLst>
                  <a:path extrusionOk="0" h="504" w="751">
                    <a:moveTo>
                      <a:pt x="300" y="0"/>
                    </a:moveTo>
                    <a:cubicBezTo>
                      <a:pt x="178" y="0"/>
                      <a:pt x="73" y="51"/>
                      <a:pt x="48" y="145"/>
                    </a:cubicBezTo>
                    <a:cubicBezTo>
                      <a:pt x="0" y="264"/>
                      <a:pt x="119" y="419"/>
                      <a:pt x="298" y="478"/>
                    </a:cubicBezTo>
                    <a:cubicBezTo>
                      <a:pt x="353" y="495"/>
                      <a:pt x="406" y="503"/>
                      <a:pt x="456" y="503"/>
                    </a:cubicBezTo>
                    <a:cubicBezTo>
                      <a:pt x="580" y="503"/>
                      <a:pt x="681" y="452"/>
                      <a:pt x="715" y="359"/>
                    </a:cubicBezTo>
                    <a:cubicBezTo>
                      <a:pt x="750" y="240"/>
                      <a:pt x="643" y="85"/>
                      <a:pt x="453" y="26"/>
                    </a:cubicBezTo>
                    <a:cubicBezTo>
                      <a:pt x="402" y="9"/>
                      <a:pt x="349" y="0"/>
                      <a:pt x="3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0" name="Google Shape;1110;p67"/>
              <p:cNvSpPr/>
              <p:nvPr/>
            </p:nvSpPr>
            <p:spPr>
              <a:xfrm>
                <a:off x="1838300" y="6828688"/>
                <a:ext cx="22050" cy="16275"/>
              </a:xfrm>
              <a:custGeom>
                <a:rect b="b" l="l" r="r" t="t"/>
                <a:pathLst>
                  <a:path extrusionOk="0" h="651" w="882">
                    <a:moveTo>
                      <a:pt x="371" y="0"/>
                    </a:moveTo>
                    <a:cubicBezTo>
                      <a:pt x="221" y="0"/>
                      <a:pt x="92" y="72"/>
                      <a:pt x="48" y="195"/>
                    </a:cubicBezTo>
                    <a:cubicBezTo>
                      <a:pt x="1" y="361"/>
                      <a:pt x="120" y="552"/>
                      <a:pt x="334" y="623"/>
                    </a:cubicBezTo>
                    <a:cubicBezTo>
                      <a:pt x="390" y="642"/>
                      <a:pt x="446" y="651"/>
                      <a:pt x="499" y="651"/>
                    </a:cubicBezTo>
                    <a:cubicBezTo>
                      <a:pt x="650" y="651"/>
                      <a:pt x="778" y="580"/>
                      <a:pt x="822" y="457"/>
                    </a:cubicBezTo>
                    <a:cubicBezTo>
                      <a:pt x="882" y="290"/>
                      <a:pt x="751" y="99"/>
                      <a:pt x="537" y="28"/>
                    </a:cubicBezTo>
                    <a:cubicBezTo>
                      <a:pt x="481" y="9"/>
                      <a:pt x="424" y="0"/>
                      <a:pt x="37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1" name="Google Shape;1111;p67"/>
              <p:cNvSpPr/>
              <p:nvPr/>
            </p:nvSpPr>
            <p:spPr>
              <a:xfrm>
                <a:off x="1847825" y="6523088"/>
                <a:ext cx="175950" cy="216725"/>
              </a:xfrm>
              <a:custGeom>
                <a:rect b="b" l="l" r="r" t="t"/>
                <a:pathLst>
                  <a:path extrusionOk="0" h="8669" w="7038">
                    <a:moveTo>
                      <a:pt x="3037" y="1"/>
                    </a:moveTo>
                    <a:lnTo>
                      <a:pt x="2977" y="108"/>
                    </a:lnTo>
                    <a:cubicBezTo>
                      <a:pt x="5156" y="1286"/>
                      <a:pt x="6275" y="3525"/>
                      <a:pt x="5644" y="5430"/>
                    </a:cubicBezTo>
                    <a:cubicBezTo>
                      <a:pt x="5076" y="7115"/>
                      <a:pt x="3321" y="8158"/>
                      <a:pt x="1248" y="8158"/>
                    </a:cubicBezTo>
                    <a:cubicBezTo>
                      <a:pt x="846" y="8158"/>
                      <a:pt x="432" y="8118"/>
                      <a:pt x="13" y="8037"/>
                    </a:cubicBezTo>
                    <a:lnTo>
                      <a:pt x="1" y="8144"/>
                    </a:lnTo>
                    <a:cubicBezTo>
                      <a:pt x="429" y="8240"/>
                      <a:pt x="858" y="8275"/>
                      <a:pt x="1263" y="8275"/>
                    </a:cubicBezTo>
                    <a:cubicBezTo>
                      <a:pt x="1406" y="8275"/>
                      <a:pt x="1537" y="8275"/>
                      <a:pt x="1668" y="8263"/>
                    </a:cubicBezTo>
                    <a:lnTo>
                      <a:pt x="2311" y="8668"/>
                    </a:lnTo>
                    <a:lnTo>
                      <a:pt x="2370" y="8573"/>
                    </a:lnTo>
                    <a:lnTo>
                      <a:pt x="1858" y="8252"/>
                    </a:lnTo>
                    <a:cubicBezTo>
                      <a:pt x="2370" y="8192"/>
                      <a:pt x="2858" y="8085"/>
                      <a:pt x="3311" y="7906"/>
                    </a:cubicBezTo>
                    <a:lnTo>
                      <a:pt x="3846" y="8442"/>
                    </a:lnTo>
                    <a:lnTo>
                      <a:pt x="3930" y="8359"/>
                    </a:lnTo>
                    <a:lnTo>
                      <a:pt x="3430" y="7859"/>
                    </a:lnTo>
                    <a:cubicBezTo>
                      <a:pt x="3811" y="7704"/>
                      <a:pt x="4156" y="7501"/>
                      <a:pt x="4466" y="7251"/>
                    </a:cubicBezTo>
                    <a:lnTo>
                      <a:pt x="5228" y="7918"/>
                    </a:lnTo>
                    <a:lnTo>
                      <a:pt x="5311" y="7835"/>
                    </a:lnTo>
                    <a:lnTo>
                      <a:pt x="4561" y="7180"/>
                    </a:lnTo>
                    <a:cubicBezTo>
                      <a:pt x="4847" y="6942"/>
                      <a:pt x="5097" y="6668"/>
                      <a:pt x="5311" y="6370"/>
                    </a:cubicBezTo>
                    <a:lnTo>
                      <a:pt x="6311" y="6978"/>
                    </a:lnTo>
                    <a:lnTo>
                      <a:pt x="6371" y="6882"/>
                    </a:lnTo>
                    <a:lnTo>
                      <a:pt x="5370" y="6263"/>
                    </a:lnTo>
                    <a:cubicBezTo>
                      <a:pt x="5525" y="6013"/>
                      <a:pt x="5656" y="5751"/>
                      <a:pt x="5751" y="5465"/>
                    </a:cubicBezTo>
                    <a:cubicBezTo>
                      <a:pt x="5799" y="5323"/>
                      <a:pt x="5835" y="5180"/>
                      <a:pt x="5871" y="5037"/>
                    </a:cubicBezTo>
                    <a:lnTo>
                      <a:pt x="6978" y="5585"/>
                    </a:lnTo>
                    <a:lnTo>
                      <a:pt x="7037" y="5477"/>
                    </a:lnTo>
                    <a:lnTo>
                      <a:pt x="5882" y="4918"/>
                    </a:lnTo>
                    <a:cubicBezTo>
                      <a:pt x="5978" y="4370"/>
                      <a:pt x="5942" y="3822"/>
                      <a:pt x="5787" y="3275"/>
                    </a:cubicBezTo>
                    <a:lnTo>
                      <a:pt x="5787" y="3275"/>
                    </a:lnTo>
                    <a:lnTo>
                      <a:pt x="6835" y="3572"/>
                    </a:lnTo>
                    <a:lnTo>
                      <a:pt x="6859" y="3465"/>
                    </a:lnTo>
                    <a:lnTo>
                      <a:pt x="5751" y="3144"/>
                    </a:lnTo>
                    <a:cubicBezTo>
                      <a:pt x="5609" y="2668"/>
                      <a:pt x="5370" y="2203"/>
                      <a:pt x="5073" y="1775"/>
                    </a:cubicBezTo>
                    <a:lnTo>
                      <a:pt x="5073" y="1775"/>
                    </a:lnTo>
                    <a:lnTo>
                      <a:pt x="6002" y="2072"/>
                    </a:lnTo>
                    <a:lnTo>
                      <a:pt x="6037" y="1965"/>
                    </a:lnTo>
                    <a:lnTo>
                      <a:pt x="4954" y="1620"/>
                    </a:lnTo>
                    <a:cubicBezTo>
                      <a:pt x="4466" y="989"/>
                      <a:pt x="3823" y="429"/>
                      <a:pt x="303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112" name="Google Shape;1112;p67"/>
          <p:cNvGrpSpPr/>
          <p:nvPr/>
        </p:nvGrpSpPr>
        <p:grpSpPr>
          <a:xfrm flipH="1">
            <a:off x="312969" y="3903170"/>
            <a:ext cx="1146231" cy="964793"/>
            <a:chOff x="359194" y="3930920"/>
            <a:chExt cx="1146231" cy="964793"/>
          </a:xfrm>
        </p:grpSpPr>
        <p:grpSp>
          <p:nvGrpSpPr>
            <p:cNvPr id="1113" name="Google Shape;1113;p67"/>
            <p:cNvGrpSpPr/>
            <p:nvPr/>
          </p:nvGrpSpPr>
          <p:grpSpPr>
            <a:xfrm>
              <a:off x="359194" y="3930920"/>
              <a:ext cx="1146231" cy="964793"/>
              <a:chOff x="4569300" y="7247450"/>
              <a:chExt cx="724225" cy="609625"/>
            </a:xfrm>
          </p:grpSpPr>
          <p:grpSp>
            <p:nvGrpSpPr>
              <p:cNvPr id="1114" name="Google Shape;1114;p67"/>
              <p:cNvGrpSpPr/>
              <p:nvPr/>
            </p:nvGrpSpPr>
            <p:grpSpPr>
              <a:xfrm>
                <a:off x="4569300" y="7247450"/>
                <a:ext cx="653675" cy="609625"/>
                <a:chOff x="4569300" y="7247450"/>
                <a:chExt cx="653675" cy="609625"/>
              </a:xfrm>
            </p:grpSpPr>
            <p:sp>
              <p:nvSpPr>
                <p:cNvPr id="1115" name="Google Shape;1115;p67"/>
                <p:cNvSpPr/>
                <p:nvPr/>
              </p:nvSpPr>
              <p:spPr>
                <a:xfrm>
                  <a:off x="4569300" y="7247450"/>
                  <a:ext cx="653675" cy="609625"/>
                </a:xfrm>
                <a:custGeom>
                  <a:rect b="b" l="l" r="r" t="t"/>
                  <a:pathLst>
                    <a:path extrusionOk="0" h="24385" w="26147">
                      <a:moveTo>
                        <a:pt x="22016" y="1"/>
                      </a:moveTo>
                      <a:lnTo>
                        <a:pt x="1" y="6085"/>
                      </a:lnTo>
                      <a:lnTo>
                        <a:pt x="5466" y="24385"/>
                      </a:lnTo>
                      <a:lnTo>
                        <a:pt x="26147" y="17896"/>
                      </a:lnTo>
                      <a:lnTo>
                        <a:pt x="22016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16" name="Google Shape;1116;p67"/>
                <p:cNvSpPr/>
                <p:nvPr/>
              </p:nvSpPr>
              <p:spPr>
                <a:xfrm>
                  <a:off x="4643425" y="7312050"/>
                  <a:ext cx="554250" cy="514675"/>
                </a:xfrm>
                <a:custGeom>
                  <a:rect b="b" l="l" r="r" t="t"/>
                  <a:pathLst>
                    <a:path extrusionOk="0" h="20587" w="22170">
                      <a:moveTo>
                        <a:pt x="12371" y="0"/>
                      </a:moveTo>
                      <a:lnTo>
                        <a:pt x="8240" y="1060"/>
                      </a:lnTo>
                      <a:lnTo>
                        <a:pt x="6037" y="3882"/>
                      </a:lnTo>
                      <a:lnTo>
                        <a:pt x="2108" y="3477"/>
                      </a:lnTo>
                      <a:lnTo>
                        <a:pt x="1" y="6894"/>
                      </a:lnTo>
                      <a:lnTo>
                        <a:pt x="524" y="13014"/>
                      </a:lnTo>
                      <a:lnTo>
                        <a:pt x="2394" y="19539"/>
                      </a:lnTo>
                      <a:lnTo>
                        <a:pt x="3084" y="20586"/>
                      </a:lnTo>
                      <a:lnTo>
                        <a:pt x="6942" y="18717"/>
                      </a:lnTo>
                      <a:lnTo>
                        <a:pt x="13431" y="17526"/>
                      </a:lnTo>
                      <a:lnTo>
                        <a:pt x="22170" y="14550"/>
                      </a:lnTo>
                      <a:lnTo>
                        <a:pt x="21039" y="9383"/>
                      </a:lnTo>
                      <a:lnTo>
                        <a:pt x="17562" y="5323"/>
                      </a:lnTo>
                      <a:lnTo>
                        <a:pt x="17598" y="691"/>
                      </a:lnTo>
                      <a:lnTo>
                        <a:pt x="12371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17" name="Google Shape;1117;p67"/>
                <p:cNvSpPr/>
                <p:nvPr/>
              </p:nvSpPr>
              <p:spPr>
                <a:xfrm>
                  <a:off x="4591325" y="7337650"/>
                  <a:ext cx="290250" cy="329600"/>
                </a:xfrm>
                <a:custGeom>
                  <a:rect b="b" l="l" r="r" t="t"/>
                  <a:pathLst>
                    <a:path extrusionOk="0" h="13184" w="11610">
                      <a:moveTo>
                        <a:pt x="10371" y="0"/>
                      </a:moveTo>
                      <a:lnTo>
                        <a:pt x="1" y="2667"/>
                      </a:lnTo>
                      <a:lnTo>
                        <a:pt x="2668" y="11954"/>
                      </a:lnTo>
                      <a:cubicBezTo>
                        <a:pt x="2727" y="11633"/>
                        <a:pt x="2823" y="11335"/>
                        <a:pt x="2942" y="11037"/>
                      </a:cubicBezTo>
                      <a:cubicBezTo>
                        <a:pt x="3166" y="10572"/>
                        <a:pt x="3638" y="10107"/>
                        <a:pt x="4158" y="10107"/>
                      </a:cubicBezTo>
                      <a:cubicBezTo>
                        <a:pt x="4329" y="10107"/>
                        <a:pt x="4506" y="10157"/>
                        <a:pt x="4680" y="10275"/>
                      </a:cubicBezTo>
                      <a:cubicBezTo>
                        <a:pt x="5013" y="10514"/>
                        <a:pt x="5192" y="10990"/>
                        <a:pt x="5383" y="11335"/>
                      </a:cubicBezTo>
                      <a:cubicBezTo>
                        <a:pt x="5656" y="11823"/>
                        <a:pt x="5930" y="12335"/>
                        <a:pt x="6264" y="12776"/>
                      </a:cubicBezTo>
                      <a:cubicBezTo>
                        <a:pt x="6477" y="13047"/>
                        <a:pt x="6745" y="13183"/>
                        <a:pt x="6999" y="13183"/>
                      </a:cubicBezTo>
                      <a:cubicBezTo>
                        <a:pt x="7313" y="13183"/>
                        <a:pt x="7607" y="12976"/>
                        <a:pt x="7752" y="12561"/>
                      </a:cubicBezTo>
                      <a:cubicBezTo>
                        <a:pt x="8514" y="10359"/>
                        <a:pt x="5525" y="8799"/>
                        <a:pt x="4394" y="7478"/>
                      </a:cubicBezTo>
                      <a:cubicBezTo>
                        <a:pt x="3668" y="6632"/>
                        <a:pt x="3335" y="5406"/>
                        <a:pt x="4156" y="4489"/>
                      </a:cubicBezTo>
                      <a:cubicBezTo>
                        <a:pt x="4465" y="4144"/>
                        <a:pt x="4903" y="3962"/>
                        <a:pt x="5337" y="3962"/>
                      </a:cubicBezTo>
                      <a:cubicBezTo>
                        <a:pt x="5757" y="3962"/>
                        <a:pt x="6173" y="4132"/>
                        <a:pt x="6466" y="4489"/>
                      </a:cubicBezTo>
                      <a:cubicBezTo>
                        <a:pt x="7157" y="5394"/>
                        <a:pt x="7454" y="6620"/>
                        <a:pt x="8038" y="7573"/>
                      </a:cubicBezTo>
                      <a:cubicBezTo>
                        <a:pt x="8372" y="8122"/>
                        <a:pt x="8793" y="8360"/>
                        <a:pt x="9237" y="8360"/>
                      </a:cubicBezTo>
                      <a:cubicBezTo>
                        <a:pt x="9678" y="8360"/>
                        <a:pt x="10140" y="8125"/>
                        <a:pt x="10562" y="7728"/>
                      </a:cubicBezTo>
                      <a:cubicBezTo>
                        <a:pt x="11610" y="6727"/>
                        <a:pt x="11550" y="5370"/>
                        <a:pt x="11217" y="4060"/>
                      </a:cubicBezTo>
                      <a:cubicBezTo>
                        <a:pt x="10859" y="2644"/>
                        <a:pt x="10467" y="1370"/>
                        <a:pt x="1037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18" name="Google Shape;1118;p67"/>
                <p:cNvSpPr/>
                <p:nvPr/>
              </p:nvSpPr>
              <p:spPr>
                <a:xfrm>
                  <a:off x="4701175" y="7653675"/>
                  <a:ext cx="275950" cy="182275"/>
                </a:xfrm>
                <a:custGeom>
                  <a:rect b="b" l="l" r="r" t="t"/>
                  <a:pathLst>
                    <a:path extrusionOk="0" h="7291" w="11038">
                      <a:moveTo>
                        <a:pt x="5312" y="1"/>
                      </a:moveTo>
                      <a:cubicBezTo>
                        <a:pt x="5187" y="1"/>
                        <a:pt x="5045" y="35"/>
                        <a:pt x="4882" y="111"/>
                      </a:cubicBezTo>
                      <a:cubicBezTo>
                        <a:pt x="3906" y="551"/>
                        <a:pt x="3203" y="1897"/>
                        <a:pt x="2822" y="2837"/>
                      </a:cubicBezTo>
                      <a:cubicBezTo>
                        <a:pt x="2448" y="3675"/>
                        <a:pt x="1780" y="6027"/>
                        <a:pt x="719" y="6027"/>
                      </a:cubicBezTo>
                      <a:cubicBezTo>
                        <a:pt x="497" y="6027"/>
                        <a:pt x="258" y="5924"/>
                        <a:pt x="0" y="5683"/>
                      </a:cubicBezTo>
                      <a:lnTo>
                        <a:pt x="0" y="5683"/>
                      </a:lnTo>
                      <a:lnTo>
                        <a:pt x="453" y="7290"/>
                      </a:lnTo>
                      <a:lnTo>
                        <a:pt x="11037" y="3671"/>
                      </a:lnTo>
                      <a:cubicBezTo>
                        <a:pt x="10880" y="3288"/>
                        <a:pt x="10579" y="3157"/>
                        <a:pt x="10239" y="3157"/>
                      </a:cubicBezTo>
                      <a:cubicBezTo>
                        <a:pt x="9809" y="3157"/>
                        <a:pt x="9317" y="3367"/>
                        <a:pt x="8978" y="3540"/>
                      </a:cubicBezTo>
                      <a:cubicBezTo>
                        <a:pt x="8547" y="3751"/>
                        <a:pt x="7813" y="4258"/>
                        <a:pt x="7205" y="4258"/>
                      </a:cubicBezTo>
                      <a:cubicBezTo>
                        <a:pt x="7023" y="4258"/>
                        <a:pt x="6852" y="4212"/>
                        <a:pt x="6704" y="4100"/>
                      </a:cubicBezTo>
                      <a:cubicBezTo>
                        <a:pt x="6061" y="3599"/>
                        <a:pt x="6275" y="2171"/>
                        <a:pt x="6192" y="1456"/>
                      </a:cubicBezTo>
                      <a:cubicBezTo>
                        <a:pt x="6112" y="823"/>
                        <a:pt x="5926" y="1"/>
                        <a:pt x="5312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19" name="Google Shape;1119;p67"/>
                <p:cNvSpPr/>
                <p:nvPr/>
              </p:nvSpPr>
              <p:spPr>
                <a:xfrm>
                  <a:off x="4937500" y="7267100"/>
                  <a:ext cx="229525" cy="283925"/>
                </a:xfrm>
                <a:custGeom>
                  <a:rect b="b" l="l" r="r" t="t"/>
                  <a:pathLst>
                    <a:path extrusionOk="0" h="11357" w="9181">
                      <a:moveTo>
                        <a:pt x="6764" y="1"/>
                      </a:moveTo>
                      <a:lnTo>
                        <a:pt x="513" y="1608"/>
                      </a:lnTo>
                      <a:cubicBezTo>
                        <a:pt x="275" y="2037"/>
                        <a:pt x="1" y="2894"/>
                        <a:pt x="191" y="3299"/>
                      </a:cubicBezTo>
                      <a:cubicBezTo>
                        <a:pt x="305" y="3509"/>
                        <a:pt x="487" y="3587"/>
                        <a:pt x="710" y="3587"/>
                      </a:cubicBezTo>
                      <a:cubicBezTo>
                        <a:pt x="1363" y="3587"/>
                        <a:pt x="2363" y="2918"/>
                        <a:pt x="3012" y="2918"/>
                      </a:cubicBezTo>
                      <a:cubicBezTo>
                        <a:pt x="3211" y="2918"/>
                        <a:pt x="3377" y="2980"/>
                        <a:pt x="3489" y="3144"/>
                      </a:cubicBezTo>
                      <a:cubicBezTo>
                        <a:pt x="3823" y="3632"/>
                        <a:pt x="3216" y="4608"/>
                        <a:pt x="3001" y="5001"/>
                      </a:cubicBezTo>
                      <a:cubicBezTo>
                        <a:pt x="2382" y="6132"/>
                        <a:pt x="1834" y="7121"/>
                        <a:pt x="1846" y="8454"/>
                      </a:cubicBezTo>
                      <a:cubicBezTo>
                        <a:pt x="1894" y="10085"/>
                        <a:pt x="3347" y="10966"/>
                        <a:pt x="4811" y="11240"/>
                      </a:cubicBezTo>
                      <a:cubicBezTo>
                        <a:pt x="5268" y="11322"/>
                        <a:pt x="5726" y="11356"/>
                        <a:pt x="6182" y="11356"/>
                      </a:cubicBezTo>
                      <a:cubicBezTo>
                        <a:pt x="7188" y="11356"/>
                        <a:pt x="8190" y="11190"/>
                        <a:pt x="9181" y="11002"/>
                      </a:cubicBezTo>
                      <a:lnTo>
                        <a:pt x="676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20" name="Google Shape;1120;p67"/>
                <p:cNvSpPr/>
                <p:nvPr/>
              </p:nvSpPr>
              <p:spPr>
                <a:xfrm>
                  <a:off x="4599975" y="7276625"/>
                  <a:ext cx="588775" cy="532825"/>
                </a:xfrm>
                <a:custGeom>
                  <a:rect b="b" l="l" r="r" t="t"/>
                  <a:pathLst>
                    <a:path extrusionOk="0" h="21313" w="23551">
                      <a:moveTo>
                        <a:pt x="18229" y="2858"/>
                      </a:moveTo>
                      <a:lnTo>
                        <a:pt x="19229" y="6751"/>
                      </a:lnTo>
                      <a:lnTo>
                        <a:pt x="15919" y="7704"/>
                      </a:lnTo>
                      <a:lnTo>
                        <a:pt x="14740" y="3787"/>
                      </a:lnTo>
                      <a:lnTo>
                        <a:pt x="18229" y="2858"/>
                      </a:lnTo>
                      <a:close/>
                      <a:moveTo>
                        <a:pt x="14621" y="3823"/>
                      </a:moveTo>
                      <a:lnTo>
                        <a:pt x="15812" y="7740"/>
                      </a:lnTo>
                      <a:lnTo>
                        <a:pt x="12478" y="8692"/>
                      </a:lnTo>
                      <a:lnTo>
                        <a:pt x="11287" y="4715"/>
                      </a:lnTo>
                      <a:lnTo>
                        <a:pt x="14621" y="3823"/>
                      </a:lnTo>
                      <a:close/>
                      <a:moveTo>
                        <a:pt x="11168" y="4751"/>
                      </a:moveTo>
                      <a:lnTo>
                        <a:pt x="12371" y="8728"/>
                      </a:lnTo>
                      <a:lnTo>
                        <a:pt x="9013" y="9692"/>
                      </a:lnTo>
                      <a:lnTo>
                        <a:pt x="7775" y="5668"/>
                      </a:lnTo>
                      <a:lnTo>
                        <a:pt x="11168" y="4751"/>
                      </a:lnTo>
                      <a:close/>
                      <a:moveTo>
                        <a:pt x="7656" y="5692"/>
                      </a:moveTo>
                      <a:lnTo>
                        <a:pt x="8894" y="9728"/>
                      </a:lnTo>
                      <a:lnTo>
                        <a:pt x="5037" y="10835"/>
                      </a:lnTo>
                      <a:lnTo>
                        <a:pt x="3608" y="6787"/>
                      </a:lnTo>
                      <a:lnTo>
                        <a:pt x="7656" y="5692"/>
                      </a:lnTo>
                      <a:close/>
                      <a:moveTo>
                        <a:pt x="19253" y="6871"/>
                      </a:moveTo>
                      <a:lnTo>
                        <a:pt x="20360" y="11216"/>
                      </a:lnTo>
                      <a:lnTo>
                        <a:pt x="17252" y="12109"/>
                      </a:lnTo>
                      <a:lnTo>
                        <a:pt x="15955" y="7811"/>
                      </a:lnTo>
                      <a:lnTo>
                        <a:pt x="19253" y="6871"/>
                      </a:lnTo>
                      <a:close/>
                      <a:moveTo>
                        <a:pt x="15847" y="7847"/>
                      </a:moveTo>
                      <a:lnTo>
                        <a:pt x="17145" y="12133"/>
                      </a:lnTo>
                      <a:lnTo>
                        <a:pt x="13800" y="13086"/>
                      </a:lnTo>
                      <a:lnTo>
                        <a:pt x="12514" y="8811"/>
                      </a:lnTo>
                      <a:lnTo>
                        <a:pt x="15847" y="7847"/>
                      </a:lnTo>
                      <a:close/>
                      <a:moveTo>
                        <a:pt x="12407" y="8835"/>
                      </a:moveTo>
                      <a:lnTo>
                        <a:pt x="13692" y="13121"/>
                      </a:lnTo>
                      <a:lnTo>
                        <a:pt x="10359" y="14074"/>
                      </a:lnTo>
                      <a:lnTo>
                        <a:pt x="9049" y="9799"/>
                      </a:lnTo>
                      <a:lnTo>
                        <a:pt x="12407" y="8835"/>
                      </a:lnTo>
                      <a:close/>
                      <a:moveTo>
                        <a:pt x="8930" y="9835"/>
                      </a:moveTo>
                      <a:lnTo>
                        <a:pt x="10251" y="14109"/>
                      </a:lnTo>
                      <a:lnTo>
                        <a:pt x="6561" y="15169"/>
                      </a:lnTo>
                      <a:lnTo>
                        <a:pt x="5072" y="10942"/>
                      </a:lnTo>
                      <a:lnTo>
                        <a:pt x="8930" y="9835"/>
                      </a:lnTo>
                      <a:close/>
                      <a:moveTo>
                        <a:pt x="20384" y="11323"/>
                      </a:moveTo>
                      <a:lnTo>
                        <a:pt x="21122" y="14252"/>
                      </a:lnTo>
                      <a:lnTo>
                        <a:pt x="18181" y="15169"/>
                      </a:lnTo>
                      <a:lnTo>
                        <a:pt x="17288" y="12216"/>
                      </a:lnTo>
                      <a:lnTo>
                        <a:pt x="20384" y="11323"/>
                      </a:lnTo>
                      <a:close/>
                      <a:moveTo>
                        <a:pt x="17169" y="12252"/>
                      </a:moveTo>
                      <a:lnTo>
                        <a:pt x="18062" y="15205"/>
                      </a:lnTo>
                      <a:lnTo>
                        <a:pt x="14740" y="16229"/>
                      </a:lnTo>
                      <a:lnTo>
                        <a:pt x="13835" y="13205"/>
                      </a:lnTo>
                      <a:lnTo>
                        <a:pt x="17169" y="12252"/>
                      </a:lnTo>
                      <a:close/>
                      <a:moveTo>
                        <a:pt x="13716" y="13240"/>
                      </a:moveTo>
                      <a:lnTo>
                        <a:pt x="14633" y="16265"/>
                      </a:lnTo>
                      <a:lnTo>
                        <a:pt x="11347" y="17277"/>
                      </a:lnTo>
                      <a:lnTo>
                        <a:pt x="10394" y="14193"/>
                      </a:lnTo>
                      <a:lnTo>
                        <a:pt x="13716" y="13240"/>
                      </a:lnTo>
                      <a:close/>
                      <a:moveTo>
                        <a:pt x="10275" y="14217"/>
                      </a:moveTo>
                      <a:lnTo>
                        <a:pt x="11228" y="17312"/>
                      </a:lnTo>
                      <a:lnTo>
                        <a:pt x="7692" y="18408"/>
                      </a:lnTo>
                      <a:lnTo>
                        <a:pt x="6596" y="15276"/>
                      </a:lnTo>
                      <a:lnTo>
                        <a:pt x="10275" y="14217"/>
                      </a:lnTo>
                      <a:close/>
                      <a:moveTo>
                        <a:pt x="17633" y="1"/>
                      </a:moveTo>
                      <a:lnTo>
                        <a:pt x="17514" y="36"/>
                      </a:lnTo>
                      <a:lnTo>
                        <a:pt x="18205" y="2739"/>
                      </a:lnTo>
                      <a:lnTo>
                        <a:pt x="14704" y="3680"/>
                      </a:lnTo>
                      <a:lnTo>
                        <a:pt x="13823" y="763"/>
                      </a:lnTo>
                      <a:lnTo>
                        <a:pt x="13716" y="798"/>
                      </a:lnTo>
                      <a:lnTo>
                        <a:pt x="14585" y="3715"/>
                      </a:lnTo>
                      <a:lnTo>
                        <a:pt x="11252" y="4608"/>
                      </a:lnTo>
                      <a:lnTo>
                        <a:pt x="10394" y="1787"/>
                      </a:lnTo>
                      <a:lnTo>
                        <a:pt x="10287" y="1822"/>
                      </a:lnTo>
                      <a:lnTo>
                        <a:pt x="11133" y="4632"/>
                      </a:lnTo>
                      <a:lnTo>
                        <a:pt x="7727" y="5549"/>
                      </a:lnTo>
                      <a:lnTo>
                        <a:pt x="6894" y="2810"/>
                      </a:lnTo>
                      <a:lnTo>
                        <a:pt x="6775" y="2846"/>
                      </a:lnTo>
                      <a:lnTo>
                        <a:pt x="7620" y="5585"/>
                      </a:lnTo>
                      <a:lnTo>
                        <a:pt x="3572" y="6668"/>
                      </a:lnTo>
                      <a:lnTo>
                        <a:pt x="2620" y="3953"/>
                      </a:lnTo>
                      <a:lnTo>
                        <a:pt x="2501" y="3989"/>
                      </a:lnTo>
                      <a:lnTo>
                        <a:pt x="3453" y="6704"/>
                      </a:lnTo>
                      <a:lnTo>
                        <a:pt x="0" y="7633"/>
                      </a:lnTo>
                      <a:lnTo>
                        <a:pt x="24" y="7740"/>
                      </a:lnTo>
                      <a:lnTo>
                        <a:pt x="3501" y="6811"/>
                      </a:lnTo>
                      <a:lnTo>
                        <a:pt x="4917" y="10871"/>
                      </a:lnTo>
                      <a:lnTo>
                        <a:pt x="1203" y="11943"/>
                      </a:lnTo>
                      <a:lnTo>
                        <a:pt x="1227" y="12050"/>
                      </a:lnTo>
                      <a:lnTo>
                        <a:pt x="4965" y="10978"/>
                      </a:lnTo>
                      <a:lnTo>
                        <a:pt x="6441" y="15193"/>
                      </a:lnTo>
                      <a:lnTo>
                        <a:pt x="2548" y="16312"/>
                      </a:lnTo>
                      <a:lnTo>
                        <a:pt x="2572" y="16431"/>
                      </a:lnTo>
                      <a:lnTo>
                        <a:pt x="6477" y="15312"/>
                      </a:lnTo>
                      <a:lnTo>
                        <a:pt x="7584" y="18443"/>
                      </a:lnTo>
                      <a:lnTo>
                        <a:pt x="3536" y="19694"/>
                      </a:lnTo>
                      <a:lnTo>
                        <a:pt x="3572" y="19801"/>
                      </a:lnTo>
                      <a:lnTo>
                        <a:pt x="7620" y="18551"/>
                      </a:lnTo>
                      <a:lnTo>
                        <a:pt x="8597" y="21313"/>
                      </a:lnTo>
                      <a:lnTo>
                        <a:pt x="8704" y="21277"/>
                      </a:lnTo>
                      <a:lnTo>
                        <a:pt x="7727" y="18515"/>
                      </a:lnTo>
                      <a:lnTo>
                        <a:pt x="11264" y="17419"/>
                      </a:lnTo>
                      <a:lnTo>
                        <a:pt x="12097" y="20146"/>
                      </a:lnTo>
                      <a:lnTo>
                        <a:pt x="12216" y="20110"/>
                      </a:lnTo>
                      <a:lnTo>
                        <a:pt x="11371" y="17384"/>
                      </a:lnTo>
                      <a:lnTo>
                        <a:pt x="14657" y="16372"/>
                      </a:lnTo>
                      <a:lnTo>
                        <a:pt x="15490" y="19146"/>
                      </a:lnTo>
                      <a:lnTo>
                        <a:pt x="15609" y="19110"/>
                      </a:lnTo>
                      <a:lnTo>
                        <a:pt x="14776" y="16336"/>
                      </a:lnTo>
                      <a:lnTo>
                        <a:pt x="18098" y="15312"/>
                      </a:lnTo>
                      <a:lnTo>
                        <a:pt x="18895" y="17943"/>
                      </a:lnTo>
                      <a:lnTo>
                        <a:pt x="19003" y="17908"/>
                      </a:lnTo>
                      <a:lnTo>
                        <a:pt x="18205" y="15276"/>
                      </a:lnTo>
                      <a:lnTo>
                        <a:pt x="21158" y="14360"/>
                      </a:lnTo>
                      <a:lnTo>
                        <a:pt x="21812" y="16979"/>
                      </a:lnTo>
                      <a:lnTo>
                        <a:pt x="21932" y="16943"/>
                      </a:lnTo>
                      <a:lnTo>
                        <a:pt x="21265" y="14324"/>
                      </a:lnTo>
                      <a:lnTo>
                        <a:pt x="23551" y="13621"/>
                      </a:lnTo>
                      <a:lnTo>
                        <a:pt x="23515" y="13514"/>
                      </a:lnTo>
                      <a:lnTo>
                        <a:pt x="21241" y="14217"/>
                      </a:lnTo>
                      <a:lnTo>
                        <a:pt x="20503" y="11300"/>
                      </a:lnTo>
                      <a:lnTo>
                        <a:pt x="22932" y="10597"/>
                      </a:lnTo>
                      <a:lnTo>
                        <a:pt x="22896" y="10490"/>
                      </a:lnTo>
                      <a:lnTo>
                        <a:pt x="20467" y="11181"/>
                      </a:lnTo>
                      <a:lnTo>
                        <a:pt x="19360" y="6835"/>
                      </a:lnTo>
                      <a:lnTo>
                        <a:pt x="22039" y="6061"/>
                      </a:lnTo>
                      <a:lnTo>
                        <a:pt x="22003" y="5942"/>
                      </a:lnTo>
                      <a:lnTo>
                        <a:pt x="19336" y="6716"/>
                      </a:lnTo>
                      <a:lnTo>
                        <a:pt x="18348" y="2822"/>
                      </a:lnTo>
                      <a:lnTo>
                        <a:pt x="21158" y="2060"/>
                      </a:lnTo>
                      <a:lnTo>
                        <a:pt x="21122" y="1953"/>
                      </a:lnTo>
                      <a:lnTo>
                        <a:pt x="18312" y="2703"/>
                      </a:lnTo>
                      <a:lnTo>
                        <a:pt x="17633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121" name="Google Shape;1121;p67"/>
              <p:cNvGrpSpPr/>
              <p:nvPr/>
            </p:nvGrpSpPr>
            <p:grpSpPr>
              <a:xfrm>
                <a:off x="4900900" y="7388550"/>
                <a:ext cx="392625" cy="407500"/>
                <a:chOff x="4900900" y="7388550"/>
                <a:chExt cx="392625" cy="407500"/>
              </a:xfrm>
            </p:grpSpPr>
            <p:sp>
              <p:nvSpPr>
                <p:cNvPr id="1122" name="Google Shape;1122;p67"/>
                <p:cNvSpPr/>
                <p:nvPr/>
              </p:nvSpPr>
              <p:spPr>
                <a:xfrm>
                  <a:off x="4900900" y="7394400"/>
                  <a:ext cx="371200" cy="291650"/>
                </a:xfrm>
                <a:custGeom>
                  <a:rect b="b" l="l" r="r" t="t"/>
                  <a:pathLst>
                    <a:path extrusionOk="0" h="11666" w="14848">
                      <a:moveTo>
                        <a:pt x="8353" y="0"/>
                      </a:moveTo>
                      <a:cubicBezTo>
                        <a:pt x="7265" y="0"/>
                        <a:pt x="6122" y="247"/>
                        <a:pt x="5025" y="766"/>
                      </a:cubicBezTo>
                      <a:cubicBezTo>
                        <a:pt x="1655" y="2362"/>
                        <a:pt x="0" y="5922"/>
                        <a:pt x="1334" y="8720"/>
                      </a:cubicBezTo>
                      <a:cubicBezTo>
                        <a:pt x="2225" y="10607"/>
                        <a:pt x="4243" y="11665"/>
                        <a:pt x="6495" y="11665"/>
                      </a:cubicBezTo>
                      <a:cubicBezTo>
                        <a:pt x="7583" y="11665"/>
                        <a:pt x="8726" y="11418"/>
                        <a:pt x="9823" y="10899"/>
                      </a:cubicBezTo>
                      <a:cubicBezTo>
                        <a:pt x="13193" y="9303"/>
                        <a:pt x="14848" y="5743"/>
                        <a:pt x="13526" y="2945"/>
                      </a:cubicBezTo>
                      <a:cubicBezTo>
                        <a:pt x="12627" y="1059"/>
                        <a:pt x="10607" y="0"/>
                        <a:pt x="8353" y="0"/>
                      </a:cubicBezTo>
                      <a:close/>
                    </a:path>
                  </a:pathLst>
                </a:custGeom>
                <a:solidFill>
                  <a:srgbClr val="6BC0CE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23" name="Google Shape;1123;p67"/>
                <p:cNvSpPr/>
                <p:nvPr/>
              </p:nvSpPr>
              <p:spPr>
                <a:xfrm>
                  <a:off x="4942875" y="7426825"/>
                  <a:ext cx="148250" cy="157900"/>
                </a:xfrm>
                <a:custGeom>
                  <a:rect b="b" l="l" r="r" t="t"/>
                  <a:pathLst>
                    <a:path extrusionOk="0" h="6316" w="5930">
                      <a:moveTo>
                        <a:pt x="4463" y="0"/>
                      </a:moveTo>
                      <a:cubicBezTo>
                        <a:pt x="3746" y="0"/>
                        <a:pt x="3179" y="2660"/>
                        <a:pt x="3179" y="2660"/>
                      </a:cubicBezTo>
                      <a:cubicBezTo>
                        <a:pt x="3179" y="2660"/>
                        <a:pt x="2706" y="1153"/>
                        <a:pt x="2447" y="1153"/>
                      </a:cubicBezTo>
                      <a:cubicBezTo>
                        <a:pt x="2437" y="1153"/>
                        <a:pt x="2427" y="1155"/>
                        <a:pt x="2417" y="1160"/>
                      </a:cubicBezTo>
                      <a:cubicBezTo>
                        <a:pt x="2167" y="1303"/>
                        <a:pt x="2905" y="2863"/>
                        <a:pt x="2905" y="2863"/>
                      </a:cubicBezTo>
                      <a:cubicBezTo>
                        <a:pt x="2905" y="2863"/>
                        <a:pt x="0" y="3565"/>
                        <a:pt x="60" y="3958"/>
                      </a:cubicBezTo>
                      <a:cubicBezTo>
                        <a:pt x="69" y="4015"/>
                        <a:pt x="136" y="4039"/>
                        <a:pt x="245" y="4039"/>
                      </a:cubicBezTo>
                      <a:cubicBezTo>
                        <a:pt x="864" y="4039"/>
                        <a:pt x="2810" y="3256"/>
                        <a:pt x="2810" y="3256"/>
                      </a:cubicBezTo>
                      <a:lnTo>
                        <a:pt x="2810" y="3256"/>
                      </a:lnTo>
                      <a:cubicBezTo>
                        <a:pt x="2810" y="3256"/>
                        <a:pt x="1596" y="5589"/>
                        <a:pt x="2000" y="5744"/>
                      </a:cubicBezTo>
                      <a:cubicBezTo>
                        <a:pt x="2014" y="5749"/>
                        <a:pt x="2027" y="5751"/>
                        <a:pt x="2042" y="5751"/>
                      </a:cubicBezTo>
                      <a:cubicBezTo>
                        <a:pt x="2473" y="5751"/>
                        <a:pt x="3310" y="3541"/>
                        <a:pt x="3310" y="3541"/>
                      </a:cubicBezTo>
                      <a:lnTo>
                        <a:pt x="5751" y="6316"/>
                      </a:lnTo>
                      <a:lnTo>
                        <a:pt x="5930" y="6066"/>
                      </a:lnTo>
                      <a:lnTo>
                        <a:pt x="3858" y="3160"/>
                      </a:lnTo>
                      <a:cubicBezTo>
                        <a:pt x="3858" y="3160"/>
                        <a:pt x="5930" y="2625"/>
                        <a:pt x="5751" y="2065"/>
                      </a:cubicBezTo>
                      <a:cubicBezTo>
                        <a:pt x="5717" y="1964"/>
                        <a:pt x="5627" y="1923"/>
                        <a:pt x="5504" y="1923"/>
                      </a:cubicBezTo>
                      <a:cubicBezTo>
                        <a:pt x="4944" y="1923"/>
                        <a:pt x="3679" y="2779"/>
                        <a:pt x="3679" y="2779"/>
                      </a:cubicBezTo>
                      <a:cubicBezTo>
                        <a:pt x="3679" y="2779"/>
                        <a:pt x="5322" y="267"/>
                        <a:pt x="4560" y="17"/>
                      </a:cubicBezTo>
                      <a:cubicBezTo>
                        <a:pt x="4527" y="6"/>
                        <a:pt x="4495" y="0"/>
                        <a:pt x="4463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24" name="Google Shape;1124;p67"/>
                <p:cNvSpPr/>
                <p:nvPr/>
              </p:nvSpPr>
              <p:spPr>
                <a:xfrm>
                  <a:off x="5081350" y="7445625"/>
                  <a:ext cx="105125" cy="131075"/>
                </a:xfrm>
                <a:custGeom>
                  <a:rect b="b" l="l" r="r" t="t"/>
                  <a:pathLst>
                    <a:path extrusionOk="0" h="5243" w="4205">
                      <a:moveTo>
                        <a:pt x="587" y="0"/>
                      </a:moveTo>
                      <a:cubicBezTo>
                        <a:pt x="565" y="0"/>
                        <a:pt x="543" y="5"/>
                        <a:pt x="521" y="15"/>
                      </a:cubicBezTo>
                      <a:cubicBezTo>
                        <a:pt x="69" y="230"/>
                        <a:pt x="1355" y="2337"/>
                        <a:pt x="1355" y="2337"/>
                      </a:cubicBezTo>
                      <a:cubicBezTo>
                        <a:pt x="1355" y="2337"/>
                        <a:pt x="1275" y="2334"/>
                        <a:pt x="1154" y="2334"/>
                      </a:cubicBezTo>
                      <a:cubicBezTo>
                        <a:pt x="777" y="2334"/>
                        <a:pt x="0" y="2362"/>
                        <a:pt x="10" y="2587"/>
                      </a:cubicBezTo>
                      <a:cubicBezTo>
                        <a:pt x="16" y="2755"/>
                        <a:pt x="410" y="2793"/>
                        <a:pt x="770" y="2793"/>
                      </a:cubicBezTo>
                      <a:cubicBezTo>
                        <a:pt x="1075" y="2793"/>
                        <a:pt x="1355" y="2766"/>
                        <a:pt x="1355" y="2766"/>
                      </a:cubicBezTo>
                      <a:lnTo>
                        <a:pt x="1355" y="2766"/>
                      </a:lnTo>
                      <a:lnTo>
                        <a:pt x="914" y="5242"/>
                      </a:lnTo>
                      <a:lnTo>
                        <a:pt x="1141" y="5242"/>
                      </a:lnTo>
                      <a:lnTo>
                        <a:pt x="1760" y="2682"/>
                      </a:lnTo>
                      <a:cubicBezTo>
                        <a:pt x="1760" y="2682"/>
                        <a:pt x="2736" y="3727"/>
                        <a:pt x="3109" y="3727"/>
                      </a:cubicBezTo>
                      <a:cubicBezTo>
                        <a:pt x="3146" y="3727"/>
                        <a:pt x="3177" y="3717"/>
                        <a:pt x="3200" y="3694"/>
                      </a:cubicBezTo>
                      <a:cubicBezTo>
                        <a:pt x="3474" y="3432"/>
                        <a:pt x="2081" y="2623"/>
                        <a:pt x="2081" y="2623"/>
                      </a:cubicBezTo>
                      <a:lnTo>
                        <a:pt x="2081" y="2623"/>
                      </a:lnTo>
                      <a:cubicBezTo>
                        <a:pt x="2081" y="2623"/>
                        <a:pt x="2203" y="2626"/>
                        <a:pt x="2387" y="2626"/>
                      </a:cubicBezTo>
                      <a:cubicBezTo>
                        <a:pt x="2976" y="2626"/>
                        <a:pt x="4204" y="2592"/>
                        <a:pt x="4141" y="2301"/>
                      </a:cubicBezTo>
                      <a:cubicBezTo>
                        <a:pt x="4095" y="2117"/>
                        <a:pt x="3646" y="2069"/>
                        <a:pt x="3195" y="2069"/>
                      </a:cubicBezTo>
                      <a:cubicBezTo>
                        <a:pt x="2716" y="2069"/>
                        <a:pt x="2236" y="2123"/>
                        <a:pt x="2236" y="2123"/>
                      </a:cubicBezTo>
                      <a:cubicBezTo>
                        <a:pt x="2236" y="2123"/>
                        <a:pt x="4201" y="694"/>
                        <a:pt x="3689" y="408"/>
                      </a:cubicBezTo>
                      <a:cubicBezTo>
                        <a:pt x="3653" y="388"/>
                        <a:pt x="3612" y="378"/>
                        <a:pt x="3568" y="378"/>
                      </a:cubicBezTo>
                      <a:cubicBezTo>
                        <a:pt x="2987" y="378"/>
                        <a:pt x="1724" y="1980"/>
                        <a:pt x="1724" y="1980"/>
                      </a:cubicBezTo>
                      <a:cubicBezTo>
                        <a:pt x="1724" y="1980"/>
                        <a:pt x="1043" y="0"/>
                        <a:pt x="587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25" name="Google Shape;1125;p67"/>
                <p:cNvSpPr/>
                <p:nvPr/>
              </p:nvSpPr>
              <p:spPr>
                <a:xfrm>
                  <a:off x="5013125" y="7560875"/>
                  <a:ext cx="201825" cy="79575"/>
                </a:xfrm>
                <a:custGeom>
                  <a:rect b="b" l="l" r="r" t="t"/>
                  <a:pathLst>
                    <a:path extrusionOk="0" h="3183" w="8073">
                      <a:moveTo>
                        <a:pt x="5150" y="0"/>
                      </a:moveTo>
                      <a:cubicBezTo>
                        <a:pt x="3344" y="0"/>
                        <a:pt x="1157" y="598"/>
                        <a:pt x="0" y="3132"/>
                      </a:cubicBezTo>
                      <a:cubicBezTo>
                        <a:pt x="0" y="3132"/>
                        <a:pt x="398" y="3183"/>
                        <a:pt x="1038" y="3183"/>
                      </a:cubicBezTo>
                      <a:cubicBezTo>
                        <a:pt x="2678" y="3183"/>
                        <a:pt x="5905" y="2850"/>
                        <a:pt x="8073" y="477"/>
                      </a:cubicBezTo>
                      <a:cubicBezTo>
                        <a:pt x="8073" y="477"/>
                        <a:pt x="6763" y="0"/>
                        <a:pt x="515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26" name="Google Shape;1126;p67"/>
                <p:cNvSpPr/>
                <p:nvPr/>
              </p:nvSpPr>
              <p:spPr>
                <a:xfrm>
                  <a:off x="4911900" y="7388550"/>
                  <a:ext cx="381625" cy="407500"/>
                </a:xfrm>
                <a:custGeom>
                  <a:rect b="b" l="l" r="r" t="t"/>
                  <a:pathLst>
                    <a:path extrusionOk="0" h="16300" w="15265">
                      <a:moveTo>
                        <a:pt x="7919" y="465"/>
                      </a:moveTo>
                      <a:cubicBezTo>
                        <a:pt x="10145" y="465"/>
                        <a:pt x="12050" y="1548"/>
                        <a:pt x="12872" y="3275"/>
                      </a:cubicBezTo>
                      <a:cubicBezTo>
                        <a:pt x="14134" y="5953"/>
                        <a:pt x="12526" y="9382"/>
                        <a:pt x="9288" y="10918"/>
                      </a:cubicBezTo>
                      <a:cubicBezTo>
                        <a:pt x="8252" y="11407"/>
                        <a:pt x="7145" y="11657"/>
                        <a:pt x="6049" y="11657"/>
                      </a:cubicBezTo>
                      <a:cubicBezTo>
                        <a:pt x="3823" y="11657"/>
                        <a:pt x="1918" y="10585"/>
                        <a:pt x="1096" y="8847"/>
                      </a:cubicBezTo>
                      <a:cubicBezTo>
                        <a:pt x="489" y="7561"/>
                        <a:pt x="525" y="6061"/>
                        <a:pt x="1192" y="4620"/>
                      </a:cubicBezTo>
                      <a:cubicBezTo>
                        <a:pt x="1870" y="3167"/>
                        <a:pt x="3108" y="1965"/>
                        <a:pt x="4680" y="1215"/>
                      </a:cubicBezTo>
                      <a:cubicBezTo>
                        <a:pt x="5716" y="727"/>
                        <a:pt x="6835" y="465"/>
                        <a:pt x="7919" y="465"/>
                      </a:cubicBezTo>
                      <a:close/>
                      <a:moveTo>
                        <a:pt x="7919" y="0"/>
                      </a:moveTo>
                      <a:cubicBezTo>
                        <a:pt x="6764" y="0"/>
                        <a:pt x="5573" y="274"/>
                        <a:pt x="4490" y="786"/>
                      </a:cubicBezTo>
                      <a:cubicBezTo>
                        <a:pt x="2811" y="1584"/>
                        <a:pt x="1489" y="2870"/>
                        <a:pt x="763" y="4429"/>
                      </a:cubicBezTo>
                      <a:cubicBezTo>
                        <a:pt x="37" y="5989"/>
                        <a:pt x="1" y="7632"/>
                        <a:pt x="680" y="9049"/>
                      </a:cubicBezTo>
                      <a:cubicBezTo>
                        <a:pt x="1573" y="10954"/>
                        <a:pt x="3632" y="12133"/>
                        <a:pt x="6049" y="12133"/>
                      </a:cubicBezTo>
                      <a:cubicBezTo>
                        <a:pt x="7204" y="12133"/>
                        <a:pt x="8395" y="11859"/>
                        <a:pt x="9478" y="11335"/>
                      </a:cubicBezTo>
                      <a:cubicBezTo>
                        <a:pt x="9776" y="11204"/>
                        <a:pt x="10062" y="11049"/>
                        <a:pt x="10324" y="10883"/>
                      </a:cubicBezTo>
                      <a:lnTo>
                        <a:pt x="13538" y="16300"/>
                      </a:lnTo>
                      <a:lnTo>
                        <a:pt x="15265" y="14859"/>
                      </a:lnTo>
                      <a:lnTo>
                        <a:pt x="11300" y="10168"/>
                      </a:lnTo>
                      <a:cubicBezTo>
                        <a:pt x="13503" y="8275"/>
                        <a:pt x="14396" y="5418"/>
                        <a:pt x="13288" y="3072"/>
                      </a:cubicBezTo>
                      <a:cubicBezTo>
                        <a:pt x="12395" y="1179"/>
                        <a:pt x="10336" y="0"/>
                        <a:pt x="791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27" name="Google Shape;1127;p67"/>
                <p:cNvSpPr/>
                <p:nvPr/>
              </p:nvSpPr>
              <p:spPr>
                <a:xfrm>
                  <a:off x="4996750" y="7559400"/>
                  <a:ext cx="230400" cy="106000"/>
                </a:xfrm>
                <a:custGeom>
                  <a:rect b="b" l="l" r="r" t="t"/>
                  <a:pathLst>
                    <a:path extrusionOk="0" h="4240" w="9216">
                      <a:moveTo>
                        <a:pt x="8477" y="1"/>
                      </a:moveTo>
                      <a:lnTo>
                        <a:pt x="8477" y="120"/>
                      </a:lnTo>
                      <a:cubicBezTo>
                        <a:pt x="8597" y="120"/>
                        <a:pt x="8930" y="167"/>
                        <a:pt x="9001" y="370"/>
                      </a:cubicBezTo>
                      <a:cubicBezTo>
                        <a:pt x="9061" y="548"/>
                        <a:pt x="8954" y="905"/>
                        <a:pt x="8096" y="1608"/>
                      </a:cubicBezTo>
                      <a:lnTo>
                        <a:pt x="8168" y="1703"/>
                      </a:lnTo>
                      <a:cubicBezTo>
                        <a:pt x="8906" y="1084"/>
                        <a:pt x="9216" y="643"/>
                        <a:pt x="9109" y="334"/>
                      </a:cubicBezTo>
                      <a:cubicBezTo>
                        <a:pt x="9001" y="12"/>
                        <a:pt x="8501" y="1"/>
                        <a:pt x="8477" y="1"/>
                      </a:cubicBezTo>
                      <a:close/>
                      <a:moveTo>
                        <a:pt x="203" y="2929"/>
                      </a:moveTo>
                      <a:cubicBezTo>
                        <a:pt x="203" y="2941"/>
                        <a:pt x="0" y="3239"/>
                        <a:pt x="167" y="3501"/>
                      </a:cubicBezTo>
                      <a:cubicBezTo>
                        <a:pt x="298" y="3703"/>
                        <a:pt x="631" y="3799"/>
                        <a:pt x="1143" y="3799"/>
                      </a:cubicBezTo>
                      <a:cubicBezTo>
                        <a:pt x="1560" y="3799"/>
                        <a:pt x="2108" y="3739"/>
                        <a:pt x="2762" y="3608"/>
                      </a:cubicBezTo>
                      <a:lnTo>
                        <a:pt x="2751" y="3489"/>
                      </a:lnTo>
                      <a:cubicBezTo>
                        <a:pt x="2033" y="3634"/>
                        <a:pt x="1518" y="3688"/>
                        <a:pt x="1149" y="3688"/>
                      </a:cubicBezTo>
                      <a:cubicBezTo>
                        <a:pt x="551" y="3688"/>
                        <a:pt x="336" y="3547"/>
                        <a:pt x="262" y="3430"/>
                      </a:cubicBezTo>
                      <a:cubicBezTo>
                        <a:pt x="131" y="3239"/>
                        <a:pt x="298" y="3001"/>
                        <a:pt x="298" y="2989"/>
                      </a:cubicBezTo>
                      <a:lnTo>
                        <a:pt x="203" y="2929"/>
                      </a:lnTo>
                      <a:close/>
                      <a:moveTo>
                        <a:pt x="6120" y="2703"/>
                      </a:moveTo>
                      <a:cubicBezTo>
                        <a:pt x="3883" y="3980"/>
                        <a:pt x="2106" y="4119"/>
                        <a:pt x="1434" y="4119"/>
                      </a:cubicBezTo>
                      <a:cubicBezTo>
                        <a:pt x="1247" y="4119"/>
                        <a:pt x="1146" y="4108"/>
                        <a:pt x="1143" y="4108"/>
                      </a:cubicBezTo>
                      <a:lnTo>
                        <a:pt x="1131" y="4215"/>
                      </a:lnTo>
                      <a:cubicBezTo>
                        <a:pt x="1131" y="4227"/>
                        <a:pt x="1238" y="4239"/>
                        <a:pt x="1429" y="4239"/>
                      </a:cubicBezTo>
                      <a:cubicBezTo>
                        <a:pt x="2120" y="4239"/>
                        <a:pt x="3917" y="4084"/>
                        <a:pt x="6180" y="2810"/>
                      </a:cubicBezTo>
                      <a:lnTo>
                        <a:pt x="6120" y="2703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28" name="Google Shape;1128;p67"/>
                <p:cNvSpPr/>
                <p:nvPr/>
              </p:nvSpPr>
              <p:spPr>
                <a:xfrm>
                  <a:off x="5150025" y="7415975"/>
                  <a:ext cx="76825" cy="59475"/>
                </a:xfrm>
                <a:custGeom>
                  <a:rect b="b" l="l" r="r" t="t"/>
                  <a:pathLst>
                    <a:path extrusionOk="0" h="2379" w="3073">
                      <a:moveTo>
                        <a:pt x="322" y="0"/>
                      </a:moveTo>
                      <a:cubicBezTo>
                        <a:pt x="251" y="0"/>
                        <a:pt x="198" y="19"/>
                        <a:pt x="168" y="58"/>
                      </a:cubicBezTo>
                      <a:cubicBezTo>
                        <a:pt x="1" y="261"/>
                        <a:pt x="477" y="927"/>
                        <a:pt x="1239" y="1558"/>
                      </a:cubicBezTo>
                      <a:cubicBezTo>
                        <a:pt x="1844" y="2057"/>
                        <a:pt x="2448" y="2378"/>
                        <a:pt x="2747" y="2378"/>
                      </a:cubicBezTo>
                      <a:cubicBezTo>
                        <a:pt x="2819" y="2378"/>
                        <a:pt x="2874" y="2360"/>
                        <a:pt x="2906" y="2320"/>
                      </a:cubicBezTo>
                      <a:cubicBezTo>
                        <a:pt x="3073" y="2118"/>
                        <a:pt x="2597" y="1451"/>
                        <a:pt x="1835" y="820"/>
                      </a:cubicBezTo>
                      <a:cubicBezTo>
                        <a:pt x="1230" y="321"/>
                        <a:pt x="618" y="0"/>
                        <a:pt x="322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29" name="Google Shape;1129;p67"/>
                <p:cNvSpPr/>
                <p:nvPr/>
              </p:nvSpPr>
              <p:spPr>
                <a:xfrm>
                  <a:off x="5171175" y="7645725"/>
                  <a:ext cx="39600" cy="35450"/>
                </a:xfrm>
                <a:custGeom>
                  <a:rect b="b" l="l" r="r" t="t"/>
                  <a:pathLst>
                    <a:path extrusionOk="0" h="1418" w="1584">
                      <a:moveTo>
                        <a:pt x="1179" y="0"/>
                      </a:moveTo>
                      <a:lnTo>
                        <a:pt x="0" y="834"/>
                      </a:lnTo>
                      <a:lnTo>
                        <a:pt x="131" y="1024"/>
                      </a:lnTo>
                      <a:lnTo>
                        <a:pt x="1322" y="191"/>
                      </a:lnTo>
                      <a:lnTo>
                        <a:pt x="1179" y="0"/>
                      </a:lnTo>
                      <a:close/>
                      <a:moveTo>
                        <a:pt x="1453" y="369"/>
                      </a:moveTo>
                      <a:lnTo>
                        <a:pt x="215" y="1215"/>
                      </a:lnTo>
                      <a:lnTo>
                        <a:pt x="346" y="1417"/>
                      </a:lnTo>
                      <a:lnTo>
                        <a:pt x="1584" y="560"/>
                      </a:lnTo>
                      <a:lnTo>
                        <a:pt x="1453" y="369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1130" name="Google Shape;1130;p67"/>
            <p:cNvSpPr/>
            <p:nvPr/>
          </p:nvSpPr>
          <p:spPr>
            <a:xfrm>
              <a:off x="1222825" y="4724475"/>
              <a:ext cx="282600" cy="103500"/>
            </a:xfrm>
            <a:prstGeom prst="ellipse">
              <a:avLst/>
            </a:prstGeom>
            <a:solidFill>
              <a:srgbClr val="033342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31" name="Google Shape;1131;p67"/>
          <p:cNvGrpSpPr/>
          <p:nvPr/>
        </p:nvGrpSpPr>
        <p:grpSpPr>
          <a:xfrm>
            <a:off x="7507574" y="4362199"/>
            <a:ext cx="552826" cy="572713"/>
            <a:chOff x="8304224" y="3123024"/>
            <a:chExt cx="552826" cy="572713"/>
          </a:xfrm>
        </p:grpSpPr>
        <p:sp>
          <p:nvSpPr>
            <p:cNvPr id="1132" name="Google Shape;1132;p67"/>
            <p:cNvSpPr/>
            <p:nvPr/>
          </p:nvSpPr>
          <p:spPr>
            <a:xfrm>
              <a:off x="8495250" y="3592225"/>
              <a:ext cx="361800" cy="103500"/>
            </a:xfrm>
            <a:prstGeom prst="ellipse">
              <a:avLst/>
            </a:prstGeom>
            <a:solidFill>
              <a:srgbClr val="033342">
                <a:alpha val="145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33" name="Google Shape;1133;p67"/>
            <p:cNvGrpSpPr/>
            <p:nvPr/>
          </p:nvGrpSpPr>
          <p:grpSpPr>
            <a:xfrm>
              <a:off x="8304224" y="3123024"/>
              <a:ext cx="466444" cy="572713"/>
              <a:chOff x="1232300" y="6366250"/>
              <a:chExt cx="326550" cy="400975"/>
            </a:xfrm>
          </p:grpSpPr>
          <p:sp>
            <p:nvSpPr>
              <p:cNvPr id="1134" name="Google Shape;1134;p67"/>
              <p:cNvSpPr/>
              <p:nvPr/>
            </p:nvSpPr>
            <p:spPr>
              <a:xfrm>
                <a:off x="1232300" y="6460925"/>
                <a:ext cx="326550" cy="306300"/>
              </a:xfrm>
              <a:custGeom>
                <a:rect b="b" l="l" r="r" t="t"/>
                <a:pathLst>
                  <a:path extrusionOk="0" h="12252" w="13062">
                    <a:moveTo>
                      <a:pt x="6716" y="1381"/>
                    </a:moveTo>
                    <a:lnTo>
                      <a:pt x="6716" y="1381"/>
                    </a:lnTo>
                    <a:cubicBezTo>
                      <a:pt x="9037" y="1453"/>
                      <a:pt x="10990" y="2846"/>
                      <a:pt x="11704" y="4739"/>
                    </a:cubicBezTo>
                    <a:lnTo>
                      <a:pt x="7121" y="5632"/>
                    </a:lnTo>
                    <a:lnTo>
                      <a:pt x="6716" y="1381"/>
                    </a:lnTo>
                    <a:close/>
                    <a:moveTo>
                      <a:pt x="5751" y="1429"/>
                    </a:moveTo>
                    <a:lnTo>
                      <a:pt x="6370" y="5775"/>
                    </a:lnTo>
                    <a:lnTo>
                      <a:pt x="1108" y="6787"/>
                    </a:lnTo>
                    <a:cubicBezTo>
                      <a:pt x="1096" y="6632"/>
                      <a:pt x="1084" y="6477"/>
                      <a:pt x="1084" y="6322"/>
                    </a:cubicBezTo>
                    <a:cubicBezTo>
                      <a:pt x="1084" y="3834"/>
                      <a:pt x="3108" y="1774"/>
                      <a:pt x="5751" y="1429"/>
                    </a:cubicBezTo>
                    <a:close/>
                    <a:moveTo>
                      <a:pt x="11931" y="5632"/>
                    </a:moveTo>
                    <a:cubicBezTo>
                      <a:pt x="11966" y="5858"/>
                      <a:pt x="11990" y="6084"/>
                      <a:pt x="11990" y="6310"/>
                    </a:cubicBezTo>
                    <a:cubicBezTo>
                      <a:pt x="11990" y="7822"/>
                      <a:pt x="11228" y="9180"/>
                      <a:pt x="10050" y="10085"/>
                    </a:cubicBezTo>
                    <a:cubicBezTo>
                      <a:pt x="9490" y="9299"/>
                      <a:pt x="8573" y="8787"/>
                      <a:pt x="7525" y="8787"/>
                    </a:cubicBezTo>
                    <a:lnTo>
                      <a:pt x="7430" y="8787"/>
                    </a:lnTo>
                    <a:lnTo>
                      <a:pt x="7216" y="6549"/>
                    </a:lnTo>
                    <a:lnTo>
                      <a:pt x="11931" y="5632"/>
                    </a:lnTo>
                    <a:close/>
                    <a:moveTo>
                      <a:pt x="6501" y="6691"/>
                    </a:moveTo>
                    <a:lnTo>
                      <a:pt x="6811" y="8870"/>
                    </a:lnTo>
                    <a:cubicBezTo>
                      <a:pt x="5751" y="9120"/>
                      <a:pt x="4906" y="9906"/>
                      <a:pt x="4585" y="10930"/>
                    </a:cubicBezTo>
                    <a:cubicBezTo>
                      <a:pt x="3001" y="10382"/>
                      <a:pt x="1775" y="9180"/>
                      <a:pt x="1298" y="7703"/>
                    </a:cubicBezTo>
                    <a:lnTo>
                      <a:pt x="6501" y="6691"/>
                    </a:lnTo>
                    <a:close/>
                    <a:moveTo>
                      <a:pt x="6537" y="0"/>
                    </a:moveTo>
                    <a:cubicBezTo>
                      <a:pt x="2930" y="0"/>
                      <a:pt x="1" y="2739"/>
                      <a:pt x="1" y="6120"/>
                    </a:cubicBezTo>
                    <a:cubicBezTo>
                      <a:pt x="1" y="8823"/>
                      <a:pt x="1870" y="11121"/>
                      <a:pt x="4454" y="11930"/>
                    </a:cubicBezTo>
                    <a:cubicBezTo>
                      <a:pt x="5108" y="12133"/>
                      <a:pt x="5811" y="12252"/>
                      <a:pt x="6537" y="12252"/>
                    </a:cubicBezTo>
                    <a:cubicBezTo>
                      <a:pt x="8014" y="12252"/>
                      <a:pt x="9383" y="11787"/>
                      <a:pt x="10478" y="11001"/>
                    </a:cubicBezTo>
                    <a:cubicBezTo>
                      <a:pt x="12050" y="9882"/>
                      <a:pt x="13062" y="8108"/>
                      <a:pt x="13062" y="6120"/>
                    </a:cubicBezTo>
                    <a:cubicBezTo>
                      <a:pt x="13062" y="2739"/>
                      <a:pt x="10145" y="0"/>
                      <a:pt x="653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5" name="Google Shape;1135;p67"/>
              <p:cNvSpPr/>
              <p:nvPr/>
            </p:nvSpPr>
            <p:spPr>
              <a:xfrm>
                <a:off x="1273675" y="6495450"/>
                <a:ext cx="240525" cy="221475"/>
              </a:xfrm>
              <a:custGeom>
                <a:rect b="b" l="l" r="r" t="t"/>
                <a:pathLst>
                  <a:path extrusionOk="0" h="8859" w="9621">
                    <a:moveTo>
                      <a:pt x="9418" y="0"/>
                    </a:moveTo>
                    <a:lnTo>
                      <a:pt x="8335" y="727"/>
                    </a:lnTo>
                    <a:lnTo>
                      <a:pt x="8764" y="1262"/>
                    </a:lnTo>
                    <a:lnTo>
                      <a:pt x="3489" y="4144"/>
                    </a:lnTo>
                    <a:lnTo>
                      <a:pt x="4561" y="5620"/>
                    </a:lnTo>
                    <a:lnTo>
                      <a:pt x="1548" y="8108"/>
                    </a:lnTo>
                    <a:lnTo>
                      <a:pt x="1179" y="7454"/>
                    </a:lnTo>
                    <a:lnTo>
                      <a:pt x="1" y="8275"/>
                    </a:lnTo>
                    <a:lnTo>
                      <a:pt x="644" y="8858"/>
                    </a:lnTo>
                    <a:lnTo>
                      <a:pt x="6347" y="5382"/>
                    </a:lnTo>
                    <a:lnTo>
                      <a:pt x="5597" y="3715"/>
                    </a:lnTo>
                    <a:lnTo>
                      <a:pt x="9621" y="786"/>
                    </a:lnTo>
                    <a:lnTo>
                      <a:pt x="941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6" name="Google Shape;1136;p67"/>
              <p:cNvSpPr/>
              <p:nvPr/>
            </p:nvSpPr>
            <p:spPr>
              <a:xfrm>
                <a:off x="1382025" y="6599625"/>
                <a:ext cx="33075" cy="25025"/>
              </a:xfrm>
              <a:custGeom>
                <a:rect b="b" l="l" r="r" t="t"/>
                <a:pathLst>
                  <a:path extrusionOk="0" h="1001" w="1323">
                    <a:moveTo>
                      <a:pt x="632" y="358"/>
                    </a:moveTo>
                    <a:cubicBezTo>
                      <a:pt x="477" y="358"/>
                      <a:pt x="358" y="441"/>
                      <a:pt x="358" y="536"/>
                    </a:cubicBezTo>
                    <a:cubicBezTo>
                      <a:pt x="358" y="631"/>
                      <a:pt x="477" y="715"/>
                      <a:pt x="632" y="715"/>
                    </a:cubicBezTo>
                    <a:cubicBezTo>
                      <a:pt x="774" y="715"/>
                      <a:pt x="905" y="631"/>
                      <a:pt x="905" y="536"/>
                    </a:cubicBezTo>
                    <a:cubicBezTo>
                      <a:pt x="905" y="441"/>
                      <a:pt x="774" y="358"/>
                      <a:pt x="632" y="358"/>
                    </a:cubicBezTo>
                    <a:close/>
                    <a:moveTo>
                      <a:pt x="667" y="119"/>
                    </a:moveTo>
                    <a:cubicBezTo>
                      <a:pt x="965" y="119"/>
                      <a:pt x="1203" y="286"/>
                      <a:pt x="1203" y="500"/>
                    </a:cubicBezTo>
                    <a:cubicBezTo>
                      <a:pt x="1203" y="715"/>
                      <a:pt x="965" y="881"/>
                      <a:pt x="667" y="881"/>
                    </a:cubicBezTo>
                    <a:cubicBezTo>
                      <a:pt x="370" y="881"/>
                      <a:pt x="120" y="715"/>
                      <a:pt x="120" y="500"/>
                    </a:cubicBezTo>
                    <a:cubicBezTo>
                      <a:pt x="120" y="286"/>
                      <a:pt x="358" y="119"/>
                      <a:pt x="667" y="119"/>
                    </a:cubicBezTo>
                    <a:close/>
                    <a:moveTo>
                      <a:pt x="667" y="0"/>
                    </a:moveTo>
                    <a:cubicBezTo>
                      <a:pt x="298" y="0"/>
                      <a:pt x="0" y="227"/>
                      <a:pt x="0" y="500"/>
                    </a:cubicBezTo>
                    <a:cubicBezTo>
                      <a:pt x="0" y="774"/>
                      <a:pt x="298" y="1001"/>
                      <a:pt x="667" y="1001"/>
                    </a:cubicBezTo>
                    <a:cubicBezTo>
                      <a:pt x="1024" y="1001"/>
                      <a:pt x="1322" y="774"/>
                      <a:pt x="1322" y="500"/>
                    </a:cubicBezTo>
                    <a:cubicBezTo>
                      <a:pt x="1322" y="227"/>
                      <a:pt x="1024" y="0"/>
                      <a:pt x="667" y="0"/>
                    </a:cubicBezTo>
                    <a:close/>
                  </a:path>
                </a:pathLst>
              </a:custGeom>
              <a:solidFill>
                <a:srgbClr val="003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7" name="Google Shape;1137;p67"/>
              <p:cNvSpPr/>
              <p:nvPr/>
            </p:nvSpPr>
            <p:spPr>
              <a:xfrm>
                <a:off x="1356425" y="6688050"/>
                <a:ext cx="119375" cy="54175"/>
              </a:xfrm>
              <a:custGeom>
                <a:rect b="b" l="l" r="r" t="t"/>
                <a:pathLst>
                  <a:path extrusionOk="0" h="2167" w="4775">
                    <a:moveTo>
                      <a:pt x="3120" y="654"/>
                    </a:moveTo>
                    <a:lnTo>
                      <a:pt x="3001" y="678"/>
                    </a:lnTo>
                    <a:lnTo>
                      <a:pt x="3025" y="893"/>
                    </a:lnTo>
                    <a:cubicBezTo>
                      <a:pt x="2941" y="904"/>
                      <a:pt x="2858" y="940"/>
                      <a:pt x="2787" y="1000"/>
                    </a:cubicBezTo>
                    <a:lnTo>
                      <a:pt x="2560" y="857"/>
                    </a:lnTo>
                    <a:lnTo>
                      <a:pt x="2489" y="964"/>
                    </a:lnTo>
                    <a:lnTo>
                      <a:pt x="2715" y="1095"/>
                    </a:lnTo>
                    <a:cubicBezTo>
                      <a:pt x="2679" y="1154"/>
                      <a:pt x="2656" y="1214"/>
                      <a:pt x="2656" y="1274"/>
                    </a:cubicBezTo>
                    <a:cubicBezTo>
                      <a:pt x="2656" y="1297"/>
                      <a:pt x="2668" y="1309"/>
                      <a:pt x="2668" y="1321"/>
                    </a:cubicBezTo>
                    <a:lnTo>
                      <a:pt x="2382" y="1381"/>
                    </a:lnTo>
                    <a:lnTo>
                      <a:pt x="2406" y="1500"/>
                    </a:lnTo>
                    <a:lnTo>
                      <a:pt x="2703" y="1440"/>
                    </a:lnTo>
                    <a:cubicBezTo>
                      <a:pt x="2739" y="1512"/>
                      <a:pt x="2787" y="1559"/>
                      <a:pt x="2858" y="1595"/>
                    </a:cubicBezTo>
                    <a:lnTo>
                      <a:pt x="2703" y="1845"/>
                    </a:lnTo>
                    <a:lnTo>
                      <a:pt x="2810" y="1905"/>
                    </a:lnTo>
                    <a:lnTo>
                      <a:pt x="2965" y="1655"/>
                    </a:lnTo>
                    <a:cubicBezTo>
                      <a:pt x="3013" y="1666"/>
                      <a:pt x="3072" y="1678"/>
                      <a:pt x="3120" y="1678"/>
                    </a:cubicBezTo>
                    <a:cubicBezTo>
                      <a:pt x="3132" y="1678"/>
                      <a:pt x="3132" y="1666"/>
                      <a:pt x="3144" y="1666"/>
                    </a:cubicBezTo>
                    <a:lnTo>
                      <a:pt x="3180" y="1952"/>
                    </a:lnTo>
                    <a:lnTo>
                      <a:pt x="3299" y="1928"/>
                    </a:lnTo>
                    <a:lnTo>
                      <a:pt x="3263" y="1655"/>
                    </a:lnTo>
                    <a:cubicBezTo>
                      <a:pt x="3322" y="1631"/>
                      <a:pt x="3394" y="1607"/>
                      <a:pt x="3441" y="1559"/>
                    </a:cubicBezTo>
                    <a:lnTo>
                      <a:pt x="3620" y="1702"/>
                    </a:lnTo>
                    <a:lnTo>
                      <a:pt x="3691" y="1607"/>
                    </a:lnTo>
                    <a:lnTo>
                      <a:pt x="3525" y="1476"/>
                    </a:lnTo>
                    <a:cubicBezTo>
                      <a:pt x="3561" y="1416"/>
                      <a:pt x="3584" y="1357"/>
                      <a:pt x="3584" y="1285"/>
                    </a:cubicBezTo>
                    <a:lnTo>
                      <a:pt x="3846" y="1238"/>
                    </a:lnTo>
                    <a:lnTo>
                      <a:pt x="3834" y="1119"/>
                    </a:lnTo>
                    <a:lnTo>
                      <a:pt x="3572" y="1166"/>
                    </a:lnTo>
                    <a:cubicBezTo>
                      <a:pt x="3549" y="1095"/>
                      <a:pt x="3513" y="1047"/>
                      <a:pt x="3453" y="1000"/>
                    </a:cubicBezTo>
                    <a:lnTo>
                      <a:pt x="3561" y="833"/>
                    </a:lnTo>
                    <a:lnTo>
                      <a:pt x="3465" y="762"/>
                    </a:lnTo>
                    <a:lnTo>
                      <a:pt x="3346" y="928"/>
                    </a:lnTo>
                    <a:cubicBezTo>
                      <a:pt x="3287" y="904"/>
                      <a:pt x="3227" y="881"/>
                      <a:pt x="3156" y="881"/>
                    </a:cubicBezTo>
                    <a:lnTo>
                      <a:pt x="3120" y="654"/>
                    </a:lnTo>
                    <a:close/>
                    <a:moveTo>
                      <a:pt x="2622" y="1"/>
                    </a:moveTo>
                    <a:cubicBezTo>
                      <a:pt x="2486" y="1"/>
                      <a:pt x="2342" y="11"/>
                      <a:pt x="2191" y="35"/>
                    </a:cubicBezTo>
                    <a:cubicBezTo>
                      <a:pt x="298" y="333"/>
                      <a:pt x="1" y="2083"/>
                      <a:pt x="1" y="2095"/>
                    </a:cubicBezTo>
                    <a:lnTo>
                      <a:pt x="108" y="2119"/>
                    </a:lnTo>
                    <a:cubicBezTo>
                      <a:pt x="120" y="2095"/>
                      <a:pt x="405" y="440"/>
                      <a:pt x="2215" y="154"/>
                    </a:cubicBezTo>
                    <a:cubicBezTo>
                      <a:pt x="2365" y="131"/>
                      <a:pt x="2506" y="120"/>
                      <a:pt x="2640" y="120"/>
                    </a:cubicBezTo>
                    <a:cubicBezTo>
                      <a:pt x="4114" y="120"/>
                      <a:pt x="4646" y="1446"/>
                      <a:pt x="4668" y="1512"/>
                    </a:cubicBezTo>
                    <a:lnTo>
                      <a:pt x="4775" y="1464"/>
                    </a:lnTo>
                    <a:cubicBezTo>
                      <a:pt x="4775" y="1453"/>
                      <a:pt x="4190" y="1"/>
                      <a:pt x="2622" y="1"/>
                    </a:cubicBezTo>
                    <a:close/>
                    <a:moveTo>
                      <a:pt x="1536" y="1202"/>
                    </a:moveTo>
                    <a:cubicBezTo>
                      <a:pt x="1227" y="1202"/>
                      <a:pt x="977" y="1416"/>
                      <a:pt x="977" y="1690"/>
                    </a:cubicBezTo>
                    <a:cubicBezTo>
                      <a:pt x="977" y="1952"/>
                      <a:pt x="1227" y="2166"/>
                      <a:pt x="1536" y="2166"/>
                    </a:cubicBezTo>
                    <a:cubicBezTo>
                      <a:pt x="1751" y="2166"/>
                      <a:pt x="1941" y="2071"/>
                      <a:pt x="2037" y="1916"/>
                    </a:cubicBezTo>
                    <a:lnTo>
                      <a:pt x="2037" y="1916"/>
                    </a:lnTo>
                    <a:cubicBezTo>
                      <a:pt x="1965" y="1952"/>
                      <a:pt x="1894" y="1976"/>
                      <a:pt x="1810" y="1976"/>
                    </a:cubicBezTo>
                    <a:cubicBezTo>
                      <a:pt x="1572" y="1976"/>
                      <a:pt x="1382" y="1809"/>
                      <a:pt x="1382" y="1607"/>
                    </a:cubicBezTo>
                    <a:cubicBezTo>
                      <a:pt x="1382" y="1416"/>
                      <a:pt x="1536" y="1274"/>
                      <a:pt x="1739" y="1238"/>
                    </a:cubicBezTo>
                    <a:cubicBezTo>
                      <a:pt x="1679" y="1214"/>
                      <a:pt x="1608" y="1202"/>
                      <a:pt x="1536" y="120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8" name="Google Shape;1138;p67"/>
              <p:cNvSpPr/>
              <p:nvPr/>
            </p:nvSpPr>
            <p:spPr>
              <a:xfrm>
                <a:off x="1241225" y="6473425"/>
                <a:ext cx="292025" cy="120875"/>
              </a:xfrm>
              <a:custGeom>
                <a:rect b="b" l="l" r="r" t="t"/>
                <a:pathLst>
                  <a:path extrusionOk="0" h="4835" w="11681">
                    <a:moveTo>
                      <a:pt x="7633" y="0"/>
                    </a:moveTo>
                    <a:lnTo>
                      <a:pt x="7561" y="726"/>
                    </a:lnTo>
                    <a:lnTo>
                      <a:pt x="7668" y="738"/>
                    </a:lnTo>
                    <a:lnTo>
                      <a:pt x="7752" y="12"/>
                    </a:lnTo>
                    <a:lnTo>
                      <a:pt x="7633" y="0"/>
                    </a:lnTo>
                    <a:close/>
                    <a:moveTo>
                      <a:pt x="2965" y="643"/>
                    </a:moveTo>
                    <a:lnTo>
                      <a:pt x="2858" y="703"/>
                    </a:lnTo>
                    <a:lnTo>
                      <a:pt x="3204" y="1357"/>
                    </a:lnTo>
                    <a:lnTo>
                      <a:pt x="3311" y="1310"/>
                    </a:lnTo>
                    <a:lnTo>
                      <a:pt x="2965" y="643"/>
                    </a:lnTo>
                    <a:close/>
                    <a:moveTo>
                      <a:pt x="9562" y="750"/>
                    </a:moveTo>
                    <a:lnTo>
                      <a:pt x="9169" y="1381"/>
                    </a:lnTo>
                    <a:lnTo>
                      <a:pt x="9276" y="1441"/>
                    </a:lnTo>
                    <a:lnTo>
                      <a:pt x="9669" y="810"/>
                    </a:lnTo>
                    <a:lnTo>
                      <a:pt x="9562" y="750"/>
                    </a:lnTo>
                    <a:close/>
                    <a:moveTo>
                      <a:pt x="1168" y="2072"/>
                    </a:moveTo>
                    <a:lnTo>
                      <a:pt x="1096" y="2167"/>
                    </a:lnTo>
                    <a:lnTo>
                      <a:pt x="1668" y="2560"/>
                    </a:lnTo>
                    <a:lnTo>
                      <a:pt x="1727" y="2465"/>
                    </a:lnTo>
                    <a:lnTo>
                      <a:pt x="1168" y="2072"/>
                    </a:lnTo>
                    <a:close/>
                    <a:moveTo>
                      <a:pt x="11621" y="2798"/>
                    </a:moveTo>
                    <a:lnTo>
                      <a:pt x="10990" y="3179"/>
                    </a:lnTo>
                    <a:lnTo>
                      <a:pt x="11050" y="3274"/>
                    </a:lnTo>
                    <a:lnTo>
                      <a:pt x="11681" y="2893"/>
                    </a:lnTo>
                    <a:lnTo>
                      <a:pt x="11621" y="2798"/>
                    </a:lnTo>
                    <a:close/>
                    <a:moveTo>
                      <a:pt x="37" y="4548"/>
                    </a:moveTo>
                    <a:lnTo>
                      <a:pt x="1" y="4655"/>
                    </a:lnTo>
                    <a:lnTo>
                      <a:pt x="668" y="4834"/>
                    </a:lnTo>
                    <a:lnTo>
                      <a:pt x="691" y="4715"/>
                    </a:lnTo>
                    <a:lnTo>
                      <a:pt x="37" y="454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9" name="Google Shape;1139;p67"/>
              <p:cNvSpPr/>
              <p:nvPr/>
            </p:nvSpPr>
            <p:spPr>
              <a:xfrm>
                <a:off x="1318325" y="6366250"/>
                <a:ext cx="103025" cy="92600"/>
              </a:xfrm>
              <a:custGeom>
                <a:rect b="b" l="l" r="r" t="t"/>
                <a:pathLst>
                  <a:path extrusionOk="0" h="3704" w="4121">
                    <a:moveTo>
                      <a:pt x="2060" y="334"/>
                    </a:moveTo>
                    <a:cubicBezTo>
                      <a:pt x="2965" y="334"/>
                      <a:pt x="3703" y="870"/>
                      <a:pt x="3703" y="1513"/>
                    </a:cubicBezTo>
                    <a:cubicBezTo>
                      <a:pt x="3703" y="1763"/>
                      <a:pt x="3596" y="1989"/>
                      <a:pt x="3418" y="2180"/>
                    </a:cubicBezTo>
                    <a:lnTo>
                      <a:pt x="3406" y="1584"/>
                    </a:lnTo>
                    <a:lnTo>
                      <a:pt x="1132" y="1799"/>
                    </a:lnTo>
                    <a:lnTo>
                      <a:pt x="1310" y="2561"/>
                    </a:lnTo>
                    <a:cubicBezTo>
                      <a:pt x="786" y="2370"/>
                      <a:pt x="417" y="1977"/>
                      <a:pt x="417" y="1513"/>
                    </a:cubicBezTo>
                    <a:cubicBezTo>
                      <a:pt x="417" y="870"/>
                      <a:pt x="1155" y="334"/>
                      <a:pt x="2060" y="334"/>
                    </a:cubicBezTo>
                    <a:close/>
                    <a:moveTo>
                      <a:pt x="2060" y="1"/>
                    </a:moveTo>
                    <a:cubicBezTo>
                      <a:pt x="929" y="1"/>
                      <a:pt x="1" y="680"/>
                      <a:pt x="1" y="1513"/>
                    </a:cubicBezTo>
                    <a:cubicBezTo>
                      <a:pt x="1" y="2180"/>
                      <a:pt x="596" y="2751"/>
                      <a:pt x="1405" y="2954"/>
                    </a:cubicBezTo>
                    <a:lnTo>
                      <a:pt x="1584" y="3704"/>
                    </a:lnTo>
                    <a:lnTo>
                      <a:pt x="3453" y="3525"/>
                    </a:lnTo>
                    <a:lnTo>
                      <a:pt x="3430" y="2644"/>
                    </a:lnTo>
                    <a:cubicBezTo>
                      <a:pt x="3858" y="2370"/>
                      <a:pt x="4120" y="1965"/>
                      <a:pt x="4120" y="1513"/>
                    </a:cubicBezTo>
                    <a:cubicBezTo>
                      <a:pt x="4120" y="680"/>
                      <a:pt x="3203" y="1"/>
                      <a:pt x="206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0" name="Google Shape;1140;p67"/>
              <p:cNvSpPr/>
              <p:nvPr/>
            </p:nvSpPr>
            <p:spPr>
              <a:xfrm>
                <a:off x="1355525" y="6409725"/>
                <a:ext cx="37825" cy="46150"/>
              </a:xfrm>
              <a:custGeom>
                <a:rect b="b" l="l" r="r" t="t"/>
                <a:pathLst>
                  <a:path extrusionOk="0" h="1846" w="1513">
                    <a:moveTo>
                      <a:pt x="715" y="95"/>
                    </a:moveTo>
                    <a:lnTo>
                      <a:pt x="608" y="107"/>
                    </a:lnTo>
                    <a:lnTo>
                      <a:pt x="810" y="1750"/>
                    </a:lnTo>
                    <a:lnTo>
                      <a:pt x="930" y="1739"/>
                    </a:lnTo>
                    <a:lnTo>
                      <a:pt x="715" y="95"/>
                    </a:lnTo>
                    <a:close/>
                    <a:moveTo>
                      <a:pt x="1406" y="0"/>
                    </a:moveTo>
                    <a:lnTo>
                      <a:pt x="1287" y="12"/>
                    </a:lnTo>
                    <a:lnTo>
                      <a:pt x="1406" y="1750"/>
                    </a:lnTo>
                    <a:lnTo>
                      <a:pt x="1513" y="1739"/>
                    </a:lnTo>
                    <a:lnTo>
                      <a:pt x="1406" y="0"/>
                    </a:lnTo>
                    <a:close/>
                    <a:moveTo>
                      <a:pt x="120" y="84"/>
                    </a:moveTo>
                    <a:lnTo>
                      <a:pt x="1" y="107"/>
                    </a:lnTo>
                    <a:lnTo>
                      <a:pt x="370" y="1846"/>
                    </a:lnTo>
                    <a:lnTo>
                      <a:pt x="489" y="1822"/>
                    </a:lnTo>
                    <a:lnTo>
                      <a:pt x="120" y="84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114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2" name="Google Shape;1142;p68"/>
          <p:cNvGrpSpPr/>
          <p:nvPr/>
        </p:nvGrpSpPr>
        <p:grpSpPr>
          <a:xfrm>
            <a:off x="0" y="0"/>
            <a:ext cx="9144003" cy="5143501"/>
            <a:chOff x="0" y="0"/>
            <a:chExt cx="9144003" cy="5143501"/>
          </a:xfrm>
        </p:grpSpPr>
        <p:pic>
          <p:nvPicPr>
            <p:cNvPr id="1143" name="Google Shape;1143;p68"/>
            <p:cNvPicPr preferRelativeResize="0"/>
            <p:nvPr/>
          </p:nvPicPr>
          <p:blipFill rotWithShape="1">
            <a:blip r:embed="rId2">
              <a:alphaModFix/>
            </a:blip>
            <a:srcRect b="8068" l="0" r="0" t="8060"/>
            <a:stretch/>
          </p:blipFill>
          <p:spPr>
            <a:xfrm>
              <a:off x="0" y="0"/>
              <a:ext cx="9144003" cy="5143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4" name="Google Shape;1144;p68"/>
            <p:cNvSpPr/>
            <p:nvPr/>
          </p:nvSpPr>
          <p:spPr>
            <a:xfrm>
              <a:off x="209980" y="194500"/>
              <a:ext cx="8763466" cy="4752275"/>
            </a:xfrm>
            <a:custGeom>
              <a:rect b="b" l="l" r="r" t="t"/>
              <a:pathLst>
                <a:path extrusionOk="0" h="147209" w="271904">
                  <a:moveTo>
                    <a:pt x="596" y="0"/>
                  </a:moveTo>
                  <a:lnTo>
                    <a:pt x="596" y="0"/>
                  </a:lnTo>
                  <a:cubicBezTo>
                    <a:pt x="2025" y="5965"/>
                    <a:pt x="3072" y="13895"/>
                    <a:pt x="3644" y="22312"/>
                  </a:cubicBezTo>
                  <a:cubicBezTo>
                    <a:pt x="7942" y="23515"/>
                    <a:pt x="13609" y="23932"/>
                    <a:pt x="5085" y="25063"/>
                  </a:cubicBezTo>
                  <a:cubicBezTo>
                    <a:pt x="5096" y="25110"/>
                    <a:pt x="5108" y="25146"/>
                    <a:pt x="5120" y="25194"/>
                  </a:cubicBezTo>
                  <a:cubicBezTo>
                    <a:pt x="5263" y="25301"/>
                    <a:pt x="5394" y="25396"/>
                    <a:pt x="5525" y="25503"/>
                  </a:cubicBezTo>
                  <a:cubicBezTo>
                    <a:pt x="5692" y="25539"/>
                    <a:pt x="5954" y="25479"/>
                    <a:pt x="6037" y="25658"/>
                  </a:cubicBezTo>
                  <a:cubicBezTo>
                    <a:pt x="8561" y="26230"/>
                    <a:pt x="4561" y="26670"/>
                    <a:pt x="3894" y="26789"/>
                  </a:cubicBezTo>
                  <a:cubicBezTo>
                    <a:pt x="4203" y="33719"/>
                    <a:pt x="4192" y="40803"/>
                    <a:pt x="3787" y="47256"/>
                  </a:cubicBezTo>
                  <a:cubicBezTo>
                    <a:pt x="2560" y="47137"/>
                    <a:pt x="1298" y="47006"/>
                    <a:pt x="1" y="46875"/>
                  </a:cubicBezTo>
                  <a:lnTo>
                    <a:pt x="1" y="46875"/>
                  </a:lnTo>
                  <a:cubicBezTo>
                    <a:pt x="1429" y="52840"/>
                    <a:pt x="2477" y="60770"/>
                    <a:pt x="3049" y="69199"/>
                  </a:cubicBezTo>
                  <a:cubicBezTo>
                    <a:pt x="7347" y="70402"/>
                    <a:pt x="13014" y="70818"/>
                    <a:pt x="4489" y="71949"/>
                  </a:cubicBezTo>
                  <a:cubicBezTo>
                    <a:pt x="4501" y="71985"/>
                    <a:pt x="4513" y="72033"/>
                    <a:pt x="4525" y="72069"/>
                  </a:cubicBezTo>
                  <a:cubicBezTo>
                    <a:pt x="4668" y="72176"/>
                    <a:pt x="4787" y="72283"/>
                    <a:pt x="4930" y="72390"/>
                  </a:cubicBezTo>
                  <a:cubicBezTo>
                    <a:pt x="5096" y="72414"/>
                    <a:pt x="5358" y="72366"/>
                    <a:pt x="5442" y="72545"/>
                  </a:cubicBezTo>
                  <a:cubicBezTo>
                    <a:pt x="7966" y="73104"/>
                    <a:pt x="3965" y="73557"/>
                    <a:pt x="3299" y="73664"/>
                  </a:cubicBezTo>
                  <a:cubicBezTo>
                    <a:pt x="3513" y="78510"/>
                    <a:pt x="3572" y="83427"/>
                    <a:pt x="3453" y="88154"/>
                  </a:cubicBezTo>
                  <a:cubicBezTo>
                    <a:pt x="2322" y="88047"/>
                    <a:pt x="1179" y="87928"/>
                    <a:pt x="1" y="87809"/>
                  </a:cubicBezTo>
                  <a:lnTo>
                    <a:pt x="1" y="87809"/>
                  </a:lnTo>
                  <a:cubicBezTo>
                    <a:pt x="989" y="91940"/>
                    <a:pt x="1798" y="97036"/>
                    <a:pt x="2394" y="102584"/>
                  </a:cubicBezTo>
                  <a:cubicBezTo>
                    <a:pt x="2239" y="103727"/>
                    <a:pt x="2072" y="104834"/>
                    <a:pt x="1882" y="105894"/>
                  </a:cubicBezTo>
                  <a:cubicBezTo>
                    <a:pt x="2156" y="105870"/>
                    <a:pt x="2429" y="105846"/>
                    <a:pt x="2715" y="105811"/>
                  </a:cubicBezTo>
                  <a:cubicBezTo>
                    <a:pt x="2834" y="107228"/>
                    <a:pt x="2953" y="108668"/>
                    <a:pt x="3049" y="110121"/>
                  </a:cubicBezTo>
                  <a:cubicBezTo>
                    <a:pt x="7347" y="111323"/>
                    <a:pt x="13014" y="111740"/>
                    <a:pt x="4489" y="112871"/>
                  </a:cubicBezTo>
                  <a:cubicBezTo>
                    <a:pt x="4501" y="112919"/>
                    <a:pt x="4513" y="112954"/>
                    <a:pt x="4525" y="113002"/>
                  </a:cubicBezTo>
                  <a:cubicBezTo>
                    <a:pt x="4668" y="113109"/>
                    <a:pt x="4799" y="113205"/>
                    <a:pt x="4930" y="113312"/>
                  </a:cubicBezTo>
                  <a:cubicBezTo>
                    <a:pt x="5096" y="113347"/>
                    <a:pt x="5358" y="113288"/>
                    <a:pt x="5442" y="113466"/>
                  </a:cubicBezTo>
                  <a:cubicBezTo>
                    <a:pt x="7966" y="114038"/>
                    <a:pt x="3965" y="114478"/>
                    <a:pt x="3299" y="114598"/>
                  </a:cubicBezTo>
                  <a:cubicBezTo>
                    <a:pt x="3822" y="126123"/>
                    <a:pt x="4668" y="127147"/>
                    <a:pt x="3120" y="135886"/>
                  </a:cubicBezTo>
                  <a:cubicBezTo>
                    <a:pt x="4608" y="136338"/>
                    <a:pt x="14133" y="147209"/>
                    <a:pt x="14133" y="147209"/>
                  </a:cubicBezTo>
                  <a:cubicBezTo>
                    <a:pt x="14133" y="147209"/>
                    <a:pt x="16765" y="146220"/>
                    <a:pt x="20479" y="146137"/>
                  </a:cubicBezTo>
                  <a:cubicBezTo>
                    <a:pt x="20503" y="146054"/>
                    <a:pt x="20539" y="145959"/>
                    <a:pt x="20563" y="145875"/>
                  </a:cubicBezTo>
                  <a:lnTo>
                    <a:pt x="20563" y="145875"/>
                  </a:lnTo>
                  <a:cubicBezTo>
                    <a:pt x="20491" y="146340"/>
                    <a:pt x="23242" y="146363"/>
                    <a:pt x="23158" y="146816"/>
                  </a:cubicBezTo>
                  <a:cubicBezTo>
                    <a:pt x="29516" y="146220"/>
                    <a:pt x="36481" y="145875"/>
                    <a:pt x="44589" y="145697"/>
                  </a:cubicBezTo>
                  <a:cubicBezTo>
                    <a:pt x="44613" y="145625"/>
                    <a:pt x="44637" y="145554"/>
                    <a:pt x="44661" y="145494"/>
                  </a:cubicBezTo>
                  <a:cubicBezTo>
                    <a:pt x="45090" y="145494"/>
                    <a:pt x="45530" y="145494"/>
                    <a:pt x="45959" y="145482"/>
                  </a:cubicBezTo>
                  <a:cubicBezTo>
                    <a:pt x="45959" y="145542"/>
                    <a:pt x="45959" y="145601"/>
                    <a:pt x="45959" y="145661"/>
                  </a:cubicBezTo>
                  <a:cubicBezTo>
                    <a:pt x="46173" y="145661"/>
                    <a:pt x="46387" y="145661"/>
                    <a:pt x="46602" y="145649"/>
                  </a:cubicBezTo>
                  <a:cubicBezTo>
                    <a:pt x="46637" y="145601"/>
                    <a:pt x="46661" y="145542"/>
                    <a:pt x="46685" y="145482"/>
                  </a:cubicBezTo>
                  <a:cubicBezTo>
                    <a:pt x="47197" y="145482"/>
                    <a:pt x="47709" y="145482"/>
                    <a:pt x="48221" y="145494"/>
                  </a:cubicBezTo>
                  <a:cubicBezTo>
                    <a:pt x="48221" y="145530"/>
                    <a:pt x="48221" y="145578"/>
                    <a:pt x="48221" y="145625"/>
                  </a:cubicBezTo>
                  <a:cubicBezTo>
                    <a:pt x="50912" y="145578"/>
                    <a:pt x="53900" y="145542"/>
                    <a:pt x="57031" y="145518"/>
                  </a:cubicBezTo>
                  <a:cubicBezTo>
                    <a:pt x="59651" y="145542"/>
                    <a:pt x="62151" y="145566"/>
                    <a:pt x="64461" y="145601"/>
                  </a:cubicBezTo>
                  <a:cubicBezTo>
                    <a:pt x="64461" y="145566"/>
                    <a:pt x="64461" y="145530"/>
                    <a:pt x="64461" y="145494"/>
                  </a:cubicBezTo>
                  <a:cubicBezTo>
                    <a:pt x="65592" y="145488"/>
                    <a:pt x="66726" y="145485"/>
                    <a:pt x="67860" y="145485"/>
                  </a:cubicBezTo>
                  <a:cubicBezTo>
                    <a:pt x="68994" y="145485"/>
                    <a:pt x="70128" y="145488"/>
                    <a:pt x="71259" y="145494"/>
                  </a:cubicBezTo>
                  <a:cubicBezTo>
                    <a:pt x="71402" y="145578"/>
                    <a:pt x="71545" y="145661"/>
                    <a:pt x="71700" y="145744"/>
                  </a:cubicBezTo>
                  <a:cubicBezTo>
                    <a:pt x="78891" y="145947"/>
                    <a:pt x="85190" y="146268"/>
                    <a:pt x="90976" y="146816"/>
                  </a:cubicBezTo>
                  <a:cubicBezTo>
                    <a:pt x="90845" y="146054"/>
                    <a:pt x="90714" y="145256"/>
                    <a:pt x="90595" y="144435"/>
                  </a:cubicBezTo>
                  <a:lnTo>
                    <a:pt x="90595" y="144435"/>
                  </a:lnTo>
                  <a:cubicBezTo>
                    <a:pt x="91429" y="144792"/>
                    <a:pt x="92191" y="145304"/>
                    <a:pt x="92976" y="145744"/>
                  </a:cubicBezTo>
                  <a:cubicBezTo>
                    <a:pt x="96596" y="145851"/>
                    <a:pt x="99989" y="145982"/>
                    <a:pt x="103204" y="146161"/>
                  </a:cubicBezTo>
                  <a:cubicBezTo>
                    <a:pt x="103156" y="146375"/>
                    <a:pt x="103121" y="146601"/>
                    <a:pt x="103085" y="146828"/>
                  </a:cubicBezTo>
                  <a:cubicBezTo>
                    <a:pt x="104573" y="146685"/>
                    <a:pt x="106109" y="146554"/>
                    <a:pt x="107669" y="146447"/>
                  </a:cubicBezTo>
                  <a:cubicBezTo>
                    <a:pt x="109240" y="146554"/>
                    <a:pt x="110764" y="146685"/>
                    <a:pt x="112265" y="146828"/>
                  </a:cubicBezTo>
                  <a:cubicBezTo>
                    <a:pt x="112217" y="146601"/>
                    <a:pt x="112181" y="146375"/>
                    <a:pt x="112146" y="146161"/>
                  </a:cubicBezTo>
                  <a:cubicBezTo>
                    <a:pt x="115979" y="145947"/>
                    <a:pt x="120075" y="145792"/>
                    <a:pt x="124504" y="145697"/>
                  </a:cubicBezTo>
                  <a:cubicBezTo>
                    <a:pt x="125022" y="144156"/>
                    <a:pt x="125413" y="143165"/>
                    <a:pt x="125645" y="143165"/>
                  </a:cubicBezTo>
                  <a:cubicBezTo>
                    <a:pt x="125846" y="143165"/>
                    <a:pt x="125929" y="143902"/>
                    <a:pt x="125873" y="145661"/>
                  </a:cubicBezTo>
                  <a:cubicBezTo>
                    <a:pt x="126100" y="145661"/>
                    <a:pt x="126302" y="145661"/>
                    <a:pt x="126528" y="145649"/>
                  </a:cubicBezTo>
                  <a:cubicBezTo>
                    <a:pt x="127181" y="144357"/>
                    <a:pt x="127670" y="143321"/>
                    <a:pt x="127939" y="143321"/>
                  </a:cubicBezTo>
                  <a:cubicBezTo>
                    <a:pt x="128150" y="143321"/>
                    <a:pt x="128225" y="143963"/>
                    <a:pt x="128136" y="145625"/>
                  </a:cubicBezTo>
                  <a:cubicBezTo>
                    <a:pt x="130541" y="145589"/>
                    <a:pt x="133184" y="145554"/>
                    <a:pt x="135946" y="145530"/>
                  </a:cubicBezTo>
                  <a:cubicBezTo>
                    <a:pt x="138720" y="145554"/>
                    <a:pt x="141352" y="145589"/>
                    <a:pt x="143757" y="145625"/>
                  </a:cubicBezTo>
                  <a:cubicBezTo>
                    <a:pt x="143667" y="143963"/>
                    <a:pt x="143745" y="143321"/>
                    <a:pt x="143959" y="143321"/>
                  </a:cubicBezTo>
                  <a:cubicBezTo>
                    <a:pt x="144230" y="143321"/>
                    <a:pt x="144723" y="144357"/>
                    <a:pt x="145376" y="145649"/>
                  </a:cubicBezTo>
                  <a:cubicBezTo>
                    <a:pt x="145590" y="145661"/>
                    <a:pt x="145804" y="145661"/>
                    <a:pt x="146019" y="145661"/>
                  </a:cubicBezTo>
                  <a:cubicBezTo>
                    <a:pt x="145964" y="143902"/>
                    <a:pt x="146046" y="143165"/>
                    <a:pt x="146247" y="143165"/>
                  </a:cubicBezTo>
                  <a:cubicBezTo>
                    <a:pt x="146479" y="143165"/>
                    <a:pt x="146870" y="144156"/>
                    <a:pt x="147388" y="145697"/>
                  </a:cubicBezTo>
                  <a:cubicBezTo>
                    <a:pt x="151817" y="145792"/>
                    <a:pt x="155913" y="145947"/>
                    <a:pt x="159759" y="146161"/>
                  </a:cubicBezTo>
                  <a:cubicBezTo>
                    <a:pt x="159711" y="146375"/>
                    <a:pt x="159675" y="146601"/>
                    <a:pt x="159640" y="146828"/>
                  </a:cubicBezTo>
                  <a:cubicBezTo>
                    <a:pt x="161128" y="146685"/>
                    <a:pt x="162664" y="146554"/>
                    <a:pt x="164223" y="146447"/>
                  </a:cubicBezTo>
                  <a:cubicBezTo>
                    <a:pt x="165795" y="146554"/>
                    <a:pt x="167319" y="146685"/>
                    <a:pt x="168819" y="146828"/>
                  </a:cubicBezTo>
                  <a:cubicBezTo>
                    <a:pt x="168772" y="146601"/>
                    <a:pt x="168736" y="146375"/>
                    <a:pt x="168700" y="146161"/>
                  </a:cubicBezTo>
                  <a:cubicBezTo>
                    <a:pt x="171915" y="145982"/>
                    <a:pt x="175296" y="145851"/>
                    <a:pt x="178916" y="145744"/>
                  </a:cubicBezTo>
                  <a:cubicBezTo>
                    <a:pt x="179702" y="145304"/>
                    <a:pt x="180464" y="144792"/>
                    <a:pt x="181309" y="144435"/>
                  </a:cubicBezTo>
                  <a:lnTo>
                    <a:pt x="181309" y="144435"/>
                  </a:lnTo>
                  <a:cubicBezTo>
                    <a:pt x="181190" y="145256"/>
                    <a:pt x="181059" y="146054"/>
                    <a:pt x="180916" y="146816"/>
                  </a:cubicBezTo>
                  <a:cubicBezTo>
                    <a:pt x="186714" y="146268"/>
                    <a:pt x="193001" y="145947"/>
                    <a:pt x="200204" y="145744"/>
                  </a:cubicBezTo>
                  <a:cubicBezTo>
                    <a:pt x="200347" y="145661"/>
                    <a:pt x="200490" y="145578"/>
                    <a:pt x="200645" y="145494"/>
                  </a:cubicBezTo>
                  <a:cubicBezTo>
                    <a:pt x="201770" y="145488"/>
                    <a:pt x="202904" y="145485"/>
                    <a:pt x="204039" y="145485"/>
                  </a:cubicBezTo>
                  <a:cubicBezTo>
                    <a:pt x="205175" y="145485"/>
                    <a:pt x="206312" y="145488"/>
                    <a:pt x="207443" y="145494"/>
                  </a:cubicBezTo>
                  <a:cubicBezTo>
                    <a:pt x="207443" y="145530"/>
                    <a:pt x="207443" y="145566"/>
                    <a:pt x="207431" y="145601"/>
                  </a:cubicBezTo>
                  <a:cubicBezTo>
                    <a:pt x="209741" y="145566"/>
                    <a:pt x="212253" y="145542"/>
                    <a:pt x="214873" y="145518"/>
                  </a:cubicBezTo>
                  <a:cubicBezTo>
                    <a:pt x="218004" y="145542"/>
                    <a:pt x="220981" y="145578"/>
                    <a:pt x="223683" y="145625"/>
                  </a:cubicBezTo>
                  <a:cubicBezTo>
                    <a:pt x="223671" y="145578"/>
                    <a:pt x="223671" y="145530"/>
                    <a:pt x="223671" y="145494"/>
                  </a:cubicBezTo>
                  <a:cubicBezTo>
                    <a:pt x="224183" y="145494"/>
                    <a:pt x="224695" y="145482"/>
                    <a:pt x="225207" y="145482"/>
                  </a:cubicBezTo>
                  <a:cubicBezTo>
                    <a:pt x="225243" y="145542"/>
                    <a:pt x="225267" y="145601"/>
                    <a:pt x="225291" y="145649"/>
                  </a:cubicBezTo>
                  <a:cubicBezTo>
                    <a:pt x="225517" y="145661"/>
                    <a:pt x="225731" y="145661"/>
                    <a:pt x="225945" y="145661"/>
                  </a:cubicBezTo>
                  <a:cubicBezTo>
                    <a:pt x="225945" y="145601"/>
                    <a:pt x="225934" y="145542"/>
                    <a:pt x="225934" y="145482"/>
                  </a:cubicBezTo>
                  <a:cubicBezTo>
                    <a:pt x="226374" y="145482"/>
                    <a:pt x="226803" y="145482"/>
                    <a:pt x="227243" y="145494"/>
                  </a:cubicBezTo>
                  <a:cubicBezTo>
                    <a:pt x="227267" y="145554"/>
                    <a:pt x="227291" y="145625"/>
                    <a:pt x="227315" y="145697"/>
                  </a:cubicBezTo>
                  <a:cubicBezTo>
                    <a:pt x="235411" y="145875"/>
                    <a:pt x="242376" y="146220"/>
                    <a:pt x="248734" y="146816"/>
                  </a:cubicBezTo>
                  <a:cubicBezTo>
                    <a:pt x="248651" y="146363"/>
                    <a:pt x="248579" y="145899"/>
                    <a:pt x="248508" y="145423"/>
                  </a:cubicBezTo>
                  <a:lnTo>
                    <a:pt x="248508" y="145423"/>
                  </a:lnTo>
                  <a:cubicBezTo>
                    <a:pt x="248532" y="145506"/>
                    <a:pt x="248567" y="145601"/>
                    <a:pt x="248591" y="145697"/>
                  </a:cubicBezTo>
                  <a:cubicBezTo>
                    <a:pt x="256699" y="145875"/>
                    <a:pt x="263664" y="146220"/>
                    <a:pt x="270022" y="146816"/>
                  </a:cubicBezTo>
                  <a:cubicBezTo>
                    <a:pt x="268463" y="138065"/>
                    <a:pt x="268082" y="126123"/>
                    <a:pt x="268606" y="114598"/>
                  </a:cubicBezTo>
                  <a:cubicBezTo>
                    <a:pt x="267939" y="114478"/>
                    <a:pt x="263926" y="114038"/>
                    <a:pt x="266462" y="113466"/>
                  </a:cubicBezTo>
                  <a:cubicBezTo>
                    <a:pt x="266546" y="113288"/>
                    <a:pt x="266808" y="113347"/>
                    <a:pt x="266974" y="113312"/>
                  </a:cubicBezTo>
                  <a:cubicBezTo>
                    <a:pt x="267105" y="113205"/>
                    <a:pt x="267236" y="113109"/>
                    <a:pt x="267367" y="113002"/>
                  </a:cubicBezTo>
                  <a:cubicBezTo>
                    <a:pt x="267391" y="112954"/>
                    <a:pt x="267403" y="112919"/>
                    <a:pt x="267415" y="112871"/>
                  </a:cubicBezTo>
                  <a:cubicBezTo>
                    <a:pt x="258878" y="111740"/>
                    <a:pt x="264557" y="111323"/>
                    <a:pt x="268856" y="110121"/>
                  </a:cubicBezTo>
                  <a:cubicBezTo>
                    <a:pt x="268951" y="108668"/>
                    <a:pt x="269070" y="107228"/>
                    <a:pt x="269189" y="105811"/>
                  </a:cubicBezTo>
                  <a:cubicBezTo>
                    <a:pt x="269463" y="105846"/>
                    <a:pt x="269749" y="105870"/>
                    <a:pt x="270022" y="105894"/>
                  </a:cubicBezTo>
                  <a:cubicBezTo>
                    <a:pt x="269832" y="104834"/>
                    <a:pt x="269653" y="103727"/>
                    <a:pt x="269510" y="102584"/>
                  </a:cubicBezTo>
                  <a:cubicBezTo>
                    <a:pt x="270094" y="97036"/>
                    <a:pt x="270903" y="91940"/>
                    <a:pt x="271904" y="87809"/>
                  </a:cubicBezTo>
                  <a:lnTo>
                    <a:pt x="271904" y="87809"/>
                  </a:lnTo>
                  <a:cubicBezTo>
                    <a:pt x="270725" y="87928"/>
                    <a:pt x="269570" y="88047"/>
                    <a:pt x="268451" y="88154"/>
                  </a:cubicBezTo>
                  <a:cubicBezTo>
                    <a:pt x="268320" y="83427"/>
                    <a:pt x="268379" y="78510"/>
                    <a:pt x="268606" y="73664"/>
                  </a:cubicBezTo>
                  <a:cubicBezTo>
                    <a:pt x="267939" y="73557"/>
                    <a:pt x="263926" y="73104"/>
                    <a:pt x="266462" y="72545"/>
                  </a:cubicBezTo>
                  <a:cubicBezTo>
                    <a:pt x="266546" y="72366"/>
                    <a:pt x="266808" y="72426"/>
                    <a:pt x="266974" y="72390"/>
                  </a:cubicBezTo>
                  <a:cubicBezTo>
                    <a:pt x="267105" y="72283"/>
                    <a:pt x="267236" y="72176"/>
                    <a:pt x="267367" y="72069"/>
                  </a:cubicBezTo>
                  <a:cubicBezTo>
                    <a:pt x="267391" y="72033"/>
                    <a:pt x="267403" y="71985"/>
                    <a:pt x="267415" y="71949"/>
                  </a:cubicBezTo>
                  <a:cubicBezTo>
                    <a:pt x="258878" y="70818"/>
                    <a:pt x="264557" y="70402"/>
                    <a:pt x="268856" y="69199"/>
                  </a:cubicBezTo>
                  <a:cubicBezTo>
                    <a:pt x="269415" y="60770"/>
                    <a:pt x="270463" y="52840"/>
                    <a:pt x="271904" y="46875"/>
                  </a:cubicBezTo>
                  <a:lnTo>
                    <a:pt x="271904" y="46875"/>
                  </a:lnTo>
                  <a:cubicBezTo>
                    <a:pt x="270606" y="47006"/>
                    <a:pt x="269344" y="47137"/>
                    <a:pt x="268105" y="47256"/>
                  </a:cubicBezTo>
                  <a:cubicBezTo>
                    <a:pt x="267713" y="40803"/>
                    <a:pt x="267689" y="33719"/>
                    <a:pt x="268010" y="26789"/>
                  </a:cubicBezTo>
                  <a:cubicBezTo>
                    <a:pt x="267343" y="26670"/>
                    <a:pt x="263331" y="26230"/>
                    <a:pt x="265867" y="25658"/>
                  </a:cubicBezTo>
                  <a:cubicBezTo>
                    <a:pt x="265950" y="25479"/>
                    <a:pt x="266212" y="25539"/>
                    <a:pt x="266379" y="25503"/>
                  </a:cubicBezTo>
                  <a:cubicBezTo>
                    <a:pt x="266510" y="25396"/>
                    <a:pt x="266641" y="25301"/>
                    <a:pt x="266772" y="25194"/>
                  </a:cubicBezTo>
                  <a:cubicBezTo>
                    <a:pt x="266796" y="25146"/>
                    <a:pt x="266808" y="25110"/>
                    <a:pt x="266820" y="25063"/>
                  </a:cubicBezTo>
                  <a:cubicBezTo>
                    <a:pt x="258283" y="23932"/>
                    <a:pt x="263962" y="23515"/>
                    <a:pt x="268260" y="22312"/>
                  </a:cubicBezTo>
                  <a:cubicBezTo>
                    <a:pt x="268415" y="19919"/>
                    <a:pt x="268856" y="15300"/>
                    <a:pt x="268856" y="15300"/>
                  </a:cubicBezTo>
                  <a:lnTo>
                    <a:pt x="254901" y="1453"/>
                  </a:lnTo>
                  <a:cubicBezTo>
                    <a:pt x="254901" y="1453"/>
                    <a:pt x="251413" y="1679"/>
                    <a:pt x="249615" y="1774"/>
                  </a:cubicBezTo>
                  <a:cubicBezTo>
                    <a:pt x="249746" y="1167"/>
                    <a:pt x="249889" y="572"/>
                    <a:pt x="250020" y="0"/>
                  </a:cubicBezTo>
                  <a:lnTo>
                    <a:pt x="250020" y="0"/>
                  </a:lnTo>
                  <a:cubicBezTo>
                    <a:pt x="240828" y="929"/>
                    <a:pt x="233577" y="1572"/>
                    <a:pt x="225017" y="1929"/>
                  </a:cubicBezTo>
                  <a:cubicBezTo>
                    <a:pt x="224814" y="2179"/>
                    <a:pt x="224600" y="2441"/>
                    <a:pt x="224386" y="2715"/>
                  </a:cubicBezTo>
                  <a:cubicBezTo>
                    <a:pt x="223731" y="2953"/>
                    <a:pt x="223112" y="3274"/>
                    <a:pt x="222647" y="3751"/>
                  </a:cubicBezTo>
                  <a:cubicBezTo>
                    <a:pt x="222755" y="3346"/>
                    <a:pt x="222945" y="2774"/>
                    <a:pt x="223219" y="2000"/>
                  </a:cubicBezTo>
                  <a:cubicBezTo>
                    <a:pt x="223094" y="1992"/>
                    <a:pt x="222968" y="1988"/>
                    <a:pt x="222843" y="1988"/>
                  </a:cubicBezTo>
                  <a:cubicBezTo>
                    <a:pt x="221740" y="1988"/>
                    <a:pt x="220632" y="2285"/>
                    <a:pt x="219537" y="2285"/>
                  </a:cubicBezTo>
                  <a:cubicBezTo>
                    <a:pt x="219371" y="2285"/>
                    <a:pt x="219205" y="2278"/>
                    <a:pt x="219040" y="2262"/>
                  </a:cubicBezTo>
                  <a:cubicBezTo>
                    <a:pt x="218567" y="2506"/>
                    <a:pt x="218202" y="2952"/>
                    <a:pt x="217926" y="2952"/>
                  </a:cubicBezTo>
                  <a:cubicBezTo>
                    <a:pt x="217744" y="2952"/>
                    <a:pt x="217601" y="2757"/>
                    <a:pt x="217492" y="2179"/>
                  </a:cubicBezTo>
                  <a:cubicBezTo>
                    <a:pt x="216420" y="2203"/>
                    <a:pt x="215337" y="2227"/>
                    <a:pt x="214218" y="2239"/>
                  </a:cubicBezTo>
                  <a:cubicBezTo>
                    <a:pt x="210515" y="2179"/>
                    <a:pt x="207169" y="2084"/>
                    <a:pt x="204002" y="1965"/>
                  </a:cubicBezTo>
                  <a:cubicBezTo>
                    <a:pt x="203967" y="2131"/>
                    <a:pt x="203943" y="2298"/>
                    <a:pt x="203919" y="2453"/>
                  </a:cubicBezTo>
                  <a:cubicBezTo>
                    <a:pt x="203550" y="2560"/>
                    <a:pt x="203181" y="2679"/>
                    <a:pt x="202824" y="2822"/>
                  </a:cubicBezTo>
                  <a:cubicBezTo>
                    <a:pt x="202776" y="2548"/>
                    <a:pt x="202728" y="2239"/>
                    <a:pt x="202681" y="1905"/>
                  </a:cubicBezTo>
                  <a:cubicBezTo>
                    <a:pt x="194453" y="1524"/>
                    <a:pt x="187357" y="905"/>
                    <a:pt x="178440" y="0"/>
                  </a:cubicBezTo>
                  <a:lnTo>
                    <a:pt x="178440" y="0"/>
                  </a:lnTo>
                  <a:cubicBezTo>
                    <a:pt x="178582" y="572"/>
                    <a:pt x="178713" y="1167"/>
                    <a:pt x="178844" y="1774"/>
                  </a:cubicBezTo>
                  <a:cubicBezTo>
                    <a:pt x="175773" y="1607"/>
                    <a:pt x="172832" y="1417"/>
                    <a:pt x="169831" y="1179"/>
                  </a:cubicBezTo>
                  <a:cubicBezTo>
                    <a:pt x="169927" y="774"/>
                    <a:pt x="170010" y="381"/>
                    <a:pt x="170105" y="0"/>
                  </a:cubicBezTo>
                  <a:lnTo>
                    <a:pt x="170105" y="0"/>
                  </a:lnTo>
                  <a:cubicBezTo>
                    <a:pt x="167843" y="226"/>
                    <a:pt x="165700" y="441"/>
                    <a:pt x="163628" y="631"/>
                  </a:cubicBezTo>
                  <a:cubicBezTo>
                    <a:pt x="161556" y="441"/>
                    <a:pt x="159413" y="226"/>
                    <a:pt x="157163" y="0"/>
                  </a:cubicBezTo>
                  <a:lnTo>
                    <a:pt x="157163" y="0"/>
                  </a:lnTo>
                  <a:cubicBezTo>
                    <a:pt x="157246" y="381"/>
                    <a:pt x="157342" y="774"/>
                    <a:pt x="157425" y="1179"/>
                  </a:cubicBezTo>
                  <a:cubicBezTo>
                    <a:pt x="153377" y="1500"/>
                    <a:pt x="149400" y="1750"/>
                    <a:pt x="145102" y="1929"/>
                  </a:cubicBezTo>
                  <a:cubicBezTo>
                    <a:pt x="144154" y="3043"/>
                    <a:pt x="143049" y="4616"/>
                    <a:pt x="142712" y="4616"/>
                  </a:cubicBezTo>
                  <a:cubicBezTo>
                    <a:pt x="142491" y="4616"/>
                    <a:pt x="142601" y="3936"/>
                    <a:pt x="143304" y="2000"/>
                  </a:cubicBezTo>
                  <a:cubicBezTo>
                    <a:pt x="143179" y="1992"/>
                    <a:pt x="143053" y="1988"/>
                    <a:pt x="142928" y="1988"/>
                  </a:cubicBezTo>
                  <a:cubicBezTo>
                    <a:pt x="141825" y="1988"/>
                    <a:pt x="140718" y="2285"/>
                    <a:pt x="139622" y="2285"/>
                  </a:cubicBezTo>
                  <a:cubicBezTo>
                    <a:pt x="139456" y="2285"/>
                    <a:pt x="139290" y="2278"/>
                    <a:pt x="139125" y="2262"/>
                  </a:cubicBezTo>
                  <a:cubicBezTo>
                    <a:pt x="138780" y="2441"/>
                    <a:pt x="138494" y="2715"/>
                    <a:pt x="138256" y="2858"/>
                  </a:cubicBezTo>
                  <a:lnTo>
                    <a:pt x="138256" y="2250"/>
                  </a:lnTo>
                  <a:cubicBezTo>
                    <a:pt x="138030" y="2250"/>
                    <a:pt x="137803" y="2239"/>
                    <a:pt x="137589" y="2239"/>
                  </a:cubicBezTo>
                  <a:cubicBezTo>
                    <a:pt x="137577" y="2215"/>
                    <a:pt x="137577" y="2203"/>
                    <a:pt x="137565" y="2179"/>
                  </a:cubicBezTo>
                  <a:cubicBezTo>
                    <a:pt x="137041" y="2191"/>
                    <a:pt x="136494" y="2203"/>
                    <a:pt x="135946" y="2215"/>
                  </a:cubicBezTo>
                  <a:cubicBezTo>
                    <a:pt x="135410" y="2203"/>
                    <a:pt x="134863" y="2191"/>
                    <a:pt x="134327" y="2179"/>
                  </a:cubicBezTo>
                  <a:cubicBezTo>
                    <a:pt x="134327" y="2203"/>
                    <a:pt x="134327" y="2215"/>
                    <a:pt x="134315" y="2239"/>
                  </a:cubicBezTo>
                  <a:cubicBezTo>
                    <a:pt x="134089" y="2239"/>
                    <a:pt x="133874" y="2250"/>
                    <a:pt x="133648" y="2250"/>
                  </a:cubicBezTo>
                  <a:lnTo>
                    <a:pt x="133648" y="2858"/>
                  </a:lnTo>
                  <a:cubicBezTo>
                    <a:pt x="133410" y="2715"/>
                    <a:pt x="133124" y="2441"/>
                    <a:pt x="132779" y="2262"/>
                  </a:cubicBezTo>
                  <a:cubicBezTo>
                    <a:pt x="132604" y="2280"/>
                    <a:pt x="132429" y="2288"/>
                    <a:pt x="132254" y="2288"/>
                  </a:cubicBezTo>
                  <a:cubicBezTo>
                    <a:pt x="131165" y="2288"/>
                    <a:pt x="130064" y="1988"/>
                    <a:pt x="128968" y="1988"/>
                  </a:cubicBezTo>
                  <a:cubicBezTo>
                    <a:pt x="128845" y="1988"/>
                    <a:pt x="128723" y="1992"/>
                    <a:pt x="128600" y="2000"/>
                  </a:cubicBezTo>
                  <a:cubicBezTo>
                    <a:pt x="129303" y="3936"/>
                    <a:pt x="129413" y="4616"/>
                    <a:pt x="129192" y="4616"/>
                  </a:cubicBezTo>
                  <a:cubicBezTo>
                    <a:pt x="128855" y="4616"/>
                    <a:pt x="127750" y="3043"/>
                    <a:pt x="126802" y="1929"/>
                  </a:cubicBezTo>
                  <a:cubicBezTo>
                    <a:pt x="122492" y="1750"/>
                    <a:pt x="118527" y="1500"/>
                    <a:pt x="114467" y="1179"/>
                  </a:cubicBezTo>
                  <a:cubicBezTo>
                    <a:pt x="114562" y="774"/>
                    <a:pt x="114646" y="381"/>
                    <a:pt x="114741" y="0"/>
                  </a:cubicBezTo>
                  <a:lnTo>
                    <a:pt x="114741" y="0"/>
                  </a:lnTo>
                  <a:cubicBezTo>
                    <a:pt x="112491" y="226"/>
                    <a:pt x="110348" y="441"/>
                    <a:pt x="108276" y="631"/>
                  </a:cubicBezTo>
                  <a:cubicBezTo>
                    <a:pt x="106192" y="441"/>
                    <a:pt x="104061" y="226"/>
                    <a:pt x="101799" y="0"/>
                  </a:cubicBezTo>
                  <a:lnTo>
                    <a:pt x="101799" y="0"/>
                  </a:lnTo>
                  <a:cubicBezTo>
                    <a:pt x="101894" y="381"/>
                    <a:pt x="101978" y="774"/>
                    <a:pt x="102073" y="1179"/>
                  </a:cubicBezTo>
                  <a:cubicBezTo>
                    <a:pt x="99072" y="1417"/>
                    <a:pt x="96132" y="1607"/>
                    <a:pt x="93060" y="1774"/>
                  </a:cubicBezTo>
                  <a:cubicBezTo>
                    <a:pt x="93191" y="1167"/>
                    <a:pt x="93322" y="572"/>
                    <a:pt x="93465" y="0"/>
                  </a:cubicBezTo>
                  <a:lnTo>
                    <a:pt x="93465" y="0"/>
                  </a:lnTo>
                  <a:cubicBezTo>
                    <a:pt x="84535" y="905"/>
                    <a:pt x="77439" y="1524"/>
                    <a:pt x="69212" y="1905"/>
                  </a:cubicBezTo>
                  <a:cubicBezTo>
                    <a:pt x="69164" y="2239"/>
                    <a:pt x="69116" y="2548"/>
                    <a:pt x="69081" y="2822"/>
                  </a:cubicBezTo>
                  <a:cubicBezTo>
                    <a:pt x="68723" y="2667"/>
                    <a:pt x="68342" y="2548"/>
                    <a:pt x="67973" y="2453"/>
                  </a:cubicBezTo>
                  <a:cubicBezTo>
                    <a:pt x="67950" y="2298"/>
                    <a:pt x="67926" y="2131"/>
                    <a:pt x="67902" y="1953"/>
                  </a:cubicBezTo>
                  <a:cubicBezTo>
                    <a:pt x="64735" y="2084"/>
                    <a:pt x="61377" y="2179"/>
                    <a:pt x="57686" y="2239"/>
                  </a:cubicBezTo>
                  <a:cubicBezTo>
                    <a:pt x="56567" y="2227"/>
                    <a:pt x="55472" y="2203"/>
                    <a:pt x="54412" y="2179"/>
                  </a:cubicBezTo>
                  <a:cubicBezTo>
                    <a:pt x="54303" y="2757"/>
                    <a:pt x="54160" y="2952"/>
                    <a:pt x="53977" y="2952"/>
                  </a:cubicBezTo>
                  <a:cubicBezTo>
                    <a:pt x="53701" y="2952"/>
                    <a:pt x="53333" y="2506"/>
                    <a:pt x="52852" y="2262"/>
                  </a:cubicBezTo>
                  <a:cubicBezTo>
                    <a:pt x="52687" y="2278"/>
                    <a:pt x="52522" y="2285"/>
                    <a:pt x="52356" y="2285"/>
                  </a:cubicBezTo>
                  <a:cubicBezTo>
                    <a:pt x="51262" y="2285"/>
                    <a:pt x="50161" y="1988"/>
                    <a:pt x="49052" y="1988"/>
                  </a:cubicBezTo>
                  <a:cubicBezTo>
                    <a:pt x="48926" y="1988"/>
                    <a:pt x="48800" y="1992"/>
                    <a:pt x="48673" y="2000"/>
                  </a:cubicBezTo>
                  <a:cubicBezTo>
                    <a:pt x="48959" y="2774"/>
                    <a:pt x="49138" y="3346"/>
                    <a:pt x="49257" y="3751"/>
                  </a:cubicBezTo>
                  <a:cubicBezTo>
                    <a:pt x="48792" y="3274"/>
                    <a:pt x="48173" y="2953"/>
                    <a:pt x="47518" y="2703"/>
                  </a:cubicBezTo>
                  <a:cubicBezTo>
                    <a:pt x="47304" y="2441"/>
                    <a:pt x="47090" y="2179"/>
                    <a:pt x="46875" y="1929"/>
                  </a:cubicBezTo>
                  <a:cubicBezTo>
                    <a:pt x="38315" y="1572"/>
                    <a:pt x="31064" y="929"/>
                    <a:pt x="21872" y="0"/>
                  </a:cubicBezTo>
                  <a:lnTo>
                    <a:pt x="21872" y="0"/>
                  </a:lnTo>
                  <a:cubicBezTo>
                    <a:pt x="22015" y="572"/>
                    <a:pt x="22146" y="1167"/>
                    <a:pt x="22277" y="1774"/>
                  </a:cubicBezTo>
                  <a:cubicBezTo>
                    <a:pt x="15098" y="1393"/>
                    <a:pt x="8573" y="810"/>
                    <a:pt x="5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68"/>
            <p:cNvSpPr/>
            <p:nvPr/>
          </p:nvSpPr>
          <p:spPr>
            <a:xfrm>
              <a:off x="283950" y="193150"/>
              <a:ext cx="8615526" cy="4752359"/>
            </a:xfrm>
            <a:custGeom>
              <a:rect b="b" l="l" r="r" t="t"/>
              <a:pathLst>
                <a:path extrusionOk="0" h="146757" w="269046">
                  <a:moveTo>
                    <a:pt x="21241" y="131"/>
                  </a:moveTo>
                  <a:cubicBezTo>
                    <a:pt x="20884" y="346"/>
                    <a:pt x="20527" y="572"/>
                    <a:pt x="20170" y="798"/>
                  </a:cubicBezTo>
                  <a:cubicBezTo>
                    <a:pt x="20217" y="953"/>
                    <a:pt x="20253" y="1120"/>
                    <a:pt x="20289" y="1286"/>
                  </a:cubicBezTo>
                  <a:cubicBezTo>
                    <a:pt x="20860" y="929"/>
                    <a:pt x="21432" y="560"/>
                    <a:pt x="22015" y="203"/>
                  </a:cubicBezTo>
                  <a:cubicBezTo>
                    <a:pt x="21753" y="179"/>
                    <a:pt x="21503" y="155"/>
                    <a:pt x="21241" y="131"/>
                  </a:cubicBezTo>
                  <a:close/>
                  <a:moveTo>
                    <a:pt x="18777" y="1691"/>
                  </a:moveTo>
                  <a:cubicBezTo>
                    <a:pt x="18515" y="1858"/>
                    <a:pt x="18265" y="2012"/>
                    <a:pt x="18015" y="2179"/>
                  </a:cubicBezTo>
                  <a:cubicBezTo>
                    <a:pt x="11788" y="6263"/>
                    <a:pt x="6156" y="10644"/>
                    <a:pt x="1155" y="15252"/>
                  </a:cubicBezTo>
                  <a:cubicBezTo>
                    <a:pt x="1179" y="15455"/>
                    <a:pt x="1203" y="15657"/>
                    <a:pt x="1215" y="15848"/>
                  </a:cubicBezTo>
                  <a:cubicBezTo>
                    <a:pt x="6263" y="11156"/>
                    <a:pt x="11966" y="6727"/>
                    <a:pt x="18277" y="2584"/>
                  </a:cubicBezTo>
                  <a:cubicBezTo>
                    <a:pt x="18705" y="2298"/>
                    <a:pt x="19146" y="2012"/>
                    <a:pt x="19574" y="1739"/>
                  </a:cubicBezTo>
                  <a:cubicBezTo>
                    <a:pt x="19312" y="1727"/>
                    <a:pt x="19039" y="1703"/>
                    <a:pt x="18777" y="1691"/>
                  </a:cubicBezTo>
                  <a:close/>
                  <a:moveTo>
                    <a:pt x="257199" y="5608"/>
                  </a:moveTo>
                  <a:cubicBezTo>
                    <a:pt x="259819" y="11180"/>
                    <a:pt x="262128" y="16943"/>
                    <a:pt x="264105" y="22884"/>
                  </a:cubicBezTo>
                  <a:cubicBezTo>
                    <a:pt x="264307" y="22836"/>
                    <a:pt x="264522" y="22789"/>
                    <a:pt x="264736" y="22741"/>
                  </a:cubicBezTo>
                  <a:cubicBezTo>
                    <a:pt x="262950" y="17360"/>
                    <a:pt x="260890" y="12085"/>
                    <a:pt x="258557" y="6942"/>
                  </a:cubicBezTo>
                  <a:lnTo>
                    <a:pt x="257199" y="5608"/>
                  </a:lnTo>
                  <a:close/>
                  <a:moveTo>
                    <a:pt x="234685" y="1239"/>
                  </a:moveTo>
                  <a:cubicBezTo>
                    <a:pt x="234423" y="1262"/>
                    <a:pt x="234149" y="1286"/>
                    <a:pt x="233887" y="1298"/>
                  </a:cubicBezTo>
                  <a:cubicBezTo>
                    <a:pt x="234554" y="1727"/>
                    <a:pt x="235220" y="2143"/>
                    <a:pt x="235875" y="2584"/>
                  </a:cubicBezTo>
                  <a:cubicBezTo>
                    <a:pt x="245662" y="9001"/>
                    <a:pt x="253961" y="16145"/>
                    <a:pt x="260676" y="23813"/>
                  </a:cubicBezTo>
                  <a:cubicBezTo>
                    <a:pt x="260783" y="23741"/>
                    <a:pt x="260938" y="23682"/>
                    <a:pt x="261140" y="23610"/>
                  </a:cubicBezTo>
                  <a:cubicBezTo>
                    <a:pt x="254377" y="15871"/>
                    <a:pt x="246007" y="8656"/>
                    <a:pt x="236137" y="2179"/>
                  </a:cubicBezTo>
                  <a:cubicBezTo>
                    <a:pt x="235649" y="1870"/>
                    <a:pt x="235173" y="1548"/>
                    <a:pt x="234685" y="1239"/>
                  </a:cubicBezTo>
                  <a:close/>
                  <a:moveTo>
                    <a:pt x="264807" y="25051"/>
                  </a:moveTo>
                  <a:lnTo>
                    <a:pt x="264867" y="25218"/>
                  </a:lnTo>
                  <a:cubicBezTo>
                    <a:pt x="264879" y="25218"/>
                    <a:pt x="264879" y="25206"/>
                    <a:pt x="264891" y="25194"/>
                  </a:cubicBezTo>
                  <a:cubicBezTo>
                    <a:pt x="264914" y="25158"/>
                    <a:pt x="264926" y="25111"/>
                    <a:pt x="264938" y="25075"/>
                  </a:cubicBezTo>
                  <a:cubicBezTo>
                    <a:pt x="264891" y="25063"/>
                    <a:pt x="264855" y="25063"/>
                    <a:pt x="264807" y="25051"/>
                  </a:cubicBezTo>
                  <a:close/>
                  <a:moveTo>
                    <a:pt x="265319" y="26670"/>
                  </a:moveTo>
                  <a:lnTo>
                    <a:pt x="265319" y="26670"/>
                  </a:lnTo>
                  <a:cubicBezTo>
                    <a:pt x="265557" y="27480"/>
                    <a:pt x="265807" y="28290"/>
                    <a:pt x="266034" y="29099"/>
                  </a:cubicBezTo>
                  <a:cubicBezTo>
                    <a:pt x="266057" y="28444"/>
                    <a:pt x="266081" y="27789"/>
                    <a:pt x="266117" y="27135"/>
                  </a:cubicBezTo>
                  <a:cubicBezTo>
                    <a:pt x="266081" y="27016"/>
                    <a:pt x="266046" y="26896"/>
                    <a:pt x="266010" y="26777"/>
                  </a:cubicBezTo>
                  <a:cubicBezTo>
                    <a:pt x="265843" y="26754"/>
                    <a:pt x="265593" y="26718"/>
                    <a:pt x="265319" y="26670"/>
                  </a:cubicBezTo>
                  <a:close/>
                  <a:moveTo>
                    <a:pt x="261188" y="24408"/>
                  </a:moveTo>
                  <a:lnTo>
                    <a:pt x="261188" y="24408"/>
                  </a:lnTo>
                  <a:cubicBezTo>
                    <a:pt x="262902" y="26396"/>
                    <a:pt x="264498" y="28409"/>
                    <a:pt x="265998" y="30456"/>
                  </a:cubicBezTo>
                  <a:cubicBezTo>
                    <a:pt x="265998" y="30195"/>
                    <a:pt x="266010" y="29944"/>
                    <a:pt x="266022" y="29683"/>
                  </a:cubicBezTo>
                  <a:cubicBezTo>
                    <a:pt x="265153" y="28516"/>
                    <a:pt x="264260" y="27361"/>
                    <a:pt x="263331" y="26218"/>
                  </a:cubicBezTo>
                  <a:cubicBezTo>
                    <a:pt x="263200" y="26158"/>
                    <a:pt x="263140" y="26087"/>
                    <a:pt x="263164" y="26015"/>
                  </a:cubicBezTo>
                  <a:cubicBezTo>
                    <a:pt x="262771" y="25539"/>
                    <a:pt x="262378" y="25075"/>
                    <a:pt x="261986" y="24599"/>
                  </a:cubicBezTo>
                  <a:cubicBezTo>
                    <a:pt x="261664" y="24539"/>
                    <a:pt x="261402" y="24468"/>
                    <a:pt x="261188" y="24408"/>
                  </a:cubicBezTo>
                  <a:close/>
                  <a:moveTo>
                    <a:pt x="127076" y="17431"/>
                  </a:moveTo>
                  <a:cubicBezTo>
                    <a:pt x="133339" y="17431"/>
                    <a:pt x="139506" y="17574"/>
                    <a:pt x="145578" y="17848"/>
                  </a:cubicBezTo>
                  <a:cubicBezTo>
                    <a:pt x="146150" y="29278"/>
                    <a:pt x="146554" y="41363"/>
                    <a:pt x="146769" y="53924"/>
                  </a:cubicBezTo>
                  <a:cubicBezTo>
                    <a:pt x="140292" y="53816"/>
                    <a:pt x="133720" y="53769"/>
                    <a:pt x="127076" y="53769"/>
                  </a:cubicBezTo>
                  <a:cubicBezTo>
                    <a:pt x="120432" y="53769"/>
                    <a:pt x="113860" y="53816"/>
                    <a:pt x="107371" y="53924"/>
                  </a:cubicBezTo>
                  <a:cubicBezTo>
                    <a:pt x="107585" y="41363"/>
                    <a:pt x="107990" y="29278"/>
                    <a:pt x="108562" y="17848"/>
                  </a:cubicBezTo>
                  <a:cubicBezTo>
                    <a:pt x="114634" y="17574"/>
                    <a:pt x="120813" y="17431"/>
                    <a:pt x="127076" y="17431"/>
                  </a:cubicBezTo>
                  <a:close/>
                  <a:moveTo>
                    <a:pt x="108359" y="17848"/>
                  </a:moveTo>
                  <a:cubicBezTo>
                    <a:pt x="107776" y="29385"/>
                    <a:pt x="107371" y="41482"/>
                    <a:pt x="107169" y="53924"/>
                  </a:cubicBezTo>
                  <a:cubicBezTo>
                    <a:pt x="94727" y="54138"/>
                    <a:pt x="82630" y="54531"/>
                    <a:pt x="71093" y="55114"/>
                  </a:cubicBezTo>
                  <a:cubicBezTo>
                    <a:pt x="71617" y="43244"/>
                    <a:pt x="72640" y="31766"/>
                    <a:pt x="74117" y="20872"/>
                  </a:cubicBezTo>
                  <a:cubicBezTo>
                    <a:pt x="85011" y="19407"/>
                    <a:pt x="96477" y="18384"/>
                    <a:pt x="108359" y="17848"/>
                  </a:cubicBezTo>
                  <a:close/>
                  <a:moveTo>
                    <a:pt x="145792" y="17860"/>
                  </a:moveTo>
                  <a:lnTo>
                    <a:pt x="145792" y="17860"/>
                  </a:lnTo>
                  <a:cubicBezTo>
                    <a:pt x="157675" y="18384"/>
                    <a:pt x="169141" y="19407"/>
                    <a:pt x="180035" y="20884"/>
                  </a:cubicBezTo>
                  <a:cubicBezTo>
                    <a:pt x="181499" y="31766"/>
                    <a:pt x="182523" y="43244"/>
                    <a:pt x="183059" y="55114"/>
                  </a:cubicBezTo>
                  <a:cubicBezTo>
                    <a:pt x="171522" y="54531"/>
                    <a:pt x="159425" y="54138"/>
                    <a:pt x="146983" y="53924"/>
                  </a:cubicBezTo>
                  <a:cubicBezTo>
                    <a:pt x="146781" y="41482"/>
                    <a:pt x="146376" y="29385"/>
                    <a:pt x="145792" y="17860"/>
                  </a:cubicBezTo>
                  <a:close/>
                  <a:moveTo>
                    <a:pt x="73724" y="20931"/>
                  </a:moveTo>
                  <a:lnTo>
                    <a:pt x="73724" y="20931"/>
                  </a:lnTo>
                  <a:cubicBezTo>
                    <a:pt x="72259" y="31909"/>
                    <a:pt x="71247" y="43375"/>
                    <a:pt x="70724" y="55138"/>
                  </a:cubicBezTo>
                  <a:cubicBezTo>
                    <a:pt x="54805" y="55948"/>
                    <a:pt x="39958" y="57103"/>
                    <a:pt x="26742" y="58579"/>
                  </a:cubicBezTo>
                  <a:cubicBezTo>
                    <a:pt x="27373" y="48816"/>
                    <a:pt x="28599" y="39255"/>
                    <a:pt x="30397" y="29992"/>
                  </a:cubicBezTo>
                  <a:cubicBezTo>
                    <a:pt x="43292" y="26158"/>
                    <a:pt x="57901" y="23086"/>
                    <a:pt x="73724" y="20931"/>
                  </a:cubicBezTo>
                  <a:close/>
                  <a:moveTo>
                    <a:pt x="180416" y="20931"/>
                  </a:moveTo>
                  <a:lnTo>
                    <a:pt x="180416" y="20931"/>
                  </a:lnTo>
                  <a:cubicBezTo>
                    <a:pt x="196251" y="23086"/>
                    <a:pt x="210860" y="26170"/>
                    <a:pt x="223755" y="29992"/>
                  </a:cubicBezTo>
                  <a:cubicBezTo>
                    <a:pt x="225552" y="39255"/>
                    <a:pt x="226779" y="48816"/>
                    <a:pt x="227410" y="58579"/>
                  </a:cubicBezTo>
                  <a:cubicBezTo>
                    <a:pt x="214194" y="57103"/>
                    <a:pt x="199335" y="55948"/>
                    <a:pt x="183416" y="55138"/>
                  </a:cubicBezTo>
                  <a:cubicBezTo>
                    <a:pt x="182904" y="43375"/>
                    <a:pt x="181892" y="31909"/>
                    <a:pt x="180416" y="20931"/>
                  </a:cubicBezTo>
                  <a:close/>
                  <a:moveTo>
                    <a:pt x="70724" y="55352"/>
                  </a:moveTo>
                  <a:cubicBezTo>
                    <a:pt x="70450" y="61436"/>
                    <a:pt x="70319" y="67616"/>
                    <a:pt x="70319" y="73843"/>
                  </a:cubicBezTo>
                  <a:cubicBezTo>
                    <a:pt x="70319" y="80070"/>
                    <a:pt x="70450" y="86237"/>
                    <a:pt x="70724" y="92321"/>
                  </a:cubicBezTo>
                  <a:cubicBezTo>
                    <a:pt x="54543" y="91500"/>
                    <a:pt x="39696" y="90333"/>
                    <a:pt x="26730" y="88892"/>
                  </a:cubicBezTo>
                  <a:cubicBezTo>
                    <a:pt x="26420" y="83915"/>
                    <a:pt x="26254" y="78891"/>
                    <a:pt x="26254" y="73843"/>
                  </a:cubicBezTo>
                  <a:cubicBezTo>
                    <a:pt x="26254" y="68783"/>
                    <a:pt x="26420" y="63758"/>
                    <a:pt x="26730" y="58781"/>
                  </a:cubicBezTo>
                  <a:cubicBezTo>
                    <a:pt x="39696" y="57341"/>
                    <a:pt x="54543" y="56174"/>
                    <a:pt x="70724" y="55352"/>
                  </a:cubicBezTo>
                  <a:close/>
                  <a:moveTo>
                    <a:pt x="183428" y="55352"/>
                  </a:moveTo>
                  <a:cubicBezTo>
                    <a:pt x="199609" y="56174"/>
                    <a:pt x="214444" y="57341"/>
                    <a:pt x="227410" y="58781"/>
                  </a:cubicBezTo>
                  <a:cubicBezTo>
                    <a:pt x="227731" y="63758"/>
                    <a:pt x="227886" y="68783"/>
                    <a:pt x="227886" y="73843"/>
                  </a:cubicBezTo>
                  <a:cubicBezTo>
                    <a:pt x="227886" y="78903"/>
                    <a:pt x="227731" y="83915"/>
                    <a:pt x="227410" y="88892"/>
                  </a:cubicBezTo>
                  <a:cubicBezTo>
                    <a:pt x="214444" y="90333"/>
                    <a:pt x="199609" y="91500"/>
                    <a:pt x="183428" y="92321"/>
                  </a:cubicBezTo>
                  <a:cubicBezTo>
                    <a:pt x="183690" y="86237"/>
                    <a:pt x="183833" y="80070"/>
                    <a:pt x="183833" y="73843"/>
                  </a:cubicBezTo>
                  <a:cubicBezTo>
                    <a:pt x="183833" y="67616"/>
                    <a:pt x="183690" y="61436"/>
                    <a:pt x="183428" y="55352"/>
                  </a:cubicBezTo>
                  <a:close/>
                  <a:moveTo>
                    <a:pt x="107157" y="54138"/>
                  </a:moveTo>
                  <a:cubicBezTo>
                    <a:pt x="107050" y="60627"/>
                    <a:pt x="107002" y="67199"/>
                    <a:pt x="107002" y="73843"/>
                  </a:cubicBezTo>
                  <a:cubicBezTo>
                    <a:pt x="107002" y="80475"/>
                    <a:pt x="107050" y="87047"/>
                    <a:pt x="107157" y="93536"/>
                  </a:cubicBezTo>
                  <a:cubicBezTo>
                    <a:pt x="94596" y="93321"/>
                    <a:pt x="82511" y="92917"/>
                    <a:pt x="71081" y="92345"/>
                  </a:cubicBezTo>
                  <a:cubicBezTo>
                    <a:pt x="70807" y="86273"/>
                    <a:pt x="70676" y="80105"/>
                    <a:pt x="70676" y="73843"/>
                  </a:cubicBezTo>
                  <a:cubicBezTo>
                    <a:pt x="70676" y="67580"/>
                    <a:pt x="70807" y="61401"/>
                    <a:pt x="71081" y="55329"/>
                  </a:cubicBezTo>
                  <a:cubicBezTo>
                    <a:pt x="82511" y="54757"/>
                    <a:pt x="94596" y="54352"/>
                    <a:pt x="107157" y="54138"/>
                  </a:cubicBezTo>
                  <a:close/>
                  <a:moveTo>
                    <a:pt x="146983" y="54138"/>
                  </a:moveTo>
                  <a:cubicBezTo>
                    <a:pt x="159544" y="54352"/>
                    <a:pt x="171641" y="54757"/>
                    <a:pt x="183071" y="55329"/>
                  </a:cubicBezTo>
                  <a:cubicBezTo>
                    <a:pt x="183333" y="61401"/>
                    <a:pt x="183476" y="67568"/>
                    <a:pt x="183476" y="73831"/>
                  </a:cubicBezTo>
                  <a:cubicBezTo>
                    <a:pt x="183476" y="80094"/>
                    <a:pt x="183333" y="86273"/>
                    <a:pt x="183071" y="92345"/>
                  </a:cubicBezTo>
                  <a:cubicBezTo>
                    <a:pt x="171641" y="92917"/>
                    <a:pt x="159544" y="93321"/>
                    <a:pt x="146983" y="93536"/>
                  </a:cubicBezTo>
                  <a:cubicBezTo>
                    <a:pt x="147090" y="87047"/>
                    <a:pt x="147150" y="80475"/>
                    <a:pt x="147150" y="73843"/>
                  </a:cubicBezTo>
                  <a:cubicBezTo>
                    <a:pt x="147150" y="67199"/>
                    <a:pt x="147090" y="60627"/>
                    <a:pt x="146983" y="54138"/>
                  </a:cubicBezTo>
                  <a:close/>
                  <a:moveTo>
                    <a:pt x="127076" y="53971"/>
                  </a:moveTo>
                  <a:cubicBezTo>
                    <a:pt x="133743" y="53971"/>
                    <a:pt x="140327" y="54031"/>
                    <a:pt x="146781" y="54138"/>
                  </a:cubicBezTo>
                  <a:cubicBezTo>
                    <a:pt x="146876" y="60591"/>
                    <a:pt x="146935" y="67163"/>
                    <a:pt x="146935" y="73843"/>
                  </a:cubicBezTo>
                  <a:cubicBezTo>
                    <a:pt x="146935" y="80510"/>
                    <a:pt x="146888" y="87082"/>
                    <a:pt x="146781" y="93536"/>
                  </a:cubicBezTo>
                  <a:cubicBezTo>
                    <a:pt x="140327" y="93643"/>
                    <a:pt x="133743" y="93702"/>
                    <a:pt x="127076" y="93702"/>
                  </a:cubicBezTo>
                  <a:cubicBezTo>
                    <a:pt x="120396" y="93702"/>
                    <a:pt x="113824" y="93643"/>
                    <a:pt x="107371" y="93536"/>
                  </a:cubicBezTo>
                  <a:cubicBezTo>
                    <a:pt x="107264" y="87082"/>
                    <a:pt x="107204" y="80510"/>
                    <a:pt x="107204" y="73843"/>
                  </a:cubicBezTo>
                  <a:cubicBezTo>
                    <a:pt x="107204" y="67163"/>
                    <a:pt x="107264" y="60591"/>
                    <a:pt x="107371" y="54138"/>
                  </a:cubicBezTo>
                  <a:cubicBezTo>
                    <a:pt x="113824" y="54031"/>
                    <a:pt x="120396" y="53971"/>
                    <a:pt x="127076" y="53971"/>
                  </a:cubicBezTo>
                  <a:close/>
                  <a:moveTo>
                    <a:pt x="48" y="105632"/>
                  </a:moveTo>
                  <a:cubicBezTo>
                    <a:pt x="36" y="105716"/>
                    <a:pt x="12" y="105811"/>
                    <a:pt x="0" y="105894"/>
                  </a:cubicBezTo>
                  <a:cubicBezTo>
                    <a:pt x="155" y="105882"/>
                    <a:pt x="310" y="105870"/>
                    <a:pt x="477" y="105859"/>
                  </a:cubicBezTo>
                  <a:cubicBezTo>
                    <a:pt x="334" y="105775"/>
                    <a:pt x="191" y="105704"/>
                    <a:pt x="48" y="105632"/>
                  </a:cubicBezTo>
                  <a:close/>
                  <a:moveTo>
                    <a:pt x="26742" y="89095"/>
                  </a:moveTo>
                  <a:cubicBezTo>
                    <a:pt x="39958" y="90571"/>
                    <a:pt x="54805" y="91726"/>
                    <a:pt x="70724" y="92536"/>
                  </a:cubicBezTo>
                  <a:cubicBezTo>
                    <a:pt x="71247" y="104299"/>
                    <a:pt x="72259" y="115765"/>
                    <a:pt x="73724" y="126742"/>
                  </a:cubicBezTo>
                  <a:cubicBezTo>
                    <a:pt x="57901" y="124587"/>
                    <a:pt x="43292" y="121515"/>
                    <a:pt x="30397" y="117681"/>
                  </a:cubicBezTo>
                  <a:cubicBezTo>
                    <a:pt x="28599" y="108418"/>
                    <a:pt x="27373" y="98858"/>
                    <a:pt x="26742" y="89095"/>
                  </a:cubicBezTo>
                  <a:close/>
                  <a:moveTo>
                    <a:pt x="227410" y="89095"/>
                  </a:moveTo>
                  <a:cubicBezTo>
                    <a:pt x="226779" y="98858"/>
                    <a:pt x="225552" y="108418"/>
                    <a:pt x="223755" y="117681"/>
                  </a:cubicBezTo>
                  <a:cubicBezTo>
                    <a:pt x="210860" y="121515"/>
                    <a:pt x="196251" y="124587"/>
                    <a:pt x="180416" y="126742"/>
                  </a:cubicBezTo>
                  <a:cubicBezTo>
                    <a:pt x="181892" y="115765"/>
                    <a:pt x="182904" y="104299"/>
                    <a:pt x="183416" y="92536"/>
                  </a:cubicBezTo>
                  <a:cubicBezTo>
                    <a:pt x="199347" y="91726"/>
                    <a:pt x="214194" y="90571"/>
                    <a:pt x="227410" y="89095"/>
                  </a:cubicBezTo>
                  <a:close/>
                  <a:moveTo>
                    <a:pt x="71093" y="92559"/>
                  </a:moveTo>
                  <a:lnTo>
                    <a:pt x="71093" y="92559"/>
                  </a:lnTo>
                  <a:cubicBezTo>
                    <a:pt x="82630" y="93143"/>
                    <a:pt x="94715" y="93536"/>
                    <a:pt x="107169" y="93750"/>
                  </a:cubicBezTo>
                  <a:cubicBezTo>
                    <a:pt x="107371" y="106192"/>
                    <a:pt x="107776" y="118289"/>
                    <a:pt x="108347" y="129826"/>
                  </a:cubicBezTo>
                  <a:cubicBezTo>
                    <a:pt x="96477" y="129290"/>
                    <a:pt x="85011" y="128266"/>
                    <a:pt x="74117" y="126790"/>
                  </a:cubicBezTo>
                  <a:cubicBezTo>
                    <a:pt x="72640" y="115907"/>
                    <a:pt x="71617" y="104442"/>
                    <a:pt x="71093" y="92559"/>
                  </a:cubicBezTo>
                  <a:close/>
                  <a:moveTo>
                    <a:pt x="183059" y="92559"/>
                  </a:moveTo>
                  <a:lnTo>
                    <a:pt x="183059" y="92559"/>
                  </a:lnTo>
                  <a:cubicBezTo>
                    <a:pt x="182523" y="104442"/>
                    <a:pt x="181499" y="115907"/>
                    <a:pt x="180035" y="126802"/>
                  </a:cubicBezTo>
                  <a:cubicBezTo>
                    <a:pt x="169141" y="128266"/>
                    <a:pt x="157675" y="129290"/>
                    <a:pt x="145792" y="129826"/>
                  </a:cubicBezTo>
                  <a:cubicBezTo>
                    <a:pt x="146376" y="118289"/>
                    <a:pt x="146769" y="106192"/>
                    <a:pt x="146983" y="93750"/>
                  </a:cubicBezTo>
                  <a:cubicBezTo>
                    <a:pt x="159425" y="93536"/>
                    <a:pt x="171522" y="93143"/>
                    <a:pt x="183059" y="92559"/>
                  </a:cubicBezTo>
                  <a:close/>
                  <a:moveTo>
                    <a:pt x="107371" y="93750"/>
                  </a:moveTo>
                  <a:cubicBezTo>
                    <a:pt x="113860" y="93857"/>
                    <a:pt x="120432" y="93917"/>
                    <a:pt x="127076" y="93917"/>
                  </a:cubicBezTo>
                  <a:cubicBezTo>
                    <a:pt x="133708" y="93917"/>
                    <a:pt x="140292" y="93857"/>
                    <a:pt x="146769" y="93750"/>
                  </a:cubicBezTo>
                  <a:lnTo>
                    <a:pt x="146769" y="93750"/>
                  </a:lnTo>
                  <a:cubicBezTo>
                    <a:pt x="146566" y="106311"/>
                    <a:pt x="146150" y="118396"/>
                    <a:pt x="145578" y="129826"/>
                  </a:cubicBezTo>
                  <a:cubicBezTo>
                    <a:pt x="139506" y="130100"/>
                    <a:pt x="133339" y="130243"/>
                    <a:pt x="127076" y="130243"/>
                  </a:cubicBezTo>
                  <a:cubicBezTo>
                    <a:pt x="120813" y="130243"/>
                    <a:pt x="114634" y="130100"/>
                    <a:pt x="108574" y="129826"/>
                  </a:cubicBezTo>
                  <a:cubicBezTo>
                    <a:pt x="107990" y="118396"/>
                    <a:pt x="107585" y="106311"/>
                    <a:pt x="107371" y="93750"/>
                  </a:cubicBezTo>
                  <a:close/>
                  <a:moveTo>
                    <a:pt x="266653" y="116300"/>
                  </a:moveTo>
                  <a:lnTo>
                    <a:pt x="266653" y="116300"/>
                  </a:lnTo>
                  <a:cubicBezTo>
                    <a:pt x="259152" y="126861"/>
                    <a:pt x="248817" y="136600"/>
                    <a:pt x="235875" y="145101"/>
                  </a:cubicBezTo>
                  <a:cubicBezTo>
                    <a:pt x="235411" y="145399"/>
                    <a:pt x="234946" y="145697"/>
                    <a:pt x="234482" y="145994"/>
                  </a:cubicBezTo>
                  <a:cubicBezTo>
                    <a:pt x="234756" y="146006"/>
                    <a:pt x="235030" y="146018"/>
                    <a:pt x="235304" y="146030"/>
                  </a:cubicBezTo>
                  <a:cubicBezTo>
                    <a:pt x="235577" y="145852"/>
                    <a:pt x="235851" y="145673"/>
                    <a:pt x="236137" y="145494"/>
                  </a:cubicBezTo>
                  <a:cubicBezTo>
                    <a:pt x="248710" y="137243"/>
                    <a:pt x="258854" y="127814"/>
                    <a:pt x="266319" y="117586"/>
                  </a:cubicBezTo>
                  <a:lnTo>
                    <a:pt x="266319" y="117586"/>
                  </a:lnTo>
                  <a:cubicBezTo>
                    <a:pt x="263533" y="127504"/>
                    <a:pt x="259831" y="137005"/>
                    <a:pt x="255306" y="145971"/>
                  </a:cubicBezTo>
                  <a:cubicBezTo>
                    <a:pt x="255544" y="145983"/>
                    <a:pt x="255794" y="145994"/>
                    <a:pt x="256032" y="146006"/>
                  </a:cubicBezTo>
                  <a:cubicBezTo>
                    <a:pt x="260354" y="137374"/>
                    <a:pt x="263879" y="128338"/>
                    <a:pt x="266569" y="118991"/>
                  </a:cubicBezTo>
                  <a:cubicBezTo>
                    <a:pt x="266593" y="118098"/>
                    <a:pt x="266617" y="117193"/>
                    <a:pt x="266653" y="116300"/>
                  </a:cubicBezTo>
                  <a:close/>
                  <a:moveTo>
                    <a:pt x="1798" y="132362"/>
                  </a:moveTo>
                  <a:cubicBezTo>
                    <a:pt x="1774" y="132540"/>
                    <a:pt x="1739" y="132731"/>
                    <a:pt x="1715" y="132933"/>
                  </a:cubicBezTo>
                  <a:cubicBezTo>
                    <a:pt x="6573" y="137362"/>
                    <a:pt x="12014" y="141553"/>
                    <a:pt x="18015" y="145494"/>
                  </a:cubicBezTo>
                  <a:cubicBezTo>
                    <a:pt x="18229" y="145637"/>
                    <a:pt x="18455" y="145780"/>
                    <a:pt x="18669" y="145923"/>
                  </a:cubicBezTo>
                  <a:cubicBezTo>
                    <a:pt x="18681" y="145899"/>
                    <a:pt x="18681" y="145887"/>
                    <a:pt x="18693" y="145875"/>
                  </a:cubicBezTo>
                  <a:lnTo>
                    <a:pt x="18693" y="145875"/>
                  </a:lnTo>
                  <a:cubicBezTo>
                    <a:pt x="18681" y="145899"/>
                    <a:pt x="18693" y="145911"/>
                    <a:pt x="18693" y="145935"/>
                  </a:cubicBezTo>
                  <a:cubicBezTo>
                    <a:pt x="18800" y="146006"/>
                    <a:pt x="18908" y="146066"/>
                    <a:pt x="19015" y="146137"/>
                  </a:cubicBezTo>
                  <a:cubicBezTo>
                    <a:pt x="19348" y="146256"/>
                    <a:pt x="19872" y="146328"/>
                    <a:pt x="20336" y="146423"/>
                  </a:cubicBezTo>
                  <a:cubicBezTo>
                    <a:pt x="19646" y="145983"/>
                    <a:pt x="18955" y="145542"/>
                    <a:pt x="18277" y="145090"/>
                  </a:cubicBezTo>
                  <a:cubicBezTo>
                    <a:pt x="12204" y="141113"/>
                    <a:pt x="6692" y="136850"/>
                    <a:pt x="1798" y="132362"/>
                  </a:cubicBezTo>
                  <a:close/>
                  <a:moveTo>
                    <a:pt x="176558" y="0"/>
                  </a:moveTo>
                  <a:cubicBezTo>
                    <a:pt x="176701" y="572"/>
                    <a:pt x="176832" y="1167"/>
                    <a:pt x="176963" y="1774"/>
                  </a:cubicBezTo>
                  <a:lnTo>
                    <a:pt x="176903" y="1774"/>
                  </a:lnTo>
                  <a:cubicBezTo>
                    <a:pt x="178070" y="7787"/>
                    <a:pt x="179106" y="14038"/>
                    <a:pt x="179975" y="20491"/>
                  </a:cubicBezTo>
                  <a:cubicBezTo>
                    <a:pt x="168998" y="19015"/>
                    <a:pt x="157544" y="18003"/>
                    <a:pt x="145781" y="17491"/>
                  </a:cubicBezTo>
                  <a:cubicBezTo>
                    <a:pt x="145507" y="12157"/>
                    <a:pt x="145197" y="6942"/>
                    <a:pt x="144852" y="1858"/>
                  </a:cubicBezTo>
                  <a:cubicBezTo>
                    <a:pt x="144780" y="1870"/>
                    <a:pt x="144697" y="1870"/>
                    <a:pt x="144626" y="1870"/>
                  </a:cubicBezTo>
                  <a:cubicBezTo>
                    <a:pt x="144971" y="6918"/>
                    <a:pt x="145292" y="12121"/>
                    <a:pt x="145554" y="17479"/>
                  </a:cubicBezTo>
                  <a:cubicBezTo>
                    <a:pt x="139470" y="17217"/>
                    <a:pt x="133303" y="17074"/>
                    <a:pt x="127076" y="17074"/>
                  </a:cubicBezTo>
                  <a:cubicBezTo>
                    <a:pt x="120849" y="17074"/>
                    <a:pt x="114681" y="17217"/>
                    <a:pt x="108585" y="17479"/>
                  </a:cubicBezTo>
                  <a:cubicBezTo>
                    <a:pt x="108895" y="11573"/>
                    <a:pt x="109240" y="5846"/>
                    <a:pt x="109621" y="322"/>
                  </a:cubicBezTo>
                  <a:lnTo>
                    <a:pt x="109621" y="322"/>
                  </a:lnTo>
                  <a:cubicBezTo>
                    <a:pt x="109550" y="334"/>
                    <a:pt x="109478" y="334"/>
                    <a:pt x="109407" y="346"/>
                  </a:cubicBezTo>
                  <a:cubicBezTo>
                    <a:pt x="109014" y="5894"/>
                    <a:pt x="108669" y="11621"/>
                    <a:pt x="108371" y="17491"/>
                  </a:cubicBezTo>
                  <a:cubicBezTo>
                    <a:pt x="96608" y="18003"/>
                    <a:pt x="85142" y="19015"/>
                    <a:pt x="74164" y="20491"/>
                  </a:cubicBezTo>
                  <a:cubicBezTo>
                    <a:pt x="75069" y="13871"/>
                    <a:pt x="76129" y="7454"/>
                    <a:pt x="77343" y="1298"/>
                  </a:cubicBezTo>
                  <a:lnTo>
                    <a:pt x="77343" y="1298"/>
                  </a:lnTo>
                  <a:cubicBezTo>
                    <a:pt x="77212" y="1310"/>
                    <a:pt x="77081" y="1322"/>
                    <a:pt x="76951" y="1334"/>
                  </a:cubicBezTo>
                  <a:cubicBezTo>
                    <a:pt x="75724" y="7537"/>
                    <a:pt x="74665" y="13954"/>
                    <a:pt x="73783" y="20539"/>
                  </a:cubicBezTo>
                  <a:cubicBezTo>
                    <a:pt x="58198" y="22646"/>
                    <a:pt x="43601" y="25682"/>
                    <a:pt x="30480" y="29575"/>
                  </a:cubicBezTo>
                  <a:cubicBezTo>
                    <a:pt x="32374" y="19872"/>
                    <a:pt x="34910" y="10502"/>
                    <a:pt x="38029" y="1560"/>
                  </a:cubicBezTo>
                  <a:cubicBezTo>
                    <a:pt x="37874" y="1548"/>
                    <a:pt x="37708" y="1548"/>
                    <a:pt x="37541" y="1536"/>
                  </a:cubicBezTo>
                  <a:cubicBezTo>
                    <a:pt x="34409" y="10525"/>
                    <a:pt x="31862" y="19955"/>
                    <a:pt x="29968" y="29718"/>
                  </a:cubicBezTo>
                  <a:cubicBezTo>
                    <a:pt x="25849" y="30957"/>
                    <a:pt x="21884" y="32266"/>
                    <a:pt x="18086" y="33659"/>
                  </a:cubicBezTo>
                  <a:cubicBezTo>
                    <a:pt x="12252" y="35802"/>
                    <a:pt x="6942" y="38088"/>
                    <a:pt x="2191" y="40493"/>
                  </a:cubicBezTo>
                  <a:lnTo>
                    <a:pt x="2179" y="40934"/>
                  </a:lnTo>
                  <a:cubicBezTo>
                    <a:pt x="10097" y="36910"/>
                    <a:pt x="19420" y="33278"/>
                    <a:pt x="29885" y="30147"/>
                  </a:cubicBezTo>
                  <a:lnTo>
                    <a:pt x="29885" y="30147"/>
                  </a:lnTo>
                  <a:cubicBezTo>
                    <a:pt x="28111" y="39386"/>
                    <a:pt x="26885" y="48911"/>
                    <a:pt x="26266" y="58627"/>
                  </a:cubicBezTo>
                  <a:cubicBezTo>
                    <a:pt x="23480" y="58948"/>
                    <a:pt x="20765" y="59270"/>
                    <a:pt x="18134" y="59615"/>
                  </a:cubicBezTo>
                  <a:cubicBezTo>
                    <a:pt x="11621" y="60460"/>
                    <a:pt x="5763" y="61365"/>
                    <a:pt x="584" y="62329"/>
                  </a:cubicBezTo>
                  <a:cubicBezTo>
                    <a:pt x="596" y="62389"/>
                    <a:pt x="596" y="62460"/>
                    <a:pt x="608" y="62520"/>
                  </a:cubicBezTo>
                  <a:cubicBezTo>
                    <a:pt x="7942" y="61163"/>
                    <a:pt x="16574" y="59924"/>
                    <a:pt x="26254" y="58841"/>
                  </a:cubicBezTo>
                  <a:lnTo>
                    <a:pt x="26254" y="58841"/>
                  </a:lnTo>
                  <a:cubicBezTo>
                    <a:pt x="25944" y="63794"/>
                    <a:pt x="25777" y="68794"/>
                    <a:pt x="25777" y="73843"/>
                  </a:cubicBezTo>
                  <a:cubicBezTo>
                    <a:pt x="25777" y="78879"/>
                    <a:pt x="25944" y="83880"/>
                    <a:pt x="26254" y="88833"/>
                  </a:cubicBezTo>
                  <a:cubicBezTo>
                    <a:pt x="17014" y="87797"/>
                    <a:pt x="8740" y="86618"/>
                    <a:pt x="1620" y="85332"/>
                  </a:cubicBezTo>
                  <a:cubicBezTo>
                    <a:pt x="1620" y="85404"/>
                    <a:pt x="1620" y="85475"/>
                    <a:pt x="1620" y="85535"/>
                  </a:cubicBezTo>
                  <a:cubicBezTo>
                    <a:pt x="6537" y="86428"/>
                    <a:pt x="12050" y="87273"/>
                    <a:pt x="18134" y="88059"/>
                  </a:cubicBezTo>
                  <a:cubicBezTo>
                    <a:pt x="20765" y="88404"/>
                    <a:pt x="23480" y="88726"/>
                    <a:pt x="26266" y="89047"/>
                  </a:cubicBezTo>
                  <a:cubicBezTo>
                    <a:pt x="26885" y="98762"/>
                    <a:pt x="28099" y="108287"/>
                    <a:pt x="29885" y="117527"/>
                  </a:cubicBezTo>
                  <a:cubicBezTo>
                    <a:pt x="18824" y="114217"/>
                    <a:pt x="9037" y="110359"/>
                    <a:pt x="846" y="106049"/>
                  </a:cubicBezTo>
                  <a:lnTo>
                    <a:pt x="846" y="106049"/>
                  </a:lnTo>
                  <a:cubicBezTo>
                    <a:pt x="858" y="106204"/>
                    <a:pt x="870" y="106359"/>
                    <a:pt x="881" y="106513"/>
                  </a:cubicBezTo>
                  <a:cubicBezTo>
                    <a:pt x="5977" y="109169"/>
                    <a:pt x="11716" y="111669"/>
                    <a:pt x="18086" y="114014"/>
                  </a:cubicBezTo>
                  <a:cubicBezTo>
                    <a:pt x="21884" y="115407"/>
                    <a:pt x="25849" y="116717"/>
                    <a:pt x="29968" y="117955"/>
                  </a:cubicBezTo>
                  <a:cubicBezTo>
                    <a:pt x="31850" y="127611"/>
                    <a:pt x="34350" y="136946"/>
                    <a:pt x="37446" y="145852"/>
                  </a:cubicBezTo>
                  <a:cubicBezTo>
                    <a:pt x="37600" y="145840"/>
                    <a:pt x="37767" y="145840"/>
                    <a:pt x="37934" y="145828"/>
                  </a:cubicBezTo>
                  <a:cubicBezTo>
                    <a:pt x="34862" y="136981"/>
                    <a:pt x="32362" y="127706"/>
                    <a:pt x="30480" y="118098"/>
                  </a:cubicBezTo>
                  <a:lnTo>
                    <a:pt x="30480" y="118098"/>
                  </a:lnTo>
                  <a:cubicBezTo>
                    <a:pt x="43589" y="121992"/>
                    <a:pt x="58198" y="125028"/>
                    <a:pt x="73783" y="127135"/>
                  </a:cubicBezTo>
                  <a:cubicBezTo>
                    <a:pt x="74653" y="133600"/>
                    <a:pt x="75688" y="139910"/>
                    <a:pt x="76879" y="146006"/>
                  </a:cubicBezTo>
                  <a:cubicBezTo>
                    <a:pt x="77010" y="146006"/>
                    <a:pt x="77141" y="146018"/>
                    <a:pt x="77272" y="146018"/>
                  </a:cubicBezTo>
                  <a:cubicBezTo>
                    <a:pt x="76093" y="139970"/>
                    <a:pt x="75046" y="133683"/>
                    <a:pt x="74164" y="127183"/>
                  </a:cubicBezTo>
                  <a:lnTo>
                    <a:pt x="74164" y="127183"/>
                  </a:lnTo>
                  <a:cubicBezTo>
                    <a:pt x="85154" y="128659"/>
                    <a:pt x="96608" y="129659"/>
                    <a:pt x="108371" y="130183"/>
                  </a:cubicBezTo>
                  <a:cubicBezTo>
                    <a:pt x="108657" y="135850"/>
                    <a:pt x="108990" y="141375"/>
                    <a:pt x="109371" y="146733"/>
                  </a:cubicBezTo>
                  <a:cubicBezTo>
                    <a:pt x="109443" y="146745"/>
                    <a:pt x="109514" y="146745"/>
                    <a:pt x="109586" y="146756"/>
                  </a:cubicBezTo>
                  <a:cubicBezTo>
                    <a:pt x="109205" y="141411"/>
                    <a:pt x="108883" y="135886"/>
                    <a:pt x="108585" y="130195"/>
                  </a:cubicBezTo>
                  <a:lnTo>
                    <a:pt x="108585" y="130195"/>
                  </a:lnTo>
                  <a:cubicBezTo>
                    <a:pt x="114681" y="130457"/>
                    <a:pt x="120849" y="130600"/>
                    <a:pt x="127076" y="130600"/>
                  </a:cubicBezTo>
                  <a:cubicBezTo>
                    <a:pt x="133303" y="130600"/>
                    <a:pt x="139470" y="130457"/>
                    <a:pt x="145554" y="130195"/>
                  </a:cubicBezTo>
                  <a:lnTo>
                    <a:pt x="145554" y="130195"/>
                  </a:lnTo>
                  <a:cubicBezTo>
                    <a:pt x="145328" y="134815"/>
                    <a:pt x="145066" y="139327"/>
                    <a:pt x="144769" y="143720"/>
                  </a:cubicBezTo>
                  <a:cubicBezTo>
                    <a:pt x="144828" y="143851"/>
                    <a:pt x="144888" y="143994"/>
                    <a:pt x="144959" y="144161"/>
                  </a:cubicBezTo>
                  <a:cubicBezTo>
                    <a:pt x="145257" y="139613"/>
                    <a:pt x="145531" y="134945"/>
                    <a:pt x="145781" y="130183"/>
                  </a:cubicBezTo>
                  <a:cubicBezTo>
                    <a:pt x="157544" y="129671"/>
                    <a:pt x="168998" y="128659"/>
                    <a:pt x="179975" y="127183"/>
                  </a:cubicBezTo>
                  <a:lnTo>
                    <a:pt x="179975" y="127183"/>
                  </a:lnTo>
                  <a:cubicBezTo>
                    <a:pt x="179106" y="133588"/>
                    <a:pt x="178094" y="139791"/>
                    <a:pt x="176927" y="145756"/>
                  </a:cubicBezTo>
                  <a:lnTo>
                    <a:pt x="177034" y="145756"/>
                  </a:lnTo>
                  <a:cubicBezTo>
                    <a:pt x="177142" y="145697"/>
                    <a:pt x="177249" y="145625"/>
                    <a:pt x="177356" y="145566"/>
                  </a:cubicBezTo>
                  <a:cubicBezTo>
                    <a:pt x="178511" y="139601"/>
                    <a:pt x="179511" y="133445"/>
                    <a:pt x="180368" y="127135"/>
                  </a:cubicBezTo>
                  <a:cubicBezTo>
                    <a:pt x="195953" y="125028"/>
                    <a:pt x="210551" y="121992"/>
                    <a:pt x="223671" y="118098"/>
                  </a:cubicBezTo>
                  <a:lnTo>
                    <a:pt x="223671" y="118098"/>
                  </a:lnTo>
                  <a:cubicBezTo>
                    <a:pt x="221814" y="127599"/>
                    <a:pt x="219337" y="136791"/>
                    <a:pt x="216301" y="145554"/>
                  </a:cubicBezTo>
                  <a:lnTo>
                    <a:pt x="216801" y="145554"/>
                  </a:lnTo>
                  <a:cubicBezTo>
                    <a:pt x="219849" y="136743"/>
                    <a:pt x="222326" y="127504"/>
                    <a:pt x="224183" y="117943"/>
                  </a:cubicBezTo>
                  <a:cubicBezTo>
                    <a:pt x="228291" y="116717"/>
                    <a:pt x="232268" y="115407"/>
                    <a:pt x="236066" y="114002"/>
                  </a:cubicBezTo>
                  <a:cubicBezTo>
                    <a:pt x="249877" y="108930"/>
                    <a:pt x="260747" y="103073"/>
                    <a:pt x="268367" y="96679"/>
                  </a:cubicBezTo>
                  <a:cubicBezTo>
                    <a:pt x="268391" y="96476"/>
                    <a:pt x="268427" y="96286"/>
                    <a:pt x="268451" y="96084"/>
                  </a:cubicBezTo>
                  <a:lnTo>
                    <a:pt x="268451" y="96084"/>
                  </a:lnTo>
                  <a:cubicBezTo>
                    <a:pt x="258592" y="104477"/>
                    <a:pt x="243317" y="111824"/>
                    <a:pt x="224267" y="117527"/>
                  </a:cubicBezTo>
                  <a:cubicBezTo>
                    <a:pt x="226041" y="108287"/>
                    <a:pt x="227267" y="98762"/>
                    <a:pt x="227886" y="89047"/>
                  </a:cubicBezTo>
                  <a:cubicBezTo>
                    <a:pt x="230672" y="88726"/>
                    <a:pt x="233387" y="88404"/>
                    <a:pt x="236018" y="88059"/>
                  </a:cubicBezTo>
                  <a:cubicBezTo>
                    <a:pt x="248770" y="86404"/>
                    <a:pt x="259009" y="84511"/>
                    <a:pt x="266510" y="82451"/>
                  </a:cubicBezTo>
                  <a:cubicBezTo>
                    <a:pt x="266510" y="82379"/>
                    <a:pt x="266510" y="82308"/>
                    <a:pt x="266510" y="82249"/>
                  </a:cubicBezTo>
                  <a:cubicBezTo>
                    <a:pt x="257306" y="84773"/>
                    <a:pt x="244079" y="87023"/>
                    <a:pt x="227898" y="88833"/>
                  </a:cubicBezTo>
                  <a:cubicBezTo>
                    <a:pt x="228208" y="83880"/>
                    <a:pt x="228362" y="78867"/>
                    <a:pt x="228362" y="73831"/>
                  </a:cubicBezTo>
                  <a:cubicBezTo>
                    <a:pt x="228362" y="68794"/>
                    <a:pt x="228208" y="63782"/>
                    <a:pt x="227898" y="58829"/>
                  </a:cubicBezTo>
                  <a:lnTo>
                    <a:pt x="227898" y="58829"/>
                  </a:lnTo>
                  <a:cubicBezTo>
                    <a:pt x="244519" y="60698"/>
                    <a:pt x="258009" y="63008"/>
                    <a:pt x="267248" y="65627"/>
                  </a:cubicBezTo>
                  <a:cubicBezTo>
                    <a:pt x="267248" y="65556"/>
                    <a:pt x="267260" y="65496"/>
                    <a:pt x="267260" y="65425"/>
                  </a:cubicBezTo>
                  <a:cubicBezTo>
                    <a:pt x="259711" y="63282"/>
                    <a:pt x="249210" y="61317"/>
                    <a:pt x="236018" y="59603"/>
                  </a:cubicBezTo>
                  <a:cubicBezTo>
                    <a:pt x="233387" y="59270"/>
                    <a:pt x="230672" y="58936"/>
                    <a:pt x="227886" y="58627"/>
                  </a:cubicBezTo>
                  <a:cubicBezTo>
                    <a:pt x="227267" y="48899"/>
                    <a:pt x="226041" y="39374"/>
                    <a:pt x="224267" y="30135"/>
                  </a:cubicBezTo>
                  <a:lnTo>
                    <a:pt x="224267" y="30135"/>
                  </a:lnTo>
                  <a:cubicBezTo>
                    <a:pt x="243650" y="35945"/>
                    <a:pt x="259116" y="43446"/>
                    <a:pt x="268963" y="52019"/>
                  </a:cubicBezTo>
                  <a:cubicBezTo>
                    <a:pt x="268986" y="51864"/>
                    <a:pt x="269010" y="51709"/>
                    <a:pt x="269046" y="51566"/>
                  </a:cubicBezTo>
                  <a:cubicBezTo>
                    <a:pt x="261390" y="44946"/>
                    <a:pt x="250294" y="38886"/>
                    <a:pt x="236066" y="33659"/>
                  </a:cubicBezTo>
                  <a:cubicBezTo>
                    <a:pt x="232268" y="32266"/>
                    <a:pt x="228291" y="30945"/>
                    <a:pt x="224183" y="29718"/>
                  </a:cubicBezTo>
                  <a:cubicBezTo>
                    <a:pt x="222338" y="20277"/>
                    <a:pt x="219909" y="11133"/>
                    <a:pt x="216908" y="2417"/>
                  </a:cubicBezTo>
                  <a:cubicBezTo>
                    <a:pt x="216766" y="2513"/>
                    <a:pt x="216635" y="2620"/>
                    <a:pt x="216504" y="2715"/>
                  </a:cubicBezTo>
                  <a:cubicBezTo>
                    <a:pt x="219456" y="11299"/>
                    <a:pt x="221850" y="20277"/>
                    <a:pt x="223671" y="29563"/>
                  </a:cubicBezTo>
                  <a:cubicBezTo>
                    <a:pt x="210551" y="25682"/>
                    <a:pt x="195953" y="22646"/>
                    <a:pt x="180368" y="20539"/>
                  </a:cubicBezTo>
                  <a:cubicBezTo>
                    <a:pt x="179416" y="13490"/>
                    <a:pt x="178273" y="6644"/>
                    <a:pt x="176951" y="36"/>
                  </a:cubicBezTo>
                  <a:cubicBezTo>
                    <a:pt x="176820" y="24"/>
                    <a:pt x="176689" y="12"/>
                    <a:pt x="176558" y="0"/>
                  </a:cubicBezTo>
                  <a:close/>
                </a:path>
              </a:pathLst>
            </a:custGeom>
            <a:solidFill>
              <a:srgbClr val="E3C98E">
                <a:alpha val="246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46" name="Google Shape;1146;p6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147" name="Google Shape;1147;p68"/>
          <p:cNvSpPr txBox="1"/>
          <p:nvPr>
            <p:ph idx="1" type="subTitle"/>
          </p:nvPr>
        </p:nvSpPr>
        <p:spPr>
          <a:xfrm>
            <a:off x="4665846" y="1658100"/>
            <a:ext cx="3082500" cy="214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8" name="Google Shape;1148;p68"/>
          <p:cNvSpPr txBox="1"/>
          <p:nvPr>
            <p:ph idx="2" type="subTitle"/>
          </p:nvPr>
        </p:nvSpPr>
        <p:spPr>
          <a:xfrm>
            <a:off x="1243250" y="1658100"/>
            <a:ext cx="3082500" cy="214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9" name="Google Shape;1149;p68"/>
          <p:cNvSpPr/>
          <p:nvPr/>
        </p:nvSpPr>
        <p:spPr>
          <a:xfrm>
            <a:off x="522837" y="4953024"/>
            <a:ext cx="709800" cy="54900"/>
          </a:xfrm>
          <a:prstGeom prst="ellipse">
            <a:avLst/>
          </a:prstGeom>
          <a:solidFill>
            <a:srgbClr val="033342">
              <a:alpha val="297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50" name="Google Shape;1150;p68"/>
          <p:cNvGrpSpPr/>
          <p:nvPr/>
        </p:nvGrpSpPr>
        <p:grpSpPr>
          <a:xfrm>
            <a:off x="153433" y="3969798"/>
            <a:ext cx="1448589" cy="1096968"/>
            <a:chOff x="3321225" y="6290500"/>
            <a:chExt cx="645050" cy="488475"/>
          </a:xfrm>
        </p:grpSpPr>
        <p:sp>
          <p:nvSpPr>
            <p:cNvPr id="1151" name="Google Shape;1151;p68"/>
            <p:cNvSpPr/>
            <p:nvPr/>
          </p:nvSpPr>
          <p:spPr>
            <a:xfrm>
              <a:off x="3321225" y="6290500"/>
              <a:ext cx="645050" cy="488475"/>
            </a:xfrm>
            <a:custGeom>
              <a:rect b="b" l="l" r="r" t="t"/>
              <a:pathLst>
                <a:path extrusionOk="0" h="19539" w="25802">
                  <a:moveTo>
                    <a:pt x="16824" y="0"/>
                  </a:moveTo>
                  <a:lnTo>
                    <a:pt x="11752" y="5001"/>
                  </a:lnTo>
                  <a:lnTo>
                    <a:pt x="4883" y="2405"/>
                  </a:lnTo>
                  <a:lnTo>
                    <a:pt x="1" y="6513"/>
                  </a:lnTo>
                  <a:lnTo>
                    <a:pt x="3859" y="19538"/>
                  </a:lnTo>
                  <a:lnTo>
                    <a:pt x="9050" y="15919"/>
                  </a:lnTo>
                  <a:lnTo>
                    <a:pt x="15681" y="18264"/>
                  </a:lnTo>
                  <a:lnTo>
                    <a:pt x="19896" y="14050"/>
                  </a:lnTo>
                  <a:lnTo>
                    <a:pt x="25802" y="16038"/>
                  </a:lnTo>
                  <a:lnTo>
                    <a:pt x="23337" y="1751"/>
                  </a:lnTo>
                  <a:lnTo>
                    <a:pt x="1682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68"/>
            <p:cNvSpPr/>
            <p:nvPr/>
          </p:nvSpPr>
          <p:spPr>
            <a:xfrm>
              <a:off x="3356350" y="6321150"/>
              <a:ext cx="591775" cy="436100"/>
            </a:xfrm>
            <a:custGeom>
              <a:rect b="b" l="l" r="r" t="t"/>
              <a:pathLst>
                <a:path extrusionOk="0" h="17444" w="23671">
                  <a:moveTo>
                    <a:pt x="14872" y="1"/>
                  </a:moveTo>
                  <a:lnTo>
                    <a:pt x="10383" y="4263"/>
                  </a:lnTo>
                  <a:lnTo>
                    <a:pt x="9585" y="3977"/>
                  </a:lnTo>
                  <a:lnTo>
                    <a:pt x="5002" y="4858"/>
                  </a:lnTo>
                  <a:lnTo>
                    <a:pt x="4347" y="4358"/>
                  </a:lnTo>
                  <a:lnTo>
                    <a:pt x="1" y="7918"/>
                  </a:lnTo>
                  <a:lnTo>
                    <a:pt x="2823" y="17443"/>
                  </a:lnTo>
                  <a:lnTo>
                    <a:pt x="7454" y="14002"/>
                  </a:lnTo>
                  <a:lnTo>
                    <a:pt x="9121" y="14657"/>
                  </a:lnTo>
                  <a:lnTo>
                    <a:pt x="18229" y="12455"/>
                  </a:lnTo>
                  <a:lnTo>
                    <a:pt x="18396" y="12276"/>
                  </a:lnTo>
                  <a:lnTo>
                    <a:pt x="23671" y="13693"/>
                  </a:lnTo>
                  <a:lnTo>
                    <a:pt x="22658" y="8025"/>
                  </a:lnTo>
                  <a:cubicBezTo>
                    <a:pt x="22635" y="8014"/>
                    <a:pt x="22599" y="8002"/>
                    <a:pt x="22575" y="7990"/>
                  </a:cubicBezTo>
                  <a:lnTo>
                    <a:pt x="20623" y="2346"/>
                  </a:lnTo>
                  <a:lnTo>
                    <a:pt x="16646" y="1263"/>
                  </a:lnTo>
                  <a:lnTo>
                    <a:pt x="1487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68"/>
            <p:cNvSpPr/>
            <p:nvPr/>
          </p:nvSpPr>
          <p:spPr>
            <a:xfrm>
              <a:off x="3584375" y="6505575"/>
              <a:ext cx="229800" cy="230525"/>
            </a:xfrm>
            <a:custGeom>
              <a:rect b="b" l="l" r="r" t="t"/>
              <a:pathLst>
                <a:path extrusionOk="0" h="9221" w="9192">
                  <a:moveTo>
                    <a:pt x="5374" y="1"/>
                  </a:moveTo>
                  <a:cubicBezTo>
                    <a:pt x="4795" y="1"/>
                    <a:pt x="4238" y="65"/>
                    <a:pt x="3786" y="160"/>
                  </a:cubicBezTo>
                  <a:cubicBezTo>
                    <a:pt x="2739" y="375"/>
                    <a:pt x="1322" y="827"/>
                    <a:pt x="834" y="1887"/>
                  </a:cubicBezTo>
                  <a:cubicBezTo>
                    <a:pt x="536" y="2482"/>
                    <a:pt x="476" y="3089"/>
                    <a:pt x="1226" y="3184"/>
                  </a:cubicBezTo>
                  <a:cubicBezTo>
                    <a:pt x="1281" y="3190"/>
                    <a:pt x="1338" y="3192"/>
                    <a:pt x="1398" y="3192"/>
                  </a:cubicBezTo>
                  <a:cubicBezTo>
                    <a:pt x="1665" y="3192"/>
                    <a:pt x="1977" y="3145"/>
                    <a:pt x="2275" y="3145"/>
                  </a:cubicBezTo>
                  <a:cubicBezTo>
                    <a:pt x="2605" y="3145"/>
                    <a:pt x="2916" y="3203"/>
                    <a:pt x="3131" y="3446"/>
                  </a:cubicBezTo>
                  <a:cubicBezTo>
                    <a:pt x="3524" y="3899"/>
                    <a:pt x="3131" y="4804"/>
                    <a:pt x="2703" y="5113"/>
                  </a:cubicBezTo>
                  <a:cubicBezTo>
                    <a:pt x="2498" y="5269"/>
                    <a:pt x="2307" y="5338"/>
                    <a:pt x="2133" y="5338"/>
                  </a:cubicBezTo>
                  <a:cubicBezTo>
                    <a:pt x="1802" y="5338"/>
                    <a:pt x="1538" y="5083"/>
                    <a:pt x="1381" y="4685"/>
                  </a:cubicBezTo>
                  <a:cubicBezTo>
                    <a:pt x="1278" y="4376"/>
                    <a:pt x="1183" y="4154"/>
                    <a:pt x="1087" y="4154"/>
                  </a:cubicBezTo>
                  <a:cubicBezTo>
                    <a:pt x="1016" y="4154"/>
                    <a:pt x="945" y="4273"/>
                    <a:pt x="869" y="4566"/>
                  </a:cubicBezTo>
                  <a:cubicBezTo>
                    <a:pt x="667" y="5292"/>
                    <a:pt x="488" y="6471"/>
                    <a:pt x="0" y="7268"/>
                  </a:cubicBezTo>
                  <a:lnTo>
                    <a:pt x="5001" y="9221"/>
                  </a:lnTo>
                  <a:lnTo>
                    <a:pt x="9108" y="5078"/>
                  </a:lnTo>
                  <a:cubicBezTo>
                    <a:pt x="9120" y="4947"/>
                    <a:pt x="9120" y="4816"/>
                    <a:pt x="9132" y="4685"/>
                  </a:cubicBezTo>
                  <a:cubicBezTo>
                    <a:pt x="9156" y="3637"/>
                    <a:pt x="9192" y="2161"/>
                    <a:pt x="8561" y="1220"/>
                  </a:cubicBezTo>
                  <a:cubicBezTo>
                    <a:pt x="7944" y="296"/>
                    <a:pt x="6610" y="1"/>
                    <a:pt x="53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68"/>
            <p:cNvSpPr/>
            <p:nvPr/>
          </p:nvSpPr>
          <p:spPr>
            <a:xfrm>
              <a:off x="3338200" y="6368175"/>
              <a:ext cx="257800" cy="298275"/>
            </a:xfrm>
            <a:custGeom>
              <a:rect b="b" l="l" r="r" t="t"/>
              <a:pathLst>
                <a:path extrusionOk="0" h="11931" w="10312">
                  <a:moveTo>
                    <a:pt x="4251" y="1"/>
                  </a:moveTo>
                  <a:lnTo>
                    <a:pt x="1" y="3573"/>
                  </a:lnTo>
                  <a:lnTo>
                    <a:pt x="727" y="6037"/>
                  </a:lnTo>
                  <a:cubicBezTo>
                    <a:pt x="1040" y="5956"/>
                    <a:pt x="1370" y="5911"/>
                    <a:pt x="1681" y="5911"/>
                  </a:cubicBezTo>
                  <a:cubicBezTo>
                    <a:pt x="2279" y="5911"/>
                    <a:pt x="2805" y="6078"/>
                    <a:pt x="3001" y="6478"/>
                  </a:cubicBezTo>
                  <a:cubicBezTo>
                    <a:pt x="3144" y="6775"/>
                    <a:pt x="2787" y="7895"/>
                    <a:pt x="3120" y="8038"/>
                  </a:cubicBezTo>
                  <a:cubicBezTo>
                    <a:pt x="3149" y="8055"/>
                    <a:pt x="3177" y="8063"/>
                    <a:pt x="3203" y="8063"/>
                  </a:cubicBezTo>
                  <a:cubicBezTo>
                    <a:pt x="3554" y="8063"/>
                    <a:pt x="3669" y="6607"/>
                    <a:pt x="3692" y="6418"/>
                  </a:cubicBezTo>
                  <a:cubicBezTo>
                    <a:pt x="3870" y="5537"/>
                    <a:pt x="4263" y="4728"/>
                    <a:pt x="5204" y="4489"/>
                  </a:cubicBezTo>
                  <a:cubicBezTo>
                    <a:pt x="5357" y="4448"/>
                    <a:pt x="5534" y="4424"/>
                    <a:pt x="5716" y="4424"/>
                  </a:cubicBezTo>
                  <a:cubicBezTo>
                    <a:pt x="6213" y="4424"/>
                    <a:pt x="6744" y="4599"/>
                    <a:pt x="6918" y="5061"/>
                  </a:cubicBezTo>
                  <a:cubicBezTo>
                    <a:pt x="7156" y="5728"/>
                    <a:pt x="6311" y="6323"/>
                    <a:pt x="5954" y="6775"/>
                  </a:cubicBezTo>
                  <a:cubicBezTo>
                    <a:pt x="5287" y="7502"/>
                    <a:pt x="4596" y="8526"/>
                    <a:pt x="4299" y="9466"/>
                  </a:cubicBezTo>
                  <a:cubicBezTo>
                    <a:pt x="3852" y="10818"/>
                    <a:pt x="4532" y="11931"/>
                    <a:pt x="5736" y="11931"/>
                  </a:cubicBezTo>
                  <a:cubicBezTo>
                    <a:pt x="6007" y="11931"/>
                    <a:pt x="6304" y="11875"/>
                    <a:pt x="6620" y="11752"/>
                  </a:cubicBezTo>
                  <a:cubicBezTo>
                    <a:pt x="8371" y="11086"/>
                    <a:pt x="8275" y="9192"/>
                    <a:pt x="8275" y="7597"/>
                  </a:cubicBezTo>
                  <a:cubicBezTo>
                    <a:pt x="8275" y="6752"/>
                    <a:pt x="8240" y="5906"/>
                    <a:pt x="8549" y="5120"/>
                  </a:cubicBezTo>
                  <a:cubicBezTo>
                    <a:pt x="8823" y="4430"/>
                    <a:pt x="9359" y="3942"/>
                    <a:pt x="9752" y="3311"/>
                  </a:cubicBezTo>
                  <a:cubicBezTo>
                    <a:pt x="10002" y="2930"/>
                    <a:pt x="10180" y="2513"/>
                    <a:pt x="10311" y="2096"/>
                  </a:cubicBezTo>
                  <a:lnTo>
                    <a:pt x="425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68"/>
            <p:cNvSpPr/>
            <p:nvPr/>
          </p:nvSpPr>
          <p:spPr>
            <a:xfrm>
              <a:off x="3682900" y="6303300"/>
              <a:ext cx="239925" cy="227075"/>
            </a:xfrm>
            <a:custGeom>
              <a:rect b="b" l="l" r="r" t="t"/>
              <a:pathLst>
                <a:path extrusionOk="0" h="9083" w="9597">
                  <a:moveTo>
                    <a:pt x="2572" y="0"/>
                  </a:moveTo>
                  <a:lnTo>
                    <a:pt x="1810" y="715"/>
                  </a:lnTo>
                  <a:cubicBezTo>
                    <a:pt x="1774" y="917"/>
                    <a:pt x="1643" y="1108"/>
                    <a:pt x="1453" y="1358"/>
                  </a:cubicBezTo>
                  <a:cubicBezTo>
                    <a:pt x="822" y="2131"/>
                    <a:pt x="0" y="3072"/>
                    <a:pt x="1000" y="3917"/>
                  </a:cubicBezTo>
                  <a:cubicBezTo>
                    <a:pt x="1417" y="4282"/>
                    <a:pt x="1934" y="4464"/>
                    <a:pt x="2479" y="4464"/>
                  </a:cubicBezTo>
                  <a:cubicBezTo>
                    <a:pt x="2557" y="4464"/>
                    <a:pt x="2636" y="4461"/>
                    <a:pt x="2715" y="4453"/>
                  </a:cubicBezTo>
                  <a:cubicBezTo>
                    <a:pt x="3596" y="4370"/>
                    <a:pt x="3322" y="4036"/>
                    <a:pt x="3500" y="3405"/>
                  </a:cubicBezTo>
                  <a:cubicBezTo>
                    <a:pt x="3620" y="3024"/>
                    <a:pt x="3940" y="2934"/>
                    <a:pt x="4295" y="2934"/>
                  </a:cubicBezTo>
                  <a:cubicBezTo>
                    <a:pt x="4473" y="2934"/>
                    <a:pt x="4659" y="2957"/>
                    <a:pt x="4834" y="2977"/>
                  </a:cubicBezTo>
                  <a:cubicBezTo>
                    <a:pt x="5429" y="3096"/>
                    <a:pt x="5977" y="3167"/>
                    <a:pt x="5798" y="3822"/>
                  </a:cubicBezTo>
                  <a:cubicBezTo>
                    <a:pt x="5548" y="4763"/>
                    <a:pt x="5036" y="5632"/>
                    <a:pt x="4739" y="6537"/>
                  </a:cubicBezTo>
                  <a:cubicBezTo>
                    <a:pt x="4251" y="7894"/>
                    <a:pt x="5036" y="8442"/>
                    <a:pt x="6215" y="8894"/>
                  </a:cubicBezTo>
                  <a:cubicBezTo>
                    <a:pt x="6455" y="8970"/>
                    <a:pt x="6796" y="9083"/>
                    <a:pt x="7092" y="9083"/>
                  </a:cubicBezTo>
                  <a:cubicBezTo>
                    <a:pt x="7353" y="9083"/>
                    <a:pt x="7578" y="8995"/>
                    <a:pt x="7668" y="8716"/>
                  </a:cubicBezTo>
                  <a:cubicBezTo>
                    <a:pt x="7811" y="8323"/>
                    <a:pt x="7394" y="7715"/>
                    <a:pt x="7215" y="7382"/>
                  </a:cubicBezTo>
                  <a:cubicBezTo>
                    <a:pt x="6903" y="6791"/>
                    <a:pt x="6215" y="5011"/>
                    <a:pt x="7419" y="5011"/>
                  </a:cubicBezTo>
                  <a:cubicBezTo>
                    <a:pt x="7500" y="5011"/>
                    <a:pt x="7591" y="5019"/>
                    <a:pt x="7691" y="5037"/>
                  </a:cubicBezTo>
                  <a:cubicBezTo>
                    <a:pt x="8596" y="5179"/>
                    <a:pt x="7632" y="6965"/>
                    <a:pt x="8120" y="7656"/>
                  </a:cubicBezTo>
                  <a:cubicBezTo>
                    <a:pt x="8501" y="8192"/>
                    <a:pt x="9013" y="8537"/>
                    <a:pt x="9596" y="8739"/>
                  </a:cubicBezTo>
                  <a:lnTo>
                    <a:pt x="8323" y="1655"/>
                  </a:lnTo>
                  <a:lnTo>
                    <a:pt x="257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68"/>
            <p:cNvSpPr/>
            <p:nvPr/>
          </p:nvSpPr>
          <p:spPr>
            <a:xfrm>
              <a:off x="3355475" y="6296150"/>
              <a:ext cx="581050" cy="443825"/>
            </a:xfrm>
            <a:custGeom>
              <a:rect b="b" l="l" r="r" t="t"/>
              <a:pathLst>
                <a:path extrusionOk="0" h="17753" w="23242">
                  <a:moveTo>
                    <a:pt x="16371" y="3775"/>
                  </a:moveTo>
                  <a:lnTo>
                    <a:pt x="17538" y="9156"/>
                  </a:lnTo>
                  <a:lnTo>
                    <a:pt x="12752" y="12716"/>
                  </a:lnTo>
                  <a:lnTo>
                    <a:pt x="11263" y="7692"/>
                  </a:lnTo>
                  <a:lnTo>
                    <a:pt x="16371" y="3775"/>
                  </a:lnTo>
                  <a:close/>
                  <a:moveTo>
                    <a:pt x="4703" y="6097"/>
                  </a:moveTo>
                  <a:lnTo>
                    <a:pt x="11144" y="7716"/>
                  </a:lnTo>
                  <a:lnTo>
                    <a:pt x="12633" y="12728"/>
                  </a:lnTo>
                  <a:lnTo>
                    <a:pt x="12633" y="12728"/>
                  </a:lnTo>
                  <a:lnTo>
                    <a:pt x="6299" y="11061"/>
                  </a:lnTo>
                  <a:lnTo>
                    <a:pt x="4703" y="6097"/>
                  </a:lnTo>
                  <a:close/>
                  <a:moveTo>
                    <a:pt x="15669" y="1"/>
                  </a:moveTo>
                  <a:lnTo>
                    <a:pt x="15550" y="24"/>
                  </a:lnTo>
                  <a:lnTo>
                    <a:pt x="16347" y="3644"/>
                  </a:lnTo>
                  <a:lnTo>
                    <a:pt x="11228" y="7573"/>
                  </a:lnTo>
                  <a:lnTo>
                    <a:pt x="10442" y="4954"/>
                  </a:lnTo>
                  <a:lnTo>
                    <a:pt x="10335" y="4989"/>
                  </a:lnTo>
                  <a:lnTo>
                    <a:pt x="11097" y="7585"/>
                  </a:lnTo>
                  <a:lnTo>
                    <a:pt x="4656" y="5966"/>
                  </a:lnTo>
                  <a:lnTo>
                    <a:pt x="3584" y="2620"/>
                  </a:lnTo>
                  <a:lnTo>
                    <a:pt x="3477" y="2668"/>
                  </a:lnTo>
                  <a:lnTo>
                    <a:pt x="4548" y="5989"/>
                  </a:lnTo>
                  <a:lnTo>
                    <a:pt x="0" y="9776"/>
                  </a:lnTo>
                  <a:lnTo>
                    <a:pt x="72" y="9871"/>
                  </a:lnTo>
                  <a:lnTo>
                    <a:pt x="4584" y="6120"/>
                  </a:lnTo>
                  <a:lnTo>
                    <a:pt x="6180" y="11085"/>
                  </a:lnTo>
                  <a:lnTo>
                    <a:pt x="1369" y="14478"/>
                  </a:lnTo>
                  <a:lnTo>
                    <a:pt x="1441" y="14586"/>
                  </a:lnTo>
                  <a:lnTo>
                    <a:pt x="6215" y="11204"/>
                  </a:lnTo>
                  <a:lnTo>
                    <a:pt x="7561" y="15383"/>
                  </a:lnTo>
                  <a:lnTo>
                    <a:pt x="7668" y="15348"/>
                  </a:lnTo>
                  <a:lnTo>
                    <a:pt x="6334" y="11192"/>
                  </a:lnTo>
                  <a:lnTo>
                    <a:pt x="12668" y="12871"/>
                  </a:lnTo>
                  <a:lnTo>
                    <a:pt x="14133" y="17753"/>
                  </a:lnTo>
                  <a:lnTo>
                    <a:pt x="14240" y="17729"/>
                  </a:lnTo>
                  <a:lnTo>
                    <a:pt x="12787" y="12847"/>
                  </a:lnTo>
                  <a:lnTo>
                    <a:pt x="17574" y="9287"/>
                  </a:lnTo>
                  <a:lnTo>
                    <a:pt x="18514" y="13586"/>
                  </a:lnTo>
                  <a:lnTo>
                    <a:pt x="18622" y="13562"/>
                  </a:lnTo>
                  <a:lnTo>
                    <a:pt x="17693" y="9264"/>
                  </a:lnTo>
                  <a:lnTo>
                    <a:pt x="17693" y="9264"/>
                  </a:lnTo>
                  <a:lnTo>
                    <a:pt x="23217" y="10442"/>
                  </a:lnTo>
                  <a:lnTo>
                    <a:pt x="23241" y="10323"/>
                  </a:lnTo>
                  <a:lnTo>
                    <a:pt x="17657" y="9133"/>
                  </a:lnTo>
                  <a:lnTo>
                    <a:pt x="16490" y="3739"/>
                  </a:lnTo>
                  <a:lnTo>
                    <a:pt x="22158" y="4656"/>
                  </a:lnTo>
                  <a:lnTo>
                    <a:pt x="22182" y="4537"/>
                  </a:lnTo>
                  <a:lnTo>
                    <a:pt x="16467" y="3620"/>
                  </a:lnTo>
                  <a:lnTo>
                    <a:pt x="156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7" name="Google Shape;1157;p68"/>
            <p:cNvSpPr/>
            <p:nvPr/>
          </p:nvSpPr>
          <p:spPr>
            <a:xfrm>
              <a:off x="3355475" y="6475250"/>
              <a:ext cx="31875" cy="26900"/>
            </a:xfrm>
            <a:custGeom>
              <a:rect b="b" l="l" r="r" t="t"/>
              <a:pathLst>
                <a:path extrusionOk="0" h="1076" w="1275">
                  <a:moveTo>
                    <a:pt x="705" y="128"/>
                  </a:moveTo>
                  <a:cubicBezTo>
                    <a:pt x="755" y="128"/>
                    <a:pt x="805" y="162"/>
                    <a:pt x="834" y="218"/>
                  </a:cubicBezTo>
                  <a:cubicBezTo>
                    <a:pt x="869" y="290"/>
                    <a:pt x="857" y="361"/>
                    <a:pt x="810" y="397"/>
                  </a:cubicBezTo>
                  <a:cubicBezTo>
                    <a:pt x="800" y="402"/>
                    <a:pt x="789" y="404"/>
                    <a:pt x="777" y="404"/>
                  </a:cubicBezTo>
                  <a:cubicBezTo>
                    <a:pt x="733" y="404"/>
                    <a:pt x="681" y="370"/>
                    <a:pt x="643" y="314"/>
                  </a:cubicBezTo>
                  <a:cubicBezTo>
                    <a:pt x="607" y="242"/>
                    <a:pt x="619" y="171"/>
                    <a:pt x="667" y="135"/>
                  </a:cubicBezTo>
                  <a:cubicBezTo>
                    <a:pt x="679" y="130"/>
                    <a:pt x="692" y="128"/>
                    <a:pt x="705" y="128"/>
                  </a:cubicBezTo>
                  <a:close/>
                  <a:moveTo>
                    <a:pt x="827" y="1"/>
                  </a:moveTo>
                  <a:cubicBezTo>
                    <a:pt x="767" y="1"/>
                    <a:pt x="694" y="20"/>
                    <a:pt x="607" y="64"/>
                  </a:cubicBezTo>
                  <a:cubicBezTo>
                    <a:pt x="0" y="361"/>
                    <a:pt x="1024" y="1076"/>
                    <a:pt x="1024" y="1076"/>
                  </a:cubicBezTo>
                  <a:cubicBezTo>
                    <a:pt x="1024" y="1076"/>
                    <a:pt x="1274" y="1"/>
                    <a:pt x="82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8" name="Google Shape;1158;p68"/>
            <p:cNvSpPr/>
            <p:nvPr/>
          </p:nvSpPr>
          <p:spPr>
            <a:xfrm>
              <a:off x="3832025" y="6493900"/>
              <a:ext cx="34775" cy="27300"/>
            </a:xfrm>
            <a:custGeom>
              <a:rect b="b" l="l" r="r" t="t"/>
              <a:pathLst>
                <a:path extrusionOk="0" h="1092" w="1391">
                  <a:moveTo>
                    <a:pt x="730" y="102"/>
                  </a:moveTo>
                  <a:cubicBezTo>
                    <a:pt x="776" y="102"/>
                    <a:pt x="835" y="148"/>
                    <a:pt x="845" y="222"/>
                  </a:cubicBezTo>
                  <a:cubicBezTo>
                    <a:pt x="869" y="294"/>
                    <a:pt x="845" y="377"/>
                    <a:pt x="786" y="389"/>
                  </a:cubicBezTo>
                  <a:cubicBezTo>
                    <a:pt x="780" y="390"/>
                    <a:pt x="774" y="391"/>
                    <a:pt x="768" y="391"/>
                  </a:cubicBezTo>
                  <a:cubicBezTo>
                    <a:pt x="715" y="391"/>
                    <a:pt x="664" y="345"/>
                    <a:pt x="643" y="270"/>
                  </a:cubicBezTo>
                  <a:cubicBezTo>
                    <a:pt x="631" y="199"/>
                    <a:pt x="655" y="127"/>
                    <a:pt x="714" y="103"/>
                  </a:cubicBezTo>
                  <a:cubicBezTo>
                    <a:pt x="719" y="102"/>
                    <a:pt x="724" y="102"/>
                    <a:pt x="730" y="102"/>
                  </a:cubicBezTo>
                  <a:close/>
                  <a:moveTo>
                    <a:pt x="817" y="0"/>
                  </a:moveTo>
                  <a:cubicBezTo>
                    <a:pt x="773" y="0"/>
                    <a:pt x="724" y="7"/>
                    <a:pt x="667" y="20"/>
                  </a:cubicBezTo>
                  <a:cubicBezTo>
                    <a:pt x="0" y="175"/>
                    <a:pt x="845" y="1092"/>
                    <a:pt x="845" y="1092"/>
                  </a:cubicBezTo>
                  <a:cubicBezTo>
                    <a:pt x="845" y="1092"/>
                    <a:pt x="1391" y="0"/>
                    <a:pt x="81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9" name="Google Shape;1159;p68"/>
            <p:cNvSpPr/>
            <p:nvPr/>
          </p:nvSpPr>
          <p:spPr>
            <a:xfrm>
              <a:off x="3704925" y="6362225"/>
              <a:ext cx="31900" cy="26825"/>
            </a:xfrm>
            <a:custGeom>
              <a:rect b="b" l="l" r="r" t="t"/>
              <a:pathLst>
                <a:path extrusionOk="0" h="1073" w="1276">
                  <a:moveTo>
                    <a:pt x="716" y="130"/>
                  </a:moveTo>
                  <a:cubicBezTo>
                    <a:pt x="762" y="130"/>
                    <a:pt x="807" y="163"/>
                    <a:pt x="834" y="215"/>
                  </a:cubicBezTo>
                  <a:cubicBezTo>
                    <a:pt x="869" y="286"/>
                    <a:pt x="857" y="370"/>
                    <a:pt x="810" y="394"/>
                  </a:cubicBezTo>
                  <a:cubicBezTo>
                    <a:pt x="800" y="399"/>
                    <a:pt x="788" y="401"/>
                    <a:pt x="777" y="401"/>
                  </a:cubicBezTo>
                  <a:cubicBezTo>
                    <a:pt x="733" y="401"/>
                    <a:pt x="683" y="369"/>
                    <a:pt x="655" y="322"/>
                  </a:cubicBezTo>
                  <a:cubicBezTo>
                    <a:pt x="607" y="251"/>
                    <a:pt x="619" y="167"/>
                    <a:pt x="667" y="144"/>
                  </a:cubicBezTo>
                  <a:cubicBezTo>
                    <a:pt x="683" y="134"/>
                    <a:pt x="700" y="130"/>
                    <a:pt x="716" y="130"/>
                  </a:cubicBezTo>
                  <a:close/>
                  <a:moveTo>
                    <a:pt x="823" y="1"/>
                  </a:moveTo>
                  <a:cubicBezTo>
                    <a:pt x="764" y="1"/>
                    <a:pt x="692" y="19"/>
                    <a:pt x="607" y="60"/>
                  </a:cubicBezTo>
                  <a:cubicBezTo>
                    <a:pt x="0" y="370"/>
                    <a:pt x="1024" y="1072"/>
                    <a:pt x="1024" y="1072"/>
                  </a:cubicBezTo>
                  <a:cubicBezTo>
                    <a:pt x="1024" y="1072"/>
                    <a:pt x="1276" y="1"/>
                    <a:pt x="8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68"/>
            <p:cNvSpPr/>
            <p:nvPr/>
          </p:nvSpPr>
          <p:spPr>
            <a:xfrm>
              <a:off x="3476025" y="6620825"/>
              <a:ext cx="31875" cy="26875"/>
            </a:xfrm>
            <a:custGeom>
              <a:rect b="b" l="l" r="r" t="t"/>
              <a:pathLst>
                <a:path extrusionOk="0" h="1075" w="1275">
                  <a:moveTo>
                    <a:pt x="709" y="132"/>
                  </a:moveTo>
                  <a:cubicBezTo>
                    <a:pt x="751" y="132"/>
                    <a:pt x="799" y="165"/>
                    <a:pt x="834" y="218"/>
                  </a:cubicBezTo>
                  <a:cubicBezTo>
                    <a:pt x="869" y="289"/>
                    <a:pt x="857" y="360"/>
                    <a:pt x="810" y="396"/>
                  </a:cubicBezTo>
                  <a:cubicBezTo>
                    <a:pt x="797" y="401"/>
                    <a:pt x="784" y="403"/>
                    <a:pt x="771" y="403"/>
                  </a:cubicBezTo>
                  <a:cubicBezTo>
                    <a:pt x="722" y="403"/>
                    <a:pt x="671" y="369"/>
                    <a:pt x="643" y="313"/>
                  </a:cubicBezTo>
                  <a:cubicBezTo>
                    <a:pt x="607" y="241"/>
                    <a:pt x="619" y="170"/>
                    <a:pt x="667" y="146"/>
                  </a:cubicBezTo>
                  <a:cubicBezTo>
                    <a:pt x="680" y="137"/>
                    <a:pt x="694" y="132"/>
                    <a:pt x="709" y="132"/>
                  </a:cubicBezTo>
                  <a:close/>
                  <a:moveTo>
                    <a:pt x="827" y="0"/>
                  </a:moveTo>
                  <a:cubicBezTo>
                    <a:pt x="767" y="0"/>
                    <a:pt x="694" y="19"/>
                    <a:pt x="607" y="63"/>
                  </a:cubicBezTo>
                  <a:cubicBezTo>
                    <a:pt x="0" y="360"/>
                    <a:pt x="1024" y="1075"/>
                    <a:pt x="1024" y="1075"/>
                  </a:cubicBezTo>
                  <a:cubicBezTo>
                    <a:pt x="1024" y="1075"/>
                    <a:pt x="1274" y="0"/>
                    <a:pt x="8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1" name="Google Shape;1161;p68"/>
            <p:cNvSpPr/>
            <p:nvPr/>
          </p:nvSpPr>
          <p:spPr>
            <a:xfrm>
              <a:off x="3753425" y="6627150"/>
              <a:ext cx="35050" cy="27400"/>
            </a:xfrm>
            <a:custGeom>
              <a:rect b="b" l="l" r="r" t="t"/>
              <a:pathLst>
                <a:path extrusionOk="0" h="1096" w="1402">
                  <a:moveTo>
                    <a:pt x="721" y="106"/>
                  </a:moveTo>
                  <a:cubicBezTo>
                    <a:pt x="774" y="106"/>
                    <a:pt x="824" y="152"/>
                    <a:pt x="834" y="226"/>
                  </a:cubicBezTo>
                  <a:cubicBezTo>
                    <a:pt x="846" y="298"/>
                    <a:pt x="822" y="381"/>
                    <a:pt x="763" y="393"/>
                  </a:cubicBezTo>
                  <a:cubicBezTo>
                    <a:pt x="703" y="393"/>
                    <a:pt x="644" y="346"/>
                    <a:pt x="632" y="262"/>
                  </a:cubicBezTo>
                  <a:cubicBezTo>
                    <a:pt x="620" y="191"/>
                    <a:pt x="644" y="119"/>
                    <a:pt x="703" y="107"/>
                  </a:cubicBezTo>
                  <a:cubicBezTo>
                    <a:pt x="709" y="106"/>
                    <a:pt x="715" y="106"/>
                    <a:pt x="721" y="106"/>
                  </a:cubicBezTo>
                  <a:close/>
                  <a:moveTo>
                    <a:pt x="788" y="1"/>
                  </a:moveTo>
                  <a:cubicBezTo>
                    <a:pt x="752" y="1"/>
                    <a:pt x="712" y="4"/>
                    <a:pt x="668" y="12"/>
                  </a:cubicBezTo>
                  <a:cubicBezTo>
                    <a:pt x="1" y="131"/>
                    <a:pt x="775" y="1096"/>
                    <a:pt x="775" y="1096"/>
                  </a:cubicBezTo>
                  <a:cubicBezTo>
                    <a:pt x="775" y="1096"/>
                    <a:pt x="1402" y="1"/>
                    <a:pt x="78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2" name="Google Shape;1162;p68"/>
            <p:cNvSpPr/>
            <p:nvPr/>
          </p:nvSpPr>
          <p:spPr>
            <a:xfrm>
              <a:off x="3663250" y="6553325"/>
              <a:ext cx="31900" cy="26825"/>
            </a:xfrm>
            <a:custGeom>
              <a:rect b="b" l="l" r="r" t="t"/>
              <a:pathLst>
                <a:path extrusionOk="0" h="1073" w="1276">
                  <a:moveTo>
                    <a:pt x="713" y="134"/>
                  </a:moveTo>
                  <a:cubicBezTo>
                    <a:pt x="760" y="134"/>
                    <a:pt x="807" y="161"/>
                    <a:pt x="834" y="215"/>
                  </a:cubicBezTo>
                  <a:cubicBezTo>
                    <a:pt x="869" y="286"/>
                    <a:pt x="857" y="370"/>
                    <a:pt x="810" y="393"/>
                  </a:cubicBezTo>
                  <a:cubicBezTo>
                    <a:pt x="798" y="399"/>
                    <a:pt x="785" y="402"/>
                    <a:pt x="771" y="402"/>
                  </a:cubicBezTo>
                  <a:cubicBezTo>
                    <a:pt x="729" y="402"/>
                    <a:pt x="682" y="376"/>
                    <a:pt x="655" y="322"/>
                  </a:cubicBezTo>
                  <a:cubicBezTo>
                    <a:pt x="607" y="251"/>
                    <a:pt x="619" y="167"/>
                    <a:pt x="667" y="143"/>
                  </a:cubicBezTo>
                  <a:cubicBezTo>
                    <a:pt x="682" y="137"/>
                    <a:pt x="697" y="134"/>
                    <a:pt x="713" y="134"/>
                  </a:cubicBezTo>
                  <a:close/>
                  <a:moveTo>
                    <a:pt x="823" y="1"/>
                  </a:moveTo>
                  <a:cubicBezTo>
                    <a:pt x="764" y="1"/>
                    <a:pt x="693" y="19"/>
                    <a:pt x="607" y="60"/>
                  </a:cubicBezTo>
                  <a:cubicBezTo>
                    <a:pt x="0" y="370"/>
                    <a:pt x="1024" y="1072"/>
                    <a:pt x="1024" y="1072"/>
                  </a:cubicBezTo>
                  <a:cubicBezTo>
                    <a:pt x="1024" y="1072"/>
                    <a:pt x="1276" y="1"/>
                    <a:pt x="8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63" name="Google Shape;1163;p68"/>
          <p:cNvGrpSpPr/>
          <p:nvPr/>
        </p:nvGrpSpPr>
        <p:grpSpPr>
          <a:xfrm flipH="1">
            <a:off x="8149340" y="4242096"/>
            <a:ext cx="789682" cy="723827"/>
            <a:chOff x="249940" y="4242083"/>
            <a:chExt cx="789682" cy="723827"/>
          </a:xfrm>
        </p:grpSpPr>
        <p:sp>
          <p:nvSpPr>
            <p:cNvPr id="1164" name="Google Shape;1164;p68"/>
            <p:cNvSpPr/>
            <p:nvPr/>
          </p:nvSpPr>
          <p:spPr>
            <a:xfrm>
              <a:off x="389475" y="4862400"/>
              <a:ext cx="258300" cy="103500"/>
            </a:xfrm>
            <a:prstGeom prst="ellipse">
              <a:avLst/>
            </a:prstGeom>
            <a:solidFill>
              <a:srgbClr val="033342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5" name="Google Shape;1165;p68"/>
            <p:cNvSpPr/>
            <p:nvPr/>
          </p:nvSpPr>
          <p:spPr>
            <a:xfrm>
              <a:off x="720000" y="4627825"/>
              <a:ext cx="258300" cy="103500"/>
            </a:xfrm>
            <a:prstGeom prst="ellipse">
              <a:avLst/>
            </a:prstGeom>
            <a:solidFill>
              <a:srgbClr val="033342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66" name="Google Shape;1166;p68"/>
            <p:cNvGrpSpPr/>
            <p:nvPr/>
          </p:nvGrpSpPr>
          <p:grpSpPr>
            <a:xfrm flipH="1">
              <a:off x="249940" y="4242083"/>
              <a:ext cx="789682" cy="723827"/>
              <a:chOff x="4896425" y="6632275"/>
              <a:chExt cx="319425" cy="279125"/>
            </a:xfrm>
          </p:grpSpPr>
          <p:sp>
            <p:nvSpPr>
              <p:cNvPr id="1167" name="Google Shape;1167;p68"/>
              <p:cNvSpPr/>
              <p:nvPr/>
            </p:nvSpPr>
            <p:spPr>
              <a:xfrm>
                <a:off x="5083950" y="6632275"/>
                <a:ext cx="46175" cy="31500"/>
              </a:xfrm>
              <a:custGeom>
                <a:rect b="b" l="l" r="r" t="t"/>
                <a:pathLst>
                  <a:path extrusionOk="0" h="1260" w="1847">
                    <a:moveTo>
                      <a:pt x="461" y="0"/>
                    </a:moveTo>
                    <a:cubicBezTo>
                      <a:pt x="367" y="0"/>
                      <a:pt x="310" y="10"/>
                      <a:pt x="310" y="10"/>
                    </a:cubicBezTo>
                    <a:lnTo>
                      <a:pt x="1" y="617"/>
                    </a:lnTo>
                    <a:lnTo>
                      <a:pt x="1191" y="1260"/>
                    </a:lnTo>
                    <a:lnTo>
                      <a:pt x="1846" y="795"/>
                    </a:lnTo>
                    <a:cubicBezTo>
                      <a:pt x="1380" y="88"/>
                      <a:pt x="746" y="0"/>
                      <a:pt x="4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8" name="Google Shape;1168;p68"/>
              <p:cNvSpPr/>
              <p:nvPr/>
            </p:nvSpPr>
            <p:spPr>
              <a:xfrm>
                <a:off x="5172075" y="6684900"/>
                <a:ext cx="39600" cy="37825"/>
              </a:xfrm>
              <a:custGeom>
                <a:rect b="b" l="l" r="r" t="t"/>
                <a:pathLst>
                  <a:path extrusionOk="0" h="1513" w="1584">
                    <a:moveTo>
                      <a:pt x="548" y="0"/>
                    </a:moveTo>
                    <a:lnTo>
                      <a:pt x="0" y="405"/>
                    </a:lnTo>
                    <a:lnTo>
                      <a:pt x="786" y="1512"/>
                    </a:lnTo>
                    <a:lnTo>
                      <a:pt x="1584" y="1393"/>
                    </a:lnTo>
                    <a:cubicBezTo>
                      <a:pt x="1441" y="274"/>
                      <a:pt x="548" y="0"/>
                      <a:pt x="54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9" name="Google Shape;1169;p68"/>
              <p:cNvSpPr/>
              <p:nvPr/>
            </p:nvSpPr>
            <p:spPr>
              <a:xfrm>
                <a:off x="4896425" y="6635175"/>
                <a:ext cx="319425" cy="276225"/>
              </a:xfrm>
              <a:custGeom>
                <a:rect b="b" l="l" r="r" t="t"/>
                <a:pathLst>
                  <a:path extrusionOk="0" h="11049" w="12777">
                    <a:moveTo>
                      <a:pt x="6573" y="1"/>
                    </a:moveTo>
                    <a:lnTo>
                      <a:pt x="1" y="4442"/>
                    </a:lnTo>
                    <a:cubicBezTo>
                      <a:pt x="346" y="7088"/>
                      <a:pt x="2248" y="7133"/>
                      <a:pt x="2375" y="7133"/>
                    </a:cubicBezTo>
                    <a:cubicBezTo>
                      <a:pt x="2380" y="7133"/>
                      <a:pt x="2382" y="7133"/>
                      <a:pt x="2382" y="7133"/>
                    </a:cubicBezTo>
                    <a:lnTo>
                      <a:pt x="5490" y="4061"/>
                    </a:lnTo>
                    <a:cubicBezTo>
                      <a:pt x="6311" y="4073"/>
                      <a:pt x="7454" y="4406"/>
                      <a:pt x="8299" y="5930"/>
                    </a:cubicBezTo>
                    <a:lnTo>
                      <a:pt x="5537" y="8728"/>
                    </a:lnTo>
                    <a:cubicBezTo>
                      <a:pt x="6093" y="10805"/>
                      <a:pt x="7534" y="11049"/>
                      <a:pt x="8180" y="11049"/>
                    </a:cubicBezTo>
                    <a:cubicBezTo>
                      <a:pt x="8378" y="11049"/>
                      <a:pt x="8502" y="11026"/>
                      <a:pt x="8502" y="11026"/>
                    </a:cubicBezTo>
                    <a:lnTo>
                      <a:pt x="12776" y="4906"/>
                    </a:lnTo>
                    <a:cubicBezTo>
                      <a:pt x="11836" y="822"/>
                      <a:pt x="6573" y="1"/>
                      <a:pt x="657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0" name="Google Shape;1170;p68"/>
              <p:cNvSpPr/>
              <p:nvPr/>
            </p:nvSpPr>
            <p:spPr>
              <a:xfrm>
                <a:off x="4902100" y="6738800"/>
                <a:ext cx="69950" cy="68950"/>
              </a:xfrm>
              <a:custGeom>
                <a:rect b="b" l="l" r="r" t="t"/>
                <a:pathLst>
                  <a:path extrusionOk="0" h="2758" w="2798">
                    <a:moveTo>
                      <a:pt x="870" y="0"/>
                    </a:moveTo>
                    <a:cubicBezTo>
                      <a:pt x="704" y="0"/>
                      <a:pt x="552" y="46"/>
                      <a:pt x="429" y="142"/>
                    </a:cubicBezTo>
                    <a:cubicBezTo>
                      <a:pt x="0" y="475"/>
                      <a:pt x="83" y="1309"/>
                      <a:pt x="619" y="1987"/>
                    </a:cubicBezTo>
                    <a:cubicBezTo>
                      <a:pt x="1003" y="2473"/>
                      <a:pt x="1515" y="2758"/>
                      <a:pt x="1932" y="2758"/>
                    </a:cubicBezTo>
                    <a:cubicBezTo>
                      <a:pt x="2097" y="2758"/>
                      <a:pt x="2248" y="2713"/>
                      <a:pt x="2369" y="2618"/>
                    </a:cubicBezTo>
                    <a:cubicBezTo>
                      <a:pt x="2798" y="2273"/>
                      <a:pt x="2703" y="1452"/>
                      <a:pt x="2167" y="773"/>
                    </a:cubicBezTo>
                    <a:cubicBezTo>
                      <a:pt x="1785" y="281"/>
                      <a:pt x="1283" y="0"/>
                      <a:pt x="87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1" name="Google Shape;1171;p68"/>
              <p:cNvSpPr/>
              <p:nvPr/>
            </p:nvSpPr>
            <p:spPr>
              <a:xfrm>
                <a:off x="5038725" y="6840600"/>
                <a:ext cx="77700" cy="65750"/>
              </a:xfrm>
              <a:custGeom>
                <a:rect b="b" l="l" r="r" t="t"/>
                <a:pathLst>
                  <a:path extrusionOk="0" h="2630" w="3108">
                    <a:moveTo>
                      <a:pt x="967" y="0"/>
                    </a:moveTo>
                    <a:cubicBezTo>
                      <a:pt x="731" y="0"/>
                      <a:pt x="524" y="73"/>
                      <a:pt x="381" y="225"/>
                    </a:cubicBezTo>
                    <a:cubicBezTo>
                      <a:pt x="0" y="630"/>
                      <a:pt x="214" y="1452"/>
                      <a:pt x="869" y="2047"/>
                    </a:cubicBezTo>
                    <a:cubicBezTo>
                      <a:pt x="1271" y="2426"/>
                      <a:pt x="1747" y="2629"/>
                      <a:pt x="2141" y="2629"/>
                    </a:cubicBezTo>
                    <a:cubicBezTo>
                      <a:pt x="2377" y="2629"/>
                      <a:pt x="2584" y="2556"/>
                      <a:pt x="2727" y="2404"/>
                    </a:cubicBezTo>
                    <a:cubicBezTo>
                      <a:pt x="3108" y="1999"/>
                      <a:pt x="2881" y="1178"/>
                      <a:pt x="2238" y="582"/>
                    </a:cubicBezTo>
                    <a:cubicBezTo>
                      <a:pt x="1837" y="203"/>
                      <a:pt x="1361" y="0"/>
                      <a:pt x="96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2" name="Google Shape;1172;p68"/>
              <p:cNvSpPr/>
              <p:nvPr/>
            </p:nvSpPr>
            <p:spPr>
              <a:xfrm>
                <a:off x="4924700" y="6640250"/>
                <a:ext cx="284000" cy="247075"/>
              </a:xfrm>
              <a:custGeom>
                <a:rect b="b" l="l" r="r" t="t"/>
                <a:pathLst>
                  <a:path extrusionOk="0" h="9883" w="11360">
                    <a:moveTo>
                      <a:pt x="6287" y="3298"/>
                    </a:moveTo>
                    <a:cubicBezTo>
                      <a:pt x="6192" y="3298"/>
                      <a:pt x="6121" y="3453"/>
                      <a:pt x="6121" y="3655"/>
                    </a:cubicBezTo>
                    <a:cubicBezTo>
                      <a:pt x="6121" y="3846"/>
                      <a:pt x="6192" y="4013"/>
                      <a:pt x="6287" y="4013"/>
                    </a:cubicBezTo>
                    <a:cubicBezTo>
                      <a:pt x="6371" y="4013"/>
                      <a:pt x="6454" y="3846"/>
                      <a:pt x="6454" y="3655"/>
                    </a:cubicBezTo>
                    <a:cubicBezTo>
                      <a:pt x="6454" y="3453"/>
                      <a:pt x="6371" y="3298"/>
                      <a:pt x="6287" y="3298"/>
                    </a:cubicBezTo>
                    <a:close/>
                    <a:moveTo>
                      <a:pt x="6264" y="2893"/>
                    </a:moveTo>
                    <a:cubicBezTo>
                      <a:pt x="6454" y="2893"/>
                      <a:pt x="6621" y="3215"/>
                      <a:pt x="6621" y="3584"/>
                    </a:cubicBezTo>
                    <a:cubicBezTo>
                      <a:pt x="6621" y="3965"/>
                      <a:pt x="6454" y="4274"/>
                      <a:pt x="6264" y="4274"/>
                    </a:cubicBezTo>
                    <a:cubicBezTo>
                      <a:pt x="6061" y="4274"/>
                      <a:pt x="5906" y="3965"/>
                      <a:pt x="5906" y="3584"/>
                    </a:cubicBezTo>
                    <a:cubicBezTo>
                      <a:pt x="5906" y="3215"/>
                      <a:pt x="6061" y="2893"/>
                      <a:pt x="6264" y="2893"/>
                    </a:cubicBezTo>
                    <a:close/>
                    <a:moveTo>
                      <a:pt x="6264" y="2798"/>
                    </a:moveTo>
                    <a:cubicBezTo>
                      <a:pt x="6002" y="2798"/>
                      <a:pt x="5799" y="3143"/>
                      <a:pt x="5799" y="3584"/>
                    </a:cubicBezTo>
                    <a:cubicBezTo>
                      <a:pt x="5799" y="4024"/>
                      <a:pt x="6002" y="4382"/>
                      <a:pt x="6264" y="4382"/>
                    </a:cubicBezTo>
                    <a:cubicBezTo>
                      <a:pt x="6514" y="4382"/>
                      <a:pt x="6716" y="4036"/>
                      <a:pt x="6716" y="3584"/>
                    </a:cubicBezTo>
                    <a:cubicBezTo>
                      <a:pt x="6716" y="3143"/>
                      <a:pt x="6514" y="2798"/>
                      <a:pt x="6264" y="2798"/>
                    </a:cubicBezTo>
                    <a:close/>
                    <a:moveTo>
                      <a:pt x="5061" y="0"/>
                    </a:moveTo>
                    <a:lnTo>
                      <a:pt x="5049" y="107"/>
                    </a:lnTo>
                    <a:cubicBezTo>
                      <a:pt x="5109" y="107"/>
                      <a:pt x="10645" y="834"/>
                      <a:pt x="11264" y="5191"/>
                    </a:cubicBezTo>
                    <a:lnTo>
                      <a:pt x="11359" y="5167"/>
                    </a:lnTo>
                    <a:cubicBezTo>
                      <a:pt x="10728" y="750"/>
                      <a:pt x="5121" y="12"/>
                      <a:pt x="5061" y="0"/>
                    </a:cubicBezTo>
                    <a:close/>
                    <a:moveTo>
                      <a:pt x="3015" y="1619"/>
                    </a:moveTo>
                    <a:cubicBezTo>
                      <a:pt x="2984" y="1619"/>
                      <a:pt x="2967" y="1619"/>
                      <a:pt x="2966" y="1619"/>
                    </a:cubicBezTo>
                    <a:lnTo>
                      <a:pt x="2966" y="1715"/>
                    </a:lnTo>
                    <a:cubicBezTo>
                      <a:pt x="2968" y="1715"/>
                      <a:pt x="2981" y="1714"/>
                      <a:pt x="3003" y="1714"/>
                    </a:cubicBezTo>
                    <a:cubicBezTo>
                      <a:pt x="3480" y="1714"/>
                      <a:pt x="8310" y="1823"/>
                      <a:pt x="10038" y="6596"/>
                    </a:cubicBezTo>
                    <a:lnTo>
                      <a:pt x="10133" y="6572"/>
                    </a:lnTo>
                    <a:cubicBezTo>
                      <a:pt x="9181" y="3917"/>
                      <a:pt x="7276" y="2715"/>
                      <a:pt x="5859" y="2167"/>
                    </a:cubicBezTo>
                    <a:cubicBezTo>
                      <a:pt x="4480" y="1647"/>
                      <a:pt x="3271" y="1619"/>
                      <a:pt x="3015" y="1619"/>
                    </a:cubicBezTo>
                    <a:close/>
                    <a:moveTo>
                      <a:pt x="275" y="3395"/>
                    </a:moveTo>
                    <a:cubicBezTo>
                      <a:pt x="117" y="3395"/>
                      <a:pt x="13" y="3413"/>
                      <a:pt x="1" y="3417"/>
                    </a:cubicBezTo>
                    <a:lnTo>
                      <a:pt x="25" y="3512"/>
                    </a:lnTo>
                    <a:cubicBezTo>
                      <a:pt x="25" y="3512"/>
                      <a:pt x="116" y="3497"/>
                      <a:pt x="261" y="3497"/>
                    </a:cubicBezTo>
                    <a:cubicBezTo>
                      <a:pt x="544" y="3497"/>
                      <a:pt x="1032" y="3555"/>
                      <a:pt x="1442" y="3893"/>
                    </a:cubicBezTo>
                    <a:cubicBezTo>
                      <a:pt x="1918" y="4298"/>
                      <a:pt x="2168" y="4989"/>
                      <a:pt x="2168" y="5941"/>
                    </a:cubicBezTo>
                    <a:lnTo>
                      <a:pt x="1215" y="6894"/>
                    </a:lnTo>
                    <a:lnTo>
                      <a:pt x="1287" y="6965"/>
                    </a:lnTo>
                    <a:lnTo>
                      <a:pt x="4394" y="3893"/>
                    </a:lnTo>
                    <a:lnTo>
                      <a:pt x="4323" y="3822"/>
                    </a:lnTo>
                    <a:lnTo>
                      <a:pt x="2275" y="5846"/>
                    </a:lnTo>
                    <a:cubicBezTo>
                      <a:pt x="2251" y="4917"/>
                      <a:pt x="2001" y="4227"/>
                      <a:pt x="1501" y="3822"/>
                    </a:cubicBezTo>
                    <a:cubicBezTo>
                      <a:pt x="1078" y="3462"/>
                      <a:pt x="578" y="3395"/>
                      <a:pt x="275" y="3395"/>
                    </a:cubicBezTo>
                    <a:close/>
                    <a:moveTo>
                      <a:pt x="7728" y="5072"/>
                    </a:moveTo>
                    <a:lnTo>
                      <a:pt x="4371" y="8489"/>
                    </a:lnTo>
                    <a:lnTo>
                      <a:pt x="4442" y="8561"/>
                    </a:lnTo>
                    <a:lnTo>
                      <a:pt x="5442" y="7549"/>
                    </a:lnTo>
                    <a:cubicBezTo>
                      <a:pt x="5680" y="7549"/>
                      <a:pt x="7740" y="7668"/>
                      <a:pt x="7978" y="9882"/>
                    </a:cubicBezTo>
                    <a:lnTo>
                      <a:pt x="8073" y="9870"/>
                    </a:lnTo>
                    <a:cubicBezTo>
                      <a:pt x="7847" y="7787"/>
                      <a:pt x="6014" y="7489"/>
                      <a:pt x="5537" y="7453"/>
                    </a:cubicBezTo>
                    <a:lnTo>
                      <a:pt x="7800" y="5144"/>
                    </a:lnTo>
                    <a:lnTo>
                      <a:pt x="7728" y="507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3" name="Google Shape;1173;p68"/>
              <p:cNvSpPr/>
              <p:nvPr/>
            </p:nvSpPr>
            <p:spPr>
              <a:xfrm>
                <a:off x="5041700" y="6658100"/>
                <a:ext cx="152700" cy="108375"/>
              </a:xfrm>
              <a:custGeom>
                <a:rect b="b" l="l" r="r" t="t"/>
                <a:pathLst>
                  <a:path extrusionOk="0" h="4335" w="6108">
                    <a:moveTo>
                      <a:pt x="369" y="0"/>
                    </a:moveTo>
                    <a:cubicBezTo>
                      <a:pt x="167" y="0"/>
                      <a:pt x="0" y="84"/>
                      <a:pt x="0" y="179"/>
                    </a:cubicBezTo>
                    <a:cubicBezTo>
                      <a:pt x="0" y="274"/>
                      <a:pt x="167" y="346"/>
                      <a:pt x="369" y="346"/>
                    </a:cubicBezTo>
                    <a:cubicBezTo>
                      <a:pt x="572" y="346"/>
                      <a:pt x="738" y="274"/>
                      <a:pt x="738" y="179"/>
                    </a:cubicBezTo>
                    <a:cubicBezTo>
                      <a:pt x="738" y="84"/>
                      <a:pt x="572" y="0"/>
                      <a:pt x="369" y="0"/>
                    </a:cubicBezTo>
                    <a:close/>
                    <a:moveTo>
                      <a:pt x="2417" y="548"/>
                    </a:moveTo>
                    <a:cubicBezTo>
                      <a:pt x="2215" y="548"/>
                      <a:pt x="2048" y="643"/>
                      <a:pt x="2048" y="751"/>
                    </a:cubicBezTo>
                    <a:cubicBezTo>
                      <a:pt x="2048" y="858"/>
                      <a:pt x="2215" y="953"/>
                      <a:pt x="2417" y="953"/>
                    </a:cubicBezTo>
                    <a:cubicBezTo>
                      <a:pt x="2631" y="953"/>
                      <a:pt x="2798" y="858"/>
                      <a:pt x="2798" y="751"/>
                    </a:cubicBezTo>
                    <a:cubicBezTo>
                      <a:pt x="2798" y="643"/>
                      <a:pt x="2619" y="548"/>
                      <a:pt x="2417" y="548"/>
                    </a:cubicBezTo>
                    <a:close/>
                    <a:moveTo>
                      <a:pt x="4655" y="2132"/>
                    </a:moveTo>
                    <a:cubicBezTo>
                      <a:pt x="4465" y="2132"/>
                      <a:pt x="4310" y="2227"/>
                      <a:pt x="4310" y="2358"/>
                    </a:cubicBezTo>
                    <a:cubicBezTo>
                      <a:pt x="4310" y="2477"/>
                      <a:pt x="4465" y="2572"/>
                      <a:pt x="4655" y="2572"/>
                    </a:cubicBezTo>
                    <a:cubicBezTo>
                      <a:pt x="4666" y="2573"/>
                      <a:pt x="4676" y="2573"/>
                      <a:pt x="4686" y="2573"/>
                    </a:cubicBezTo>
                    <a:cubicBezTo>
                      <a:pt x="4873" y="2573"/>
                      <a:pt x="5013" y="2471"/>
                      <a:pt x="5013" y="2358"/>
                    </a:cubicBezTo>
                    <a:cubicBezTo>
                      <a:pt x="5013" y="2227"/>
                      <a:pt x="4858" y="2132"/>
                      <a:pt x="4655" y="2132"/>
                    </a:cubicBezTo>
                    <a:close/>
                    <a:moveTo>
                      <a:pt x="5763" y="3906"/>
                    </a:moveTo>
                    <a:cubicBezTo>
                      <a:pt x="5572" y="3906"/>
                      <a:pt x="5406" y="4001"/>
                      <a:pt x="5406" y="4120"/>
                    </a:cubicBezTo>
                    <a:cubicBezTo>
                      <a:pt x="5406" y="4227"/>
                      <a:pt x="5572" y="4334"/>
                      <a:pt x="5763" y="4334"/>
                    </a:cubicBezTo>
                    <a:cubicBezTo>
                      <a:pt x="5953" y="4334"/>
                      <a:pt x="6108" y="4227"/>
                      <a:pt x="6108" y="4120"/>
                    </a:cubicBezTo>
                    <a:cubicBezTo>
                      <a:pt x="6108" y="4001"/>
                      <a:pt x="5953" y="3906"/>
                      <a:pt x="5763" y="390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4" name="Google Shape;1174;p68"/>
              <p:cNvSpPr/>
              <p:nvPr/>
            </p:nvSpPr>
            <p:spPr>
              <a:xfrm>
                <a:off x="4935125" y="6752050"/>
                <a:ext cx="29800" cy="35375"/>
              </a:xfrm>
              <a:custGeom>
                <a:rect b="b" l="l" r="r" t="t"/>
                <a:pathLst>
                  <a:path extrusionOk="0" h="1415" w="1192">
                    <a:moveTo>
                      <a:pt x="189" y="0"/>
                    </a:moveTo>
                    <a:cubicBezTo>
                      <a:pt x="167" y="0"/>
                      <a:pt x="148" y="6"/>
                      <a:pt x="132" y="17"/>
                    </a:cubicBezTo>
                    <a:cubicBezTo>
                      <a:pt x="1" y="100"/>
                      <a:pt x="120" y="481"/>
                      <a:pt x="382" y="862"/>
                    </a:cubicBezTo>
                    <a:cubicBezTo>
                      <a:pt x="598" y="1192"/>
                      <a:pt x="859" y="1414"/>
                      <a:pt x="1010" y="1414"/>
                    </a:cubicBezTo>
                    <a:cubicBezTo>
                      <a:pt x="1034" y="1414"/>
                      <a:pt x="1055" y="1409"/>
                      <a:pt x="1072" y="1398"/>
                    </a:cubicBezTo>
                    <a:cubicBezTo>
                      <a:pt x="1191" y="1315"/>
                      <a:pt x="1084" y="934"/>
                      <a:pt x="822" y="553"/>
                    </a:cubicBezTo>
                    <a:cubicBezTo>
                      <a:pt x="596" y="223"/>
                      <a:pt x="333" y="0"/>
                      <a:pt x="1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5" name="Google Shape;1175;p68"/>
              <p:cNvSpPr/>
              <p:nvPr/>
            </p:nvSpPr>
            <p:spPr>
              <a:xfrm>
                <a:off x="5079800" y="6853250"/>
                <a:ext cx="29775" cy="35375"/>
              </a:xfrm>
              <a:custGeom>
                <a:rect b="b" l="l" r="r" t="t"/>
                <a:pathLst>
                  <a:path extrusionOk="0" h="1415" w="1191">
                    <a:moveTo>
                      <a:pt x="189" y="0"/>
                    </a:moveTo>
                    <a:cubicBezTo>
                      <a:pt x="167" y="0"/>
                      <a:pt x="147" y="6"/>
                      <a:pt x="131" y="17"/>
                    </a:cubicBezTo>
                    <a:cubicBezTo>
                      <a:pt x="0" y="100"/>
                      <a:pt x="119" y="481"/>
                      <a:pt x="381" y="862"/>
                    </a:cubicBezTo>
                    <a:cubicBezTo>
                      <a:pt x="597" y="1192"/>
                      <a:pt x="858" y="1415"/>
                      <a:pt x="1010" y="1415"/>
                    </a:cubicBezTo>
                    <a:cubicBezTo>
                      <a:pt x="1033" y="1415"/>
                      <a:pt x="1054" y="1409"/>
                      <a:pt x="1072" y="1398"/>
                    </a:cubicBezTo>
                    <a:cubicBezTo>
                      <a:pt x="1191" y="1315"/>
                      <a:pt x="1084" y="934"/>
                      <a:pt x="822" y="553"/>
                    </a:cubicBezTo>
                    <a:cubicBezTo>
                      <a:pt x="595" y="223"/>
                      <a:pt x="333" y="0"/>
                      <a:pt x="1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176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7" name="Google Shape;1177;p69"/>
          <p:cNvGrpSpPr/>
          <p:nvPr/>
        </p:nvGrpSpPr>
        <p:grpSpPr>
          <a:xfrm>
            <a:off x="0" y="0"/>
            <a:ext cx="9144003" cy="5143501"/>
            <a:chOff x="0" y="0"/>
            <a:chExt cx="9144003" cy="5143501"/>
          </a:xfrm>
        </p:grpSpPr>
        <p:pic>
          <p:nvPicPr>
            <p:cNvPr id="1178" name="Google Shape;1178;p69"/>
            <p:cNvPicPr preferRelativeResize="0"/>
            <p:nvPr/>
          </p:nvPicPr>
          <p:blipFill rotWithShape="1">
            <a:blip r:embed="rId2">
              <a:alphaModFix/>
            </a:blip>
            <a:srcRect b="8068" l="0" r="0" t="8060"/>
            <a:stretch/>
          </p:blipFill>
          <p:spPr>
            <a:xfrm>
              <a:off x="0" y="0"/>
              <a:ext cx="9144003" cy="5143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9" name="Google Shape;1179;p69"/>
            <p:cNvSpPr/>
            <p:nvPr/>
          </p:nvSpPr>
          <p:spPr>
            <a:xfrm>
              <a:off x="209980" y="194500"/>
              <a:ext cx="8763466" cy="4752275"/>
            </a:xfrm>
            <a:custGeom>
              <a:rect b="b" l="l" r="r" t="t"/>
              <a:pathLst>
                <a:path extrusionOk="0" h="147209" w="271904">
                  <a:moveTo>
                    <a:pt x="596" y="0"/>
                  </a:moveTo>
                  <a:lnTo>
                    <a:pt x="596" y="0"/>
                  </a:lnTo>
                  <a:cubicBezTo>
                    <a:pt x="2025" y="5965"/>
                    <a:pt x="3072" y="13895"/>
                    <a:pt x="3644" y="22312"/>
                  </a:cubicBezTo>
                  <a:cubicBezTo>
                    <a:pt x="7942" y="23515"/>
                    <a:pt x="13609" y="23932"/>
                    <a:pt x="5085" y="25063"/>
                  </a:cubicBezTo>
                  <a:cubicBezTo>
                    <a:pt x="5096" y="25110"/>
                    <a:pt x="5108" y="25146"/>
                    <a:pt x="5120" y="25194"/>
                  </a:cubicBezTo>
                  <a:cubicBezTo>
                    <a:pt x="5263" y="25301"/>
                    <a:pt x="5394" y="25396"/>
                    <a:pt x="5525" y="25503"/>
                  </a:cubicBezTo>
                  <a:cubicBezTo>
                    <a:pt x="5692" y="25539"/>
                    <a:pt x="5954" y="25479"/>
                    <a:pt x="6037" y="25658"/>
                  </a:cubicBezTo>
                  <a:cubicBezTo>
                    <a:pt x="8561" y="26230"/>
                    <a:pt x="4561" y="26670"/>
                    <a:pt x="3894" y="26789"/>
                  </a:cubicBezTo>
                  <a:cubicBezTo>
                    <a:pt x="4203" y="33719"/>
                    <a:pt x="4192" y="40803"/>
                    <a:pt x="3787" y="47256"/>
                  </a:cubicBezTo>
                  <a:cubicBezTo>
                    <a:pt x="2560" y="47137"/>
                    <a:pt x="1298" y="47006"/>
                    <a:pt x="1" y="46875"/>
                  </a:cubicBezTo>
                  <a:lnTo>
                    <a:pt x="1" y="46875"/>
                  </a:lnTo>
                  <a:cubicBezTo>
                    <a:pt x="1429" y="52840"/>
                    <a:pt x="2477" y="60770"/>
                    <a:pt x="3049" y="69199"/>
                  </a:cubicBezTo>
                  <a:cubicBezTo>
                    <a:pt x="7347" y="70402"/>
                    <a:pt x="13014" y="70818"/>
                    <a:pt x="4489" y="71949"/>
                  </a:cubicBezTo>
                  <a:cubicBezTo>
                    <a:pt x="4501" y="71985"/>
                    <a:pt x="4513" y="72033"/>
                    <a:pt x="4525" y="72069"/>
                  </a:cubicBezTo>
                  <a:cubicBezTo>
                    <a:pt x="4668" y="72176"/>
                    <a:pt x="4787" y="72283"/>
                    <a:pt x="4930" y="72390"/>
                  </a:cubicBezTo>
                  <a:cubicBezTo>
                    <a:pt x="5096" y="72414"/>
                    <a:pt x="5358" y="72366"/>
                    <a:pt x="5442" y="72545"/>
                  </a:cubicBezTo>
                  <a:cubicBezTo>
                    <a:pt x="7966" y="73104"/>
                    <a:pt x="3965" y="73557"/>
                    <a:pt x="3299" y="73664"/>
                  </a:cubicBezTo>
                  <a:cubicBezTo>
                    <a:pt x="3513" y="78510"/>
                    <a:pt x="3572" y="83427"/>
                    <a:pt x="3453" y="88154"/>
                  </a:cubicBezTo>
                  <a:cubicBezTo>
                    <a:pt x="2322" y="88047"/>
                    <a:pt x="1179" y="87928"/>
                    <a:pt x="1" y="87809"/>
                  </a:cubicBezTo>
                  <a:lnTo>
                    <a:pt x="1" y="87809"/>
                  </a:lnTo>
                  <a:cubicBezTo>
                    <a:pt x="989" y="91940"/>
                    <a:pt x="1798" y="97036"/>
                    <a:pt x="2394" y="102584"/>
                  </a:cubicBezTo>
                  <a:cubicBezTo>
                    <a:pt x="2239" y="103727"/>
                    <a:pt x="2072" y="104834"/>
                    <a:pt x="1882" y="105894"/>
                  </a:cubicBezTo>
                  <a:cubicBezTo>
                    <a:pt x="2156" y="105870"/>
                    <a:pt x="2429" y="105846"/>
                    <a:pt x="2715" y="105811"/>
                  </a:cubicBezTo>
                  <a:cubicBezTo>
                    <a:pt x="2834" y="107228"/>
                    <a:pt x="2953" y="108668"/>
                    <a:pt x="3049" y="110121"/>
                  </a:cubicBezTo>
                  <a:cubicBezTo>
                    <a:pt x="7347" y="111323"/>
                    <a:pt x="13014" y="111740"/>
                    <a:pt x="4489" y="112871"/>
                  </a:cubicBezTo>
                  <a:cubicBezTo>
                    <a:pt x="4501" y="112919"/>
                    <a:pt x="4513" y="112954"/>
                    <a:pt x="4525" y="113002"/>
                  </a:cubicBezTo>
                  <a:cubicBezTo>
                    <a:pt x="4668" y="113109"/>
                    <a:pt x="4799" y="113205"/>
                    <a:pt x="4930" y="113312"/>
                  </a:cubicBezTo>
                  <a:cubicBezTo>
                    <a:pt x="5096" y="113347"/>
                    <a:pt x="5358" y="113288"/>
                    <a:pt x="5442" y="113466"/>
                  </a:cubicBezTo>
                  <a:cubicBezTo>
                    <a:pt x="7966" y="114038"/>
                    <a:pt x="3965" y="114478"/>
                    <a:pt x="3299" y="114598"/>
                  </a:cubicBezTo>
                  <a:cubicBezTo>
                    <a:pt x="3822" y="126123"/>
                    <a:pt x="4668" y="127147"/>
                    <a:pt x="3120" y="135886"/>
                  </a:cubicBezTo>
                  <a:cubicBezTo>
                    <a:pt x="4608" y="136338"/>
                    <a:pt x="14133" y="147209"/>
                    <a:pt x="14133" y="147209"/>
                  </a:cubicBezTo>
                  <a:cubicBezTo>
                    <a:pt x="14133" y="147209"/>
                    <a:pt x="16765" y="146220"/>
                    <a:pt x="20479" y="146137"/>
                  </a:cubicBezTo>
                  <a:cubicBezTo>
                    <a:pt x="20503" y="146054"/>
                    <a:pt x="20539" y="145959"/>
                    <a:pt x="20563" y="145875"/>
                  </a:cubicBezTo>
                  <a:lnTo>
                    <a:pt x="20563" y="145875"/>
                  </a:lnTo>
                  <a:cubicBezTo>
                    <a:pt x="20491" y="146340"/>
                    <a:pt x="23242" y="146363"/>
                    <a:pt x="23158" y="146816"/>
                  </a:cubicBezTo>
                  <a:cubicBezTo>
                    <a:pt x="29516" y="146220"/>
                    <a:pt x="36481" y="145875"/>
                    <a:pt x="44589" y="145697"/>
                  </a:cubicBezTo>
                  <a:cubicBezTo>
                    <a:pt x="44613" y="145625"/>
                    <a:pt x="44637" y="145554"/>
                    <a:pt x="44661" y="145494"/>
                  </a:cubicBezTo>
                  <a:cubicBezTo>
                    <a:pt x="45090" y="145494"/>
                    <a:pt x="45530" y="145494"/>
                    <a:pt x="45959" y="145482"/>
                  </a:cubicBezTo>
                  <a:cubicBezTo>
                    <a:pt x="45959" y="145542"/>
                    <a:pt x="45959" y="145601"/>
                    <a:pt x="45959" y="145661"/>
                  </a:cubicBezTo>
                  <a:cubicBezTo>
                    <a:pt x="46173" y="145661"/>
                    <a:pt x="46387" y="145661"/>
                    <a:pt x="46602" y="145649"/>
                  </a:cubicBezTo>
                  <a:cubicBezTo>
                    <a:pt x="46637" y="145601"/>
                    <a:pt x="46661" y="145542"/>
                    <a:pt x="46685" y="145482"/>
                  </a:cubicBezTo>
                  <a:cubicBezTo>
                    <a:pt x="47197" y="145482"/>
                    <a:pt x="47709" y="145482"/>
                    <a:pt x="48221" y="145494"/>
                  </a:cubicBezTo>
                  <a:cubicBezTo>
                    <a:pt x="48221" y="145530"/>
                    <a:pt x="48221" y="145578"/>
                    <a:pt x="48221" y="145625"/>
                  </a:cubicBezTo>
                  <a:cubicBezTo>
                    <a:pt x="50912" y="145578"/>
                    <a:pt x="53900" y="145542"/>
                    <a:pt x="57031" y="145518"/>
                  </a:cubicBezTo>
                  <a:cubicBezTo>
                    <a:pt x="59651" y="145542"/>
                    <a:pt x="62151" y="145566"/>
                    <a:pt x="64461" y="145601"/>
                  </a:cubicBezTo>
                  <a:cubicBezTo>
                    <a:pt x="64461" y="145566"/>
                    <a:pt x="64461" y="145530"/>
                    <a:pt x="64461" y="145494"/>
                  </a:cubicBezTo>
                  <a:cubicBezTo>
                    <a:pt x="65592" y="145488"/>
                    <a:pt x="66726" y="145485"/>
                    <a:pt x="67860" y="145485"/>
                  </a:cubicBezTo>
                  <a:cubicBezTo>
                    <a:pt x="68994" y="145485"/>
                    <a:pt x="70128" y="145488"/>
                    <a:pt x="71259" y="145494"/>
                  </a:cubicBezTo>
                  <a:cubicBezTo>
                    <a:pt x="71402" y="145578"/>
                    <a:pt x="71545" y="145661"/>
                    <a:pt x="71700" y="145744"/>
                  </a:cubicBezTo>
                  <a:cubicBezTo>
                    <a:pt x="78891" y="145947"/>
                    <a:pt x="85190" y="146268"/>
                    <a:pt x="90976" y="146816"/>
                  </a:cubicBezTo>
                  <a:cubicBezTo>
                    <a:pt x="90845" y="146054"/>
                    <a:pt x="90714" y="145256"/>
                    <a:pt x="90595" y="144435"/>
                  </a:cubicBezTo>
                  <a:lnTo>
                    <a:pt x="90595" y="144435"/>
                  </a:lnTo>
                  <a:cubicBezTo>
                    <a:pt x="91429" y="144792"/>
                    <a:pt x="92191" y="145304"/>
                    <a:pt x="92976" y="145744"/>
                  </a:cubicBezTo>
                  <a:cubicBezTo>
                    <a:pt x="96596" y="145851"/>
                    <a:pt x="99989" y="145982"/>
                    <a:pt x="103204" y="146161"/>
                  </a:cubicBezTo>
                  <a:cubicBezTo>
                    <a:pt x="103156" y="146375"/>
                    <a:pt x="103121" y="146601"/>
                    <a:pt x="103085" y="146828"/>
                  </a:cubicBezTo>
                  <a:cubicBezTo>
                    <a:pt x="104573" y="146685"/>
                    <a:pt x="106109" y="146554"/>
                    <a:pt x="107669" y="146447"/>
                  </a:cubicBezTo>
                  <a:cubicBezTo>
                    <a:pt x="109240" y="146554"/>
                    <a:pt x="110764" y="146685"/>
                    <a:pt x="112265" y="146828"/>
                  </a:cubicBezTo>
                  <a:cubicBezTo>
                    <a:pt x="112217" y="146601"/>
                    <a:pt x="112181" y="146375"/>
                    <a:pt x="112146" y="146161"/>
                  </a:cubicBezTo>
                  <a:cubicBezTo>
                    <a:pt x="115979" y="145947"/>
                    <a:pt x="120075" y="145792"/>
                    <a:pt x="124504" y="145697"/>
                  </a:cubicBezTo>
                  <a:cubicBezTo>
                    <a:pt x="125022" y="144156"/>
                    <a:pt x="125413" y="143165"/>
                    <a:pt x="125645" y="143165"/>
                  </a:cubicBezTo>
                  <a:cubicBezTo>
                    <a:pt x="125846" y="143165"/>
                    <a:pt x="125929" y="143902"/>
                    <a:pt x="125873" y="145661"/>
                  </a:cubicBezTo>
                  <a:cubicBezTo>
                    <a:pt x="126100" y="145661"/>
                    <a:pt x="126302" y="145661"/>
                    <a:pt x="126528" y="145649"/>
                  </a:cubicBezTo>
                  <a:cubicBezTo>
                    <a:pt x="127181" y="144357"/>
                    <a:pt x="127670" y="143321"/>
                    <a:pt x="127939" y="143321"/>
                  </a:cubicBezTo>
                  <a:cubicBezTo>
                    <a:pt x="128150" y="143321"/>
                    <a:pt x="128225" y="143963"/>
                    <a:pt x="128136" y="145625"/>
                  </a:cubicBezTo>
                  <a:cubicBezTo>
                    <a:pt x="130541" y="145589"/>
                    <a:pt x="133184" y="145554"/>
                    <a:pt x="135946" y="145530"/>
                  </a:cubicBezTo>
                  <a:cubicBezTo>
                    <a:pt x="138720" y="145554"/>
                    <a:pt x="141352" y="145589"/>
                    <a:pt x="143757" y="145625"/>
                  </a:cubicBezTo>
                  <a:cubicBezTo>
                    <a:pt x="143667" y="143963"/>
                    <a:pt x="143745" y="143321"/>
                    <a:pt x="143959" y="143321"/>
                  </a:cubicBezTo>
                  <a:cubicBezTo>
                    <a:pt x="144230" y="143321"/>
                    <a:pt x="144723" y="144357"/>
                    <a:pt x="145376" y="145649"/>
                  </a:cubicBezTo>
                  <a:cubicBezTo>
                    <a:pt x="145590" y="145661"/>
                    <a:pt x="145804" y="145661"/>
                    <a:pt x="146019" y="145661"/>
                  </a:cubicBezTo>
                  <a:cubicBezTo>
                    <a:pt x="145964" y="143902"/>
                    <a:pt x="146046" y="143165"/>
                    <a:pt x="146247" y="143165"/>
                  </a:cubicBezTo>
                  <a:cubicBezTo>
                    <a:pt x="146479" y="143165"/>
                    <a:pt x="146870" y="144156"/>
                    <a:pt x="147388" y="145697"/>
                  </a:cubicBezTo>
                  <a:cubicBezTo>
                    <a:pt x="151817" y="145792"/>
                    <a:pt x="155913" y="145947"/>
                    <a:pt x="159759" y="146161"/>
                  </a:cubicBezTo>
                  <a:cubicBezTo>
                    <a:pt x="159711" y="146375"/>
                    <a:pt x="159675" y="146601"/>
                    <a:pt x="159640" y="146828"/>
                  </a:cubicBezTo>
                  <a:cubicBezTo>
                    <a:pt x="161128" y="146685"/>
                    <a:pt x="162664" y="146554"/>
                    <a:pt x="164223" y="146447"/>
                  </a:cubicBezTo>
                  <a:cubicBezTo>
                    <a:pt x="165795" y="146554"/>
                    <a:pt x="167319" y="146685"/>
                    <a:pt x="168819" y="146828"/>
                  </a:cubicBezTo>
                  <a:cubicBezTo>
                    <a:pt x="168772" y="146601"/>
                    <a:pt x="168736" y="146375"/>
                    <a:pt x="168700" y="146161"/>
                  </a:cubicBezTo>
                  <a:cubicBezTo>
                    <a:pt x="171915" y="145982"/>
                    <a:pt x="175296" y="145851"/>
                    <a:pt x="178916" y="145744"/>
                  </a:cubicBezTo>
                  <a:cubicBezTo>
                    <a:pt x="179702" y="145304"/>
                    <a:pt x="180464" y="144792"/>
                    <a:pt x="181309" y="144435"/>
                  </a:cubicBezTo>
                  <a:lnTo>
                    <a:pt x="181309" y="144435"/>
                  </a:lnTo>
                  <a:cubicBezTo>
                    <a:pt x="181190" y="145256"/>
                    <a:pt x="181059" y="146054"/>
                    <a:pt x="180916" y="146816"/>
                  </a:cubicBezTo>
                  <a:cubicBezTo>
                    <a:pt x="186714" y="146268"/>
                    <a:pt x="193001" y="145947"/>
                    <a:pt x="200204" y="145744"/>
                  </a:cubicBezTo>
                  <a:cubicBezTo>
                    <a:pt x="200347" y="145661"/>
                    <a:pt x="200490" y="145578"/>
                    <a:pt x="200645" y="145494"/>
                  </a:cubicBezTo>
                  <a:cubicBezTo>
                    <a:pt x="201770" y="145488"/>
                    <a:pt x="202904" y="145485"/>
                    <a:pt x="204039" y="145485"/>
                  </a:cubicBezTo>
                  <a:cubicBezTo>
                    <a:pt x="205175" y="145485"/>
                    <a:pt x="206312" y="145488"/>
                    <a:pt x="207443" y="145494"/>
                  </a:cubicBezTo>
                  <a:cubicBezTo>
                    <a:pt x="207443" y="145530"/>
                    <a:pt x="207443" y="145566"/>
                    <a:pt x="207431" y="145601"/>
                  </a:cubicBezTo>
                  <a:cubicBezTo>
                    <a:pt x="209741" y="145566"/>
                    <a:pt x="212253" y="145542"/>
                    <a:pt x="214873" y="145518"/>
                  </a:cubicBezTo>
                  <a:cubicBezTo>
                    <a:pt x="218004" y="145542"/>
                    <a:pt x="220981" y="145578"/>
                    <a:pt x="223683" y="145625"/>
                  </a:cubicBezTo>
                  <a:cubicBezTo>
                    <a:pt x="223671" y="145578"/>
                    <a:pt x="223671" y="145530"/>
                    <a:pt x="223671" y="145494"/>
                  </a:cubicBezTo>
                  <a:cubicBezTo>
                    <a:pt x="224183" y="145494"/>
                    <a:pt x="224695" y="145482"/>
                    <a:pt x="225207" y="145482"/>
                  </a:cubicBezTo>
                  <a:cubicBezTo>
                    <a:pt x="225243" y="145542"/>
                    <a:pt x="225267" y="145601"/>
                    <a:pt x="225291" y="145649"/>
                  </a:cubicBezTo>
                  <a:cubicBezTo>
                    <a:pt x="225517" y="145661"/>
                    <a:pt x="225731" y="145661"/>
                    <a:pt x="225945" y="145661"/>
                  </a:cubicBezTo>
                  <a:cubicBezTo>
                    <a:pt x="225945" y="145601"/>
                    <a:pt x="225934" y="145542"/>
                    <a:pt x="225934" y="145482"/>
                  </a:cubicBezTo>
                  <a:cubicBezTo>
                    <a:pt x="226374" y="145482"/>
                    <a:pt x="226803" y="145482"/>
                    <a:pt x="227243" y="145494"/>
                  </a:cubicBezTo>
                  <a:cubicBezTo>
                    <a:pt x="227267" y="145554"/>
                    <a:pt x="227291" y="145625"/>
                    <a:pt x="227315" y="145697"/>
                  </a:cubicBezTo>
                  <a:cubicBezTo>
                    <a:pt x="235411" y="145875"/>
                    <a:pt x="242376" y="146220"/>
                    <a:pt x="248734" y="146816"/>
                  </a:cubicBezTo>
                  <a:cubicBezTo>
                    <a:pt x="248651" y="146363"/>
                    <a:pt x="248579" y="145899"/>
                    <a:pt x="248508" y="145423"/>
                  </a:cubicBezTo>
                  <a:lnTo>
                    <a:pt x="248508" y="145423"/>
                  </a:lnTo>
                  <a:cubicBezTo>
                    <a:pt x="248532" y="145506"/>
                    <a:pt x="248567" y="145601"/>
                    <a:pt x="248591" y="145697"/>
                  </a:cubicBezTo>
                  <a:cubicBezTo>
                    <a:pt x="256699" y="145875"/>
                    <a:pt x="263664" y="146220"/>
                    <a:pt x="270022" y="146816"/>
                  </a:cubicBezTo>
                  <a:cubicBezTo>
                    <a:pt x="268463" y="138065"/>
                    <a:pt x="268082" y="126123"/>
                    <a:pt x="268606" y="114598"/>
                  </a:cubicBezTo>
                  <a:cubicBezTo>
                    <a:pt x="267939" y="114478"/>
                    <a:pt x="263926" y="114038"/>
                    <a:pt x="266462" y="113466"/>
                  </a:cubicBezTo>
                  <a:cubicBezTo>
                    <a:pt x="266546" y="113288"/>
                    <a:pt x="266808" y="113347"/>
                    <a:pt x="266974" y="113312"/>
                  </a:cubicBezTo>
                  <a:cubicBezTo>
                    <a:pt x="267105" y="113205"/>
                    <a:pt x="267236" y="113109"/>
                    <a:pt x="267367" y="113002"/>
                  </a:cubicBezTo>
                  <a:cubicBezTo>
                    <a:pt x="267391" y="112954"/>
                    <a:pt x="267403" y="112919"/>
                    <a:pt x="267415" y="112871"/>
                  </a:cubicBezTo>
                  <a:cubicBezTo>
                    <a:pt x="258878" y="111740"/>
                    <a:pt x="264557" y="111323"/>
                    <a:pt x="268856" y="110121"/>
                  </a:cubicBezTo>
                  <a:cubicBezTo>
                    <a:pt x="268951" y="108668"/>
                    <a:pt x="269070" y="107228"/>
                    <a:pt x="269189" y="105811"/>
                  </a:cubicBezTo>
                  <a:cubicBezTo>
                    <a:pt x="269463" y="105846"/>
                    <a:pt x="269749" y="105870"/>
                    <a:pt x="270022" y="105894"/>
                  </a:cubicBezTo>
                  <a:cubicBezTo>
                    <a:pt x="269832" y="104834"/>
                    <a:pt x="269653" y="103727"/>
                    <a:pt x="269510" y="102584"/>
                  </a:cubicBezTo>
                  <a:cubicBezTo>
                    <a:pt x="270094" y="97036"/>
                    <a:pt x="270903" y="91940"/>
                    <a:pt x="271904" y="87809"/>
                  </a:cubicBezTo>
                  <a:lnTo>
                    <a:pt x="271904" y="87809"/>
                  </a:lnTo>
                  <a:cubicBezTo>
                    <a:pt x="270725" y="87928"/>
                    <a:pt x="269570" y="88047"/>
                    <a:pt x="268451" y="88154"/>
                  </a:cubicBezTo>
                  <a:cubicBezTo>
                    <a:pt x="268320" y="83427"/>
                    <a:pt x="268379" y="78510"/>
                    <a:pt x="268606" y="73664"/>
                  </a:cubicBezTo>
                  <a:cubicBezTo>
                    <a:pt x="267939" y="73557"/>
                    <a:pt x="263926" y="73104"/>
                    <a:pt x="266462" y="72545"/>
                  </a:cubicBezTo>
                  <a:cubicBezTo>
                    <a:pt x="266546" y="72366"/>
                    <a:pt x="266808" y="72426"/>
                    <a:pt x="266974" y="72390"/>
                  </a:cubicBezTo>
                  <a:cubicBezTo>
                    <a:pt x="267105" y="72283"/>
                    <a:pt x="267236" y="72176"/>
                    <a:pt x="267367" y="72069"/>
                  </a:cubicBezTo>
                  <a:cubicBezTo>
                    <a:pt x="267391" y="72033"/>
                    <a:pt x="267403" y="71985"/>
                    <a:pt x="267415" y="71949"/>
                  </a:cubicBezTo>
                  <a:cubicBezTo>
                    <a:pt x="258878" y="70818"/>
                    <a:pt x="264557" y="70402"/>
                    <a:pt x="268856" y="69199"/>
                  </a:cubicBezTo>
                  <a:cubicBezTo>
                    <a:pt x="269415" y="60770"/>
                    <a:pt x="270463" y="52840"/>
                    <a:pt x="271904" y="46875"/>
                  </a:cubicBezTo>
                  <a:lnTo>
                    <a:pt x="271904" y="46875"/>
                  </a:lnTo>
                  <a:cubicBezTo>
                    <a:pt x="270606" y="47006"/>
                    <a:pt x="269344" y="47137"/>
                    <a:pt x="268105" y="47256"/>
                  </a:cubicBezTo>
                  <a:cubicBezTo>
                    <a:pt x="267713" y="40803"/>
                    <a:pt x="267689" y="33719"/>
                    <a:pt x="268010" y="26789"/>
                  </a:cubicBezTo>
                  <a:cubicBezTo>
                    <a:pt x="267343" y="26670"/>
                    <a:pt x="263331" y="26230"/>
                    <a:pt x="265867" y="25658"/>
                  </a:cubicBezTo>
                  <a:cubicBezTo>
                    <a:pt x="265950" y="25479"/>
                    <a:pt x="266212" y="25539"/>
                    <a:pt x="266379" y="25503"/>
                  </a:cubicBezTo>
                  <a:cubicBezTo>
                    <a:pt x="266510" y="25396"/>
                    <a:pt x="266641" y="25301"/>
                    <a:pt x="266772" y="25194"/>
                  </a:cubicBezTo>
                  <a:cubicBezTo>
                    <a:pt x="266796" y="25146"/>
                    <a:pt x="266808" y="25110"/>
                    <a:pt x="266820" y="25063"/>
                  </a:cubicBezTo>
                  <a:cubicBezTo>
                    <a:pt x="258283" y="23932"/>
                    <a:pt x="263962" y="23515"/>
                    <a:pt x="268260" y="22312"/>
                  </a:cubicBezTo>
                  <a:cubicBezTo>
                    <a:pt x="268415" y="19919"/>
                    <a:pt x="268856" y="15300"/>
                    <a:pt x="268856" y="15300"/>
                  </a:cubicBezTo>
                  <a:lnTo>
                    <a:pt x="254901" y="1453"/>
                  </a:lnTo>
                  <a:cubicBezTo>
                    <a:pt x="254901" y="1453"/>
                    <a:pt x="251413" y="1679"/>
                    <a:pt x="249615" y="1774"/>
                  </a:cubicBezTo>
                  <a:cubicBezTo>
                    <a:pt x="249746" y="1167"/>
                    <a:pt x="249889" y="572"/>
                    <a:pt x="250020" y="0"/>
                  </a:cubicBezTo>
                  <a:lnTo>
                    <a:pt x="250020" y="0"/>
                  </a:lnTo>
                  <a:cubicBezTo>
                    <a:pt x="240828" y="929"/>
                    <a:pt x="233577" y="1572"/>
                    <a:pt x="225017" y="1929"/>
                  </a:cubicBezTo>
                  <a:cubicBezTo>
                    <a:pt x="224814" y="2179"/>
                    <a:pt x="224600" y="2441"/>
                    <a:pt x="224386" y="2715"/>
                  </a:cubicBezTo>
                  <a:cubicBezTo>
                    <a:pt x="223731" y="2953"/>
                    <a:pt x="223112" y="3274"/>
                    <a:pt x="222647" y="3751"/>
                  </a:cubicBezTo>
                  <a:cubicBezTo>
                    <a:pt x="222755" y="3346"/>
                    <a:pt x="222945" y="2774"/>
                    <a:pt x="223219" y="2000"/>
                  </a:cubicBezTo>
                  <a:cubicBezTo>
                    <a:pt x="223094" y="1992"/>
                    <a:pt x="222968" y="1988"/>
                    <a:pt x="222843" y="1988"/>
                  </a:cubicBezTo>
                  <a:cubicBezTo>
                    <a:pt x="221740" y="1988"/>
                    <a:pt x="220632" y="2285"/>
                    <a:pt x="219537" y="2285"/>
                  </a:cubicBezTo>
                  <a:cubicBezTo>
                    <a:pt x="219371" y="2285"/>
                    <a:pt x="219205" y="2278"/>
                    <a:pt x="219040" y="2262"/>
                  </a:cubicBezTo>
                  <a:cubicBezTo>
                    <a:pt x="218567" y="2506"/>
                    <a:pt x="218202" y="2952"/>
                    <a:pt x="217926" y="2952"/>
                  </a:cubicBezTo>
                  <a:cubicBezTo>
                    <a:pt x="217744" y="2952"/>
                    <a:pt x="217601" y="2757"/>
                    <a:pt x="217492" y="2179"/>
                  </a:cubicBezTo>
                  <a:cubicBezTo>
                    <a:pt x="216420" y="2203"/>
                    <a:pt x="215337" y="2227"/>
                    <a:pt x="214218" y="2239"/>
                  </a:cubicBezTo>
                  <a:cubicBezTo>
                    <a:pt x="210515" y="2179"/>
                    <a:pt x="207169" y="2084"/>
                    <a:pt x="204002" y="1965"/>
                  </a:cubicBezTo>
                  <a:cubicBezTo>
                    <a:pt x="203967" y="2131"/>
                    <a:pt x="203943" y="2298"/>
                    <a:pt x="203919" y="2453"/>
                  </a:cubicBezTo>
                  <a:cubicBezTo>
                    <a:pt x="203550" y="2560"/>
                    <a:pt x="203181" y="2679"/>
                    <a:pt x="202824" y="2822"/>
                  </a:cubicBezTo>
                  <a:cubicBezTo>
                    <a:pt x="202776" y="2548"/>
                    <a:pt x="202728" y="2239"/>
                    <a:pt x="202681" y="1905"/>
                  </a:cubicBezTo>
                  <a:cubicBezTo>
                    <a:pt x="194453" y="1524"/>
                    <a:pt x="187357" y="905"/>
                    <a:pt x="178440" y="0"/>
                  </a:cubicBezTo>
                  <a:lnTo>
                    <a:pt x="178440" y="0"/>
                  </a:lnTo>
                  <a:cubicBezTo>
                    <a:pt x="178582" y="572"/>
                    <a:pt x="178713" y="1167"/>
                    <a:pt x="178844" y="1774"/>
                  </a:cubicBezTo>
                  <a:cubicBezTo>
                    <a:pt x="175773" y="1607"/>
                    <a:pt x="172832" y="1417"/>
                    <a:pt x="169831" y="1179"/>
                  </a:cubicBezTo>
                  <a:cubicBezTo>
                    <a:pt x="169927" y="774"/>
                    <a:pt x="170010" y="381"/>
                    <a:pt x="170105" y="0"/>
                  </a:cubicBezTo>
                  <a:lnTo>
                    <a:pt x="170105" y="0"/>
                  </a:lnTo>
                  <a:cubicBezTo>
                    <a:pt x="167843" y="226"/>
                    <a:pt x="165700" y="441"/>
                    <a:pt x="163628" y="631"/>
                  </a:cubicBezTo>
                  <a:cubicBezTo>
                    <a:pt x="161556" y="441"/>
                    <a:pt x="159413" y="226"/>
                    <a:pt x="157163" y="0"/>
                  </a:cubicBezTo>
                  <a:lnTo>
                    <a:pt x="157163" y="0"/>
                  </a:lnTo>
                  <a:cubicBezTo>
                    <a:pt x="157246" y="381"/>
                    <a:pt x="157342" y="774"/>
                    <a:pt x="157425" y="1179"/>
                  </a:cubicBezTo>
                  <a:cubicBezTo>
                    <a:pt x="153377" y="1500"/>
                    <a:pt x="149400" y="1750"/>
                    <a:pt x="145102" y="1929"/>
                  </a:cubicBezTo>
                  <a:cubicBezTo>
                    <a:pt x="144154" y="3043"/>
                    <a:pt x="143049" y="4616"/>
                    <a:pt x="142712" y="4616"/>
                  </a:cubicBezTo>
                  <a:cubicBezTo>
                    <a:pt x="142491" y="4616"/>
                    <a:pt x="142601" y="3936"/>
                    <a:pt x="143304" y="2000"/>
                  </a:cubicBezTo>
                  <a:cubicBezTo>
                    <a:pt x="143179" y="1992"/>
                    <a:pt x="143053" y="1988"/>
                    <a:pt x="142928" y="1988"/>
                  </a:cubicBezTo>
                  <a:cubicBezTo>
                    <a:pt x="141825" y="1988"/>
                    <a:pt x="140718" y="2285"/>
                    <a:pt x="139622" y="2285"/>
                  </a:cubicBezTo>
                  <a:cubicBezTo>
                    <a:pt x="139456" y="2285"/>
                    <a:pt x="139290" y="2278"/>
                    <a:pt x="139125" y="2262"/>
                  </a:cubicBezTo>
                  <a:cubicBezTo>
                    <a:pt x="138780" y="2441"/>
                    <a:pt x="138494" y="2715"/>
                    <a:pt x="138256" y="2858"/>
                  </a:cubicBezTo>
                  <a:lnTo>
                    <a:pt x="138256" y="2250"/>
                  </a:lnTo>
                  <a:cubicBezTo>
                    <a:pt x="138030" y="2250"/>
                    <a:pt x="137803" y="2239"/>
                    <a:pt x="137589" y="2239"/>
                  </a:cubicBezTo>
                  <a:cubicBezTo>
                    <a:pt x="137577" y="2215"/>
                    <a:pt x="137577" y="2203"/>
                    <a:pt x="137565" y="2179"/>
                  </a:cubicBezTo>
                  <a:cubicBezTo>
                    <a:pt x="137041" y="2191"/>
                    <a:pt x="136494" y="2203"/>
                    <a:pt x="135946" y="2215"/>
                  </a:cubicBezTo>
                  <a:cubicBezTo>
                    <a:pt x="135410" y="2203"/>
                    <a:pt x="134863" y="2191"/>
                    <a:pt x="134327" y="2179"/>
                  </a:cubicBezTo>
                  <a:cubicBezTo>
                    <a:pt x="134327" y="2203"/>
                    <a:pt x="134327" y="2215"/>
                    <a:pt x="134315" y="2239"/>
                  </a:cubicBezTo>
                  <a:cubicBezTo>
                    <a:pt x="134089" y="2239"/>
                    <a:pt x="133874" y="2250"/>
                    <a:pt x="133648" y="2250"/>
                  </a:cubicBezTo>
                  <a:lnTo>
                    <a:pt x="133648" y="2858"/>
                  </a:lnTo>
                  <a:cubicBezTo>
                    <a:pt x="133410" y="2715"/>
                    <a:pt x="133124" y="2441"/>
                    <a:pt x="132779" y="2262"/>
                  </a:cubicBezTo>
                  <a:cubicBezTo>
                    <a:pt x="132604" y="2280"/>
                    <a:pt x="132429" y="2288"/>
                    <a:pt x="132254" y="2288"/>
                  </a:cubicBezTo>
                  <a:cubicBezTo>
                    <a:pt x="131165" y="2288"/>
                    <a:pt x="130064" y="1988"/>
                    <a:pt x="128968" y="1988"/>
                  </a:cubicBezTo>
                  <a:cubicBezTo>
                    <a:pt x="128845" y="1988"/>
                    <a:pt x="128723" y="1992"/>
                    <a:pt x="128600" y="2000"/>
                  </a:cubicBezTo>
                  <a:cubicBezTo>
                    <a:pt x="129303" y="3936"/>
                    <a:pt x="129413" y="4616"/>
                    <a:pt x="129192" y="4616"/>
                  </a:cubicBezTo>
                  <a:cubicBezTo>
                    <a:pt x="128855" y="4616"/>
                    <a:pt x="127750" y="3043"/>
                    <a:pt x="126802" y="1929"/>
                  </a:cubicBezTo>
                  <a:cubicBezTo>
                    <a:pt x="122492" y="1750"/>
                    <a:pt x="118527" y="1500"/>
                    <a:pt x="114467" y="1179"/>
                  </a:cubicBezTo>
                  <a:cubicBezTo>
                    <a:pt x="114562" y="774"/>
                    <a:pt x="114646" y="381"/>
                    <a:pt x="114741" y="0"/>
                  </a:cubicBezTo>
                  <a:lnTo>
                    <a:pt x="114741" y="0"/>
                  </a:lnTo>
                  <a:cubicBezTo>
                    <a:pt x="112491" y="226"/>
                    <a:pt x="110348" y="441"/>
                    <a:pt x="108276" y="631"/>
                  </a:cubicBezTo>
                  <a:cubicBezTo>
                    <a:pt x="106192" y="441"/>
                    <a:pt x="104061" y="226"/>
                    <a:pt x="101799" y="0"/>
                  </a:cubicBezTo>
                  <a:lnTo>
                    <a:pt x="101799" y="0"/>
                  </a:lnTo>
                  <a:cubicBezTo>
                    <a:pt x="101894" y="381"/>
                    <a:pt x="101978" y="774"/>
                    <a:pt x="102073" y="1179"/>
                  </a:cubicBezTo>
                  <a:cubicBezTo>
                    <a:pt x="99072" y="1417"/>
                    <a:pt x="96132" y="1607"/>
                    <a:pt x="93060" y="1774"/>
                  </a:cubicBezTo>
                  <a:cubicBezTo>
                    <a:pt x="93191" y="1167"/>
                    <a:pt x="93322" y="572"/>
                    <a:pt x="93465" y="0"/>
                  </a:cubicBezTo>
                  <a:lnTo>
                    <a:pt x="93465" y="0"/>
                  </a:lnTo>
                  <a:cubicBezTo>
                    <a:pt x="84535" y="905"/>
                    <a:pt x="77439" y="1524"/>
                    <a:pt x="69212" y="1905"/>
                  </a:cubicBezTo>
                  <a:cubicBezTo>
                    <a:pt x="69164" y="2239"/>
                    <a:pt x="69116" y="2548"/>
                    <a:pt x="69081" y="2822"/>
                  </a:cubicBezTo>
                  <a:cubicBezTo>
                    <a:pt x="68723" y="2667"/>
                    <a:pt x="68342" y="2548"/>
                    <a:pt x="67973" y="2453"/>
                  </a:cubicBezTo>
                  <a:cubicBezTo>
                    <a:pt x="67950" y="2298"/>
                    <a:pt x="67926" y="2131"/>
                    <a:pt x="67902" y="1953"/>
                  </a:cubicBezTo>
                  <a:cubicBezTo>
                    <a:pt x="64735" y="2084"/>
                    <a:pt x="61377" y="2179"/>
                    <a:pt x="57686" y="2239"/>
                  </a:cubicBezTo>
                  <a:cubicBezTo>
                    <a:pt x="56567" y="2227"/>
                    <a:pt x="55472" y="2203"/>
                    <a:pt x="54412" y="2179"/>
                  </a:cubicBezTo>
                  <a:cubicBezTo>
                    <a:pt x="54303" y="2757"/>
                    <a:pt x="54160" y="2952"/>
                    <a:pt x="53977" y="2952"/>
                  </a:cubicBezTo>
                  <a:cubicBezTo>
                    <a:pt x="53701" y="2952"/>
                    <a:pt x="53333" y="2506"/>
                    <a:pt x="52852" y="2262"/>
                  </a:cubicBezTo>
                  <a:cubicBezTo>
                    <a:pt x="52687" y="2278"/>
                    <a:pt x="52522" y="2285"/>
                    <a:pt x="52356" y="2285"/>
                  </a:cubicBezTo>
                  <a:cubicBezTo>
                    <a:pt x="51262" y="2285"/>
                    <a:pt x="50161" y="1988"/>
                    <a:pt x="49052" y="1988"/>
                  </a:cubicBezTo>
                  <a:cubicBezTo>
                    <a:pt x="48926" y="1988"/>
                    <a:pt x="48800" y="1992"/>
                    <a:pt x="48673" y="2000"/>
                  </a:cubicBezTo>
                  <a:cubicBezTo>
                    <a:pt x="48959" y="2774"/>
                    <a:pt x="49138" y="3346"/>
                    <a:pt x="49257" y="3751"/>
                  </a:cubicBezTo>
                  <a:cubicBezTo>
                    <a:pt x="48792" y="3274"/>
                    <a:pt x="48173" y="2953"/>
                    <a:pt x="47518" y="2703"/>
                  </a:cubicBezTo>
                  <a:cubicBezTo>
                    <a:pt x="47304" y="2441"/>
                    <a:pt x="47090" y="2179"/>
                    <a:pt x="46875" y="1929"/>
                  </a:cubicBezTo>
                  <a:cubicBezTo>
                    <a:pt x="38315" y="1572"/>
                    <a:pt x="31064" y="929"/>
                    <a:pt x="21872" y="0"/>
                  </a:cubicBezTo>
                  <a:lnTo>
                    <a:pt x="21872" y="0"/>
                  </a:lnTo>
                  <a:cubicBezTo>
                    <a:pt x="22015" y="572"/>
                    <a:pt x="22146" y="1167"/>
                    <a:pt x="22277" y="1774"/>
                  </a:cubicBezTo>
                  <a:cubicBezTo>
                    <a:pt x="15098" y="1393"/>
                    <a:pt x="8573" y="810"/>
                    <a:pt x="5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0" name="Google Shape;1180;p69"/>
            <p:cNvSpPr/>
            <p:nvPr/>
          </p:nvSpPr>
          <p:spPr>
            <a:xfrm>
              <a:off x="283950" y="193150"/>
              <a:ext cx="8615526" cy="4752359"/>
            </a:xfrm>
            <a:custGeom>
              <a:rect b="b" l="l" r="r" t="t"/>
              <a:pathLst>
                <a:path extrusionOk="0" h="146757" w="269046">
                  <a:moveTo>
                    <a:pt x="21241" y="131"/>
                  </a:moveTo>
                  <a:cubicBezTo>
                    <a:pt x="20884" y="346"/>
                    <a:pt x="20527" y="572"/>
                    <a:pt x="20170" y="798"/>
                  </a:cubicBezTo>
                  <a:cubicBezTo>
                    <a:pt x="20217" y="953"/>
                    <a:pt x="20253" y="1120"/>
                    <a:pt x="20289" y="1286"/>
                  </a:cubicBezTo>
                  <a:cubicBezTo>
                    <a:pt x="20860" y="929"/>
                    <a:pt x="21432" y="560"/>
                    <a:pt x="22015" y="203"/>
                  </a:cubicBezTo>
                  <a:cubicBezTo>
                    <a:pt x="21753" y="179"/>
                    <a:pt x="21503" y="155"/>
                    <a:pt x="21241" y="131"/>
                  </a:cubicBezTo>
                  <a:close/>
                  <a:moveTo>
                    <a:pt x="18777" y="1691"/>
                  </a:moveTo>
                  <a:cubicBezTo>
                    <a:pt x="18515" y="1858"/>
                    <a:pt x="18265" y="2012"/>
                    <a:pt x="18015" y="2179"/>
                  </a:cubicBezTo>
                  <a:cubicBezTo>
                    <a:pt x="11788" y="6263"/>
                    <a:pt x="6156" y="10644"/>
                    <a:pt x="1155" y="15252"/>
                  </a:cubicBezTo>
                  <a:cubicBezTo>
                    <a:pt x="1179" y="15455"/>
                    <a:pt x="1203" y="15657"/>
                    <a:pt x="1215" y="15848"/>
                  </a:cubicBezTo>
                  <a:cubicBezTo>
                    <a:pt x="6263" y="11156"/>
                    <a:pt x="11966" y="6727"/>
                    <a:pt x="18277" y="2584"/>
                  </a:cubicBezTo>
                  <a:cubicBezTo>
                    <a:pt x="18705" y="2298"/>
                    <a:pt x="19146" y="2012"/>
                    <a:pt x="19574" y="1739"/>
                  </a:cubicBezTo>
                  <a:cubicBezTo>
                    <a:pt x="19312" y="1727"/>
                    <a:pt x="19039" y="1703"/>
                    <a:pt x="18777" y="1691"/>
                  </a:cubicBezTo>
                  <a:close/>
                  <a:moveTo>
                    <a:pt x="257199" y="5608"/>
                  </a:moveTo>
                  <a:cubicBezTo>
                    <a:pt x="259819" y="11180"/>
                    <a:pt x="262128" y="16943"/>
                    <a:pt x="264105" y="22884"/>
                  </a:cubicBezTo>
                  <a:cubicBezTo>
                    <a:pt x="264307" y="22836"/>
                    <a:pt x="264522" y="22789"/>
                    <a:pt x="264736" y="22741"/>
                  </a:cubicBezTo>
                  <a:cubicBezTo>
                    <a:pt x="262950" y="17360"/>
                    <a:pt x="260890" y="12085"/>
                    <a:pt x="258557" y="6942"/>
                  </a:cubicBezTo>
                  <a:lnTo>
                    <a:pt x="257199" y="5608"/>
                  </a:lnTo>
                  <a:close/>
                  <a:moveTo>
                    <a:pt x="234685" y="1239"/>
                  </a:moveTo>
                  <a:cubicBezTo>
                    <a:pt x="234423" y="1262"/>
                    <a:pt x="234149" y="1286"/>
                    <a:pt x="233887" y="1298"/>
                  </a:cubicBezTo>
                  <a:cubicBezTo>
                    <a:pt x="234554" y="1727"/>
                    <a:pt x="235220" y="2143"/>
                    <a:pt x="235875" y="2584"/>
                  </a:cubicBezTo>
                  <a:cubicBezTo>
                    <a:pt x="245662" y="9001"/>
                    <a:pt x="253961" y="16145"/>
                    <a:pt x="260676" y="23813"/>
                  </a:cubicBezTo>
                  <a:cubicBezTo>
                    <a:pt x="260783" y="23741"/>
                    <a:pt x="260938" y="23682"/>
                    <a:pt x="261140" y="23610"/>
                  </a:cubicBezTo>
                  <a:cubicBezTo>
                    <a:pt x="254377" y="15871"/>
                    <a:pt x="246007" y="8656"/>
                    <a:pt x="236137" y="2179"/>
                  </a:cubicBezTo>
                  <a:cubicBezTo>
                    <a:pt x="235649" y="1870"/>
                    <a:pt x="235173" y="1548"/>
                    <a:pt x="234685" y="1239"/>
                  </a:cubicBezTo>
                  <a:close/>
                  <a:moveTo>
                    <a:pt x="264807" y="25051"/>
                  </a:moveTo>
                  <a:lnTo>
                    <a:pt x="264867" y="25218"/>
                  </a:lnTo>
                  <a:cubicBezTo>
                    <a:pt x="264879" y="25218"/>
                    <a:pt x="264879" y="25206"/>
                    <a:pt x="264891" y="25194"/>
                  </a:cubicBezTo>
                  <a:cubicBezTo>
                    <a:pt x="264914" y="25158"/>
                    <a:pt x="264926" y="25111"/>
                    <a:pt x="264938" y="25075"/>
                  </a:cubicBezTo>
                  <a:cubicBezTo>
                    <a:pt x="264891" y="25063"/>
                    <a:pt x="264855" y="25063"/>
                    <a:pt x="264807" y="25051"/>
                  </a:cubicBezTo>
                  <a:close/>
                  <a:moveTo>
                    <a:pt x="265319" y="26670"/>
                  </a:moveTo>
                  <a:lnTo>
                    <a:pt x="265319" y="26670"/>
                  </a:lnTo>
                  <a:cubicBezTo>
                    <a:pt x="265557" y="27480"/>
                    <a:pt x="265807" y="28290"/>
                    <a:pt x="266034" y="29099"/>
                  </a:cubicBezTo>
                  <a:cubicBezTo>
                    <a:pt x="266057" y="28444"/>
                    <a:pt x="266081" y="27789"/>
                    <a:pt x="266117" y="27135"/>
                  </a:cubicBezTo>
                  <a:cubicBezTo>
                    <a:pt x="266081" y="27016"/>
                    <a:pt x="266046" y="26896"/>
                    <a:pt x="266010" y="26777"/>
                  </a:cubicBezTo>
                  <a:cubicBezTo>
                    <a:pt x="265843" y="26754"/>
                    <a:pt x="265593" y="26718"/>
                    <a:pt x="265319" y="26670"/>
                  </a:cubicBezTo>
                  <a:close/>
                  <a:moveTo>
                    <a:pt x="261188" y="24408"/>
                  </a:moveTo>
                  <a:lnTo>
                    <a:pt x="261188" y="24408"/>
                  </a:lnTo>
                  <a:cubicBezTo>
                    <a:pt x="262902" y="26396"/>
                    <a:pt x="264498" y="28409"/>
                    <a:pt x="265998" y="30456"/>
                  </a:cubicBezTo>
                  <a:cubicBezTo>
                    <a:pt x="265998" y="30195"/>
                    <a:pt x="266010" y="29944"/>
                    <a:pt x="266022" y="29683"/>
                  </a:cubicBezTo>
                  <a:cubicBezTo>
                    <a:pt x="265153" y="28516"/>
                    <a:pt x="264260" y="27361"/>
                    <a:pt x="263331" y="26218"/>
                  </a:cubicBezTo>
                  <a:cubicBezTo>
                    <a:pt x="263200" y="26158"/>
                    <a:pt x="263140" y="26087"/>
                    <a:pt x="263164" y="26015"/>
                  </a:cubicBezTo>
                  <a:cubicBezTo>
                    <a:pt x="262771" y="25539"/>
                    <a:pt x="262378" y="25075"/>
                    <a:pt x="261986" y="24599"/>
                  </a:cubicBezTo>
                  <a:cubicBezTo>
                    <a:pt x="261664" y="24539"/>
                    <a:pt x="261402" y="24468"/>
                    <a:pt x="261188" y="24408"/>
                  </a:cubicBezTo>
                  <a:close/>
                  <a:moveTo>
                    <a:pt x="127076" y="17431"/>
                  </a:moveTo>
                  <a:cubicBezTo>
                    <a:pt x="133339" y="17431"/>
                    <a:pt x="139506" y="17574"/>
                    <a:pt x="145578" y="17848"/>
                  </a:cubicBezTo>
                  <a:cubicBezTo>
                    <a:pt x="146150" y="29278"/>
                    <a:pt x="146554" y="41363"/>
                    <a:pt x="146769" y="53924"/>
                  </a:cubicBezTo>
                  <a:cubicBezTo>
                    <a:pt x="140292" y="53816"/>
                    <a:pt x="133720" y="53769"/>
                    <a:pt x="127076" y="53769"/>
                  </a:cubicBezTo>
                  <a:cubicBezTo>
                    <a:pt x="120432" y="53769"/>
                    <a:pt x="113860" y="53816"/>
                    <a:pt x="107371" y="53924"/>
                  </a:cubicBezTo>
                  <a:cubicBezTo>
                    <a:pt x="107585" y="41363"/>
                    <a:pt x="107990" y="29278"/>
                    <a:pt x="108562" y="17848"/>
                  </a:cubicBezTo>
                  <a:cubicBezTo>
                    <a:pt x="114634" y="17574"/>
                    <a:pt x="120813" y="17431"/>
                    <a:pt x="127076" y="17431"/>
                  </a:cubicBezTo>
                  <a:close/>
                  <a:moveTo>
                    <a:pt x="108359" y="17848"/>
                  </a:moveTo>
                  <a:cubicBezTo>
                    <a:pt x="107776" y="29385"/>
                    <a:pt x="107371" y="41482"/>
                    <a:pt x="107169" y="53924"/>
                  </a:cubicBezTo>
                  <a:cubicBezTo>
                    <a:pt x="94727" y="54138"/>
                    <a:pt x="82630" y="54531"/>
                    <a:pt x="71093" y="55114"/>
                  </a:cubicBezTo>
                  <a:cubicBezTo>
                    <a:pt x="71617" y="43244"/>
                    <a:pt x="72640" y="31766"/>
                    <a:pt x="74117" y="20872"/>
                  </a:cubicBezTo>
                  <a:cubicBezTo>
                    <a:pt x="85011" y="19407"/>
                    <a:pt x="96477" y="18384"/>
                    <a:pt x="108359" y="17848"/>
                  </a:cubicBezTo>
                  <a:close/>
                  <a:moveTo>
                    <a:pt x="145792" y="17860"/>
                  </a:moveTo>
                  <a:lnTo>
                    <a:pt x="145792" y="17860"/>
                  </a:lnTo>
                  <a:cubicBezTo>
                    <a:pt x="157675" y="18384"/>
                    <a:pt x="169141" y="19407"/>
                    <a:pt x="180035" y="20884"/>
                  </a:cubicBezTo>
                  <a:cubicBezTo>
                    <a:pt x="181499" y="31766"/>
                    <a:pt x="182523" y="43244"/>
                    <a:pt x="183059" y="55114"/>
                  </a:cubicBezTo>
                  <a:cubicBezTo>
                    <a:pt x="171522" y="54531"/>
                    <a:pt x="159425" y="54138"/>
                    <a:pt x="146983" y="53924"/>
                  </a:cubicBezTo>
                  <a:cubicBezTo>
                    <a:pt x="146781" y="41482"/>
                    <a:pt x="146376" y="29385"/>
                    <a:pt x="145792" y="17860"/>
                  </a:cubicBezTo>
                  <a:close/>
                  <a:moveTo>
                    <a:pt x="73724" y="20931"/>
                  </a:moveTo>
                  <a:lnTo>
                    <a:pt x="73724" y="20931"/>
                  </a:lnTo>
                  <a:cubicBezTo>
                    <a:pt x="72259" y="31909"/>
                    <a:pt x="71247" y="43375"/>
                    <a:pt x="70724" y="55138"/>
                  </a:cubicBezTo>
                  <a:cubicBezTo>
                    <a:pt x="54805" y="55948"/>
                    <a:pt x="39958" y="57103"/>
                    <a:pt x="26742" y="58579"/>
                  </a:cubicBezTo>
                  <a:cubicBezTo>
                    <a:pt x="27373" y="48816"/>
                    <a:pt x="28599" y="39255"/>
                    <a:pt x="30397" y="29992"/>
                  </a:cubicBezTo>
                  <a:cubicBezTo>
                    <a:pt x="43292" y="26158"/>
                    <a:pt x="57901" y="23086"/>
                    <a:pt x="73724" y="20931"/>
                  </a:cubicBezTo>
                  <a:close/>
                  <a:moveTo>
                    <a:pt x="180416" y="20931"/>
                  </a:moveTo>
                  <a:lnTo>
                    <a:pt x="180416" y="20931"/>
                  </a:lnTo>
                  <a:cubicBezTo>
                    <a:pt x="196251" y="23086"/>
                    <a:pt x="210860" y="26170"/>
                    <a:pt x="223755" y="29992"/>
                  </a:cubicBezTo>
                  <a:cubicBezTo>
                    <a:pt x="225552" y="39255"/>
                    <a:pt x="226779" y="48816"/>
                    <a:pt x="227410" y="58579"/>
                  </a:cubicBezTo>
                  <a:cubicBezTo>
                    <a:pt x="214194" y="57103"/>
                    <a:pt x="199335" y="55948"/>
                    <a:pt x="183416" y="55138"/>
                  </a:cubicBezTo>
                  <a:cubicBezTo>
                    <a:pt x="182904" y="43375"/>
                    <a:pt x="181892" y="31909"/>
                    <a:pt x="180416" y="20931"/>
                  </a:cubicBezTo>
                  <a:close/>
                  <a:moveTo>
                    <a:pt x="70724" y="55352"/>
                  </a:moveTo>
                  <a:cubicBezTo>
                    <a:pt x="70450" y="61436"/>
                    <a:pt x="70319" y="67616"/>
                    <a:pt x="70319" y="73843"/>
                  </a:cubicBezTo>
                  <a:cubicBezTo>
                    <a:pt x="70319" y="80070"/>
                    <a:pt x="70450" y="86237"/>
                    <a:pt x="70724" y="92321"/>
                  </a:cubicBezTo>
                  <a:cubicBezTo>
                    <a:pt x="54543" y="91500"/>
                    <a:pt x="39696" y="90333"/>
                    <a:pt x="26730" y="88892"/>
                  </a:cubicBezTo>
                  <a:cubicBezTo>
                    <a:pt x="26420" y="83915"/>
                    <a:pt x="26254" y="78891"/>
                    <a:pt x="26254" y="73843"/>
                  </a:cubicBezTo>
                  <a:cubicBezTo>
                    <a:pt x="26254" y="68783"/>
                    <a:pt x="26420" y="63758"/>
                    <a:pt x="26730" y="58781"/>
                  </a:cubicBezTo>
                  <a:cubicBezTo>
                    <a:pt x="39696" y="57341"/>
                    <a:pt x="54543" y="56174"/>
                    <a:pt x="70724" y="55352"/>
                  </a:cubicBezTo>
                  <a:close/>
                  <a:moveTo>
                    <a:pt x="183428" y="55352"/>
                  </a:moveTo>
                  <a:cubicBezTo>
                    <a:pt x="199609" y="56174"/>
                    <a:pt x="214444" y="57341"/>
                    <a:pt x="227410" y="58781"/>
                  </a:cubicBezTo>
                  <a:cubicBezTo>
                    <a:pt x="227731" y="63758"/>
                    <a:pt x="227886" y="68783"/>
                    <a:pt x="227886" y="73843"/>
                  </a:cubicBezTo>
                  <a:cubicBezTo>
                    <a:pt x="227886" y="78903"/>
                    <a:pt x="227731" y="83915"/>
                    <a:pt x="227410" y="88892"/>
                  </a:cubicBezTo>
                  <a:cubicBezTo>
                    <a:pt x="214444" y="90333"/>
                    <a:pt x="199609" y="91500"/>
                    <a:pt x="183428" y="92321"/>
                  </a:cubicBezTo>
                  <a:cubicBezTo>
                    <a:pt x="183690" y="86237"/>
                    <a:pt x="183833" y="80070"/>
                    <a:pt x="183833" y="73843"/>
                  </a:cubicBezTo>
                  <a:cubicBezTo>
                    <a:pt x="183833" y="67616"/>
                    <a:pt x="183690" y="61436"/>
                    <a:pt x="183428" y="55352"/>
                  </a:cubicBezTo>
                  <a:close/>
                  <a:moveTo>
                    <a:pt x="107157" y="54138"/>
                  </a:moveTo>
                  <a:cubicBezTo>
                    <a:pt x="107050" y="60627"/>
                    <a:pt x="107002" y="67199"/>
                    <a:pt x="107002" y="73843"/>
                  </a:cubicBezTo>
                  <a:cubicBezTo>
                    <a:pt x="107002" y="80475"/>
                    <a:pt x="107050" y="87047"/>
                    <a:pt x="107157" y="93536"/>
                  </a:cubicBezTo>
                  <a:cubicBezTo>
                    <a:pt x="94596" y="93321"/>
                    <a:pt x="82511" y="92917"/>
                    <a:pt x="71081" y="92345"/>
                  </a:cubicBezTo>
                  <a:cubicBezTo>
                    <a:pt x="70807" y="86273"/>
                    <a:pt x="70676" y="80105"/>
                    <a:pt x="70676" y="73843"/>
                  </a:cubicBezTo>
                  <a:cubicBezTo>
                    <a:pt x="70676" y="67580"/>
                    <a:pt x="70807" y="61401"/>
                    <a:pt x="71081" y="55329"/>
                  </a:cubicBezTo>
                  <a:cubicBezTo>
                    <a:pt x="82511" y="54757"/>
                    <a:pt x="94596" y="54352"/>
                    <a:pt x="107157" y="54138"/>
                  </a:cubicBezTo>
                  <a:close/>
                  <a:moveTo>
                    <a:pt x="146983" y="54138"/>
                  </a:moveTo>
                  <a:cubicBezTo>
                    <a:pt x="159544" y="54352"/>
                    <a:pt x="171641" y="54757"/>
                    <a:pt x="183071" y="55329"/>
                  </a:cubicBezTo>
                  <a:cubicBezTo>
                    <a:pt x="183333" y="61401"/>
                    <a:pt x="183476" y="67568"/>
                    <a:pt x="183476" y="73831"/>
                  </a:cubicBezTo>
                  <a:cubicBezTo>
                    <a:pt x="183476" y="80094"/>
                    <a:pt x="183333" y="86273"/>
                    <a:pt x="183071" y="92345"/>
                  </a:cubicBezTo>
                  <a:cubicBezTo>
                    <a:pt x="171641" y="92917"/>
                    <a:pt x="159544" y="93321"/>
                    <a:pt x="146983" y="93536"/>
                  </a:cubicBezTo>
                  <a:cubicBezTo>
                    <a:pt x="147090" y="87047"/>
                    <a:pt x="147150" y="80475"/>
                    <a:pt x="147150" y="73843"/>
                  </a:cubicBezTo>
                  <a:cubicBezTo>
                    <a:pt x="147150" y="67199"/>
                    <a:pt x="147090" y="60627"/>
                    <a:pt x="146983" y="54138"/>
                  </a:cubicBezTo>
                  <a:close/>
                  <a:moveTo>
                    <a:pt x="127076" y="53971"/>
                  </a:moveTo>
                  <a:cubicBezTo>
                    <a:pt x="133743" y="53971"/>
                    <a:pt x="140327" y="54031"/>
                    <a:pt x="146781" y="54138"/>
                  </a:cubicBezTo>
                  <a:cubicBezTo>
                    <a:pt x="146876" y="60591"/>
                    <a:pt x="146935" y="67163"/>
                    <a:pt x="146935" y="73843"/>
                  </a:cubicBezTo>
                  <a:cubicBezTo>
                    <a:pt x="146935" y="80510"/>
                    <a:pt x="146888" y="87082"/>
                    <a:pt x="146781" y="93536"/>
                  </a:cubicBezTo>
                  <a:cubicBezTo>
                    <a:pt x="140327" y="93643"/>
                    <a:pt x="133743" y="93702"/>
                    <a:pt x="127076" y="93702"/>
                  </a:cubicBezTo>
                  <a:cubicBezTo>
                    <a:pt x="120396" y="93702"/>
                    <a:pt x="113824" y="93643"/>
                    <a:pt x="107371" y="93536"/>
                  </a:cubicBezTo>
                  <a:cubicBezTo>
                    <a:pt x="107264" y="87082"/>
                    <a:pt x="107204" y="80510"/>
                    <a:pt x="107204" y="73843"/>
                  </a:cubicBezTo>
                  <a:cubicBezTo>
                    <a:pt x="107204" y="67163"/>
                    <a:pt x="107264" y="60591"/>
                    <a:pt x="107371" y="54138"/>
                  </a:cubicBezTo>
                  <a:cubicBezTo>
                    <a:pt x="113824" y="54031"/>
                    <a:pt x="120396" y="53971"/>
                    <a:pt x="127076" y="53971"/>
                  </a:cubicBezTo>
                  <a:close/>
                  <a:moveTo>
                    <a:pt x="48" y="105632"/>
                  </a:moveTo>
                  <a:cubicBezTo>
                    <a:pt x="36" y="105716"/>
                    <a:pt x="12" y="105811"/>
                    <a:pt x="0" y="105894"/>
                  </a:cubicBezTo>
                  <a:cubicBezTo>
                    <a:pt x="155" y="105882"/>
                    <a:pt x="310" y="105870"/>
                    <a:pt x="477" y="105859"/>
                  </a:cubicBezTo>
                  <a:cubicBezTo>
                    <a:pt x="334" y="105775"/>
                    <a:pt x="191" y="105704"/>
                    <a:pt x="48" y="105632"/>
                  </a:cubicBezTo>
                  <a:close/>
                  <a:moveTo>
                    <a:pt x="26742" y="89095"/>
                  </a:moveTo>
                  <a:cubicBezTo>
                    <a:pt x="39958" y="90571"/>
                    <a:pt x="54805" y="91726"/>
                    <a:pt x="70724" y="92536"/>
                  </a:cubicBezTo>
                  <a:cubicBezTo>
                    <a:pt x="71247" y="104299"/>
                    <a:pt x="72259" y="115765"/>
                    <a:pt x="73724" y="126742"/>
                  </a:cubicBezTo>
                  <a:cubicBezTo>
                    <a:pt x="57901" y="124587"/>
                    <a:pt x="43292" y="121515"/>
                    <a:pt x="30397" y="117681"/>
                  </a:cubicBezTo>
                  <a:cubicBezTo>
                    <a:pt x="28599" y="108418"/>
                    <a:pt x="27373" y="98858"/>
                    <a:pt x="26742" y="89095"/>
                  </a:cubicBezTo>
                  <a:close/>
                  <a:moveTo>
                    <a:pt x="227410" y="89095"/>
                  </a:moveTo>
                  <a:cubicBezTo>
                    <a:pt x="226779" y="98858"/>
                    <a:pt x="225552" y="108418"/>
                    <a:pt x="223755" y="117681"/>
                  </a:cubicBezTo>
                  <a:cubicBezTo>
                    <a:pt x="210860" y="121515"/>
                    <a:pt x="196251" y="124587"/>
                    <a:pt x="180416" y="126742"/>
                  </a:cubicBezTo>
                  <a:cubicBezTo>
                    <a:pt x="181892" y="115765"/>
                    <a:pt x="182904" y="104299"/>
                    <a:pt x="183416" y="92536"/>
                  </a:cubicBezTo>
                  <a:cubicBezTo>
                    <a:pt x="199347" y="91726"/>
                    <a:pt x="214194" y="90571"/>
                    <a:pt x="227410" y="89095"/>
                  </a:cubicBezTo>
                  <a:close/>
                  <a:moveTo>
                    <a:pt x="71093" y="92559"/>
                  </a:moveTo>
                  <a:lnTo>
                    <a:pt x="71093" y="92559"/>
                  </a:lnTo>
                  <a:cubicBezTo>
                    <a:pt x="82630" y="93143"/>
                    <a:pt x="94715" y="93536"/>
                    <a:pt x="107169" y="93750"/>
                  </a:cubicBezTo>
                  <a:cubicBezTo>
                    <a:pt x="107371" y="106192"/>
                    <a:pt x="107776" y="118289"/>
                    <a:pt x="108347" y="129826"/>
                  </a:cubicBezTo>
                  <a:cubicBezTo>
                    <a:pt x="96477" y="129290"/>
                    <a:pt x="85011" y="128266"/>
                    <a:pt x="74117" y="126790"/>
                  </a:cubicBezTo>
                  <a:cubicBezTo>
                    <a:pt x="72640" y="115907"/>
                    <a:pt x="71617" y="104442"/>
                    <a:pt x="71093" y="92559"/>
                  </a:cubicBezTo>
                  <a:close/>
                  <a:moveTo>
                    <a:pt x="183059" y="92559"/>
                  </a:moveTo>
                  <a:lnTo>
                    <a:pt x="183059" y="92559"/>
                  </a:lnTo>
                  <a:cubicBezTo>
                    <a:pt x="182523" y="104442"/>
                    <a:pt x="181499" y="115907"/>
                    <a:pt x="180035" y="126802"/>
                  </a:cubicBezTo>
                  <a:cubicBezTo>
                    <a:pt x="169141" y="128266"/>
                    <a:pt x="157675" y="129290"/>
                    <a:pt x="145792" y="129826"/>
                  </a:cubicBezTo>
                  <a:cubicBezTo>
                    <a:pt x="146376" y="118289"/>
                    <a:pt x="146769" y="106192"/>
                    <a:pt x="146983" y="93750"/>
                  </a:cubicBezTo>
                  <a:cubicBezTo>
                    <a:pt x="159425" y="93536"/>
                    <a:pt x="171522" y="93143"/>
                    <a:pt x="183059" y="92559"/>
                  </a:cubicBezTo>
                  <a:close/>
                  <a:moveTo>
                    <a:pt x="107371" y="93750"/>
                  </a:moveTo>
                  <a:cubicBezTo>
                    <a:pt x="113860" y="93857"/>
                    <a:pt x="120432" y="93917"/>
                    <a:pt x="127076" y="93917"/>
                  </a:cubicBezTo>
                  <a:cubicBezTo>
                    <a:pt x="133708" y="93917"/>
                    <a:pt x="140292" y="93857"/>
                    <a:pt x="146769" y="93750"/>
                  </a:cubicBezTo>
                  <a:lnTo>
                    <a:pt x="146769" y="93750"/>
                  </a:lnTo>
                  <a:cubicBezTo>
                    <a:pt x="146566" y="106311"/>
                    <a:pt x="146150" y="118396"/>
                    <a:pt x="145578" y="129826"/>
                  </a:cubicBezTo>
                  <a:cubicBezTo>
                    <a:pt x="139506" y="130100"/>
                    <a:pt x="133339" y="130243"/>
                    <a:pt x="127076" y="130243"/>
                  </a:cubicBezTo>
                  <a:cubicBezTo>
                    <a:pt x="120813" y="130243"/>
                    <a:pt x="114634" y="130100"/>
                    <a:pt x="108574" y="129826"/>
                  </a:cubicBezTo>
                  <a:cubicBezTo>
                    <a:pt x="107990" y="118396"/>
                    <a:pt x="107585" y="106311"/>
                    <a:pt x="107371" y="93750"/>
                  </a:cubicBezTo>
                  <a:close/>
                  <a:moveTo>
                    <a:pt x="266653" y="116300"/>
                  </a:moveTo>
                  <a:lnTo>
                    <a:pt x="266653" y="116300"/>
                  </a:lnTo>
                  <a:cubicBezTo>
                    <a:pt x="259152" y="126861"/>
                    <a:pt x="248817" y="136600"/>
                    <a:pt x="235875" y="145101"/>
                  </a:cubicBezTo>
                  <a:cubicBezTo>
                    <a:pt x="235411" y="145399"/>
                    <a:pt x="234946" y="145697"/>
                    <a:pt x="234482" y="145994"/>
                  </a:cubicBezTo>
                  <a:cubicBezTo>
                    <a:pt x="234756" y="146006"/>
                    <a:pt x="235030" y="146018"/>
                    <a:pt x="235304" y="146030"/>
                  </a:cubicBezTo>
                  <a:cubicBezTo>
                    <a:pt x="235577" y="145852"/>
                    <a:pt x="235851" y="145673"/>
                    <a:pt x="236137" y="145494"/>
                  </a:cubicBezTo>
                  <a:cubicBezTo>
                    <a:pt x="248710" y="137243"/>
                    <a:pt x="258854" y="127814"/>
                    <a:pt x="266319" y="117586"/>
                  </a:cubicBezTo>
                  <a:lnTo>
                    <a:pt x="266319" y="117586"/>
                  </a:lnTo>
                  <a:cubicBezTo>
                    <a:pt x="263533" y="127504"/>
                    <a:pt x="259831" y="137005"/>
                    <a:pt x="255306" y="145971"/>
                  </a:cubicBezTo>
                  <a:cubicBezTo>
                    <a:pt x="255544" y="145983"/>
                    <a:pt x="255794" y="145994"/>
                    <a:pt x="256032" y="146006"/>
                  </a:cubicBezTo>
                  <a:cubicBezTo>
                    <a:pt x="260354" y="137374"/>
                    <a:pt x="263879" y="128338"/>
                    <a:pt x="266569" y="118991"/>
                  </a:cubicBezTo>
                  <a:cubicBezTo>
                    <a:pt x="266593" y="118098"/>
                    <a:pt x="266617" y="117193"/>
                    <a:pt x="266653" y="116300"/>
                  </a:cubicBezTo>
                  <a:close/>
                  <a:moveTo>
                    <a:pt x="1798" y="132362"/>
                  </a:moveTo>
                  <a:cubicBezTo>
                    <a:pt x="1774" y="132540"/>
                    <a:pt x="1739" y="132731"/>
                    <a:pt x="1715" y="132933"/>
                  </a:cubicBezTo>
                  <a:cubicBezTo>
                    <a:pt x="6573" y="137362"/>
                    <a:pt x="12014" y="141553"/>
                    <a:pt x="18015" y="145494"/>
                  </a:cubicBezTo>
                  <a:cubicBezTo>
                    <a:pt x="18229" y="145637"/>
                    <a:pt x="18455" y="145780"/>
                    <a:pt x="18669" y="145923"/>
                  </a:cubicBezTo>
                  <a:cubicBezTo>
                    <a:pt x="18681" y="145899"/>
                    <a:pt x="18681" y="145887"/>
                    <a:pt x="18693" y="145875"/>
                  </a:cubicBezTo>
                  <a:lnTo>
                    <a:pt x="18693" y="145875"/>
                  </a:lnTo>
                  <a:cubicBezTo>
                    <a:pt x="18681" y="145899"/>
                    <a:pt x="18693" y="145911"/>
                    <a:pt x="18693" y="145935"/>
                  </a:cubicBezTo>
                  <a:cubicBezTo>
                    <a:pt x="18800" y="146006"/>
                    <a:pt x="18908" y="146066"/>
                    <a:pt x="19015" y="146137"/>
                  </a:cubicBezTo>
                  <a:cubicBezTo>
                    <a:pt x="19348" y="146256"/>
                    <a:pt x="19872" y="146328"/>
                    <a:pt x="20336" y="146423"/>
                  </a:cubicBezTo>
                  <a:cubicBezTo>
                    <a:pt x="19646" y="145983"/>
                    <a:pt x="18955" y="145542"/>
                    <a:pt x="18277" y="145090"/>
                  </a:cubicBezTo>
                  <a:cubicBezTo>
                    <a:pt x="12204" y="141113"/>
                    <a:pt x="6692" y="136850"/>
                    <a:pt x="1798" y="132362"/>
                  </a:cubicBezTo>
                  <a:close/>
                  <a:moveTo>
                    <a:pt x="176558" y="0"/>
                  </a:moveTo>
                  <a:cubicBezTo>
                    <a:pt x="176701" y="572"/>
                    <a:pt x="176832" y="1167"/>
                    <a:pt x="176963" y="1774"/>
                  </a:cubicBezTo>
                  <a:lnTo>
                    <a:pt x="176903" y="1774"/>
                  </a:lnTo>
                  <a:cubicBezTo>
                    <a:pt x="178070" y="7787"/>
                    <a:pt x="179106" y="14038"/>
                    <a:pt x="179975" y="20491"/>
                  </a:cubicBezTo>
                  <a:cubicBezTo>
                    <a:pt x="168998" y="19015"/>
                    <a:pt x="157544" y="18003"/>
                    <a:pt x="145781" y="17491"/>
                  </a:cubicBezTo>
                  <a:cubicBezTo>
                    <a:pt x="145507" y="12157"/>
                    <a:pt x="145197" y="6942"/>
                    <a:pt x="144852" y="1858"/>
                  </a:cubicBezTo>
                  <a:cubicBezTo>
                    <a:pt x="144780" y="1870"/>
                    <a:pt x="144697" y="1870"/>
                    <a:pt x="144626" y="1870"/>
                  </a:cubicBezTo>
                  <a:cubicBezTo>
                    <a:pt x="144971" y="6918"/>
                    <a:pt x="145292" y="12121"/>
                    <a:pt x="145554" y="17479"/>
                  </a:cubicBezTo>
                  <a:cubicBezTo>
                    <a:pt x="139470" y="17217"/>
                    <a:pt x="133303" y="17074"/>
                    <a:pt x="127076" y="17074"/>
                  </a:cubicBezTo>
                  <a:cubicBezTo>
                    <a:pt x="120849" y="17074"/>
                    <a:pt x="114681" y="17217"/>
                    <a:pt x="108585" y="17479"/>
                  </a:cubicBezTo>
                  <a:cubicBezTo>
                    <a:pt x="108895" y="11573"/>
                    <a:pt x="109240" y="5846"/>
                    <a:pt x="109621" y="322"/>
                  </a:cubicBezTo>
                  <a:lnTo>
                    <a:pt x="109621" y="322"/>
                  </a:lnTo>
                  <a:cubicBezTo>
                    <a:pt x="109550" y="334"/>
                    <a:pt x="109478" y="334"/>
                    <a:pt x="109407" y="346"/>
                  </a:cubicBezTo>
                  <a:cubicBezTo>
                    <a:pt x="109014" y="5894"/>
                    <a:pt x="108669" y="11621"/>
                    <a:pt x="108371" y="17491"/>
                  </a:cubicBezTo>
                  <a:cubicBezTo>
                    <a:pt x="96608" y="18003"/>
                    <a:pt x="85142" y="19015"/>
                    <a:pt x="74164" y="20491"/>
                  </a:cubicBezTo>
                  <a:cubicBezTo>
                    <a:pt x="75069" y="13871"/>
                    <a:pt x="76129" y="7454"/>
                    <a:pt x="77343" y="1298"/>
                  </a:cubicBezTo>
                  <a:lnTo>
                    <a:pt x="77343" y="1298"/>
                  </a:lnTo>
                  <a:cubicBezTo>
                    <a:pt x="77212" y="1310"/>
                    <a:pt x="77081" y="1322"/>
                    <a:pt x="76951" y="1334"/>
                  </a:cubicBezTo>
                  <a:cubicBezTo>
                    <a:pt x="75724" y="7537"/>
                    <a:pt x="74665" y="13954"/>
                    <a:pt x="73783" y="20539"/>
                  </a:cubicBezTo>
                  <a:cubicBezTo>
                    <a:pt x="58198" y="22646"/>
                    <a:pt x="43601" y="25682"/>
                    <a:pt x="30480" y="29575"/>
                  </a:cubicBezTo>
                  <a:cubicBezTo>
                    <a:pt x="32374" y="19872"/>
                    <a:pt x="34910" y="10502"/>
                    <a:pt x="38029" y="1560"/>
                  </a:cubicBezTo>
                  <a:cubicBezTo>
                    <a:pt x="37874" y="1548"/>
                    <a:pt x="37708" y="1548"/>
                    <a:pt x="37541" y="1536"/>
                  </a:cubicBezTo>
                  <a:cubicBezTo>
                    <a:pt x="34409" y="10525"/>
                    <a:pt x="31862" y="19955"/>
                    <a:pt x="29968" y="29718"/>
                  </a:cubicBezTo>
                  <a:cubicBezTo>
                    <a:pt x="25849" y="30957"/>
                    <a:pt x="21884" y="32266"/>
                    <a:pt x="18086" y="33659"/>
                  </a:cubicBezTo>
                  <a:cubicBezTo>
                    <a:pt x="12252" y="35802"/>
                    <a:pt x="6942" y="38088"/>
                    <a:pt x="2191" y="40493"/>
                  </a:cubicBezTo>
                  <a:lnTo>
                    <a:pt x="2179" y="40934"/>
                  </a:lnTo>
                  <a:cubicBezTo>
                    <a:pt x="10097" y="36910"/>
                    <a:pt x="19420" y="33278"/>
                    <a:pt x="29885" y="30147"/>
                  </a:cubicBezTo>
                  <a:lnTo>
                    <a:pt x="29885" y="30147"/>
                  </a:lnTo>
                  <a:cubicBezTo>
                    <a:pt x="28111" y="39386"/>
                    <a:pt x="26885" y="48911"/>
                    <a:pt x="26266" y="58627"/>
                  </a:cubicBezTo>
                  <a:cubicBezTo>
                    <a:pt x="23480" y="58948"/>
                    <a:pt x="20765" y="59270"/>
                    <a:pt x="18134" y="59615"/>
                  </a:cubicBezTo>
                  <a:cubicBezTo>
                    <a:pt x="11621" y="60460"/>
                    <a:pt x="5763" y="61365"/>
                    <a:pt x="584" y="62329"/>
                  </a:cubicBezTo>
                  <a:cubicBezTo>
                    <a:pt x="596" y="62389"/>
                    <a:pt x="596" y="62460"/>
                    <a:pt x="608" y="62520"/>
                  </a:cubicBezTo>
                  <a:cubicBezTo>
                    <a:pt x="7942" y="61163"/>
                    <a:pt x="16574" y="59924"/>
                    <a:pt x="26254" y="58841"/>
                  </a:cubicBezTo>
                  <a:lnTo>
                    <a:pt x="26254" y="58841"/>
                  </a:lnTo>
                  <a:cubicBezTo>
                    <a:pt x="25944" y="63794"/>
                    <a:pt x="25777" y="68794"/>
                    <a:pt x="25777" y="73843"/>
                  </a:cubicBezTo>
                  <a:cubicBezTo>
                    <a:pt x="25777" y="78879"/>
                    <a:pt x="25944" y="83880"/>
                    <a:pt x="26254" y="88833"/>
                  </a:cubicBezTo>
                  <a:cubicBezTo>
                    <a:pt x="17014" y="87797"/>
                    <a:pt x="8740" y="86618"/>
                    <a:pt x="1620" y="85332"/>
                  </a:cubicBezTo>
                  <a:cubicBezTo>
                    <a:pt x="1620" y="85404"/>
                    <a:pt x="1620" y="85475"/>
                    <a:pt x="1620" y="85535"/>
                  </a:cubicBezTo>
                  <a:cubicBezTo>
                    <a:pt x="6537" y="86428"/>
                    <a:pt x="12050" y="87273"/>
                    <a:pt x="18134" y="88059"/>
                  </a:cubicBezTo>
                  <a:cubicBezTo>
                    <a:pt x="20765" y="88404"/>
                    <a:pt x="23480" y="88726"/>
                    <a:pt x="26266" y="89047"/>
                  </a:cubicBezTo>
                  <a:cubicBezTo>
                    <a:pt x="26885" y="98762"/>
                    <a:pt x="28099" y="108287"/>
                    <a:pt x="29885" y="117527"/>
                  </a:cubicBezTo>
                  <a:cubicBezTo>
                    <a:pt x="18824" y="114217"/>
                    <a:pt x="9037" y="110359"/>
                    <a:pt x="846" y="106049"/>
                  </a:cubicBezTo>
                  <a:lnTo>
                    <a:pt x="846" y="106049"/>
                  </a:lnTo>
                  <a:cubicBezTo>
                    <a:pt x="858" y="106204"/>
                    <a:pt x="870" y="106359"/>
                    <a:pt x="881" y="106513"/>
                  </a:cubicBezTo>
                  <a:cubicBezTo>
                    <a:pt x="5977" y="109169"/>
                    <a:pt x="11716" y="111669"/>
                    <a:pt x="18086" y="114014"/>
                  </a:cubicBezTo>
                  <a:cubicBezTo>
                    <a:pt x="21884" y="115407"/>
                    <a:pt x="25849" y="116717"/>
                    <a:pt x="29968" y="117955"/>
                  </a:cubicBezTo>
                  <a:cubicBezTo>
                    <a:pt x="31850" y="127611"/>
                    <a:pt x="34350" y="136946"/>
                    <a:pt x="37446" y="145852"/>
                  </a:cubicBezTo>
                  <a:cubicBezTo>
                    <a:pt x="37600" y="145840"/>
                    <a:pt x="37767" y="145840"/>
                    <a:pt x="37934" y="145828"/>
                  </a:cubicBezTo>
                  <a:cubicBezTo>
                    <a:pt x="34862" y="136981"/>
                    <a:pt x="32362" y="127706"/>
                    <a:pt x="30480" y="118098"/>
                  </a:cubicBezTo>
                  <a:lnTo>
                    <a:pt x="30480" y="118098"/>
                  </a:lnTo>
                  <a:cubicBezTo>
                    <a:pt x="43589" y="121992"/>
                    <a:pt x="58198" y="125028"/>
                    <a:pt x="73783" y="127135"/>
                  </a:cubicBezTo>
                  <a:cubicBezTo>
                    <a:pt x="74653" y="133600"/>
                    <a:pt x="75688" y="139910"/>
                    <a:pt x="76879" y="146006"/>
                  </a:cubicBezTo>
                  <a:cubicBezTo>
                    <a:pt x="77010" y="146006"/>
                    <a:pt x="77141" y="146018"/>
                    <a:pt x="77272" y="146018"/>
                  </a:cubicBezTo>
                  <a:cubicBezTo>
                    <a:pt x="76093" y="139970"/>
                    <a:pt x="75046" y="133683"/>
                    <a:pt x="74164" y="127183"/>
                  </a:cubicBezTo>
                  <a:lnTo>
                    <a:pt x="74164" y="127183"/>
                  </a:lnTo>
                  <a:cubicBezTo>
                    <a:pt x="85154" y="128659"/>
                    <a:pt x="96608" y="129659"/>
                    <a:pt x="108371" y="130183"/>
                  </a:cubicBezTo>
                  <a:cubicBezTo>
                    <a:pt x="108657" y="135850"/>
                    <a:pt x="108990" y="141375"/>
                    <a:pt x="109371" y="146733"/>
                  </a:cubicBezTo>
                  <a:cubicBezTo>
                    <a:pt x="109443" y="146745"/>
                    <a:pt x="109514" y="146745"/>
                    <a:pt x="109586" y="146756"/>
                  </a:cubicBezTo>
                  <a:cubicBezTo>
                    <a:pt x="109205" y="141411"/>
                    <a:pt x="108883" y="135886"/>
                    <a:pt x="108585" y="130195"/>
                  </a:cubicBezTo>
                  <a:lnTo>
                    <a:pt x="108585" y="130195"/>
                  </a:lnTo>
                  <a:cubicBezTo>
                    <a:pt x="114681" y="130457"/>
                    <a:pt x="120849" y="130600"/>
                    <a:pt x="127076" y="130600"/>
                  </a:cubicBezTo>
                  <a:cubicBezTo>
                    <a:pt x="133303" y="130600"/>
                    <a:pt x="139470" y="130457"/>
                    <a:pt x="145554" y="130195"/>
                  </a:cubicBezTo>
                  <a:lnTo>
                    <a:pt x="145554" y="130195"/>
                  </a:lnTo>
                  <a:cubicBezTo>
                    <a:pt x="145328" y="134815"/>
                    <a:pt x="145066" y="139327"/>
                    <a:pt x="144769" y="143720"/>
                  </a:cubicBezTo>
                  <a:cubicBezTo>
                    <a:pt x="144828" y="143851"/>
                    <a:pt x="144888" y="143994"/>
                    <a:pt x="144959" y="144161"/>
                  </a:cubicBezTo>
                  <a:cubicBezTo>
                    <a:pt x="145257" y="139613"/>
                    <a:pt x="145531" y="134945"/>
                    <a:pt x="145781" y="130183"/>
                  </a:cubicBezTo>
                  <a:cubicBezTo>
                    <a:pt x="157544" y="129671"/>
                    <a:pt x="168998" y="128659"/>
                    <a:pt x="179975" y="127183"/>
                  </a:cubicBezTo>
                  <a:lnTo>
                    <a:pt x="179975" y="127183"/>
                  </a:lnTo>
                  <a:cubicBezTo>
                    <a:pt x="179106" y="133588"/>
                    <a:pt x="178094" y="139791"/>
                    <a:pt x="176927" y="145756"/>
                  </a:cubicBezTo>
                  <a:lnTo>
                    <a:pt x="177034" y="145756"/>
                  </a:lnTo>
                  <a:cubicBezTo>
                    <a:pt x="177142" y="145697"/>
                    <a:pt x="177249" y="145625"/>
                    <a:pt x="177356" y="145566"/>
                  </a:cubicBezTo>
                  <a:cubicBezTo>
                    <a:pt x="178511" y="139601"/>
                    <a:pt x="179511" y="133445"/>
                    <a:pt x="180368" y="127135"/>
                  </a:cubicBezTo>
                  <a:cubicBezTo>
                    <a:pt x="195953" y="125028"/>
                    <a:pt x="210551" y="121992"/>
                    <a:pt x="223671" y="118098"/>
                  </a:cubicBezTo>
                  <a:lnTo>
                    <a:pt x="223671" y="118098"/>
                  </a:lnTo>
                  <a:cubicBezTo>
                    <a:pt x="221814" y="127599"/>
                    <a:pt x="219337" y="136791"/>
                    <a:pt x="216301" y="145554"/>
                  </a:cubicBezTo>
                  <a:lnTo>
                    <a:pt x="216801" y="145554"/>
                  </a:lnTo>
                  <a:cubicBezTo>
                    <a:pt x="219849" y="136743"/>
                    <a:pt x="222326" y="127504"/>
                    <a:pt x="224183" y="117943"/>
                  </a:cubicBezTo>
                  <a:cubicBezTo>
                    <a:pt x="228291" y="116717"/>
                    <a:pt x="232268" y="115407"/>
                    <a:pt x="236066" y="114002"/>
                  </a:cubicBezTo>
                  <a:cubicBezTo>
                    <a:pt x="249877" y="108930"/>
                    <a:pt x="260747" y="103073"/>
                    <a:pt x="268367" y="96679"/>
                  </a:cubicBezTo>
                  <a:cubicBezTo>
                    <a:pt x="268391" y="96476"/>
                    <a:pt x="268427" y="96286"/>
                    <a:pt x="268451" y="96084"/>
                  </a:cubicBezTo>
                  <a:lnTo>
                    <a:pt x="268451" y="96084"/>
                  </a:lnTo>
                  <a:cubicBezTo>
                    <a:pt x="258592" y="104477"/>
                    <a:pt x="243317" y="111824"/>
                    <a:pt x="224267" y="117527"/>
                  </a:cubicBezTo>
                  <a:cubicBezTo>
                    <a:pt x="226041" y="108287"/>
                    <a:pt x="227267" y="98762"/>
                    <a:pt x="227886" y="89047"/>
                  </a:cubicBezTo>
                  <a:cubicBezTo>
                    <a:pt x="230672" y="88726"/>
                    <a:pt x="233387" y="88404"/>
                    <a:pt x="236018" y="88059"/>
                  </a:cubicBezTo>
                  <a:cubicBezTo>
                    <a:pt x="248770" y="86404"/>
                    <a:pt x="259009" y="84511"/>
                    <a:pt x="266510" y="82451"/>
                  </a:cubicBezTo>
                  <a:cubicBezTo>
                    <a:pt x="266510" y="82379"/>
                    <a:pt x="266510" y="82308"/>
                    <a:pt x="266510" y="82249"/>
                  </a:cubicBezTo>
                  <a:cubicBezTo>
                    <a:pt x="257306" y="84773"/>
                    <a:pt x="244079" y="87023"/>
                    <a:pt x="227898" y="88833"/>
                  </a:cubicBezTo>
                  <a:cubicBezTo>
                    <a:pt x="228208" y="83880"/>
                    <a:pt x="228362" y="78867"/>
                    <a:pt x="228362" y="73831"/>
                  </a:cubicBezTo>
                  <a:cubicBezTo>
                    <a:pt x="228362" y="68794"/>
                    <a:pt x="228208" y="63782"/>
                    <a:pt x="227898" y="58829"/>
                  </a:cubicBezTo>
                  <a:lnTo>
                    <a:pt x="227898" y="58829"/>
                  </a:lnTo>
                  <a:cubicBezTo>
                    <a:pt x="244519" y="60698"/>
                    <a:pt x="258009" y="63008"/>
                    <a:pt x="267248" y="65627"/>
                  </a:cubicBezTo>
                  <a:cubicBezTo>
                    <a:pt x="267248" y="65556"/>
                    <a:pt x="267260" y="65496"/>
                    <a:pt x="267260" y="65425"/>
                  </a:cubicBezTo>
                  <a:cubicBezTo>
                    <a:pt x="259711" y="63282"/>
                    <a:pt x="249210" y="61317"/>
                    <a:pt x="236018" y="59603"/>
                  </a:cubicBezTo>
                  <a:cubicBezTo>
                    <a:pt x="233387" y="59270"/>
                    <a:pt x="230672" y="58936"/>
                    <a:pt x="227886" y="58627"/>
                  </a:cubicBezTo>
                  <a:cubicBezTo>
                    <a:pt x="227267" y="48899"/>
                    <a:pt x="226041" y="39374"/>
                    <a:pt x="224267" y="30135"/>
                  </a:cubicBezTo>
                  <a:lnTo>
                    <a:pt x="224267" y="30135"/>
                  </a:lnTo>
                  <a:cubicBezTo>
                    <a:pt x="243650" y="35945"/>
                    <a:pt x="259116" y="43446"/>
                    <a:pt x="268963" y="52019"/>
                  </a:cubicBezTo>
                  <a:cubicBezTo>
                    <a:pt x="268986" y="51864"/>
                    <a:pt x="269010" y="51709"/>
                    <a:pt x="269046" y="51566"/>
                  </a:cubicBezTo>
                  <a:cubicBezTo>
                    <a:pt x="261390" y="44946"/>
                    <a:pt x="250294" y="38886"/>
                    <a:pt x="236066" y="33659"/>
                  </a:cubicBezTo>
                  <a:cubicBezTo>
                    <a:pt x="232268" y="32266"/>
                    <a:pt x="228291" y="30945"/>
                    <a:pt x="224183" y="29718"/>
                  </a:cubicBezTo>
                  <a:cubicBezTo>
                    <a:pt x="222338" y="20277"/>
                    <a:pt x="219909" y="11133"/>
                    <a:pt x="216908" y="2417"/>
                  </a:cubicBezTo>
                  <a:cubicBezTo>
                    <a:pt x="216766" y="2513"/>
                    <a:pt x="216635" y="2620"/>
                    <a:pt x="216504" y="2715"/>
                  </a:cubicBezTo>
                  <a:cubicBezTo>
                    <a:pt x="219456" y="11299"/>
                    <a:pt x="221850" y="20277"/>
                    <a:pt x="223671" y="29563"/>
                  </a:cubicBezTo>
                  <a:cubicBezTo>
                    <a:pt x="210551" y="25682"/>
                    <a:pt x="195953" y="22646"/>
                    <a:pt x="180368" y="20539"/>
                  </a:cubicBezTo>
                  <a:cubicBezTo>
                    <a:pt x="179416" y="13490"/>
                    <a:pt x="178273" y="6644"/>
                    <a:pt x="176951" y="36"/>
                  </a:cubicBezTo>
                  <a:cubicBezTo>
                    <a:pt x="176820" y="24"/>
                    <a:pt x="176689" y="12"/>
                    <a:pt x="176558" y="0"/>
                  </a:cubicBezTo>
                  <a:close/>
                </a:path>
              </a:pathLst>
            </a:custGeom>
            <a:solidFill>
              <a:srgbClr val="E3C98E">
                <a:alpha val="246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81" name="Google Shape;1181;p6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182" name="Google Shape;1182;p69"/>
          <p:cNvSpPr txBox="1"/>
          <p:nvPr>
            <p:ph idx="1" type="subTitle"/>
          </p:nvPr>
        </p:nvSpPr>
        <p:spPr>
          <a:xfrm>
            <a:off x="1346052" y="2497099"/>
            <a:ext cx="1930800" cy="11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3" name="Google Shape;1183;p69"/>
          <p:cNvSpPr txBox="1"/>
          <p:nvPr>
            <p:ph idx="2" type="subTitle"/>
          </p:nvPr>
        </p:nvSpPr>
        <p:spPr>
          <a:xfrm>
            <a:off x="3606597" y="2497099"/>
            <a:ext cx="1930800" cy="11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4" name="Google Shape;1184;p69"/>
          <p:cNvSpPr txBox="1"/>
          <p:nvPr>
            <p:ph idx="3" type="subTitle"/>
          </p:nvPr>
        </p:nvSpPr>
        <p:spPr>
          <a:xfrm>
            <a:off x="5867148" y="2497099"/>
            <a:ext cx="1930800" cy="11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5" name="Google Shape;1185;p69"/>
          <p:cNvSpPr txBox="1"/>
          <p:nvPr>
            <p:ph idx="4" type="subTitle"/>
          </p:nvPr>
        </p:nvSpPr>
        <p:spPr>
          <a:xfrm>
            <a:off x="1346060" y="1837100"/>
            <a:ext cx="1930800" cy="66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Sansita"/>
                <a:ea typeface="Sansita"/>
                <a:cs typeface="Sansita"/>
                <a:sym typeface="Sansit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186" name="Google Shape;1186;p69"/>
          <p:cNvSpPr txBox="1"/>
          <p:nvPr>
            <p:ph idx="5" type="subTitle"/>
          </p:nvPr>
        </p:nvSpPr>
        <p:spPr>
          <a:xfrm>
            <a:off x="3606602" y="1837100"/>
            <a:ext cx="1930800" cy="66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Sansita"/>
                <a:ea typeface="Sansita"/>
                <a:cs typeface="Sansita"/>
                <a:sym typeface="Sansit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187" name="Google Shape;1187;p69"/>
          <p:cNvSpPr txBox="1"/>
          <p:nvPr>
            <p:ph idx="6" type="subTitle"/>
          </p:nvPr>
        </p:nvSpPr>
        <p:spPr>
          <a:xfrm>
            <a:off x="5867144" y="1837100"/>
            <a:ext cx="1930800" cy="66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Sansita"/>
                <a:ea typeface="Sansita"/>
                <a:cs typeface="Sansita"/>
                <a:sym typeface="Sansit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1188" name="Google Shape;1188;p69"/>
          <p:cNvGrpSpPr/>
          <p:nvPr/>
        </p:nvGrpSpPr>
        <p:grpSpPr>
          <a:xfrm>
            <a:off x="7899542" y="3856026"/>
            <a:ext cx="1062483" cy="1096997"/>
            <a:chOff x="7650917" y="3856026"/>
            <a:chExt cx="1062483" cy="1096997"/>
          </a:xfrm>
        </p:grpSpPr>
        <p:sp>
          <p:nvSpPr>
            <p:cNvPr id="1189" name="Google Shape;1189;p69"/>
            <p:cNvSpPr/>
            <p:nvPr/>
          </p:nvSpPr>
          <p:spPr>
            <a:xfrm>
              <a:off x="7797912" y="4898124"/>
              <a:ext cx="709800" cy="54900"/>
            </a:xfrm>
            <a:prstGeom prst="ellipse">
              <a:avLst/>
            </a:prstGeom>
            <a:solidFill>
              <a:srgbClr val="033342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90" name="Google Shape;1190;p69"/>
            <p:cNvGrpSpPr/>
            <p:nvPr/>
          </p:nvGrpSpPr>
          <p:grpSpPr>
            <a:xfrm flipH="1">
              <a:off x="7650917" y="3856026"/>
              <a:ext cx="1062483" cy="1084667"/>
              <a:chOff x="5518825" y="5502600"/>
              <a:chExt cx="603375" cy="580750"/>
            </a:xfrm>
          </p:grpSpPr>
          <p:sp>
            <p:nvSpPr>
              <p:cNvPr id="1191" name="Google Shape;1191;p69"/>
              <p:cNvSpPr/>
              <p:nvPr/>
            </p:nvSpPr>
            <p:spPr>
              <a:xfrm>
                <a:off x="5518825" y="5502600"/>
                <a:ext cx="400075" cy="580750"/>
              </a:xfrm>
              <a:custGeom>
                <a:rect b="b" l="l" r="r" t="t"/>
                <a:pathLst>
                  <a:path extrusionOk="0" h="23230" w="16003">
                    <a:moveTo>
                      <a:pt x="10859" y="1"/>
                    </a:moveTo>
                    <a:cubicBezTo>
                      <a:pt x="7502" y="763"/>
                      <a:pt x="4597" y="2548"/>
                      <a:pt x="2668" y="5037"/>
                    </a:cubicBezTo>
                    <a:cubicBezTo>
                      <a:pt x="727" y="7549"/>
                      <a:pt x="1" y="10454"/>
                      <a:pt x="632" y="13228"/>
                    </a:cubicBezTo>
                    <a:cubicBezTo>
                      <a:pt x="1275" y="16014"/>
                      <a:pt x="3180" y="18312"/>
                      <a:pt x="6025" y="19729"/>
                    </a:cubicBezTo>
                    <a:cubicBezTo>
                      <a:pt x="7871" y="20646"/>
                      <a:pt x="9954" y="21110"/>
                      <a:pt x="12109" y="21110"/>
                    </a:cubicBezTo>
                    <a:cubicBezTo>
                      <a:pt x="12443" y="21110"/>
                      <a:pt x="12776" y="21098"/>
                      <a:pt x="13110" y="21075"/>
                    </a:cubicBezTo>
                    <a:lnTo>
                      <a:pt x="13110" y="21075"/>
                    </a:lnTo>
                    <a:lnTo>
                      <a:pt x="12824" y="22706"/>
                    </a:lnTo>
                    <a:lnTo>
                      <a:pt x="10788" y="22360"/>
                    </a:lnTo>
                    <a:lnTo>
                      <a:pt x="11216" y="23230"/>
                    </a:lnTo>
                    <a:lnTo>
                      <a:pt x="15574" y="23230"/>
                    </a:lnTo>
                    <a:lnTo>
                      <a:pt x="16003" y="22313"/>
                    </a:lnTo>
                    <a:lnTo>
                      <a:pt x="13907" y="22670"/>
                    </a:lnTo>
                    <a:lnTo>
                      <a:pt x="13538" y="21039"/>
                    </a:lnTo>
                    <a:cubicBezTo>
                      <a:pt x="14217" y="20979"/>
                      <a:pt x="14907" y="20860"/>
                      <a:pt x="15598" y="20705"/>
                    </a:cubicBezTo>
                    <a:lnTo>
                      <a:pt x="15455" y="20098"/>
                    </a:lnTo>
                    <a:cubicBezTo>
                      <a:pt x="14335" y="20355"/>
                      <a:pt x="13210" y="20483"/>
                      <a:pt x="12106" y="20483"/>
                    </a:cubicBezTo>
                    <a:cubicBezTo>
                      <a:pt x="10043" y="20483"/>
                      <a:pt x="8052" y="20038"/>
                      <a:pt x="6299" y="19170"/>
                    </a:cubicBezTo>
                    <a:cubicBezTo>
                      <a:pt x="3632" y="17848"/>
                      <a:pt x="1834" y="15681"/>
                      <a:pt x="1239" y="13097"/>
                    </a:cubicBezTo>
                    <a:cubicBezTo>
                      <a:pt x="644" y="10502"/>
                      <a:pt x="1334" y="7775"/>
                      <a:pt x="3156" y="5418"/>
                    </a:cubicBezTo>
                    <a:cubicBezTo>
                      <a:pt x="5001" y="3049"/>
                      <a:pt x="7787" y="1334"/>
                      <a:pt x="10990" y="608"/>
                    </a:cubicBezTo>
                    <a:lnTo>
                      <a:pt x="1085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2" name="Google Shape;1192;p69"/>
              <p:cNvSpPr/>
              <p:nvPr/>
            </p:nvSpPr>
            <p:spPr>
              <a:xfrm>
                <a:off x="5575100" y="5527025"/>
                <a:ext cx="547100" cy="458400"/>
              </a:xfrm>
              <a:custGeom>
                <a:rect b="b" l="l" r="r" t="t"/>
                <a:pathLst>
                  <a:path extrusionOk="0" h="18336" w="21884">
                    <a:moveTo>
                      <a:pt x="11390" y="0"/>
                    </a:moveTo>
                    <a:cubicBezTo>
                      <a:pt x="10437" y="0"/>
                      <a:pt x="9459" y="108"/>
                      <a:pt x="8477" y="333"/>
                    </a:cubicBezTo>
                    <a:cubicBezTo>
                      <a:pt x="7251" y="607"/>
                      <a:pt x="6120" y="1048"/>
                      <a:pt x="5096" y="1619"/>
                    </a:cubicBezTo>
                    <a:lnTo>
                      <a:pt x="560" y="7227"/>
                    </a:lnTo>
                    <a:lnTo>
                      <a:pt x="0" y="10227"/>
                    </a:lnTo>
                    <a:lnTo>
                      <a:pt x="1286" y="13109"/>
                    </a:lnTo>
                    <a:lnTo>
                      <a:pt x="1667" y="15502"/>
                    </a:lnTo>
                    <a:cubicBezTo>
                      <a:pt x="2810" y="16752"/>
                      <a:pt x="4334" y="17704"/>
                      <a:pt x="6084" y="18252"/>
                    </a:cubicBezTo>
                    <a:lnTo>
                      <a:pt x="7822" y="18335"/>
                    </a:lnTo>
                    <a:lnTo>
                      <a:pt x="11132" y="17419"/>
                    </a:lnTo>
                    <a:lnTo>
                      <a:pt x="13978" y="16823"/>
                    </a:lnTo>
                    <a:lnTo>
                      <a:pt x="17478" y="16240"/>
                    </a:lnTo>
                    <a:cubicBezTo>
                      <a:pt x="20288" y="14097"/>
                      <a:pt x="21884" y="10906"/>
                      <a:pt x="21479" y="7691"/>
                    </a:cubicBezTo>
                    <a:lnTo>
                      <a:pt x="18729" y="3095"/>
                    </a:lnTo>
                    <a:lnTo>
                      <a:pt x="15133" y="583"/>
                    </a:lnTo>
                    <a:cubicBezTo>
                      <a:pt x="13967" y="204"/>
                      <a:pt x="12702" y="0"/>
                      <a:pt x="1139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3" name="Google Shape;1193;p69"/>
              <p:cNvSpPr/>
              <p:nvPr/>
            </p:nvSpPr>
            <p:spPr>
              <a:xfrm>
                <a:off x="5727200" y="5908950"/>
                <a:ext cx="284875" cy="88100"/>
              </a:xfrm>
              <a:custGeom>
                <a:rect b="b" l="l" r="r" t="t"/>
                <a:pathLst>
                  <a:path extrusionOk="0" h="3524" w="11395">
                    <a:moveTo>
                      <a:pt x="8679" y="0"/>
                    </a:moveTo>
                    <a:cubicBezTo>
                      <a:pt x="6842" y="0"/>
                      <a:pt x="4693" y="745"/>
                      <a:pt x="3358" y="1439"/>
                    </a:cubicBezTo>
                    <a:cubicBezTo>
                      <a:pt x="2500" y="1880"/>
                      <a:pt x="1667" y="2332"/>
                      <a:pt x="798" y="2713"/>
                    </a:cubicBezTo>
                    <a:cubicBezTo>
                      <a:pt x="548" y="2808"/>
                      <a:pt x="274" y="2916"/>
                      <a:pt x="0" y="2975"/>
                    </a:cubicBezTo>
                    <a:cubicBezTo>
                      <a:pt x="1132" y="3334"/>
                      <a:pt x="2352" y="3524"/>
                      <a:pt x="3615" y="3524"/>
                    </a:cubicBezTo>
                    <a:cubicBezTo>
                      <a:pt x="4571" y="3524"/>
                      <a:pt x="5552" y="3415"/>
                      <a:pt x="6537" y="3189"/>
                    </a:cubicBezTo>
                    <a:cubicBezTo>
                      <a:pt x="8382" y="2773"/>
                      <a:pt x="10025" y="1987"/>
                      <a:pt x="11394" y="963"/>
                    </a:cubicBezTo>
                    <a:cubicBezTo>
                      <a:pt x="10759" y="265"/>
                      <a:pt x="9774" y="0"/>
                      <a:pt x="86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4" name="Google Shape;1194;p69"/>
              <p:cNvSpPr/>
              <p:nvPr/>
            </p:nvSpPr>
            <p:spPr>
              <a:xfrm>
                <a:off x="5546525" y="5567500"/>
                <a:ext cx="180700" cy="347075"/>
              </a:xfrm>
              <a:custGeom>
                <a:rect b="b" l="l" r="r" t="t"/>
                <a:pathLst>
                  <a:path extrusionOk="0" h="13883" w="7228">
                    <a:moveTo>
                      <a:pt x="6239" y="0"/>
                    </a:moveTo>
                    <a:cubicBezTo>
                      <a:pt x="2274" y="2191"/>
                      <a:pt x="0" y="6275"/>
                      <a:pt x="905" y="10251"/>
                    </a:cubicBezTo>
                    <a:cubicBezTo>
                      <a:pt x="1215" y="11632"/>
                      <a:pt x="1893" y="12859"/>
                      <a:pt x="2810" y="13883"/>
                    </a:cubicBezTo>
                    <a:cubicBezTo>
                      <a:pt x="2893" y="13609"/>
                      <a:pt x="3036" y="13359"/>
                      <a:pt x="3179" y="13156"/>
                    </a:cubicBezTo>
                    <a:cubicBezTo>
                      <a:pt x="3798" y="12216"/>
                      <a:pt x="5001" y="11704"/>
                      <a:pt x="4977" y="10418"/>
                    </a:cubicBezTo>
                    <a:cubicBezTo>
                      <a:pt x="4917" y="8573"/>
                      <a:pt x="1703" y="9894"/>
                      <a:pt x="1619" y="8049"/>
                    </a:cubicBezTo>
                    <a:cubicBezTo>
                      <a:pt x="1589" y="7321"/>
                      <a:pt x="1909" y="7123"/>
                      <a:pt x="2336" y="7123"/>
                    </a:cubicBezTo>
                    <a:cubicBezTo>
                      <a:pt x="2847" y="7123"/>
                      <a:pt x="3511" y="7408"/>
                      <a:pt x="3909" y="7408"/>
                    </a:cubicBezTo>
                    <a:cubicBezTo>
                      <a:pt x="4098" y="7408"/>
                      <a:pt x="4226" y="7344"/>
                      <a:pt x="4251" y="7156"/>
                    </a:cubicBezTo>
                    <a:cubicBezTo>
                      <a:pt x="4298" y="6810"/>
                      <a:pt x="3465" y="6310"/>
                      <a:pt x="3298" y="6001"/>
                    </a:cubicBezTo>
                    <a:cubicBezTo>
                      <a:pt x="2965" y="5334"/>
                      <a:pt x="3465" y="4917"/>
                      <a:pt x="4072" y="4715"/>
                    </a:cubicBezTo>
                    <a:cubicBezTo>
                      <a:pt x="5251" y="4322"/>
                      <a:pt x="6679" y="4524"/>
                      <a:pt x="7013" y="2989"/>
                    </a:cubicBezTo>
                    <a:cubicBezTo>
                      <a:pt x="7227" y="1977"/>
                      <a:pt x="6799" y="953"/>
                      <a:pt x="623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5" name="Google Shape;1195;p69"/>
              <p:cNvSpPr/>
              <p:nvPr/>
            </p:nvSpPr>
            <p:spPr>
              <a:xfrm>
                <a:off x="5913225" y="5541600"/>
                <a:ext cx="198850" cy="317400"/>
              </a:xfrm>
              <a:custGeom>
                <a:rect b="b" l="l" r="r" t="t"/>
                <a:pathLst>
                  <a:path extrusionOk="0" h="12696" w="7954">
                    <a:moveTo>
                      <a:pt x="1608" y="0"/>
                    </a:moveTo>
                    <a:cubicBezTo>
                      <a:pt x="1667" y="524"/>
                      <a:pt x="1834" y="1060"/>
                      <a:pt x="2048" y="1512"/>
                    </a:cubicBezTo>
                    <a:cubicBezTo>
                      <a:pt x="2418" y="2286"/>
                      <a:pt x="2977" y="2096"/>
                      <a:pt x="3727" y="2286"/>
                    </a:cubicBezTo>
                    <a:cubicBezTo>
                      <a:pt x="4311" y="2429"/>
                      <a:pt x="5073" y="2727"/>
                      <a:pt x="4846" y="3429"/>
                    </a:cubicBezTo>
                    <a:cubicBezTo>
                      <a:pt x="4584" y="4322"/>
                      <a:pt x="3703" y="4894"/>
                      <a:pt x="3191" y="5620"/>
                    </a:cubicBezTo>
                    <a:cubicBezTo>
                      <a:pt x="2072" y="7215"/>
                      <a:pt x="1" y="10228"/>
                      <a:pt x="2275" y="11764"/>
                    </a:cubicBezTo>
                    <a:cubicBezTo>
                      <a:pt x="2992" y="12225"/>
                      <a:pt x="4002" y="12695"/>
                      <a:pt x="4914" y="12695"/>
                    </a:cubicBezTo>
                    <a:cubicBezTo>
                      <a:pt x="5061" y="12695"/>
                      <a:pt x="5206" y="12683"/>
                      <a:pt x="5346" y="12657"/>
                    </a:cubicBezTo>
                    <a:cubicBezTo>
                      <a:pt x="6406" y="12466"/>
                      <a:pt x="5882" y="11597"/>
                      <a:pt x="5466" y="11061"/>
                    </a:cubicBezTo>
                    <a:cubicBezTo>
                      <a:pt x="4930" y="10287"/>
                      <a:pt x="4168" y="9073"/>
                      <a:pt x="4965" y="8239"/>
                    </a:cubicBezTo>
                    <a:cubicBezTo>
                      <a:pt x="5668" y="7489"/>
                      <a:pt x="6847" y="7120"/>
                      <a:pt x="7954" y="7108"/>
                    </a:cubicBezTo>
                    <a:cubicBezTo>
                      <a:pt x="7918" y="6858"/>
                      <a:pt x="7871" y="6608"/>
                      <a:pt x="7811" y="6346"/>
                    </a:cubicBezTo>
                    <a:cubicBezTo>
                      <a:pt x="7121" y="3310"/>
                      <a:pt x="4715" y="1024"/>
                      <a:pt x="160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196" name="Google Shape;1196;p69"/>
          <p:cNvGrpSpPr/>
          <p:nvPr/>
        </p:nvGrpSpPr>
        <p:grpSpPr>
          <a:xfrm>
            <a:off x="153433" y="3969798"/>
            <a:ext cx="1448589" cy="1096968"/>
            <a:chOff x="153433" y="3969798"/>
            <a:chExt cx="1448589" cy="1096968"/>
          </a:xfrm>
        </p:grpSpPr>
        <p:sp>
          <p:nvSpPr>
            <p:cNvPr id="1197" name="Google Shape;1197;p69"/>
            <p:cNvSpPr/>
            <p:nvPr/>
          </p:nvSpPr>
          <p:spPr>
            <a:xfrm>
              <a:off x="522837" y="4953024"/>
              <a:ext cx="709800" cy="54900"/>
            </a:xfrm>
            <a:prstGeom prst="ellipse">
              <a:avLst/>
            </a:prstGeom>
            <a:solidFill>
              <a:srgbClr val="033342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98" name="Google Shape;1198;p69"/>
            <p:cNvGrpSpPr/>
            <p:nvPr/>
          </p:nvGrpSpPr>
          <p:grpSpPr>
            <a:xfrm>
              <a:off x="153433" y="3969798"/>
              <a:ext cx="1448589" cy="1096968"/>
              <a:chOff x="3321225" y="6290500"/>
              <a:chExt cx="645050" cy="488475"/>
            </a:xfrm>
          </p:grpSpPr>
          <p:sp>
            <p:nvSpPr>
              <p:cNvPr id="1199" name="Google Shape;1199;p69"/>
              <p:cNvSpPr/>
              <p:nvPr/>
            </p:nvSpPr>
            <p:spPr>
              <a:xfrm>
                <a:off x="3321225" y="6290500"/>
                <a:ext cx="645050" cy="488475"/>
              </a:xfrm>
              <a:custGeom>
                <a:rect b="b" l="l" r="r" t="t"/>
                <a:pathLst>
                  <a:path extrusionOk="0" h="19539" w="25802">
                    <a:moveTo>
                      <a:pt x="16824" y="0"/>
                    </a:moveTo>
                    <a:lnTo>
                      <a:pt x="11752" y="5001"/>
                    </a:lnTo>
                    <a:lnTo>
                      <a:pt x="4883" y="2405"/>
                    </a:lnTo>
                    <a:lnTo>
                      <a:pt x="1" y="6513"/>
                    </a:lnTo>
                    <a:lnTo>
                      <a:pt x="3859" y="19538"/>
                    </a:lnTo>
                    <a:lnTo>
                      <a:pt x="9050" y="15919"/>
                    </a:lnTo>
                    <a:lnTo>
                      <a:pt x="15681" y="18264"/>
                    </a:lnTo>
                    <a:lnTo>
                      <a:pt x="19896" y="14050"/>
                    </a:lnTo>
                    <a:lnTo>
                      <a:pt x="25802" y="16038"/>
                    </a:lnTo>
                    <a:lnTo>
                      <a:pt x="23337" y="1751"/>
                    </a:lnTo>
                    <a:lnTo>
                      <a:pt x="1682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0" name="Google Shape;1200;p69"/>
              <p:cNvSpPr/>
              <p:nvPr/>
            </p:nvSpPr>
            <p:spPr>
              <a:xfrm>
                <a:off x="3356350" y="6321150"/>
                <a:ext cx="591775" cy="436100"/>
              </a:xfrm>
              <a:custGeom>
                <a:rect b="b" l="l" r="r" t="t"/>
                <a:pathLst>
                  <a:path extrusionOk="0" h="17444" w="23671">
                    <a:moveTo>
                      <a:pt x="14872" y="1"/>
                    </a:moveTo>
                    <a:lnTo>
                      <a:pt x="10383" y="4263"/>
                    </a:lnTo>
                    <a:lnTo>
                      <a:pt x="9585" y="3977"/>
                    </a:lnTo>
                    <a:lnTo>
                      <a:pt x="5002" y="4858"/>
                    </a:lnTo>
                    <a:lnTo>
                      <a:pt x="4347" y="4358"/>
                    </a:lnTo>
                    <a:lnTo>
                      <a:pt x="1" y="7918"/>
                    </a:lnTo>
                    <a:lnTo>
                      <a:pt x="2823" y="17443"/>
                    </a:lnTo>
                    <a:lnTo>
                      <a:pt x="7454" y="14002"/>
                    </a:lnTo>
                    <a:lnTo>
                      <a:pt x="9121" y="14657"/>
                    </a:lnTo>
                    <a:lnTo>
                      <a:pt x="18229" y="12455"/>
                    </a:lnTo>
                    <a:lnTo>
                      <a:pt x="18396" y="12276"/>
                    </a:lnTo>
                    <a:lnTo>
                      <a:pt x="23671" y="13693"/>
                    </a:lnTo>
                    <a:lnTo>
                      <a:pt x="22658" y="8025"/>
                    </a:lnTo>
                    <a:cubicBezTo>
                      <a:pt x="22635" y="8014"/>
                      <a:pt x="22599" y="8002"/>
                      <a:pt x="22575" y="7990"/>
                    </a:cubicBezTo>
                    <a:lnTo>
                      <a:pt x="20623" y="2346"/>
                    </a:lnTo>
                    <a:lnTo>
                      <a:pt x="16646" y="1263"/>
                    </a:lnTo>
                    <a:lnTo>
                      <a:pt x="1487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1" name="Google Shape;1201;p69"/>
              <p:cNvSpPr/>
              <p:nvPr/>
            </p:nvSpPr>
            <p:spPr>
              <a:xfrm>
                <a:off x="3584375" y="6505575"/>
                <a:ext cx="229800" cy="230525"/>
              </a:xfrm>
              <a:custGeom>
                <a:rect b="b" l="l" r="r" t="t"/>
                <a:pathLst>
                  <a:path extrusionOk="0" h="9221" w="9192">
                    <a:moveTo>
                      <a:pt x="5374" y="1"/>
                    </a:moveTo>
                    <a:cubicBezTo>
                      <a:pt x="4795" y="1"/>
                      <a:pt x="4238" y="65"/>
                      <a:pt x="3786" y="160"/>
                    </a:cubicBezTo>
                    <a:cubicBezTo>
                      <a:pt x="2739" y="375"/>
                      <a:pt x="1322" y="827"/>
                      <a:pt x="834" y="1887"/>
                    </a:cubicBezTo>
                    <a:cubicBezTo>
                      <a:pt x="536" y="2482"/>
                      <a:pt x="476" y="3089"/>
                      <a:pt x="1226" y="3184"/>
                    </a:cubicBezTo>
                    <a:cubicBezTo>
                      <a:pt x="1281" y="3190"/>
                      <a:pt x="1338" y="3192"/>
                      <a:pt x="1398" y="3192"/>
                    </a:cubicBezTo>
                    <a:cubicBezTo>
                      <a:pt x="1665" y="3192"/>
                      <a:pt x="1977" y="3145"/>
                      <a:pt x="2275" y="3145"/>
                    </a:cubicBezTo>
                    <a:cubicBezTo>
                      <a:pt x="2605" y="3145"/>
                      <a:pt x="2916" y="3203"/>
                      <a:pt x="3131" y="3446"/>
                    </a:cubicBezTo>
                    <a:cubicBezTo>
                      <a:pt x="3524" y="3899"/>
                      <a:pt x="3131" y="4804"/>
                      <a:pt x="2703" y="5113"/>
                    </a:cubicBezTo>
                    <a:cubicBezTo>
                      <a:pt x="2498" y="5269"/>
                      <a:pt x="2307" y="5338"/>
                      <a:pt x="2133" y="5338"/>
                    </a:cubicBezTo>
                    <a:cubicBezTo>
                      <a:pt x="1802" y="5338"/>
                      <a:pt x="1538" y="5083"/>
                      <a:pt x="1381" y="4685"/>
                    </a:cubicBezTo>
                    <a:cubicBezTo>
                      <a:pt x="1278" y="4376"/>
                      <a:pt x="1183" y="4154"/>
                      <a:pt x="1087" y="4154"/>
                    </a:cubicBezTo>
                    <a:cubicBezTo>
                      <a:pt x="1016" y="4154"/>
                      <a:pt x="945" y="4273"/>
                      <a:pt x="869" y="4566"/>
                    </a:cubicBezTo>
                    <a:cubicBezTo>
                      <a:pt x="667" y="5292"/>
                      <a:pt x="488" y="6471"/>
                      <a:pt x="0" y="7268"/>
                    </a:cubicBezTo>
                    <a:lnTo>
                      <a:pt x="5001" y="9221"/>
                    </a:lnTo>
                    <a:lnTo>
                      <a:pt x="9108" y="5078"/>
                    </a:lnTo>
                    <a:cubicBezTo>
                      <a:pt x="9120" y="4947"/>
                      <a:pt x="9120" y="4816"/>
                      <a:pt x="9132" y="4685"/>
                    </a:cubicBezTo>
                    <a:cubicBezTo>
                      <a:pt x="9156" y="3637"/>
                      <a:pt x="9192" y="2161"/>
                      <a:pt x="8561" y="1220"/>
                    </a:cubicBezTo>
                    <a:cubicBezTo>
                      <a:pt x="7944" y="296"/>
                      <a:pt x="6610" y="1"/>
                      <a:pt x="537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2" name="Google Shape;1202;p69"/>
              <p:cNvSpPr/>
              <p:nvPr/>
            </p:nvSpPr>
            <p:spPr>
              <a:xfrm>
                <a:off x="3338200" y="6368175"/>
                <a:ext cx="257800" cy="298275"/>
              </a:xfrm>
              <a:custGeom>
                <a:rect b="b" l="l" r="r" t="t"/>
                <a:pathLst>
                  <a:path extrusionOk="0" h="11931" w="10312">
                    <a:moveTo>
                      <a:pt x="4251" y="1"/>
                    </a:moveTo>
                    <a:lnTo>
                      <a:pt x="1" y="3573"/>
                    </a:lnTo>
                    <a:lnTo>
                      <a:pt x="727" y="6037"/>
                    </a:lnTo>
                    <a:cubicBezTo>
                      <a:pt x="1040" y="5956"/>
                      <a:pt x="1370" y="5911"/>
                      <a:pt x="1681" y="5911"/>
                    </a:cubicBezTo>
                    <a:cubicBezTo>
                      <a:pt x="2279" y="5911"/>
                      <a:pt x="2805" y="6078"/>
                      <a:pt x="3001" y="6478"/>
                    </a:cubicBezTo>
                    <a:cubicBezTo>
                      <a:pt x="3144" y="6775"/>
                      <a:pt x="2787" y="7895"/>
                      <a:pt x="3120" y="8038"/>
                    </a:cubicBezTo>
                    <a:cubicBezTo>
                      <a:pt x="3149" y="8055"/>
                      <a:pt x="3177" y="8063"/>
                      <a:pt x="3203" y="8063"/>
                    </a:cubicBezTo>
                    <a:cubicBezTo>
                      <a:pt x="3554" y="8063"/>
                      <a:pt x="3669" y="6607"/>
                      <a:pt x="3692" y="6418"/>
                    </a:cubicBezTo>
                    <a:cubicBezTo>
                      <a:pt x="3870" y="5537"/>
                      <a:pt x="4263" y="4728"/>
                      <a:pt x="5204" y="4489"/>
                    </a:cubicBezTo>
                    <a:cubicBezTo>
                      <a:pt x="5357" y="4448"/>
                      <a:pt x="5534" y="4424"/>
                      <a:pt x="5716" y="4424"/>
                    </a:cubicBezTo>
                    <a:cubicBezTo>
                      <a:pt x="6213" y="4424"/>
                      <a:pt x="6744" y="4599"/>
                      <a:pt x="6918" y="5061"/>
                    </a:cubicBezTo>
                    <a:cubicBezTo>
                      <a:pt x="7156" y="5728"/>
                      <a:pt x="6311" y="6323"/>
                      <a:pt x="5954" y="6775"/>
                    </a:cubicBezTo>
                    <a:cubicBezTo>
                      <a:pt x="5287" y="7502"/>
                      <a:pt x="4596" y="8526"/>
                      <a:pt x="4299" y="9466"/>
                    </a:cubicBezTo>
                    <a:cubicBezTo>
                      <a:pt x="3852" y="10818"/>
                      <a:pt x="4532" y="11931"/>
                      <a:pt x="5736" y="11931"/>
                    </a:cubicBezTo>
                    <a:cubicBezTo>
                      <a:pt x="6007" y="11931"/>
                      <a:pt x="6304" y="11875"/>
                      <a:pt x="6620" y="11752"/>
                    </a:cubicBezTo>
                    <a:cubicBezTo>
                      <a:pt x="8371" y="11086"/>
                      <a:pt x="8275" y="9192"/>
                      <a:pt x="8275" y="7597"/>
                    </a:cubicBezTo>
                    <a:cubicBezTo>
                      <a:pt x="8275" y="6752"/>
                      <a:pt x="8240" y="5906"/>
                      <a:pt x="8549" y="5120"/>
                    </a:cubicBezTo>
                    <a:cubicBezTo>
                      <a:pt x="8823" y="4430"/>
                      <a:pt x="9359" y="3942"/>
                      <a:pt x="9752" y="3311"/>
                    </a:cubicBezTo>
                    <a:cubicBezTo>
                      <a:pt x="10002" y="2930"/>
                      <a:pt x="10180" y="2513"/>
                      <a:pt x="10311" y="2096"/>
                    </a:cubicBezTo>
                    <a:lnTo>
                      <a:pt x="425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3" name="Google Shape;1203;p69"/>
              <p:cNvSpPr/>
              <p:nvPr/>
            </p:nvSpPr>
            <p:spPr>
              <a:xfrm>
                <a:off x="3682900" y="6303300"/>
                <a:ext cx="239925" cy="227075"/>
              </a:xfrm>
              <a:custGeom>
                <a:rect b="b" l="l" r="r" t="t"/>
                <a:pathLst>
                  <a:path extrusionOk="0" h="9083" w="9597">
                    <a:moveTo>
                      <a:pt x="2572" y="0"/>
                    </a:moveTo>
                    <a:lnTo>
                      <a:pt x="1810" y="715"/>
                    </a:lnTo>
                    <a:cubicBezTo>
                      <a:pt x="1774" y="917"/>
                      <a:pt x="1643" y="1108"/>
                      <a:pt x="1453" y="1358"/>
                    </a:cubicBezTo>
                    <a:cubicBezTo>
                      <a:pt x="822" y="2131"/>
                      <a:pt x="0" y="3072"/>
                      <a:pt x="1000" y="3917"/>
                    </a:cubicBezTo>
                    <a:cubicBezTo>
                      <a:pt x="1417" y="4282"/>
                      <a:pt x="1934" y="4464"/>
                      <a:pt x="2479" y="4464"/>
                    </a:cubicBezTo>
                    <a:cubicBezTo>
                      <a:pt x="2557" y="4464"/>
                      <a:pt x="2636" y="4461"/>
                      <a:pt x="2715" y="4453"/>
                    </a:cubicBezTo>
                    <a:cubicBezTo>
                      <a:pt x="3596" y="4370"/>
                      <a:pt x="3322" y="4036"/>
                      <a:pt x="3500" y="3405"/>
                    </a:cubicBezTo>
                    <a:cubicBezTo>
                      <a:pt x="3620" y="3024"/>
                      <a:pt x="3940" y="2934"/>
                      <a:pt x="4295" y="2934"/>
                    </a:cubicBezTo>
                    <a:cubicBezTo>
                      <a:pt x="4473" y="2934"/>
                      <a:pt x="4659" y="2957"/>
                      <a:pt x="4834" y="2977"/>
                    </a:cubicBezTo>
                    <a:cubicBezTo>
                      <a:pt x="5429" y="3096"/>
                      <a:pt x="5977" y="3167"/>
                      <a:pt x="5798" y="3822"/>
                    </a:cubicBezTo>
                    <a:cubicBezTo>
                      <a:pt x="5548" y="4763"/>
                      <a:pt x="5036" y="5632"/>
                      <a:pt x="4739" y="6537"/>
                    </a:cubicBezTo>
                    <a:cubicBezTo>
                      <a:pt x="4251" y="7894"/>
                      <a:pt x="5036" y="8442"/>
                      <a:pt x="6215" y="8894"/>
                    </a:cubicBezTo>
                    <a:cubicBezTo>
                      <a:pt x="6455" y="8970"/>
                      <a:pt x="6796" y="9083"/>
                      <a:pt x="7092" y="9083"/>
                    </a:cubicBezTo>
                    <a:cubicBezTo>
                      <a:pt x="7353" y="9083"/>
                      <a:pt x="7578" y="8995"/>
                      <a:pt x="7668" y="8716"/>
                    </a:cubicBezTo>
                    <a:cubicBezTo>
                      <a:pt x="7811" y="8323"/>
                      <a:pt x="7394" y="7715"/>
                      <a:pt x="7215" y="7382"/>
                    </a:cubicBezTo>
                    <a:cubicBezTo>
                      <a:pt x="6903" y="6791"/>
                      <a:pt x="6215" y="5011"/>
                      <a:pt x="7419" y="5011"/>
                    </a:cubicBezTo>
                    <a:cubicBezTo>
                      <a:pt x="7500" y="5011"/>
                      <a:pt x="7591" y="5019"/>
                      <a:pt x="7691" y="5037"/>
                    </a:cubicBezTo>
                    <a:cubicBezTo>
                      <a:pt x="8596" y="5179"/>
                      <a:pt x="7632" y="6965"/>
                      <a:pt x="8120" y="7656"/>
                    </a:cubicBezTo>
                    <a:cubicBezTo>
                      <a:pt x="8501" y="8192"/>
                      <a:pt x="9013" y="8537"/>
                      <a:pt x="9596" y="8739"/>
                    </a:cubicBezTo>
                    <a:lnTo>
                      <a:pt x="8323" y="1655"/>
                    </a:lnTo>
                    <a:lnTo>
                      <a:pt x="257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4" name="Google Shape;1204;p69"/>
              <p:cNvSpPr/>
              <p:nvPr/>
            </p:nvSpPr>
            <p:spPr>
              <a:xfrm>
                <a:off x="3355475" y="6296150"/>
                <a:ext cx="581050" cy="443825"/>
              </a:xfrm>
              <a:custGeom>
                <a:rect b="b" l="l" r="r" t="t"/>
                <a:pathLst>
                  <a:path extrusionOk="0" h="17753" w="23242">
                    <a:moveTo>
                      <a:pt x="16371" y="3775"/>
                    </a:moveTo>
                    <a:lnTo>
                      <a:pt x="17538" y="9156"/>
                    </a:lnTo>
                    <a:lnTo>
                      <a:pt x="12752" y="12716"/>
                    </a:lnTo>
                    <a:lnTo>
                      <a:pt x="11263" y="7692"/>
                    </a:lnTo>
                    <a:lnTo>
                      <a:pt x="16371" y="3775"/>
                    </a:lnTo>
                    <a:close/>
                    <a:moveTo>
                      <a:pt x="4703" y="6097"/>
                    </a:moveTo>
                    <a:lnTo>
                      <a:pt x="11144" y="7716"/>
                    </a:lnTo>
                    <a:lnTo>
                      <a:pt x="12633" y="12728"/>
                    </a:lnTo>
                    <a:lnTo>
                      <a:pt x="12633" y="12728"/>
                    </a:lnTo>
                    <a:lnTo>
                      <a:pt x="6299" y="11061"/>
                    </a:lnTo>
                    <a:lnTo>
                      <a:pt x="4703" y="6097"/>
                    </a:lnTo>
                    <a:close/>
                    <a:moveTo>
                      <a:pt x="15669" y="1"/>
                    </a:moveTo>
                    <a:lnTo>
                      <a:pt x="15550" y="24"/>
                    </a:lnTo>
                    <a:lnTo>
                      <a:pt x="16347" y="3644"/>
                    </a:lnTo>
                    <a:lnTo>
                      <a:pt x="11228" y="7573"/>
                    </a:lnTo>
                    <a:lnTo>
                      <a:pt x="10442" y="4954"/>
                    </a:lnTo>
                    <a:lnTo>
                      <a:pt x="10335" y="4989"/>
                    </a:lnTo>
                    <a:lnTo>
                      <a:pt x="11097" y="7585"/>
                    </a:lnTo>
                    <a:lnTo>
                      <a:pt x="4656" y="5966"/>
                    </a:lnTo>
                    <a:lnTo>
                      <a:pt x="3584" y="2620"/>
                    </a:lnTo>
                    <a:lnTo>
                      <a:pt x="3477" y="2668"/>
                    </a:lnTo>
                    <a:lnTo>
                      <a:pt x="4548" y="5989"/>
                    </a:lnTo>
                    <a:lnTo>
                      <a:pt x="0" y="9776"/>
                    </a:lnTo>
                    <a:lnTo>
                      <a:pt x="72" y="9871"/>
                    </a:lnTo>
                    <a:lnTo>
                      <a:pt x="4584" y="6120"/>
                    </a:lnTo>
                    <a:lnTo>
                      <a:pt x="6180" y="11085"/>
                    </a:lnTo>
                    <a:lnTo>
                      <a:pt x="1369" y="14478"/>
                    </a:lnTo>
                    <a:lnTo>
                      <a:pt x="1441" y="14586"/>
                    </a:lnTo>
                    <a:lnTo>
                      <a:pt x="6215" y="11204"/>
                    </a:lnTo>
                    <a:lnTo>
                      <a:pt x="7561" y="15383"/>
                    </a:lnTo>
                    <a:lnTo>
                      <a:pt x="7668" y="15348"/>
                    </a:lnTo>
                    <a:lnTo>
                      <a:pt x="6334" y="11192"/>
                    </a:lnTo>
                    <a:lnTo>
                      <a:pt x="12668" y="12871"/>
                    </a:lnTo>
                    <a:lnTo>
                      <a:pt x="14133" y="17753"/>
                    </a:lnTo>
                    <a:lnTo>
                      <a:pt x="14240" y="17729"/>
                    </a:lnTo>
                    <a:lnTo>
                      <a:pt x="12787" y="12847"/>
                    </a:lnTo>
                    <a:lnTo>
                      <a:pt x="17574" y="9287"/>
                    </a:lnTo>
                    <a:lnTo>
                      <a:pt x="18514" y="13586"/>
                    </a:lnTo>
                    <a:lnTo>
                      <a:pt x="18622" y="13562"/>
                    </a:lnTo>
                    <a:lnTo>
                      <a:pt x="17693" y="9264"/>
                    </a:lnTo>
                    <a:lnTo>
                      <a:pt x="17693" y="9264"/>
                    </a:lnTo>
                    <a:lnTo>
                      <a:pt x="23217" y="10442"/>
                    </a:lnTo>
                    <a:lnTo>
                      <a:pt x="23241" y="10323"/>
                    </a:lnTo>
                    <a:lnTo>
                      <a:pt x="17657" y="9133"/>
                    </a:lnTo>
                    <a:lnTo>
                      <a:pt x="16490" y="3739"/>
                    </a:lnTo>
                    <a:lnTo>
                      <a:pt x="22158" y="4656"/>
                    </a:lnTo>
                    <a:lnTo>
                      <a:pt x="22182" y="4537"/>
                    </a:lnTo>
                    <a:lnTo>
                      <a:pt x="16467" y="3620"/>
                    </a:lnTo>
                    <a:lnTo>
                      <a:pt x="1566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5" name="Google Shape;1205;p69"/>
              <p:cNvSpPr/>
              <p:nvPr/>
            </p:nvSpPr>
            <p:spPr>
              <a:xfrm>
                <a:off x="3355475" y="6475250"/>
                <a:ext cx="31875" cy="26900"/>
              </a:xfrm>
              <a:custGeom>
                <a:rect b="b" l="l" r="r" t="t"/>
                <a:pathLst>
                  <a:path extrusionOk="0" h="1076" w="1275">
                    <a:moveTo>
                      <a:pt x="705" y="128"/>
                    </a:moveTo>
                    <a:cubicBezTo>
                      <a:pt x="755" y="128"/>
                      <a:pt x="805" y="162"/>
                      <a:pt x="834" y="218"/>
                    </a:cubicBezTo>
                    <a:cubicBezTo>
                      <a:pt x="869" y="290"/>
                      <a:pt x="857" y="361"/>
                      <a:pt x="810" y="397"/>
                    </a:cubicBezTo>
                    <a:cubicBezTo>
                      <a:pt x="800" y="402"/>
                      <a:pt x="789" y="404"/>
                      <a:pt x="777" y="404"/>
                    </a:cubicBezTo>
                    <a:cubicBezTo>
                      <a:pt x="733" y="404"/>
                      <a:pt x="681" y="370"/>
                      <a:pt x="643" y="314"/>
                    </a:cubicBezTo>
                    <a:cubicBezTo>
                      <a:pt x="607" y="242"/>
                      <a:pt x="619" y="171"/>
                      <a:pt x="667" y="135"/>
                    </a:cubicBezTo>
                    <a:cubicBezTo>
                      <a:pt x="679" y="130"/>
                      <a:pt x="692" y="128"/>
                      <a:pt x="705" y="128"/>
                    </a:cubicBezTo>
                    <a:close/>
                    <a:moveTo>
                      <a:pt x="827" y="1"/>
                    </a:moveTo>
                    <a:cubicBezTo>
                      <a:pt x="767" y="1"/>
                      <a:pt x="694" y="20"/>
                      <a:pt x="607" y="64"/>
                    </a:cubicBezTo>
                    <a:cubicBezTo>
                      <a:pt x="0" y="361"/>
                      <a:pt x="1024" y="1076"/>
                      <a:pt x="1024" y="1076"/>
                    </a:cubicBezTo>
                    <a:cubicBezTo>
                      <a:pt x="1024" y="1076"/>
                      <a:pt x="1274" y="1"/>
                      <a:pt x="82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6" name="Google Shape;1206;p69"/>
              <p:cNvSpPr/>
              <p:nvPr/>
            </p:nvSpPr>
            <p:spPr>
              <a:xfrm>
                <a:off x="3832025" y="6493900"/>
                <a:ext cx="34775" cy="27300"/>
              </a:xfrm>
              <a:custGeom>
                <a:rect b="b" l="l" r="r" t="t"/>
                <a:pathLst>
                  <a:path extrusionOk="0" h="1092" w="1391">
                    <a:moveTo>
                      <a:pt x="730" y="102"/>
                    </a:moveTo>
                    <a:cubicBezTo>
                      <a:pt x="776" y="102"/>
                      <a:pt x="835" y="148"/>
                      <a:pt x="845" y="222"/>
                    </a:cubicBezTo>
                    <a:cubicBezTo>
                      <a:pt x="869" y="294"/>
                      <a:pt x="845" y="377"/>
                      <a:pt x="786" y="389"/>
                    </a:cubicBezTo>
                    <a:cubicBezTo>
                      <a:pt x="780" y="390"/>
                      <a:pt x="774" y="391"/>
                      <a:pt x="768" y="391"/>
                    </a:cubicBezTo>
                    <a:cubicBezTo>
                      <a:pt x="715" y="391"/>
                      <a:pt x="664" y="345"/>
                      <a:pt x="643" y="270"/>
                    </a:cubicBezTo>
                    <a:cubicBezTo>
                      <a:pt x="631" y="199"/>
                      <a:pt x="655" y="127"/>
                      <a:pt x="714" y="103"/>
                    </a:cubicBezTo>
                    <a:cubicBezTo>
                      <a:pt x="719" y="102"/>
                      <a:pt x="724" y="102"/>
                      <a:pt x="730" y="102"/>
                    </a:cubicBezTo>
                    <a:close/>
                    <a:moveTo>
                      <a:pt x="817" y="0"/>
                    </a:moveTo>
                    <a:cubicBezTo>
                      <a:pt x="773" y="0"/>
                      <a:pt x="724" y="7"/>
                      <a:pt x="667" y="20"/>
                    </a:cubicBezTo>
                    <a:cubicBezTo>
                      <a:pt x="0" y="175"/>
                      <a:pt x="845" y="1092"/>
                      <a:pt x="845" y="1092"/>
                    </a:cubicBezTo>
                    <a:cubicBezTo>
                      <a:pt x="845" y="1092"/>
                      <a:pt x="1391" y="0"/>
                      <a:pt x="81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7" name="Google Shape;1207;p69"/>
              <p:cNvSpPr/>
              <p:nvPr/>
            </p:nvSpPr>
            <p:spPr>
              <a:xfrm>
                <a:off x="3704925" y="6362225"/>
                <a:ext cx="31900" cy="26825"/>
              </a:xfrm>
              <a:custGeom>
                <a:rect b="b" l="l" r="r" t="t"/>
                <a:pathLst>
                  <a:path extrusionOk="0" h="1073" w="1276">
                    <a:moveTo>
                      <a:pt x="716" y="130"/>
                    </a:moveTo>
                    <a:cubicBezTo>
                      <a:pt x="762" y="130"/>
                      <a:pt x="807" y="163"/>
                      <a:pt x="834" y="215"/>
                    </a:cubicBezTo>
                    <a:cubicBezTo>
                      <a:pt x="869" y="286"/>
                      <a:pt x="857" y="370"/>
                      <a:pt x="810" y="394"/>
                    </a:cubicBezTo>
                    <a:cubicBezTo>
                      <a:pt x="800" y="399"/>
                      <a:pt x="788" y="401"/>
                      <a:pt x="777" y="401"/>
                    </a:cubicBezTo>
                    <a:cubicBezTo>
                      <a:pt x="733" y="401"/>
                      <a:pt x="683" y="369"/>
                      <a:pt x="655" y="322"/>
                    </a:cubicBezTo>
                    <a:cubicBezTo>
                      <a:pt x="607" y="251"/>
                      <a:pt x="619" y="167"/>
                      <a:pt x="667" y="144"/>
                    </a:cubicBezTo>
                    <a:cubicBezTo>
                      <a:pt x="683" y="134"/>
                      <a:pt x="700" y="130"/>
                      <a:pt x="716" y="130"/>
                    </a:cubicBezTo>
                    <a:close/>
                    <a:moveTo>
                      <a:pt x="823" y="1"/>
                    </a:moveTo>
                    <a:cubicBezTo>
                      <a:pt x="764" y="1"/>
                      <a:pt x="692" y="19"/>
                      <a:pt x="607" y="60"/>
                    </a:cubicBezTo>
                    <a:cubicBezTo>
                      <a:pt x="0" y="370"/>
                      <a:pt x="1024" y="1072"/>
                      <a:pt x="1024" y="1072"/>
                    </a:cubicBezTo>
                    <a:cubicBezTo>
                      <a:pt x="1024" y="1072"/>
                      <a:pt x="1276" y="1"/>
                      <a:pt x="82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8" name="Google Shape;1208;p69"/>
              <p:cNvSpPr/>
              <p:nvPr/>
            </p:nvSpPr>
            <p:spPr>
              <a:xfrm>
                <a:off x="3476025" y="6620825"/>
                <a:ext cx="31875" cy="26875"/>
              </a:xfrm>
              <a:custGeom>
                <a:rect b="b" l="l" r="r" t="t"/>
                <a:pathLst>
                  <a:path extrusionOk="0" h="1075" w="1275">
                    <a:moveTo>
                      <a:pt x="709" y="132"/>
                    </a:moveTo>
                    <a:cubicBezTo>
                      <a:pt x="751" y="132"/>
                      <a:pt x="799" y="165"/>
                      <a:pt x="834" y="218"/>
                    </a:cubicBezTo>
                    <a:cubicBezTo>
                      <a:pt x="869" y="289"/>
                      <a:pt x="857" y="360"/>
                      <a:pt x="810" y="396"/>
                    </a:cubicBezTo>
                    <a:cubicBezTo>
                      <a:pt x="797" y="401"/>
                      <a:pt x="784" y="403"/>
                      <a:pt x="771" y="403"/>
                    </a:cubicBezTo>
                    <a:cubicBezTo>
                      <a:pt x="722" y="403"/>
                      <a:pt x="671" y="369"/>
                      <a:pt x="643" y="313"/>
                    </a:cubicBezTo>
                    <a:cubicBezTo>
                      <a:pt x="607" y="241"/>
                      <a:pt x="619" y="170"/>
                      <a:pt x="667" y="146"/>
                    </a:cubicBezTo>
                    <a:cubicBezTo>
                      <a:pt x="680" y="137"/>
                      <a:pt x="694" y="132"/>
                      <a:pt x="709" y="132"/>
                    </a:cubicBezTo>
                    <a:close/>
                    <a:moveTo>
                      <a:pt x="827" y="0"/>
                    </a:moveTo>
                    <a:cubicBezTo>
                      <a:pt x="767" y="0"/>
                      <a:pt x="694" y="19"/>
                      <a:pt x="607" y="63"/>
                    </a:cubicBezTo>
                    <a:cubicBezTo>
                      <a:pt x="0" y="360"/>
                      <a:pt x="1024" y="1075"/>
                      <a:pt x="1024" y="1075"/>
                    </a:cubicBezTo>
                    <a:cubicBezTo>
                      <a:pt x="1024" y="1075"/>
                      <a:pt x="1274" y="0"/>
                      <a:pt x="8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9" name="Google Shape;1209;p69"/>
              <p:cNvSpPr/>
              <p:nvPr/>
            </p:nvSpPr>
            <p:spPr>
              <a:xfrm>
                <a:off x="3753425" y="6627150"/>
                <a:ext cx="35050" cy="27400"/>
              </a:xfrm>
              <a:custGeom>
                <a:rect b="b" l="l" r="r" t="t"/>
                <a:pathLst>
                  <a:path extrusionOk="0" h="1096" w="1402">
                    <a:moveTo>
                      <a:pt x="721" y="106"/>
                    </a:moveTo>
                    <a:cubicBezTo>
                      <a:pt x="774" y="106"/>
                      <a:pt x="824" y="152"/>
                      <a:pt x="834" y="226"/>
                    </a:cubicBezTo>
                    <a:cubicBezTo>
                      <a:pt x="846" y="298"/>
                      <a:pt x="822" y="381"/>
                      <a:pt x="763" y="393"/>
                    </a:cubicBezTo>
                    <a:cubicBezTo>
                      <a:pt x="703" y="393"/>
                      <a:pt x="644" y="346"/>
                      <a:pt x="632" y="262"/>
                    </a:cubicBezTo>
                    <a:cubicBezTo>
                      <a:pt x="620" y="191"/>
                      <a:pt x="644" y="119"/>
                      <a:pt x="703" y="107"/>
                    </a:cubicBezTo>
                    <a:cubicBezTo>
                      <a:pt x="709" y="106"/>
                      <a:pt x="715" y="106"/>
                      <a:pt x="721" y="106"/>
                    </a:cubicBezTo>
                    <a:close/>
                    <a:moveTo>
                      <a:pt x="788" y="1"/>
                    </a:moveTo>
                    <a:cubicBezTo>
                      <a:pt x="752" y="1"/>
                      <a:pt x="712" y="4"/>
                      <a:pt x="668" y="12"/>
                    </a:cubicBezTo>
                    <a:cubicBezTo>
                      <a:pt x="1" y="131"/>
                      <a:pt x="775" y="1096"/>
                      <a:pt x="775" y="1096"/>
                    </a:cubicBezTo>
                    <a:cubicBezTo>
                      <a:pt x="775" y="1096"/>
                      <a:pt x="1402" y="1"/>
                      <a:pt x="78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0" name="Google Shape;1210;p69"/>
              <p:cNvSpPr/>
              <p:nvPr/>
            </p:nvSpPr>
            <p:spPr>
              <a:xfrm>
                <a:off x="3663250" y="6553325"/>
                <a:ext cx="31900" cy="26825"/>
              </a:xfrm>
              <a:custGeom>
                <a:rect b="b" l="l" r="r" t="t"/>
                <a:pathLst>
                  <a:path extrusionOk="0" h="1073" w="1276">
                    <a:moveTo>
                      <a:pt x="713" y="134"/>
                    </a:moveTo>
                    <a:cubicBezTo>
                      <a:pt x="760" y="134"/>
                      <a:pt x="807" y="161"/>
                      <a:pt x="834" y="215"/>
                    </a:cubicBezTo>
                    <a:cubicBezTo>
                      <a:pt x="869" y="286"/>
                      <a:pt x="857" y="370"/>
                      <a:pt x="810" y="393"/>
                    </a:cubicBezTo>
                    <a:cubicBezTo>
                      <a:pt x="798" y="399"/>
                      <a:pt x="785" y="402"/>
                      <a:pt x="771" y="402"/>
                    </a:cubicBezTo>
                    <a:cubicBezTo>
                      <a:pt x="729" y="402"/>
                      <a:pt x="682" y="376"/>
                      <a:pt x="655" y="322"/>
                    </a:cubicBezTo>
                    <a:cubicBezTo>
                      <a:pt x="607" y="251"/>
                      <a:pt x="619" y="167"/>
                      <a:pt x="667" y="143"/>
                    </a:cubicBezTo>
                    <a:cubicBezTo>
                      <a:pt x="682" y="137"/>
                      <a:pt x="697" y="134"/>
                      <a:pt x="713" y="134"/>
                    </a:cubicBezTo>
                    <a:close/>
                    <a:moveTo>
                      <a:pt x="823" y="1"/>
                    </a:moveTo>
                    <a:cubicBezTo>
                      <a:pt x="764" y="1"/>
                      <a:pt x="693" y="19"/>
                      <a:pt x="607" y="60"/>
                    </a:cubicBezTo>
                    <a:cubicBezTo>
                      <a:pt x="0" y="370"/>
                      <a:pt x="1024" y="1072"/>
                      <a:pt x="1024" y="1072"/>
                    </a:cubicBezTo>
                    <a:cubicBezTo>
                      <a:pt x="1024" y="1072"/>
                      <a:pt x="1276" y="1"/>
                      <a:pt x="82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21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2" name="Google Shape;1212;p70"/>
          <p:cNvGrpSpPr/>
          <p:nvPr/>
        </p:nvGrpSpPr>
        <p:grpSpPr>
          <a:xfrm>
            <a:off x="0" y="0"/>
            <a:ext cx="9144003" cy="5143501"/>
            <a:chOff x="0" y="0"/>
            <a:chExt cx="9144003" cy="5143501"/>
          </a:xfrm>
        </p:grpSpPr>
        <p:pic>
          <p:nvPicPr>
            <p:cNvPr id="1213" name="Google Shape;1213;p70"/>
            <p:cNvPicPr preferRelativeResize="0"/>
            <p:nvPr/>
          </p:nvPicPr>
          <p:blipFill rotWithShape="1">
            <a:blip r:embed="rId2">
              <a:alphaModFix/>
            </a:blip>
            <a:srcRect b="8068" l="0" r="0" t="8060"/>
            <a:stretch/>
          </p:blipFill>
          <p:spPr>
            <a:xfrm>
              <a:off x="0" y="0"/>
              <a:ext cx="9144003" cy="5143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4" name="Google Shape;1214;p70"/>
            <p:cNvSpPr/>
            <p:nvPr/>
          </p:nvSpPr>
          <p:spPr>
            <a:xfrm flipH="1" rot="10800000">
              <a:off x="209980" y="194500"/>
              <a:ext cx="8763466" cy="4752275"/>
            </a:xfrm>
            <a:custGeom>
              <a:rect b="b" l="l" r="r" t="t"/>
              <a:pathLst>
                <a:path extrusionOk="0" h="147209" w="271904">
                  <a:moveTo>
                    <a:pt x="596" y="0"/>
                  </a:moveTo>
                  <a:lnTo>
                    <a:pt x="596" y="0"/>
                  </a:lnTo>
                  <a:cubicBezTo>
                    <a:pt x="2025" y="5965"/>
                    <a:pt x="3072" y="13895"/>
                    <a:pt x="3644" y="22312"/>
                  </a:cubicBezTo>
                  <a:cubicBezTo>
                    <a:pt x="7942" y="23515"/>
                    <a:pt x="13609" y="23932"/>
                    <a:pt x="5085" y="25063"/>
                  </a:cubicBezTo>
                  <a:cubicBezTo>
                    <a:pt x="5096" y="25110"/>
                    <a:pt x="5108" y="25146"/>
                    <a:pt x="5120" y="25194"/>
                  </a:cubicBezTo>
                  <a:cubicBezTo>
                    <a:pt x="5263" y="25301"/>
                    <a:pt x="5394" y="25396"/>
                    <a:pt x="5525" y="25503"/>
                  </a:cubicBezTo>
                  <a:cubicBezTo>
                    <a:pt x="5692" y="25539"/>
                    <a:pt x="5954" y="25479"/>
                    <a:pt x="6037" y="25658"/>
                  </a:cubicBezTo>
                  <a:cubicBezTo>
                    <a:pt x="8561" y="26230"/>
                    <a:pt x="4561" y="26670"/>
                    <a:pt x="3894" y="26789"/>
                  </a:cubicBezTo>
                  <a:cubicBezTo>
                    <a:pt x="4203" y="33719"/>
                    <a:pt x="4192" y="40803"/>
                    <a:pt x="3787" y="47256"/>
                  </a:cubicBezTo>
                  <a:cubicBezTo>
                    <a:pt x="2560" y="47137"/>
                    <a:pt x="1298" y="47006"/>
                    <a:pt x="1" y="46875"/>
                  </a:cubicBezTo>
                  <a:lnTo>
                    <a:pt x="1" y="46875"/>
                  </a:lnTo>
                  <a:cubicBezTo>
                    <a:pt x="1429" y="52840"/>
                    <a:pt x="2477" y="60770"/>
                    <a:pt x="3049" y="69199"/>
                  </a:cubicBezTo>
                  <a:cubicBezTo>
                    <a:pt x="7347" y="70402"/>
                    <a:pt x="13014" y="70818"/>
                    <a:pt x="4489" y="71949"/>
                  </a:cubicBezTo>
                  <a:cubicBezTo>
                    <a:pt x="4501" y="71985"/>
                    <a:pt x="4513" y="72033"/>
                    <a:pt x="4525" y="72069"/>
                  </a:cubicBezTo>
                  <a:cubicBezTo>
                    <a:pt x="4668" y="72176"/>
                    <a:pt x="4787" y="72283"/>
                    <a:pt x="4930" y="72390"/>
                  </a:cubicBezTo>
                  <a:cubicBezTo>
                    <a:pt x="5096" y="72414"/>
                    <a:pt x="5358" y="72366"/>
                    <a:pt x="5442" y="72545"/>
                  </a:cubicBezTo>
                  <a:cubicBezTo>
                    <a:pt x="7966" y="73104"/>
                    <a:pt x="3965" y="73557"/>
                    <a:pt x="3299" y="73664"/>
                  </a:cubicBezTo>
                  <a:cubicBezTo>
                    <a:pt x="3513" y="78510"/>
                    <a:pt x="3572" y="83427"/>
                    <a:pt x="3453" y="88154"/>
                  </a:cubicBezTo>
                  <a:cubicBezTo>
                    <a:pt x="2322" y="88047"/>
                    <a:pt x="1179" y="87928"/>
                    <a:pt x="1" y="87809"/>
                  </a:cubicBezTo>
                  <a:lnTo>
                    <a:pt x="1" y="87809"/>
                  </a:lnTo>
                  <a:cubicBezTo>
                    <a:pt x="989" y="91940"/>
                    <a:pt x="1798" y="97036"/>
                    <a:pt x="2394" y="102584"/>
                  </a:cubicBezTo>
                  <a:cubicBezTo>
                    <a:pt x="2239" y="103727"/>
                    <a:pt x="2072" y="104834"/>
                    <a:pt x="1882" y="105894"/>
                  </a:cubicBezTo>
                  <a:cubicBezTo>
                    <a:pt x="2156" y="105870"/>
                    <a:pt x="2429" y="105846"/>
                    <a:pt x="2715" y="105811"/>
                  </a:cubicBezTo>
                  <a:cubicBezTo>
                    <a:pt x="2834" y="107228"/>
                    <a:pt x="2953" y="108668"/>
                    <a:pt x="3049" y="110121"/>
                  </a:cubicBezTo>
                  <a:cubicBezTo>
                    <a:pt x="7347" y="111323"/>
                    <a:pt x="13014" y="111740"/>
                    <a:pt x="4489" y="112871"/>
                  </a:cubicBezTo>
                  <a:cubicBezTo>
                    <a:pt x="4501" y="112919"/>
                    <a:pt x="4513" y="112954"/>
                    <a:pt x="4525" y="113002"/>
                  </a:cubicBezTo>
                  <a:cubicBezTo>
                    <a:pt x="4668" y="113109"/>
                    <a:pt x="4799" y="113205"/>
                    <a:pt x="4930" y="113312"/>
                  </a:cubicBezTo>
                  <a:cubicBezTo>
                    <a:pt x="5096" y="113347"/>
                    <a:pt x="5358" y="113288"/>
                    <a:pt x="5442" y="113466"/>
                  </a:cubicBezTo>
                  <a:cubicBezTo>
                    <a:pt x="7966" y="114038"/>
                    <a:pt x="3965" y="114478"/>
                    <a:pt x="3299" y="114598"/>
                  </a:cubicBezTo>
                  <a:cubicBezTo>
                    <a:pt x="3822" y="126123"/>
                    <a:pt x="4668" y="127147"/>
                    <a:pt x="3120" y="135886"/>
                  </a:cubicBezTo>
                  <a:cubicBezTo>
                    <a:pt x="4608" y="136338"/>
                    <a:pt x="14133" y="147209"/>
                    <a:pt x="14133" y="147209"/>
                  </a:cubicBezTo>
                  <a:cubicBezTo>
                    <a:pt x="14133" y="147209"/>
                    <a:pt x="16765" y="146220"/>
                    <a:pt x="20479" y="146137"/>
                  </a:cubicBezTo>
                  <a:cubicBezTo>
                    <a:pt x="20503" y="146054"/>
                    <a:pt x="20539" y="145959"/>
                    <a:pt x="20563" y="145875"/>
                  </a:cubicBezTo>
                  <a:lnTo>
                    <a:pt x="20563" y="145875"/>
                  </a:lnTo>
                  <a:cubicBezTo>
                    <a:pt x="20491" y="146340"/>
                    <a:pt x="23242" y="146363"/>
                    <a:pt x="23158" y="146816"/>
                  </a:cubicBezTo>
                  <a:cubicBezTo>
                    <a:pt x="29516" y="146220"/>
                    <a:pt x="36481" y="145875"/>
                    <a:pt x="44589" y="145697"/>
                  </a:cubicBezTo>
                  <a:cubicBezTo>
                    <a:pt x="44613" y="145625"/>
                    <a:pt x="44637" y="145554"/>
                    <a:pt x="44661" y="145494"/>
                  </a:cubicBezTo>
                  <a:cubicBezTo>
                    <a:pt x="45090" y="145494"/>
                    <a:pt x="45530" y="145494"/>
                    <a:pt x="45959" y="145482"/>
                  </a:cubicBezTo>
                  <a:cubicBezTo>
                    <a:pt x="45959" y="145542"/>
                    <a:pt x="45959" y="145601"/>
                    <a:pt x="45959" y="145661"/>
                  </a:cubicBezTo>
                  <a:cubicBezTo>
                    <a:pt x="46173" y="145661"/>
                    <a:pt x="46387" y="145661"/>
                    <a:pt x="46602" y="145649"/>
                  </a:cubicBezTo>
                  <a:cubicBezTo>
                    <a:pt x="46637" y="145601"/>
                    <a:pt x="46661" y="145542"/>
                    <a:pt x="46685" y="145482"/>
                  </a:cubicBezTo>
                  <a:cubicBezTo>
                    <a:pt x="47197" y="145482"/>
                    <a:pt x="47709" y="145482"/>
                    <a:pt x="48221" y="145494"/>
                  </a:cubicBezTo>
                  <a:cubicBezTo>
                    <a:pt x="48221" y="145530"/>
                    <a:pt x="48221" y="145578"/>
                    <a:pt x="48221" y="145625"/>
                  </a:cubicBezTo>
                  <a:cubicBezTo>
                    <a:pt x="50912" y="145578"/>
                    <a:pt x="53900" y="145542"/>
                    <a:pt x="57031" y="145518"/>
                  </a:cubicBezTo>
                  <a:cubicBezTo>
                    <a:pt x="59651" y="145542"/>
                    <a:pt x="62151" y="145566"/>
                    <a:pt x="64461" y="145601"/>
                  </a:cubicBezTo>
                  <a:cubicBezTo>
                    <a:pt x="64461" y="145566"/>
                    <a:pt x="64461" y="145530"/>
                    <a:pt x="64461" y="145494"/>
                  </a:cubicBezTo>
                  <a:cubicBezTo>
                    <a:pt x="65592" y="145488"/>
                    <a:pt x="66726" y="145485"/>
                    <a:pt x="67860" y="145485"/>
                  </a:cubicBezTo>
                  <a:cubicBezTo>
                    <a:pt x="68994" y="145485"/>
                    <a:pt x="70128" y="145488"/>
                    <a:pt x="71259" y="145494"/>
                  </a:cubicBezTo>
                  <a:cubicBezTo>
                    <a:pt x="71402" y="145578"/>
                    <a:pt x="71545" y="145661"/>
                    <a:pt x="71700" y="145744"/>
                  </a:cubicBezTo>
                  <a:cubicBezTo>
                    <a:pt x="78891" y="145947"/>
                    <a:pt x="85190" y="146268"/>
                    <a:pt x="90976" y="146816"/>
                  </a:cubicBezTo>
                  <a:cubicBezTo>
                    <a:pt x="90845" y="146054"/>
                    <a:pt x="90714" y="145256"/>
                    <a:pt x="90595" y="144435"/>
                  </a:cubicBezTo>
                  <a:lnTo>
                    <a:pt x="90595" y="144435"/>
                  </a:lnTo>
                  <a:cubicBezTo>
                    <a:pt x="91429" y="144792"/>
                    <a:pt x="92191" y="145304"/>
                    <a:pt x="92976" y="145744"/>
                  </a:cubicBezTo>
                  <a:cubicBezTo>
                    <a:pt x="96596" y="145851"/>
                    <a:pt x="99989" y="145982"/>
                    <a:pt x="103204" y="146161"/>
                  </a:cubicBezTo>
                  <a:cubicBezTo>
                    <a:pt x="103156" y="146375"/>
                    <a:pt x="103121" y="146601"/>
                    <a:pt x="103085" y="146828"/>
                  </a:cubicBezTo>
                  <a:cubicBezTo>
                    <a:pt x="104573" y="146685"/>
                    <a:pt x="106109" y="146554"/>
                    <a:pt x="107669" y="146447"/>
                  </a:cubicBezTo>
                  <a:cubicBezTo>
                    <a:pt x="109240" y="146554"/>
                    <a:pt x="110764" y="146685"/>
                    <a:pt x="112265" y="146828"/>
                  </a:cubicBezTo>
                  <a:cubicBezTo>
                    <a:pt x="112217" y="146601"/>
                    <a:pt x="112181" y="146375"/>
                    <a:pt x="112146" y="146161"/>
                  </a:cubicBezTo>
                  <a:cubicBezTo>
                    <a:pt x="115979" y="145947"/>
                    <a:pt x="120075" y="145792"/>
                    <a:pt x="124504" y="145697"/>
                  </a:cubicBezTo>
                  <a:cubicBezTo>
                    <a:pt x="125022" y="144156"/>
                    <a:pt x="125413" y="143165"/>
                    <a:pt x="125645" y="143165"/>
                  </a:cubicBezTo>
                  <a:cubicBezTo>
                    <a:pt x="125846" y="143165"/>
                    <a:pt x="125929" y="143902"/>
                    <a:pt x="125873" y="145661"/>
                  </a:cubicBezTo>
                  <a:cubicBezTo>
                    <a:pt x="126100" y="145661"/>
                    <a:pt x="126302" y="145661"/>
                    <a:pt x="126528" y="145649"/>
                  </a:cubicBezTo>
                  <a:cubicBezTo>
                    <a:pt x="127181" y="144357"/>
                    <a:pt x="127670" y="143321"/>
                    <a:pt x="127939" y="143321"/>
                  </a:cubicBezTo>
                  <a:cubicBezTo>
                    <a:pt x="128150" y="143321"/>
                    <a:pt x="128225" y="143963"/>
                    <a:pt x="128136" y="145625"/>
                  </a:cubicBezTo>
                  <a:cubicBezTo>
                    <a:pt x="130541" y="145589"/>
                    <a:pt x="133184" y="145554"/>
                    <a:pt x="135946" y="145530"/>
                  </a:cubicBezTo>
                  <a:cubicBezTo>
                    <a:pt x="138720" y="145554"/>
                    <a:pt x="141352" y="145589"/>
                    <a:pt x="143757" y="145625"/>
                  </a:cubicBezTo>
                  <a:cubicBezTo>
                    <a:pt x="143667" y="143963"/>
                    <a:pt x="143745" y="143321"/>
                    <a:pt x="143959" y="143321"/>
                  </a:cubicBezTo>
                  <a:cubicBezTo>
                    <a:pt x="144230" y="143321"/>
                    <a:pt x="144723" y="144357"/>
                    <a:pt x="145376" y="145649"/>
                  </a:cubicBezTo>
                  <a:cubicBezTo>
                    <a:pt x="145590" y="145661"/>
                    <a:pt x="145804" y="145661"/>
                    <a:pt x="146019" y="145661"/>
                  </a:cubicBezTo>
                  <a:cubicBezTo>
                    <a:pt x="145964" y="143902"/>
                    <a:pt x="146046" y="143165"/>
                    <a:pt x="146247" y="143165"/>
                  </a:cubicBezTo>
                  <a:cubicBezTo>
                    <a:pt x="146479" y="143165"/>
                    <a:pt x="146870" y="144156"/>
                    <a:pt x="147388" y="145697"/>
                  </a:cubicBezTo>
                  <a:cubicBezTo>
                    <a:pt x="151817" y="145792"/>
                    <a:pt x="155913" y="145947"/>
                    <a:pt x="159759" y="146161"/>
                  </a:cubicBezTo>
                  <a:cubicBezTo>
                    <a:pt x="159711" y="146375"/>
                    <a:pt x="159675" y="146601"/>
                    <a:pt x="159640" y="146828"/>
                  </a:cubicBezTo>
                  <a:cubicBezTo>
                    <a:pt x="161128" y="146685"/>
                    <a:pt x="162664" y="146554"/>
                    <a:pt x="164223" y="146447"/>
                  </a:cubicBezTo>
                  <a:cubicBezTo>
                    <a:pt x="165795" y="146554"/>
                    <a:pt x="167319" y="146685"/>
                    <a:pt x="168819" y="146828"/>
                  </a:cubicBezTo>
                  <a:cubicBezTo>
                    <a:pt x="168772" y="146601"/>
                    <a:pt x="168736" y="146375"/>
                    <a:pt x="168700" y="146161"/>
                  </a:cubicBezTo>
                  <a:cubicBezTo>
                    <a:pt x="171915" y="145982"/>
                    <a:pt x="175296" y="145851"/>
                    <a:pt x="178916" y="145744"/>
                  </a:cubicBezTo>
                  <a:cubicBezTo>
                    <a:pt x="179702" y="145304"/>
                    <a:pt x="180464" y="144792"/>
                    <a:pt x="181309" y="144435"/>
                  </a:cubicBezTo>
                  <a:lnTo>
                    <a:pt x="181309" y="144435"/>
                  </a:lnTo>
                  <a:cubicBezTo>
                    <a:pt x="181190" y="145256"/>
                    <a:pt x="181059" y="146054"/>
                    <a:pt x="180916" y="146816"/>
                  </a:cubicBezTo>
                  <a:cubicBezTo>
                    <a:pt x="186714" y="146268"/>
                    <a:pt x="193001" y="145947"/>
                    <a:pt x="200204" y="145744"/>
                  </a:cubicBezTo>
                  <a:cubicBezTo>
                    <a:pt x="200347" y="145661"/>
                    <a:pt x="200490" y="145578"/>
                    <a:pt x="200645" y="145494"/>
                  </a:cubicBezTo>
                  <a:cubicBezTo>
                    <a:pt x="201770" y="145488"/>
                    <a:pt x="202904" y="145485"/>
                    <a:pt x="204039" y="145485"/>
                  </a:cubicBezTo>
                  <a:cubicBezTo>
                    <a:pt x="205175" y="145485"/>
                    <a:pt x="206312" y="145488"/>
                    <a:pt x="207443" y="145494"/>
                  </a:cubicBezTo>
                  <a:cubicBezTo>
                    <a:pt x="207443" y="145530"/>
                    <a:pt x="207443" y="145566"/>
                    <a:pt x="207431" y="145601"/>
                  </a:cubicBezTo>
                  <a:cubicBezTo>
                    <a:pt x="209741" y="145566"/>
                    <a:pt x="212253" y="145542"/>
                    <a:pt x="214873" y="145518"/>
                  </a:cubicBezTo>
                  <a:cubicBezTo>
                    <a:pt x="218004" y="145542"/>
                    <a:pt x="220981" y="145578"/>
                    <a:pt x="223683" y="145625"/>
                  </a:cubicBezTo>
                  <a:cubicBezTo>
                    <a:pt x="223671" y="145578"/>
                    <a:pt x="223671" y="145530"/>
                    <a:pt x="223671" y="145494"/>
                  </a:cubicBezTo>
                  <a:cubicBezTo>
                    <a:pt x="224183" y="145494"/>
                    <a:pt x="224695" y="145482"/>
                    <a:pt x="225207" y="145482"/>
                  </a:cubicBezTo>
                  <a:cubicBezTo>
                    <a:pt x="225243" y="145542"/>
                    <a:pt x="225267" y="145601"/>
                    <a:pt x="225291" y="145649"/>
                  </a:cubicBezTo>
                  <a:cubicBezTo>
                    <a:pt x="225517" y="145661"/>
                    <a:pt x="225731" y="145661"/>
                    <a:pt x="225945" y="145661"/>
                  </a:cubicBezTo>
                  <a:cubicBezTo>
                    <a:pt x="225945" y="145601"/>
                    <a:pt x="225934" y="145542"/>
                    <a:pt x="225934" y="145482"/>
                  </a:cubicBezTo>
                  <a:cubicBezTo>
                    <a:pt x="226374" y="145482"/>
                    <a:pt x="226803" y="145482"/>
                    <a:pt x="227243" y="145494"/>
                  </a:cubicBezTo>
                  <a:cubicBezTo>
                    <a:pt x="227267" y="145554"/>
                    <a:pt x="227291" y="145625"/>
                    <a:pt x="227315" y="145697"/>
                  </a:cubicBezTo>
                  <a:cubicBezTo>
                    <a:pt x="235411" y="145875"/>
                    <a:pt x="242376" y="146220"/>
                    <a:pt x="248734" y="146816"/>
                  </a:cubicBezTo>
                  <a:cubicBezTo>
                    <a:pt x="248651" y="146363"/>
                    <a:pt x="248579" y="145899"/>
                    <a:pt x="248508" y="145423"/>
                  </a:cubicBezTo>
                  <a:lnTo>
                    <a:pt x="248508" y="145423"/>
                  </a:lnTo>
                  <a:cubicBezTo>
                    <a:pt x="248532" y="145506"/>
                    <a:pt x="248567" y="145601"/>
                    <a:pt x="248591" y="145697"/>
                  </a:cubicBezTo>
                  <a:cubicBezTo>
                    <a:pt x="256699" y="145875"/>
                    <a:pt x="263664" y="146220"/>
                    <a:pt x="270022" y="146816"/>
                  </a:cubicBezTo>
                  <a:cubicBezTo>
                    <a:pt x="268463" y="138065"/>
                    <a:pt x="268082" y="126123"/>
                    <a:pt x="268606" y="114598"/>
                  </a:cubicBezTo>
                  <a:cubicBezTo>
                    <a:pt x="267939" y="114478"/>
                    <a:pt x="263926" y="114038"/>
                    <a:pt x="266462" y="113466"/>
                  </a:cubicBezTo>
                  <a:cubicBezTo>
                    <a:pt x="266546" y="113288"/>
                    <a:pt x="266808" y="113347"/>
                    <a:pt x="266974" y="113312"/>
                  </a:cubicBezTo>
                  <a:cubicBezTo>
                    <a:pt x="267105" y="113205"/>
                    <a:pt x="267236" y="113109"/>
                    <a:pt x="267367" y="113002"/>
                  </a:cubicBezTo>
                  <a:cubicBezTo>
                    <a:pt x="267391" y="112954"/>
                    <a:pt x="267403" y="112919"/>
                    <a:pt x="267415" y="112871"/>
                  </a:cubicBezTo>
                  <a:cubicBezTo>
                    <a:pt x="258878" y="111740"/>
                    <a:pt x="264557" y="111323"/>
                    <a:pt x="268856" y="110121"/>
                  </a:cubicBezTo>
                  <a:cubicBezTo>
                    <a:pt x="268951" y="108668"/>
                    <a:pt x="269070" y="107228"/>
                    <a:pt x="269189" y="105811"/>
                  </a:cubicBezTo>
                  <a:cubicBezTo>
                    <a:pt x="269463" y="105846"/>
                    <a:pt x="269749" y="105870"/>
                    <a:pt x="270022" y="105894"/>
                  </a:cubicBezTo>
                  <a:cubicBezTo>
                    <a:pt x="269832" y="104834"/>
                    <a:pt x="269653" y="103727"/>
                    <a:pt x="269510" y="102584"/>
                  </a:cubicBezTo>
                  <a:cubicBezTo>
                    <a:pt x="270094" y="97036"/>
                    <a:pt x="270903" y="91940"/>
                    <a:pt x="271904" y="87809"/>
                  </a:cubicBezTo>
                  <a:lnTo>
                    <a:pt x="271904" y="87809"/>
                  </a:lnTo>
                  <a:cubicBezTo>
                    <a:pt x="270725" y="87928"/>
                    <a:pt x="269570" y="88047"/>
                    <a:pt x="268451" y="88154"/>
                  </a:cubicBezTo>
                  <a:cubicBezTo>
                    <a:pt x="268320" y="83427"/>
                    <a:pt x="268379" y="78510"/>
                    <a:pt x="268606" y="73664"/>
                  </a:cubicBezTo>
                  <a:cubicBezTo>
                    <a:pt x="267939" y="73557"/>
                    <a:pt x="263926" y="73104"/>
                    <a:pt x="266462" y="72545"/>
                  </a:cubicBezTo>
                  <a:cubicBezTo>
                    <a:pt x="266546" y="72366"/>
                    <a:pt x="266808" y="72426"/>
                    <a:pt x="266974" y="72390"/>
                  </a:cubicBezTo>
                  <a:cubicBezTo>
                    <a:pt x="267105" y="72283"/>
                    <a:pt x="267236" y="72176"/>
                    <a:pt x="267367" y="72069"/>
                  </a:cubicBezTo>
                  <a:cubicBezTo>
                    <a:pt x="267391" y="72033"/>
                    <a:pt x="267403" y="71985"/>
                    <a:pt x="267415" y="71949"/>
                  </a:cubicBezTo>
                  <a:cubicBezTo>
                    <a:pt x="258878" y="70818"/>
                    <a:pt x="264557" y="70402"/>
                    <a:pt x="268856" y="69199"/>
                  </a:cubicBezTo>
                  <a:cubicBezTo>
                    <a:pt x="269415" y="60770"/>
                    <a:pt x="270463" y="52840"/>
                    <a:pt x="271904" y="46875"/>
                  </a:cubicBezTo>
                  <a:lnTo>
                    <a:pt x="271904" y="46875"/>
                  </a:lnTo>
                  <a:cubicBezTo>
                    <a:pt x="270606" y="47006"/>
                    <a:pt x="269344" y="47137"/>
                    <a:pt x="268105" y="47256"/>
                  </a:cubicBezTo>
                  <a:cubicBezTo>
                    <a:pt x="267713" y="40803"/>
                    <a:pt x="267689" y="33719"/>
                    <a:pt x="268010" y="26789"/>
                  </a:cubicBezTo>
                  <a:cubicBezTo>
                    <a:pt x="267343" y="26670"/>
                    <a:pt x="263331" y="26230"/>
                    <a:pt x="265867" y="25658"/>
                  </a:cubicBezTo>
                  <a:cubicBezTo>
                    <a:pt x="265950" y="25479"/>
                    <a:pt x="266212" y="25539"/>
                    <a:pt x="266379" y="25503"/>
                  </a:cubicBezTo>
                  <a:cubicBezTo>
                    <a:pt x="266510" y="25396"/>
                    <a:pt x="266641" y="25301"/>
                    <a:pt x="266772" y="25194"/>
                  </a:cubicBezTo>
                  <a:cubicBezTo>
                    <a:pt x="266796" y="25146"/>
                    <a:pt x="266808" y="25110"/>
                    <a:pt x="266820" y="25063"/>
                  </a:cubicBezTo>
                  <a:cubicBezTo>
                    <a:pt x="258283" y="23932"/>
                    <a:pt x="263962" y="23515"/>
                    <a:pt x="268260" y="22312"/>
                  </a:cubicBezTo>
                  <a:cubicBezTo>
                    <a:pt x="268415" y="19919"/>
                    <a:pt x="268856" y="15300"/>
                    <a:pt x="268856" y="15300"/>
                  </a:cubicBezTo>
                  <a:lnTo>
                    <a:pt x="254901" y="1453"/>
                  </a:lnTo>
                  <a:cubicBezTo>
                    <a:pt x="254901" y="1453"/>
                    <a:pt x="251413" y="1679"/>
                    <a:pt x="249615" y="1774"/>
                  </a:cubicBezTo>
                  <a:cubicBezTo>
                    <a:pt x="249746" y="1167"/>
                    <a:pt x="249889" y="572"/>
                    <a:pt x="250020" y="0"/>
                  </a:cubicBezTo>
                  <a:lnTo>
                    <a:pt x="250020" y="0"/>
                  </a:lnTo>
                  <a:cubicBezTo>
                    <a:pt x="240828" y="929"/>
                    <a:pt x="233577" y="1572"/>
                    <a:pt x="225017" y="1929"/>
                  </a:cubicBezTo>
                  <a:cubicBezTo>
                    <a:pt x="224814" y="2179"/>
                    <a:pt x="224600" y="2441"/>
                    <a:pt x="224386" y="2715"/>
                  </a:cubicBezTo>
                  <a:cubicBezTo>
                    <a:pt x="223731" y="2953"/>
                    <a:pt x="223112" y="3274"/>
                    <a:pt x="222647" y="3751"/>
                  </a:cubicBezTo>
                  <a:cubicBezTo>
                    <a:pt x="222755" y="3346"/>
                    <a:pt x="222945" y="2774"/>
                    <a:pt x="223219" y="2000"/>
                  </a:cubicBezTo>
                  <a:cubicBezTo>
                    <a:pt x="223094" y="1992"/>
                    <a:pt x="222968" y="1988"/>
                    <a:pt x="222843" y="1988"/>
                  </a:cubicBezTo>
                  <a:cubicBezTo>
                    <a:pt x="221740" y="1988"/>
                    <a:pt x="220632" y="2285"/>
                    <a:pt x="219537" y="2285"/>
                  </a:cubicBezTo>
                  <a:cubicBezTo>
                    <a:pt x="219371" y="2285"/>
                    <a:pt x="219205" y="2278"/>
                    <a:pt x="219040" y="2262"/>
                  </a:cubicBezTo>
                  <a:cubicBezTo>
                    <a:pt x="218567" y="2506"/>
                    <a:pt x="218202" y="2952"/>
                    <a:pt x="217926" y="2952"/>
                  </a:cubicBezTo>
                  <a:cubicBezTo>
                    <a:pt x="217744" y="2952"/>
                    <a:pt x="217601" y="2757"/>
                    <a:pt x="217492" y="2179"/>
                  </a:cubicBezTo>
                  <a:cubicBezTo>
                    <a:pt x="216420" y="2203"/>
                    <a:pt x="215337" y="2227"/>
                    <a:pt x="214218" y="2239"/>
                  </a:cubicBezTo>
                  <a:cubicBezTo>
                    <a:pt x="210515" y="2179"/>
                    <a:pt x="207169" y="2084"/>
                    <a:pt x="204002" y="1965"/>
                  </a:cubicBezTo>
                  <a:cubicBezTo>
                    <a:pt x="203967" y="2131"/>
                    <a:pt x="203943" y="2298"/>
                    <a:pt x="203919" y="2453"/>
                  </a:cubicBezTo>
                  <a:cubicBezTo>
                    <a:pt x="203550" y="2560"/>
                    <a:pt x="203181" y="2679"/>
                    <a:pt x="202824" y="2822"/>
                  </a:cubicBezTo>
                  <a:cubicBezTo>
                    <a:pt x="202776" y="2548"/>
                    <a:pt x="202728" y="2239"/>
                    <a:pt x="202681" y="1905"/>
                  </a:cubicBezTo>
                  <a:cubicBezTo>
                    <a:pt x="194453" y="1524"/>
                    <a:pt x="187357" y="905"/>
                    <a:pt x="178440" y="0"/>
                  </a:cubicBezTo>
                  <a:lnTo>
                    <a:pt x="178440" y="0"/>
                  </a:lnTo>
                  <a:cubicBezTo>
                    <a:pt x="178582" y="572"/>
                    <a:pt x="178713" y="1167"/>
                    <a:pt x="178844" y="1774"/>
                  </a:cubicBezTo>
                  <a:cubicBezTo>
                    <a:pt x="175773" y="1607"/>
                    <a:pt x="172832" y="1417"/>
                    <a:pt x="169831" y="1179"/>
                  </a:cubicBezTo>
                  <a:cubicBezTo>
                    <a:pt x="169927" y="774"/>
                    <a:pt x="170010" y="381"/>
                    <a:pt x="170105" y="0"/>
                  </a:cubicBezTo>
                  <a:lnTo>
                    <a:pt x="170105" y="0"/>
                  </a:lnTo>
                  <a:cubicBezTo>
                    <a:pt x="167843" y="226"/>
                    <a:pt x="165700" y="441"/>
                    <a:pt x="163628" y="631"/>
                  </a:cubicBezTo>
                  <a:cubicBezTo>
                    <a:pt x="161556" y="441"/>
                    <a:pt x="159413" y="226"/>
                    <a:pt x="157163" y="0"/>
                  </a:cubicBezTo>
                  <a:lnTo>
                    <a:pt x="157163" y="0"/>
                  </a:lnTo>
                  <a:cubicBezTo>
                    <a:pt x="157246" y="381"/>
                    <a:pt x="157342" y="774"/>
                    <a:pt x="157425" y="1179"/>
                  </a:cubicBezTo>
                  <a:cubicBezTo>
                    <a:pt x="153377" y="1500"/>
                    <a:pt x="149400" y="1750"/>
                    <a:pt x="145102" y="1929"/>
                  </a:cubicBezTo>
                  <a:cubicBezTo>
                    <a:pt x="144154" y="3043"/>
                    <a:pt x="143049" y="4616"/>
                    <a:pt x="142712" y="4616"/>
                  </a:cubicBezTo>
                  <a:cubicBezTo>
                    <a:pt x="142491" y="4616"/>
                    <a:pt x="142601" y="3936"/>
                    <a:pt x="143304" y="2000"/>
                  </a:cubicBezTo>
                  <a:cubicBezTo>
                    <a:pt x="143179" y="1992"/>
                    <a:pt x="143053" y="1988"/>
                    <a:pt x="142928" y="1988"/>
                  </a:cubicBezTo>
                  <a:cubicBezTo>
                    <a:pt x="141825" y="1988"/>
                    <a:pt x="140718" y="2285"/>
                    <a:pt x="139622" y="2285"/>
                  </a:cubicBezTo>
                  <a:cubicBezTo>
                    <a:pt x="139456" y="2285"/>
                    <a:pt x="139290" y="2278"/>
                    <a:pt x="139125" y="2262"/>
                  </a:cubicBezTo>
                  <a:cubicBezTo>
                    <a:pt x="138780" y="2441"/>
                    <a:pt x="138494" y="2715"/>
                    <a:pt x="138256" y="2858"/>
                  </a:cubicBezTo>
                  <a:lnTo>
                    <a:pt x="138256" y="2250"/>
                  </a:lnTo>
                  <a:cubicBezTo>
                    <a:pt x="138030" y="2250"/>
                    <a:pt x="137803" y="2239"/>
                    <a:pt x="137589" y="2239"/>
                  </a:cubicBezTo>
                  <a:cubicBezTo>
                    <a:pt x="137577" y="2215"/>
                    <a:pt x="137577" y="2203"/>
                    <a:pt x="137565" y="2179"/>
                  </a:cubicBezTo>
                  <a:cubicBezTo>
                    <a:pt x="137041" y="2191"/>
                    <a:pt x="136494" y="2203"/>
                    <a:pt x="135946" y="2215"/>
                  </a:cubicBezTo>
                  <a:cubicBezTo>
                    <a:pt x="135410" y="2203"/>
                    <a:pt x="134863" y="2191"/>
                    <a:pt x="134327" y="2179"/>
                  </a:cubicBezTo>
                  <a:cubicBezTo>
                    <a:pt x="134327" y="2203"/>
                    <a:pt x="134327" y="2215"/>
                    <a:pt x="134315" y="2239"/>
                  </a:cubicBezTo>
                  <a:cubicBezTo>
                    <a:pt x="134089" y="2239"/>
                    <a:pt x="133874" y="2250"/>
                    <a:pt x="133648" y="2250"/>
                  </a:cubicBezTo>
                  <a:lnTo>
                    <a:pt x="133648" y="2858"/>
                  </a:lnTo>
                  <a:cubicBezTo>
                    <a:pt x="133410" y="2715"/>
                    <a:pt x="133124" y="2441"/>
                    <a:pt x="132779" y="2262"/>
                  </a:cubicBezTo>
                  <a:cubicBezTo>
                    <a:pt x="132604" y="2280"/>
                    <a:pt x="132429" y="2288"/>
                    <a:pt x="132254" y="2288"/>
                  </a:cubicBezTo>
                  <a:cubicBezTo>
                    <a:pt x="131165" y="2288"/>
                    <a:pt x="130064" y="1988"/>
                    <a:pt x="128968" y="1988"/>
                  </a:cubicBezTo>
                  <a:cubicBezTo>
                    <a:pt x="128845" y="1988"/>
                    <a:pt x="128723" y="1992"/>
                    <a:pt x="128600" y="2000"/>
                  </a:cubicBezTo>
                  <a:cubicBezTo>
                    <a:pt x="129303" y="3936"/>
                    <a:pt x="129413" y="4616"/>
                    <a:pt x="129192" y="4616"/>
                  </a:cubicBezTo>
                  <a:cubicBezTo>
                    <a:pt x="128855" y="4616"/>
                    <a:pt x="127750" y="3043"/>
                    <a:pt x="126802" y="1929"/>
                  </a:cubicBezTo>
                  <a:cubicBezTo>
                    <a:pt x="122492" y="1750"/>
                    <a:pt x="118527" y="1500"/>
                    <a:pt x="114467" y="1179"/>
                  </a:cubicBezTo>
                  <a:cubicBezTo>
                    <a:pt x="114562" y="774"/>
                    <a:pt x="114646" y="381"/>
                    <a:pt x="114741" y="0"/>
                  </a:cubicBezTo>
                  <a:lnTo>
                    <a:pt x="114741" y="0"/>
                  </a:lnTo>
                  <a:cubicBezTo>
                    <a:pt x="112491" y="226"/>
                    <a:pt x="110348" y="441"/>
                    <a:pt x="108276" y="631"/>
                  </a:cubicBezTo>
                  <a:cubicBezTo>
                    <a:pt x="106192" y="441"/>
                    <a:pt x="104061" y="226"/>
                    <a:pt x="101799" y="0"/>
                  </a:cubicBezTo>
                  <a:lnTo>
                    <a:pt x="101799" y="0"/>
                  </a:lnTo>
                  <a:cubicBezTo>
                    <a:pt x="101894" y="381"/>
                    <a:pt x="101978" y="774"/>
                    <a:pt x="102073" y="1179"/>
                  </a:cubicBezTo>
                  <a:cubicBezTo>
                    <a:pt x="99072" y="1417"/>
                    <a:pt x="96132" y="1607"/>
                    <a:pt x="93060" y="1774"/>
                  </a:cubicBezTo>
                  <a:cubicBezTo>
                    <a:pt x="93191" y="1167"/>
                    <a:pt x="93322" y="572"/>
                    <a:pt x="93465" y="0"/>
                  </a:cubicBezTo>
                  <a:lnTo>
                    <a:pt x="93465" y="0"/>
                  </a:lnTo>
                  <a:cubicBezTo>
                    <a:pt x="84535" y="905"/>
                    <a:pt x="77439" y="1524"/>
                    <a:pt x="69212" y="1905"/>
                  </a:cubicBezTo>
                  <a:cubicBezTo>
                    <a:pt x="69164" y="2239"/>
                    <a:pt x="69116" y="2548"/>
                    <a:pt x="69081" y="2822"/>
                  </a:cubicBezTo>
                  <a:cubicBezTo>
                    <a:pt x="68723" y="2667"/>
                    <a:pt x="68342" y="2548"/>
                    <a:pt x="67973" y="2453"/>
                  </a:cubicBezTo>
                  <a:cubicBezTo>
                    <a:pt x="67950" y="2298"/>
                    <a:pt x="67926" y="2131"/>
                    <a:pt x="67902" y="1953"/>
                  </a:cubicBezTo>
                  <a:cubicBezTo>
                    <a:pt x="64735" y="2084"/>
                    <a:pt x="61377" y="2179"/>
                    <a:pt x="57686" y="2239"/>
                  </a:cubicBezTo>
                  <a:cubicBezTo>
                    <a:pt x="56567" y="2227"/>
                    <a:pt x="55472" y="2203"/>
                    <a:pt x="54412" y="2179"/>
                  </a:cubicBezTo>
                  <a:cubicBezTo>
                    <a:pt x="54303" y="2757"/>
                    <a:pt x="54160" y="2952"/>
                    <a:pt x="53977" y="2952"/>
                  </a:cubicBezTo>
                  <a:cubicBezTo>
                    <a:pt x="53701" y="2952"/>
                    <a:pt x="53333" y="2506"/>
                    <a:pt x="52852" y="2262"/>
                  </a:cubicBezTo>
                  <a:cubicBezTo>
                    <a:pt x="52687" y="2278"/>
                    <a:pt x="52522" y="2285"/>
                    <a:pt x="52356" y="2285"/>
                  </a:cubicBezTo>
                  <a:cubicBezTo>
                    <a:pt x="51262" y="2285"/>
                    <a:pt x="50161" y="1988"/>
                    <a:pt x="49052" y="1988"/>
                  </a:cubicBezTo>
                  <a:cubicBezTo>
                    <a:pt x="48926" y="1988"/>
                    <a:pt x="48800" y="1992"/>
                    <a:pt x="48673" y="2000"/>
                  </a:cubicBezTo>
                  <a:cubicBezTo>
                    <a:pt x="48959" y="2774"/>
                    <a:pt x="49138" y="3346"/>
                    <a:pt x="49257" y="3751"/>
                  </a:cubicBezTo>
                  <a:cubicBezTo>
                    <a:pt x="48792" y="3274"/>
                    <a:pt x="48173" y="2953"/>
                    <a:pt x="47518" y="2703"/>
                  </a:cubicBezTo>
                  <a:cubicBezTo>
                    <a:pt x="47304" y="2441"/>
                    <a:pt x="47090" y="2179"/>
                    <a:pt x="46875" y="1929"/>
                  </a:cubicBezTo>
                  <a:cubicBezTo>
                    <a:pt x="38315" y="1572"/>
                    <a:pt x="31064" y="929"/>
                    <a:pt x="21872" y="0"/>
                  </a:cubicBezTo>
                  <a:lnTo>
                    <a:pt x="21872" y="0"/>
                  </a:lnTo>
                  <a:cubicBezTo>
                    <a:pt x="22015" y="572"/>
                    <a:pt x="22146" y="1167"/>
                    <a:pt x="22277" y="1774"/>
                  </a:cubicBezTo>
                  <a:cubicBezTo>
                    <a:pt x="15098" y="1393"/>
                    <a:pt x="8573" y="810"/>
                    <a:pt x="5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70"/>
            <p:cNvSpPr/>
            <p:nvPr/>
          </p:nvSpPr>
          <p:spPr>
            <a:xfrm>
              <a:off x="283950" y="193150"/>
              <a:ext cx="8615526" cy="4752359"/>
            </a:xfrm>
            <a:custGeom>
              <a:rect b="b" l="l" r="r" t="t"/>
              <a:pathLst>
                <a:path extrusionOk="0" h="146757" w="269046">
                  <a:moveTo>
                    <a:pt x="21241" y="131"/>
                  </a:moveTo>
                  <a:cubicBezTo>
                    <a:pt x="20884" y="346"/>
                    <a:pt x="20527" y="572"/>
                    <a:pt x="20170" y="798"/>
                  </a:cubicBezTo>
                  <a:cubicBezTo>
                    <a:pt x="20217" y="953"/>
                    <a:pt x="20253" y="1120"/>
                    <a:pt x="20289" y="1286"/>
                  </a:cubicBezTo>
                  <a:cubicBezTo>
                    <a:pt x="20860" y="929"/>
                    <a:pt x="21432" y="560"/>
                    <a:pt x="22015" y="203"/>
                  </a:cubicBezTo>
                  <a:cubicBezTo>
                    <a:pt x="21753" y="179"/>
                    <a:pt x="21503" y="155"/>
                    <a:pt x="21241" y="131"/>
                  </a:cubicBezTo>
                  <a:close/>
                  <a:moveTo>
                    <a:pt x="18777" y="1691"/>
                  </a:moveTo>
                  <a:cubicBezTo>
                    <a:pt x="18515" y="1858"/>
                    <a:pt x="18265" y="2012"/>
                    <a:pt x="18015" y="2179"/>
                  </a:cubicBezTo>
                  <a:cubicBezTo>
                    <a:pt x="11788" y="6263"/>
                    <a:pt x="6156" y="10644"/>
                    <a:pt x="1155" y="15252"/>
                  </a:cubicBezTo>
                  <a:cubicBezTo>
                    <a:pt x="1179" y="15455"/>
                    <a:pt x="1203" y="15657"/>
                    <a:pt x="1215" y="15848"/>
                  </a:cubicBezTo>
                  <a:cubicBezTo>
                    <a:pt x="6263" y="11156"/>
                    <a:pt x="11966" y="6727"/>
                    <a:pt x="18277" y="2584"/>
                  </a:cubicBezTo>
                  <a:cubicBezTo>
                    <a:pt x="18705" y="2298"/>
                    <a:pt x="19146" y="2012"/>
                    <a:pt x="19574" y="1739"/>
                  </a:cubicBezTo>
                  <a:cubicBezTo>
                    <a:pt x="19312" y="1727"/>
                    <a:pt x="19039" y="1703"/>
                    <a:pt x="18777" y="1691"/>
                  </a:cubicBezTo>
                  <a:close/>
                  <a:moveTo>
                    <a:pt x="257199" y="5608"/>
                  </a:moveTo>
                  <a:cubicBezTo>
                    <a:pt x="259819" y="11180"/>
                    <a:pt x="262128" y="16943"/>
                    <a:pt x="264105" y="22884"/>
                  </a:cubicBezTo>
                  <a:cubicBezTo>
                    <a:pt x="264307" y="22836"/>
                    <a:pt x="264522" y="22789"/>
                    <a:pt x="264736" y="22741"/>
                  </a:cubicBezTo>
                  <a:cubicBezTo>
                    <a:pt x="262950" y="17360"/>
                    <a:pt x="260890" y="12085"/>
                    <a:pt x="258557" y="6942"/>
                  </a:cubicBezTo>
                  <a:lnTo>
                    <a:pt x="257199" y="5608"/>
                  </a:lnTo>
                  <a:close/>
                  <a:moveTo>
                    <a:pt x="234685" y="1239"/>
                  </a:moveTo>
                  <a:cubicBezTo>
                    <a:pt x="234423" y="1262"/>
                    <a:pt x="234149" y="1286"/>
                    <a:pt x="233887" y="1298"/>
                  </a:cubicBezTo>
                  <a:cubicBezTo>
                    <a:pt x="234554" y="1727"/>
                    <a:pt x="235220" y="2143"/>
                    <a:pt x="235875" y="2584"/>
                  </a:cubicBezTo>
                  <a:cubicBezTo>
                    <a:pt x="245662" y="9001"/>
                    <a:pt x="253961" y="16145"/>
                    <a:pt x="260676" y="23813"/>
                  </a:cubicBezTo>
                  <a:cubicBezTo>
                    <a:pt x="260783" y="23741"/>
                    <a:pt x="260938" y="23682"/>
                    <a:pt x="261140" y="23610"/>
                  </a:cubicBezTo>
                  <a:cubicBezTo>
                    <a:pt x="254377" y="15871"/>
                    <a:pt x="246007" y="8656"/>
                    <a:pt x="236137" y="2179"/>
                  </a:cubicBezTo>
                  <a:cubicBezTo>
                    <a:pt x="235649" y="1870"/>
                    <a:pt x="235173" y="1548"/>
                    <a:pt x="234685" y="1239"/>
                  </a:cubicBezTo>
                  <a:close/>
                  <a:moveTo>
                    <a:pt x="264807" y="25051"/>
                  </a:moveTo>
                  <a:lnTo>
                    <a:pt x="264867" y="25218"/>
                  </a:lnTo>
                  <a:cubicBezTo>
                    <a:pt x="264879" y="25218"/>
                    <a:pt x="264879" y="25206"/>
                    <a:pt x="264891" y="25194"/>
                  </a:cubicBezTo>
                  <a:cubicBezTo>
                    <a:pt x="264914" y="25158"/>
                    <a:pt x="264926" y="25111"/>
                    <a:pt x="264938" y="25075"/>
                  </a:cubicBezTo>
                  <a:cubicBezTo>
                    <a:pt x="264891" y="25063"/>
                    <a:pt x="264855" y="25063"/>
                    <a:pt x="264807" y="25051"/>
                  </a:cubicBezTo>
                  <a:close/>
                  <a:moveTo>
                    <a:pt x="265319" y="26670"/>
                  </a:moveTo>
                  <a:lnTo>
                    <a:pt x="265319" y="26670"/>
                  </a:lnTo>
                  <a:cubicBezTo>
                    <a:pt x="265557" y="27480"/>
                    <a:pt x="265807" y="28290"/>
                    <a:pt x="266034" y="29099"/>
                  </a:cubicBezTo>
                  <a:cubicBezTo>
                    <a:pt x="266057" y="28444"/>
                    <a:pt x="266081" y="27789"/>
                    <a:pt x="266117" y="27135"/>
                  </a:cubicBezTo>
                  <a:cubicBezTo>
                    <a:pt x="266081" y="27016"/>
                    <a:pt x="266046" y="26896"/>
                    <a:pt x="266010" y="26777"/>
                  </a:cubicBezTo>
                  <a:cubicBezTo>
                    <a:pt x="265843" y="26754"/>
                    <a:pt x="265593" y="26718"/>
                    <a:pt x="265319" y="26670"/>
                  </a:cubicBezTo>
                  <a:close/>
                  <a:moveTo>
                    <a:pt x="261188" y="24408"/>
                  </a:moveTo>
                  <a:lnTo>
                    <a:pt x="261188" y="24408"/>
                  </a:lnTo>
                  <a:cubicBezTo>
                    <a:pt x="262902" y="26396"/>
                    <a:pt x="264498" y="28409"/>
                    <a:pt x="265998" y="30456"/>
                  </a:cubicBezTo>
                  <a:cubicBezTo>
                    <a:pt x="265998" y="30195"/>
                    <a:pt x="266010" y="29944"/>
                    <a:pt x="266022" y="29683"/>
                  </a:cubicBezTo>
                  <a:cubicBezTo>
                    <a:pt x="265153" y="28516"/>
                    <a:pt x="264260" y="27361"/>
                    <a:pt x="263331" y="26218"/>
                  </a:cubicBezTo>
                  <a:cubicBezTo>
                    <a:pt x="263200" y="26158"/>
                    <a:pt x="263140" y="26087"/>
                    <a:pt x="263164" y="26015"/>
                  </a:cubicBezTo>
                  <a:cubicBezTo>
                    <a:pt x="262771" y="25539"/>
                    <a:pt x="262378" y="25075"/>
                    <a:pt x="261986" y="24599"/>
                  </a:cubicBezTo>
                  <a:cubicBezTo>
                    <a:pt x="261664" y="24539"/>
                    <a:pt x="261402" y="24468"/>
                    <a:pt x="261188" y="24408"/>
                  </a:cubicBezTo>
                  <a:close/>
                  <a:moveTo>
                    <a:pt x="127076" y="17431"/>
                  </a:moveTo>
                  <a:cubicBezTo>
                    <a:pt x="133339" y="17431"/>
                    <a:pt x="139506" y="17574"/>
                    <a:pt x="145578" y="17848"/>
                  </a:cubicBezTo>
                  <a:cubicBezTo>
                    <a:pt x="146150" y="29278"/>
                    <a:pt x="146554" y="41363"/>
                    <a:pt x="146769" y="53924"/>
                  </a:cubicBezTo>
                  <a:cubicBezTo>
                    <a:pt x="140292" y="53816"/>
                    <a:pt x="133720" y="53769"/>
                    <a:pt x="127076" y="53769"/>
                  </a:cubicBezTo>
                  <a:cubicBezTo>
                    <a:pt x="120432" y="53769"/>
                    <a:pt x="113860" y="53816"/>
                    <a:pt x="107371" y="53924"/>
                  </a:cubicBezTo>
                  <a:cubicBezTo>
                    <a:pt x="107585" y="41363"/>
                    <a:pt x="107990" y="29278"/>
                    <a:pt x="108562" y="17848"/>
                  </a:cubicBezTo>
                  <a:cubicBezTo>
                    <a:pt x="114634" y="17574"/>
                    <a:pt x="120813" y="17431"/>
                    <a:pt x="127076" y="17431"/>
                  </a:cubicBezTo>
                  <a:close/>
                  <a:moveTo>
                    <a:pt x="108359" y="17848"/>
                  </a:moveTo>
                  <a:cubicBezTo>
                    <a:pt x="107776" y="29385"/>
                    <a:pt x="107371" y="41482"/>
                    <a:pt x="107169" y="53924"/>
                  </a:cubicBezTo>
                  <a:cubicBezTo>
                    <a:pt x="94727" y="54138"/>
                    <a:pt x="82630" y="54531"/>
                    <a:pt x="71093" y="55114"/>
                  </a:cubicBezTo>
                  <a:cubicBezTo>
                    <a:pt x="71617" y="43244"/>
                    <a:pt x="72640" y="31766"/>
                    <a:pt x="74117" y="20872"/>
                  </a:cubicBezTo>
                  <a:cubicBezTo>
                    <a:pt x="85011" y="19407"/>
                    <a:pt x="96477" y="18384"/>
                    <a:pt x="108359" y="17848"/>
                  </a:cubicBezTo>
                  <a:close/>
                  <a:moveTo>
                    <a:pt x="145792" y="17860"/>
                  </a:moveTo>
                  <a:lnTo>
                    <a:pt x="145792" y="17860"/>
                  </a:lnTo>
                  <a:cubicBezTo>
                    <a:pt x="157675" y="18384"/>
                    <a:pt x="169141" y="19407"/>
                    <a:pt x="180035" y="20884"/>
                  </a:cubicBezTo>
                  <a:cubicBezTo>
                    <a:pt x="181499" y="31766"/>
                    <a:pt x="182523" y="43244"/>
                    <a:pt x="183059" y="55114"/>
                  </a:cubicBezTo>
                  <a:cubicBezTo>
                    <a:pt x="171522" y="54531"/>
                    <a:pt x="159425" y="54138"/>
                    <a:pt x="146983" y="53924"/>
                  </a:cubicBezTo>
                  <a:cubicBezTo>
                    <a:pt x="146781" y="41482"/>
                    <a:pt x="146376" y="29385"/>
                    <a:pt x="145792" y="17860"/>
                  </a:cubicBezTo>
                  <a:close/>
                  <a:moveTo>
                    <a:pt x="73724" y="20931"/>
                  </a:moveTo>
                  <a:lnTo>
                    <a:pt x="73724" y="20931"/>
                  </a:lnTo>
                  <a:cubicBezTo>
                    <a:pt x="72259" y="31909"/>
                    <a:pt x="71247" y="43375"/>
                    <a:pt x="70724" y="55138"/>
                  </a:cubicBezTo>
                  <a:cubicBezTo>
                    <a:pt x="54805" y="55948"/>
                    <a:pt x="39958" y="57103"/>
                    <a:pt x="26742" y="58579"/>
                  </a:cubicBezTo>
                  <a:cubicBezTo>
                    <a:pt x="27373" y="48816"/>
                    <a:pt x="28599" y="39255"/>
                    <a:pt x="30397" y="29992"/>
                  </a:cubicBezTo>
                  <a:cubicBezTo>
                    <a:pt x="43292" y="26158"/>
                    <a:pt x="57901" y="23086"/>
                    <a:pt x="73724" y="20931"/>
                  </a:cubicBezTo>
                  <a:close/>
                  <a:moveTo>
                    <a:pt x="180416" y="20931"/>
                  </a:moveTo>
                  <a:lnTo>
                    <a:pt x="180416" y="20931"/>
                  </a:lnTo>
                  <a:cubicBezTo>
                    <a:pt x="196251" y="23086"/>
                    <a:pt x="210860" y="26170"/>
                    <a:pt x="223755" y="29992"/>
                  </a:cubicBezTo>
                  <a:cubicBezTo>
                    <a:pt x="225552" y="39255"/>
                    <a:pt x="226779" y="48816"/>
                    <a:pt x="227410" y="58579"/>
                  </a:cubicBezTo>
                  <a:cubicBezTo>
                    <a:pt x="214194" y="57103"/>
                    <a:pt x="199335" y="55948"/>
                    <a:pt x="183416" y="55138"/>
                  </a:cubicBezTo>
                  <a:cubicBezTo>
                    <a:pt x="182904" y="43375"/>
                    <a:pt x="181892" y="31909"/>
                    <a:pt x="180416" y="20931"/>
                  </a:cubicBezTo>
                  <a:close/>
                  <a:moveTo>
                    <a:pt x="70724" y="55352"/>
                  </a:moveTo>
                  <a:cubicBezTo>
                    <a:pt x="70450" y="61436"/>
                    <a:pt x="70319" y="67616"/>
                    <a:pt x="70319" y="73843"/>
                  </a:cubicBezTo>
                  <a:cubicBezTo>
                    <a:pt x="70319" y="80070"/>
                    <a:pt x="70450" y="86237"/>
                    <a:pt x="70724" y="92321"/>
                  </a:cubicBezTo>
                  <a:cubicBezTo>
                    <a:pt x="54543" y="91500"/>
                    <a:pt x="39696" y="90333"/>
                    <a:pt x="26730" y="88892"/>
                  </a:cubicBezTo>
                  <a:cubicBezTo>
                    <a:pt x="26420" y="83915"/>
                    <a:pt x="26254" y="78891"/>
                    <a:pt x="26254" y="73843"/>
                  </a:cubicBezTo>
                  <a:cubicBezTo>
                    <a:pt x="26254" y="68783"/>
                    <a:pt x="26420" y="63758"/>
                    <a:pt x="26730" y="58781"/>
                  </a:cubicBezTo>
                  <a:cubicBezTo>
                    <a:pt x="39696" y="57341"/>
                    <a:pt x="54543" y="56174"/>
                    <a:pt x="70724" y="55352"/>
                  </a:cubicBezTo>
                  <a:close/>
                  <a:moveTo>
                    <a:pt x="183428" y="55352"/>
                  </a:moveTo>
                  <a:cubicBezTo>
                    <a:pt x="199609" y="56174"/>
                    <a:pt x="214444" y="57341"/>
                    <a:pt x="227410" y="58781"/>
                  </a:cubicBezTo>
                  <a:cubicBezTo>
                    <a:pt x="227731" y="63758"/>
                    <a:pt x="227886" y="68783"/>
                    <a:pt x="227886" y="73843"/>
                  </a:cubicBezTo>
                  <a:cubicBezTo>
                    <a:pt x="227886" y="78903"/>
                    <a:pt x="227731" y="83915"/>
                    <a:pt x="227410" y="88892"/>
                  </a:cubicBezTo>
                  <a:cubicBezTo>
                    <a:pt x="214444" y="90333"/>
                    <a:pt x="199609" y="91500"/>
                    <a:pt x="183428" y="92321"/>
                  </a:cubicBezTo>
                  <a:cubicBezTo>
                    <a:pt x="183690" y="86237"/>
                    <a:pt x="183833" y="80070"/>
                    <a:pt x="183833" y="73843"/>
                  </a:cubicBezTo>
                  <a:cubicBezTo>
                    <a:pt x="183833" y="67616"/>
                    <a:pt x="183690" y="61436"/>
                    <a:pt x="183428" y="55352"/>
                  </a:cubicBezTo>
                  <a:close/>
                  <a:moveTo>
                    <a:pt x="107157" y="54138"/>
                  </a:moveTo>
                  <a:cubicBezTo>
                    <a:pt x="107050" y="60627"/>
                    <a:pt x="107002" y="67199"/>
                    <a:pt x="107002" y="73843"/>
                  </a:cubicBezTo>
                  <a:cubicBezTo>
                    <a:pt x="107002" y="80475"/>
                    <a:pt x="107050" y="87047"/>
                    <a:pt x="107157" y="93536"/>
                  </a:cubicBezTo>
                  <a:cubicBezTo>
                    <a:pt x="94596" y="93321"/>
                    <a:pt x="82511" y="92917"/>
                    <a:pt x="71081" y="92345"/>
                  </a:cubicBezTo>
                  <a:cubicBezTo>
                    <a:pt x="70807" y="86273"/>
                    <a:pt x="70676" y="80105"/>
                    <a:pt x="70676" y="73843"/>
                  </a:cubicBezTo>
                  <a:cubicBezTo>
                    <a:pt x="70676" y="67580"/>
                    <a:pt x="70807" y="61401"/>
                    <a:pt x="71081" y="55329"/>
                  </a:cubicBezTo>
                  <a:cubicBezTo>
                    <a:pt x="82511" y="54757"/>
                    <a:pt x="94596" y="54352"/>
                    <a:pt x="107157" y="54138"/>
                  </a:cubicBezTo>
                  <a:close/>
                  <a:moveTo>
                    <a:pt x="146983" y="54138"/>
                  </a:moveTo>
                  <a:cubicBezTo>
                    <a:pt x="159544" y="54352"/>
                    <a:pt x="171641" y="54757"/>
                    <a:pt x="183071" y="55329"/>
                  </a:cubicBezTo>
                  <a:cubicBezTo>
                    <a:pt x="183333" y="61401"/>
                    <a:pt x="183476" y="67568"/>
                    <a:pt x="183476" y="73831"/>
                  </a:cubicBezTo>
                  <a:cubicBezTo>
                    <a:pt x="183476" y="80094"/>
                    <a:pt x="183333" y="86273"/>
                    <a:pt x="183071" y="92345"/>
                  </a:cubicBezTo>
                  <a:cubicBezTo>
                    <a:pt x="171641" y="92917"/>
                    <a:pt x="159544" y="93321"/>
                    <a:pt x="146983" y="93536"/>
                  </a:cubicBezTo>
                  <a:cubicBezTo>
                    <a:pt x="147090" y="87047"/>
                    <a:pt x="147150" y="80475"/>
                    <a:pt x="147150" y="73843"/>
                  </a:cubicBezTo>
                  <a:cubicBezTo>
                    <a:pt x="147150" y="67199"/>
                    <a:pt x="147090" y="60627"/>
                    <a:pt x="146983" y="54138"/>
                  </a:cubicBezTo>
                  <a:close/>
                  <a:moveTo>
                    <a:pt x="127076" y="53971"/>
                  </a:moveTo>
                  <a:cubicBezTo>
                    <a:pt x="133743" y="53971"/>
                    <a:pt x="140327" y="54031"/>
                    <a:pt x="146781" y="54138"/>
                  </a:cubicBezTo>
                  <a:cubicBezTo>
                    <a:pt x="146876" y="60591"/>
                    <a:pt x="146935" y="67163"/>
                    <a:pt x="146935" y="73843"/>
                  </a:cubicBezTo>
                  <a:cubicBezTo>
                    <a:pt x="146935" y="80510"/>
                    <a:pt x="146888" y="87082"/>
                    <a:pt x="146781" y="93536"/>
                  </a:cubicBezTo>
                  <a:cubicBezTo>
                    <a:pt x="140327" y="93643"/>
                    <a:pt x="133743" y="93702"/>
                    <a:pt x="127076" y="93702"/>
                  </a:cubicBezTo>
                  <a:cubicBezTo>
                    <a:pt x="120396" y="93702"/>
                    <a:pt x="113824" y="93643"/>
                    <a:pt x="107371" y="93536"/>
                  </a:cubicBezTo>
                  <a:cubicBezTo>
                    <a:pt x="107264" y="87082"/>
                    <a:pt x="107204" y="80510"/>
                    <a:pt x="107204" y="73843"/>
                  </a:cubicBezTo>
                  <a:cubicBezTo>
                    <a:pt x="107204" y="67163"/>
                    <a:pt x="107264" y="60591"/>
                    <a:pt x="107371" y="54138"/>
                  </a:cubicBezTo>
                  <a:cubicBezTo>
                    <a:pt x="113824" y="54031"/>
                    <a:pt x="120396" y="53971"/>
                    <a:pt x="127076" y="53971"/>
                  </a:cubicBezTo>
                  <a:close/>
                  <a:moveTo>
                    <a:pt x="48" y="105632"/>
                  </a:moveTo>
                  <a:cubicBezTo>
                    <a:pt x="36" y="105716"/>
                    <a:pt x="12" y="105811"/>
                    <a:pt x="0" y="105894"/>
                  </a:cubicBezTo>
                  <a:cubicBezTo>
                    <a:pt x="155" y="105882"/>
                    <a:pt x="310" y="105870"/>
                    <a:pt x="477" y="105859"/>
                  </a:cubicBezTo>
                  <a:cubicBezTo>
                    <a:pt x="334" y="105775"/>
                    <a:pt x="191" y="105704"/>
                    <a:pt x="48" y="105632"/>
                  </a:cubicBezTo>
                  <a:close/>
                  <a:moveTo>
                    <a:pt x="26742" y="89095"/>
                  </a:moveTo>
                  <a:cubicBezTo>
                    <a:pt x="39958" y="90571"/>
                    <a:pt x="54805" y="91726"/>
                    <a:pt x="70724" y="92536"/>
                  </a:cubicBezTo>
                  <a:cubicBezTo>
                    <a:pt x="71247" y="104299"/>
                    <a:pt x="72259" y="115765"/>
                    <a:pt x="73724" y="126742"/>
                  </a:cubicBezTo>
                  <a:cubicBezTo>
                    <a:pt x="57901" y="124587"/>
                    <a:pt x="43292" y="121515"/>
                    <a:pt x="30397" y="117681"/>
                  </a:cubicBezTo>
                  <a:cubicBezTo>
                    <a:pt x="28599" y="108418"/>
                    <a:pt x="27373" y="98858"/>
                    <a:pt x="26742" y="89095"/>
                  </a:cubicBezTo>
                  <a:close/>
                  <a:moveTo>
                    <a:pt x="227410" y="89095"/>
                  </a:moveTo>
                  <a:cubicBezTo>
                    <a:pt x="226779" y="98858"/>
                    <a:pt x="225552" y="108418"/>
                    <a:pt x="223755" y="117681"/>
                  </a:cubicBezTo>
                  <a:cubicBezTo>
                    <a:pt x="210860" y="121515"/>
                    <a:pt x="196251" y="124587"/>
                    <a:pt x="180416" y="126742"/>
                  </a:cubicBezTo>
                  <a:cubicBezTo>
                    <a:pt x="181892" y="115765"/>
                    <a:pt x="182904" y="104299"/>
                    <a:pt x="183416" y="92536"/>
                  </a:cubicBezTo>
                  <a:cubicBezTo>
                    <a:pt x="199347" y="91726"/>
                    <a:pt x="214194" y="90571"/>
                    <a:pt x="227410" y="89095"/>
                  </a:cubicBezTo>
                  <a:close/>
                  <a:moveTo>
                    <a:pt x="71093" y="92559"/>
                  </a:moveTo>
                  <a:lnTo>
                    <a:pt x="71093" y="92559"/>
                  </a:lnTo>
                  <a:cubicBezTo>
                    <a:pt x="82630" y="93143"/>
                    <a:pt x="94715" y="93536"/>
                    <a:pt x="107169" y="93750"/>
                  </a:cubicBezTo>
                  <a:cubicBezTo>
                    <a:pt x="107371" y="106192"/>
                    <a:pt x="107776" y="118289"/>
                    <a:pt x="108347" y="129826"/>
                  </a:cubicBezTo>
                  <a:cubicBezTo>
                    <a:pt x="96477" y="129290"/>
                    <a:pt x="85011" y="128266"/>
                    <a:pt x="74117" y="126790"/>
                  </a:cubicBezTo>
                  <a:cubicBezTo>
                    <a:pt x="72640" y="115907"/>
                    <a:pt x="71617" y="104442"/>
                    <a:pt x="71093" y="92559"/>
                  </a:cubicBezTo>
                  <a:close/>
                  <a:moveTo>
                    <a:pt x="183059" y="92559"/>
                  </a:moveTo>
                  <a:lnTo>
                    <a:pt x="183059" y="92559"/>
                  </a:lnTo>
                  <a:cubicBezTo>
                    <a:pt x="182523" y="104442"/>
                    <a:pt x="181499" y="115907"/>
                    <a:pt x="180035" y="126802"/>
                  </a:cubicBezTo>
                  <a:cubicBezTo>
                    <a:pt x="169141" y="128266"/>
                    <a:pt x="157675" y="129290"/>
                    <a:pt x="145792" y="129826"/>
                  </a:cubicBezTo>
                  <a:cubicBezTo>
                    <a:pt x="146376" y="118289"/>
                    <a:pt x="146769" y="106192"/>
                    <a:pt x="146983" y="93750"/>
                  </a:cubicBezTo>
                  <a:cubicBezTo>
                    <a:pt x="159425" y="93536"/>
                    <a:pt x="171522" y="93143"/>
                    <a:pt x="183059" y="92559"/>
                  </a:cubicBezTo>
                  <a:close/>
                  <a:moveTo>
                    <a:pt x="107371" y="93750"/>
                  </a:moveTo>
                  <a:cubicBezTo>
                    <a:pt x="113860" y="93857"/>
                    <a:pt x="120432" y="93917"/>
                    <a:pt x="127076" y="93917"/>
                  </a:cubicBezTo>
                  <a:cubicBezTo>
                    <a:pt x="133708" y="93917"/>
                    <a:pt x="140292" y="93857"/>
                    <a:pt x="146769" y="93750"/>
                  </a:cubicBezTo>
                  <a:lnTo>
                    <a:pt x="146769" y="93750"/>
                  </a:lnTo>
                  <a:cubicBezTo>
                    <a:pt x="146566" y="106311"/>
                    <a:pt x="146150" y="118396"/>
                    <a:pt x="145578" y="129826"/>
                  </a:cubicBezTo>
                  <a:cubicBezTo>
                    <a:pt x="139506" y="130100"/>
                    <a:pt x="133339" y="130243"/>
                    <a:pt x="127076" y="130243"/>
                  </a:cubicBezTo>
                  <a:cubicBezTo>
                    <a:pt x="120813" y="130243"/>
                    <a:pt x="114634" y="130100"/>
                    <a:pt x="108574" y="129826"/>
                  </a:cubicBezTo>
                  <a:cubicBezTo>
                    <a:pt x="107990" y="118396"/>
                    <a:pt x="107585" y="106311"/>
                    <a:pt x="107371" y="93750"/>
                  </a:cubicBezTo>
                  <a:close/>
                  <a:moveTo>
                    <a:pt x="266653" y="116300"/>
                  </a:moveTo>
                  <a:lnTo>
                    <a:pt x="266653" y="116300"/>
                  </a:lnTo>
                  <a:cubicBezTo>
                    <a:pt x="259152" y="126861"/>
                    <a:pt x="248817" y="136600"/>
                    <a:pt x="235875" y="145101"/>
                  </a:cubicBezTo>
                  <a:cubicBezTo>
                    <a:pt x="235411" y="145399"/>
                    <a:pt x="234946" y="145697"/>
                    <a:pt x="234482" y="145994"/>
                  </a:cubicBezTo>
                  <a:cubicBezTo>
                    <a:pt x="234756" y="146006"/>
                    <a:pt x="235030" y="146018"/>
                    <a:pt x="235304" y="146030"/>
                  </a:cubicBezTo>
                  <a:cubicBezTo>
                    <a:pt x="235577" y="145852"/>
                    <a:pt x="235851" y="145673"/>
                    <a:pt x="236137" y="145494"/>
                  </a:cubicBezTo>
                  <a:cubicBezTo>
                    <a:pt x="248710" y="137243"/>
                    <a:pt x="258854" y="127814"/>
                    <a:pt x="266319" y="117586"/>
                  </a:cubicBezTo>
                  <a:lnTo>
                    <a:pt x="266319" y="117586"/>
                  </a:lnTo>
                  <a:cubicBezTo>
                    <a:pt x="263533" y="127504"/>
                    <a:pt x="259831" y="137005"/>
                    <a:pt x="255306" y="145971"/>
                  </a:cubicBezTo>
                  <a:cubicBezTo>
                    <a:pt x="255544" y="145983"/>
                    <a:pt x="255794" y="145994"/>
                    <a:pt x="256032" y="146006"/>
                  </a:cubicBezTo>
                  <a:cubicBezTo>
                    <a:pt x="260354" y="137374"/>
                    <a:pt x="263879" y="128338"/>
                    <a:pt x="266569" y="118991"/>
                  </a:cubicBezTo>
                  <a:cubicBezTo>
                    <a:pt x="266593" y="118098"/>
                    <a:pt x="266617" y="117193"/>
                    <a:pt x="266653" y="116300"/>
                  </a:cubicBezTo>
                  <a:close/>
                  <a:moveTo>
                    <a:pt x="1798" y="132362"/>
                  </a:moveTo>
                  <a:cubicBezTo>
                    <a:pt x="1774" y="132540"/>
                    <a:pt x="1739" y="132731"/>
                    <a:pt x="1715" y="132933"/>
                  </a:cubicBezTo>
                  <a:cubicBezTo>
                    <a:pt x="6573" y="137362"/>
                    <a:pt x="12014" y="141553"/>
                    <a:pt x="18015" y="145494"/>
                  </a:cubicBezTo>
                  <a:cubicBezTo>
                    <a:pt x="18229" y="145637"/>
                    <a:pt x="18455" y="145780"/>
                    <a:pt x="18669" y="145923"/>
                  </a:cubicBezTo>
                  <a:cubicBezTo>
                    <a:pt x="18681" y="145899"/>
                    <a:pt x="18681" y="145887"/>
                    <a:pt x="18693" y="145875"/>
                  </a:cubicBezTo>
                  <a:lnTo>
                    <a:pt x="18693" y="145875"/>
                  </a:lnTo>
                  <a:cubicBezTo>
                    <a:pt x="18681" y="145899"/>
                    <a:pt x="18693" y="145911"/>
                    <a:pt x="18693" y="145935"/>
                  </a:cubicBezTo>
                  <a:cubicBezTo>
                    <a:pt x="18800" y="146006"/>
                    <a:pt x="18908" y="146066"/>
                    <a:pt x="19015" y="146137"/>
                  </a:cubicBezTo>
                  <a:cubicBezTo>
                    <a:pt x="19348" y="146256"/>
                    <a:pt x="19872" y="146328"/>
                    <a:pt x="20336" y="146423"/>
                  </a:cubicBezTo>
                  <a:cubicBezTo>
                    <a:pt x="19646" y="145983"/>
                    <a:pt x="18955" y="145542"/>
                    <a:pt x="18277" y="145090"/>
                  </a:cubicBezTo>
                  <a:cubicBezTo>
                    <a:pt x="12204" y="141113"/>
                    <a:pt x="6692" y="136850"/>
                    <a:pt x="1798" y="132362"/>
                  </a:cubicBezTo>
                  <a:close/>
                  <a:moveTo>
                    <a:pt x="176558" y="0"/>
                  </a:moveTo>
                  <a:cubicBezTo>
                    <a:pt x="176701" y="572"/>
                    <a:pt x="176832" y="1167"/>
                    <a:pt x="176963" y="1774"/>
                  </a:cubicBezTo>
                  <a:lnTo>
                    <a:pt x="176903" y="1774"/>
                  </a:lnTo>
                  <a:cubicBezTo>
                    <a:pt x="178070" y="7787"/>
                    <a:pt x="179106" y="14038"/>
                    <a:pt x="179975" y="20491"/>
                  </a:cubicBezTo>
                  <a:cubicBezTo>
                    <a:pt x="168998" y="19015"/>
                    <a:pt x="157544" y="18003"/>
                    <a:pt x="145781" y="17491"/>
                  </a:cubicBezTo>
                  <a:cubicBezTo>
                    <a:pt x="145507" y="12157"/>
                    <a:pt x="145197" y="6942"/>
                    <a:pt x="144852" y="1858"/>
                  </a:cubicBezTo>
                  <a:cubicBezTo>
                    <a:pt x="144780" y="1870"/>
                    <a:pt x="144697" y="1870"/>
                    <a:pt x="144626" y="1870"/>
                  </a:cubicBezTo>
                  <a:cubicBezTo>
                    <a:pt x="144971" y="6918"/>
                    <a:pt x="145292" y="12121"/>
                    <a:pt x="145554" y="17479"/>
                  </a:cubicBezTo>
                  <a:cubicBezTo>
                    <a:pt x="139470" y="17217"/>
                    <a:pt x="133303" y="17074"/>
                    <a:pt x="127076" y="17074"/>
                  </a:cubicBezTo>
                  <a:cubicBezTo>
                    <a:pt x="120849" y="17074"/>
                    <a:pt x="114681" y="17217"/>
                    <a:pt x="108585" y="17479"/>
                  </a:cubicBezTo>
                  <a:cubicBezTo>
                    <a:pt x="108895" y="11573"/>
                    <a:pt x="109240" y="5846"/>
                    <a:pt x="109621" y="322"/>
                  </a:cubicBezTo>
                  <a:lnTo>
                    <a:pt x="109621" y="322"/>
                  </a:lnTo>
                  <a:cubicBezTo>
                    <a:pt x="109550" y="334"/>
                    <a:pt x="109478" y="334"/>
                    <a:pt x="109407" y="346"/>
                  </a:cubicBezTo>
                  <a:cubicBezTo>
                    <a:pt x="109014" y="5894"/>
                    <a:pt x="108669" y="11621"/>
                    <a:pt x="108371" y="17491"/>
                  </a:cubicBezTo>
                  <a:cubicBezTo>
                    <a:pt x="96608" y="18003"/>
                    <a:pt x="85142" y="19015"/>
                    <a:pt x="74164" y="20491"/>
                  </a:cubicBezTo>
                  <a:cubicBezTo>
                    <a:pt x="75069" y="13871"/>
                    <a:pt x="76129" y="7454"/>
                    <a:pt x="77343" y="1298"/>
                  </a:cubicBezTo>
                  <a:lnTo>
                    <a:pt x="77343" y="1298"/>
                  </a:lnTo>
                  <a:cubicBezTo>
                    <a:pt x="77212" y="1310"/>
                    <a:pt x="77081" y="1322"/>
                    <a:pt x="76951" y="1334"/>
                  </a:cubicBezTo>
                  <a:cubicBezTo>
                    <a:pt x="75724" y="7537"/>
                    <a:pt x="74665" y="13954"/>
                    <a:pt x="73783" y="20539"/>
                  </a:cubicBezTo>
                  <a:cubicBezTo>
                    <a:pt x="58198" y="22646"/>
                    <a:pt x="43601" y="25682"/>
                    <a:pt x="30480" y="29575"/>
                  </a:cubicBezTo>
                  <a:cubicBezTo>
                    <a:pt x="32374" y="19872"/>
                    <a:pt x="34910" y="10502"/>
                    <a:pt x="38029" y="1560"/>
                  </a:cubicBezTo>
                  <a:cubicBezTo>
                    <a:pt x="37874" y="1548"/>
                    <a:pt x="37708" y="1548"/>
                    <a:pt x="37541" y="1536"/>
                  </a:cubicBezTo>
                  <a:cubicBezTo>
                    <a:pt x="34409" y="10525"/>
                    <a:pt x="31862" y="19955"/>
                    <a:pt x="29968" y="29718"/>
                  </a:cubicBezTo>
                  <a:cubicBezTo>
                    <a:pt x="25849" y="30957"/>
                    <a:pt x="21884" y="32266"/>
                    <a:pt x="18086" y="33659"/>
                  </a:cubicBezTo>
                  <a:cubicBezTo>
                    <a:pt x="12252" y="35802"/>
                    <a:pt x="6942" y="38088"/>
                    <a:pt x="2191" y="40493"/>
                  </a:cubicBezTo>
                  <a:lnTo>
                    <a:pt x="2179" y="40934"/>
                  </a:lnTo>
                  <a:cubicBezTo>
                    <a:pt x="10097" y="36910"/>
                    <a:pt x="19420" y="33278"/>
                    <a:pt x="29885" y="30147"/>
                  </a:cubicBezTo>
                  <a:lnTo>
                    <a:pt x="29885" y="30147"/>
                  </a:lnTo>
                  <a:cubicBezTo>
                    <a:pt x="28111" y="39386"/>
                    <a:pt x="26885" y="48911"/>
                    <a:pt x="26266" y="58627"/>
                  </a:cubicBezTo>
                  <a:cubicBezTo>
                    <a:pt x="23480" y="58948"/>
                    <a:pt x="20765" y="59270"/>
                    <a:pt x="18134" y="59615"/>
                  </a:cubicBezTo>
                  <a:cubicBezTo>
                    <a:pt x="11621" y="60460"/>
                    <a:pt x="5763" y="61365"/>
                    <a:pt x="584" y="62329"/>
                  </a:cubicBezTo>
                  <a:cubicBezTo>
                    <a:pt x="596" y="62389"/>
                    <a:pt x="596" y="62460"/>
                    <a:pt x="608" y="62520"/>
                  </a:cubicBezTo>
                  <a:cubicBezTo>
                    <a:pt x="7942" y="61163"/>
                    <a:pt x="16574" y="59924"/>
                    <a:pt x="26254" y="58841"/>
                  </a:cubicBezTo>
                  <a:lnTo>
                    <a:pt x="26254" y="58841"/>
                  </a:lnTo>
                  <a:cubicBezTo>
                    <a:pt x="25944" y="63794"/>
                    <a:pt x="25777" y="68794"/>
                    <a:pt x="25777" y="73843"/>
                  </a:cubicBezTo>
                  <a:cubicBezTo>
                    <a:pt x="25777" y="78879"/>
                    <a:pt x="25944" y="83880"/>
                    <a:pt x="26254" y="88833"/>
                  </a:cubicBezTo>
                  <a:cubicBezTo>
                    <a:pt x="17014" y="87797"/>
                    <a:pt x="8740" y="86618"/>
                    <a:pt x="1620" y="85332"/>
                  </a:cubicBezTo>
                  <a:cubicBezTo>
                    <a:pt x="1620" y="85404"/>
                    <a:pt x="1620" y="85475"/>
                    <a:pt x="1620" y="85535"/>
                  </a:cubicBezTo>
                  <a:cubicBezTo>
                    <a:pt x="6537" y="86428"/>
                    <a:pt x="12050" y="87273"/>
                    <a:pt x="18134" y="88059"/>
                  </a:cubicBezTo>
                  <a:cubicBezTo>
                    <a:pt x="20765" y="88404"/>
                    <a:pt x="23480" y="88726"/>
                    <a:pt x="26266" y="89047"/>
                  </a:cubicBezTo>
                  <a:cubicBezTo>
                    <a:pt x="26885" y="98762"/>
                    <a:pt x="28099" y="108287"/>
                    <a:pt x="29885" y="117527"/>
                  </a:cubicBezTo>
                  <a:cubicBezTo>
                    <a:pt x="18824" y="114217"/>
                    <a:pt x="9037" y="110359"/>
                    <a:pt x="846" y="106049"/>
                  </a:cubicBezTo>
                  <a:lnTo>
                    <a:pt x="846" y="106049"/>
                  </a:lnTo>
                  <a:cubicBezTo>
                    <a:pt x="858" y="106204"/>
                    <a:pt x="870" y="106359"/>
                    <a:pt x="881" y="106513"/>
                  </a:cubicBezTo>
                  <a:cubicBezTo>
                    <a:pt x="5977" y="109169"/>
                    <a:pt x="11716" y="111669"/>
                    <a:pt x="18086" y="114014"/>
                  </a:cubicBezTo>
                  <a:cubicBezTo>
                    <a:pt x="21884" y="115407"/>
                    <a:pt x="25849" y="116717"/>
                    <a:pt x="29968" y="117955"/>
                  </a:cubicBezTo>
                  <a:cubicBezTo>
                    <a:pt x="31850" y="127611"/>
                    <a:pt x="34350" y="136946"/>
                    <a:pt x="37446" y="145852"/>
                  </a:cubicBezTo>
                  <a:cubicBezTo>
                    <a:pt x="37600" y="145840"/>
                    <a:pt x="37767" y="145840"/>
                    <a:pt x="37934" y="145828"/>
                  </a:cubicBezTo>
                  <a:cubicBezTo>
                    <a:pt x="34862" y="136981"/>
                    <a:pt x="32362" y="127706"/>
                    <a:pt x="30480" y="118098"/>
                  </a:cubicBezTo>
                  <a:lnTo>
                    <a:pt x="30480" y="118098"/>
                  </a:lnTo>
                  <a:cubicBezTo>
                    <a:pt x="43589" y="121992"/>
                    <a:pt x="58198" y="125028"/>
                    <a:pt x="73783" y="127135"/>
                  </a:cubicBezTo>
                  <a:cubicBezTo>
                    <a:pt x="74653" y="133600"/>
                    <a:pt x="75688" y="139910"/>
                    <a:pt x="76879" y="146006"/>
                  </a:cubicBezTo>
                  <a:cubicBezTo>
                    <a:pt x="77010" y="146006"/>
                    <a:pt x="77141" y="146018"/>
                    <a:pt x="77272" y="146018"/>
                  </a:cubicBezTo>
                  <a:cubicBezTo>
                    <a:pt x="76093" y="139970"/>
                    <a:pt x="75046" y="133683"/>
                    <a:pt x="74164" y="127183"/>
                  </a:cubicBezTo>
                  <a:lnTo>
                    <a:pt x="74164" y="127183"/>
                  </a:lnTo>
                  <a:cubicBezTo>
                    <a:pt x="85154" y="128659"/>
                    <a:pt x="96608" y="129659"/>
                    <a:pt x="108371" y="130183"/>
                  </a:cubicBezTo>
                  <a:cubicBezTo>
                    <a:pt x="108657" y="135850"/>
                    <a:pt x="108990" y="141375"/>
                    <a:pt x="109371" y="146733"/>
                  </a:cubicBezTo>
                  <a:cubicBezTo>
                    <a:pt x="109443" y="146745"/>
                    <a:pt x="109514" y="146745"/>
                    <a:pt x="109586" y="146756"/>
                  </a:cubicBezTo>
                  <a:cubicBezTo>
                    <a:pt x="109205" y="141411"/>
                    <a:pt x="108883" y="135886"/>
                    <a:pt x="108585" y="130195"/>
                  </a:cubicBezTo>
                  <a:lnTo>
                    <a:pt x="108585" y="130195"/>
                  </a:lnTo>
                  <a:cubicBezTo>
                    <a:pt x="114681" y="130457"/>
                    <a:pt x="120849" y="130600"/>
                    <a:pt x="127076" y="130600"/>
                  </a:cubicBezTo>
                  <a:cubicBezTo>
                    <a:pt x="133303" y="130600"/>
                    <a:pt x="139470" y="130457"/>
                    <a:pt x="145554" y="130195"/>
                  </a:cubicBezTo>
                  <a:lnTo>
                    <a:pt x="145554" y="130195"/>
                  </a:lnTo>
                  <a:cubicBezTo>
                    <a:pt x="145328" y="134815"/>
                    <a:pt x="145066" y="139327"/>
                    <a:pt x="144769" y="143720"/>
                  </a:cubicBezTo>
                  <a:cubicBezTo>
                    <a:pt x="144828" y="143851"/>
                    <a:pt x="144888" y="143994"/>
                    <a:pt x="144959" y="144161"/>
                  </a:cubicBezTo>
                  <a:cubicBezTo>
                    <a:pt x="145257" y="139613"/>
                    <a:pt x="145531" y="134945"/>
                    <a:pt x="145781" y="130183"/>
                  </a:cubicBezTo>
                  <a:cubicBezTo>
                    <a:pt x="157544" y="129671"/>
                    <a:pt x="168998" y="128659"/>
                    <a:pt x="179975" y="127183"/>
                  </a:cubicBezTo>
                  <a:lnTo>
                    <a:pt x="179975" y="127183"/>
                  </a:lnTo>
                  <a:cubicBezTo>
                    <a:pt x="179106" y="133588"/>
                    <a:pt x="178094" y="139791"/>
                    <a:pt x="176927" y="145756"/>
                  </a:cubicBezTo>
                  <a:lnTo>
                    <a:pt x="177034" y="145756"/>
                  </a:lnTo>
                  <a:cubicBezTo>
                    <a:pt x="177142" y="145697"/>
                    <a:pt x="177249" y="145625"/>
                    <a:pt x="177356" y="145566"/>
                  </a:cubicBezTo>
                  <a:cubicBezTo>
                    <a:pt x="178511" y="139601"/>
                    <a:pt x="179511" y="133445"/>
                    <a:pt x="180368" y="127135"/>
                  </a:cubicBezTo>
                  <a:cubicBezTo>
                    <a:pt x="195953" y="125028"/>
                    <a:pt x="210551" y="121992"/>
                    <a:pt x="223671" y="118098"/>
                  </a:cubicBezTo>
                  <a:lnTo>
                    <a:pt x="223671" y="118098"/>
                  </a:lnTo>
                  <a:cubicBezTo>
                    <a:pt x="221814" y="127599"/>
                    <a:pt x="219337" y="136791"/>
                    <a:pt x="216301" y="145554"/>
                  </a:cubicBezTo>
                  <a:lnTo>
                    <a:pt x="216801" y="145554"/>
                  </a:lnTo>
                  <a:cubicBezTo>
                    <a:pt x="219849" y="136743"/>
                    <a:pt x="222326" y="127504"/>
                    <a:pt x="224183" y="117943"/>
                  </a:cubicBezTo>
                  <a:cubicBezTo>
                    <a:pt x="228291" y="116717"/>
                    <a:pt x="232268" y="115407"/>
                    <a:pt x="236066" y="114002"/>
                  </a:cubicBezTo>
                  <a:cubicBezTo>
                    <a:pt x="249877" y="108930"/>
                    <a:pt x="260747" y="103073"/>
                    <a:pt x="268367" y="96679"/>
                  </a:cubicBezTo>
                  <a:cubicBezTo>
                    <a:pt x="268391" y="96476"/>
                    <a:pt x="268427" y="96286"/>
                    <a:pt x="268451" y="96084"/>
                  </a:cubicBezTo>
                  <a:lnTo>
                    <a:pt x="268451" y="96084"/>
                  </a:lnTo>
                  <a:cubicBezTo>
                    <a:pt x="258592" y="104477"/>
                    <a:pt x="243317" y="111824"/>
                    <a:pt x="224267" y="117527"/>
                  </a:cubicBezTo>
                  <a:cubicBezTo>
                    <a:pt x="226041" y="108287"/>
                    <a:pt x="227267" y="98762"/>
                    <a:pt x="227886" y="89047"/>
                  </a:cubicBezTo>
                  <a:cubicBezTo>
                    <a:pt x="230672" y="88726"/>
                    <a:pt x="233387" y="88404"/>
                    <a:pt x="236018" y="88059"/>
                  </a:cubicBezTo>
                  <a:cubicBezTo>
                    <a:pt x="248770" y="86404"/>
                    <a:pt x="259009" y="84511"/>
                    <a:pt x="266510" y="82451"/>
                  </a:cubicBezTo>
                  <a:cubicBezTo>
                    <a:pt x="266510" y="82379"/>
                    <a:pt x="266510" y="82308"/>
                    <a:pt x="266510" y="82249"/>
                  </a:cubicBezTo>
                  <a:cubicBezTo>
                    <a:pt x="257306" y="84773"/>
                    <a:pt x="244079" y="87023"/>
                    <a:pt x="227898" y="88833"/>
                  </a:cubicBezTo>
                  <a:cubicBezTo>
                    <a:pt x="228208" y="83880"/>
                    <a:pt x="228362" y="78867"/>
                    <a:pt x="228362" y="73831"/>
                  </a:cubicBezTo>
                  <a:cubicBezTo>
                    <a:pt x="228362" y="68794"/>
                    <a:pt x="228208" y="63782"/>
                    <a:pt x="227898" y="58829"/>
                  </a:cubicBezTo>
                  <a:lnTo>
                    <a:pt x="227898" y="58829"/>
                  </a:lnTo>
                  <a:cubicBezTo>
                    <a:pt x="244519" y="60698"/>
                    <a:pt x="258009" y="63008"/>
                    <a:pt x="267248" y="65627"/>
                  </a:cubicBezTo>
                  <a:cubicBezTo>
                    <a:pt x="267248" y="65556"/>
                    <a:pt x="267260" y="65496"/>
                    <a:pt x="267260" y="65425"/>
                  </a:cubicBezTo>
                  <a:cubicBezTo>
                    <a:pt x="259711" y="63282"/>
                    <a:pt x="249210" y="61317"/>
                    <a:pt x="236018" y="59603"/>
                  </a:cubicBezTo>
                  <a:cubicBezTo>
                    <a:pt x="233387" y="59270"/>
                    <a:pt x="230672" y="58936"/>
                    <a:pt x="227886" y="58627"/>
                  </a:cubicBezTo>
                  <a:cubicBezTo>
                    <a:pt x="227267" y="48899"/>
                    <a:pt x="226041" y="39374"/>
                    <a:pt x="224267" y="30135"/>
                  </a:cubicBezTo>
                  <a:lnTo>
                    <a:pt x="224267" y="30135"/>
                  </a:lnTo>
                  <a:cubicBezTo>
                    <a:pt x="243650" y="35945"/>
                    <a:pt x="259116" y="43446"/>
                    <a:pt x="268963" y="52019"/>
                  </a:cubicBezTo>
                  <a:cubicBezTo>
                    <a:pt x="268986" y="51864"/>
                    <a:pt x="269010" y="51709"/>
                    <a:pt x="269046" y="51566"/>
                  </a:cubicBezTo>
                  <a:cubicBezTo>
                    <a:pt x="261390" y="44946"/>
                    <a:pt x="250294" y="38886"/>
                    <a:pt x="236066" y="33659"/>
                  </a:cubicBezTo>
                  <a:cubicBezTo>
                    <a:pt x="232268" y="32266"/>
                    <a:pt x="228291" y="30945"/>
                    <a:pt x="224183" y="29718"/>
                  </a:cubicBezTo>
                  <a:cubicBezTo>
                    <a:pt x="222338" y="20277"/>
                    <a:pt x="219909" y="11133"/>
                    <a:pt x="216908" y="2417"/>
                  </a:cubicBezTo>
                  <a:cubicBezTo>
                    <a:pt x="216766" y="2513"/>
                    <a:pt x="216635" y="2620"/>
                    <a:pt x="216504" y="2715"/>
                  </a:cubicBezTo>
                  <a:cubicBezTo>
                    <a:pt x="219456" y="11299"/>
                    <a:pt x="221850" y="20277"/>
                    <a:pt x="223671" y="29563"/>
                  </a:cubicBezTo>
                  <a:cubicBezTo>
                    <a:pt x="210551" y="25682"/>
                    <a:pt x="195953" y="22646"/>
                    <a:pt x="180368" y="20539"/>
                  </a:cubicBezTo>
                  <a:cubicBezTo>
                    <a:pt x="179416" y="13490"/>
                    <a:pt x="178273" y="6644"/>
                    <a:pt x="176951" y="36"/>
                  </a:cubicBezTo>
                  <a:cubicBezTo>
                    <a:pt x="176820" y="24"/>
                    <a:pt x="176689" y="12"/>
                    <a:pt x="176558" y="0"/>
                  </a:cubicBezTo>
                  <a:close/>
                </a:path>
              </a:pathLst>
            </a:custGeom>
            <a:solidFill>
              <a:srgbClr val="E3C98E">
                <a:alpha val="246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16" name="Google Shape;1216;p7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217" name="Google Shape;1217;p70"/>
          <p:cNvSpPr txBox="1"/>
          <p:nvPr>
            <p:ph idx="1" type="subTitle"/>
          </p:nvPr>
        </p:nvSpPr>
        <p:spPr>
          <a:xfrm>
            <a:off x="2110311" y="1995300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8" name="Google Shape;1218;p70"/>
          <p:cNvSpPr txBox="1"/>
          <p:nvPr>
            <p:ph idx="2" type="subTitle"/>
          </p:nvPr>
        </p:nvSpPr>
        <p:spPr>
          <a:xfrm>
            <a:off x="5055489" y="1995300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9" name="Google Shape;1219;p70"/>
          <p:cNvSpPr txBox="1"/>
          <p:nvPr>
            <p:ph idx="3" type="subTitle"/>
          </p:nvPr>
        </p:nvSpPr>
        <p:spPr>
          <a:xfrm>
            <a:off x="2110311" y="3409575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0" name="Google Shape;1220;p70"/>
          <p:cNvSpPr txBox="1"/>
          <p:nvPr>
            <p:ph idx="4" type="subTitle"/>
          </p:nvPr>
        </p:nvSpPr>
        <p:spPr>
          <a:xfrm>
            <a:off x="5055489" y="3409575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1" name="Google Shape;1221;p70"/>
          <p:cNvSpPr txBox="1"/>
          <p:nvPr>
            <p:ph idx="5" type="subTitle"/>
          </p:nvPr>
        </p:nvSpPr>
        <p:spPr>
          <a:xfrm>
            <a:off x="2110311" y="1565900"/>
            <a:ext cx="19782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Sansita"/>
                <a:ea typeface="Sansita"/>
                <a:cs typeface="Sansita"/>
                <a:sym typeface="Sansit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222" name="Google Shape;1222;p70"/>
          <p:cNvSpPr txBox="1"/>
          <p:nvPr>
            <p:ph idx="6" type="subTitle"/>
          </p:nvPr>
        </p:nvSpPr>
        <p:spPr>
          <a:xfrm>
            <a:off x="2110311" y="2980275"/>
            <a:ext cx="19782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Sansita"/>
                <a:ea typeface="Sansita"/>
                <a:cs typeface="Sansita"/>
                <a:sym typeface="Sansit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223" name="Google Shape;1223;p70"/>
          <p:cNvSpPr txBox="1"/>
          <p:nvPr>
            <p:ph idx="7" type="subTitle"/>
          </p:nvPr>
        </p:nvSpPr>
        <p:spPr>
          <a:xfrm>
            <a:off x="5055486" y="1565900"/>
            <a:ext cx="19782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Sansita"/>
                <a:ea typeface="Sansita"/>
                <a:cs typeface="Sansita"/>
                <a:sym typeface="Sansit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224" name="Google Shape;1224;p70"/>
          <p:cNvSpPr txBox="1"/>
          <p:nvPr>
            <p:ph idx="8" type="subTitle"/>
          </p:nvPr>
        </p:nvSpPr>
        <p:spPr>
          <a:xfrm>
            <a:off x="5055486" y="2980275"/>
            <a:ext cx="19782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Sansita"/>
                <a:ea typeface="Sansita"/>
                <a:cs typeface="Sansita"/>
                <a:sym typeface="Sansit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225" name="Google Shape;1225;p70"/>
          <p:cNvSpPr/>
          <p:nvPr/>
        </p:nvSpPr>
        <p:spPr>
          <a:xfrm>
            <a:off x="7628475" y="4849199"/>
            <a:ext cx="1163100" cy="103500"/>
          </a:xfrm>
          <a:prstGeom prst="ellipse">
            <a:avLst/>
          </a:prstGeom>
          <a:solidFill>
            <a:srgbClr val="033342">
              <a:alpha val="297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26" name="Google Shape;1226;p70"/>
          <p:cNvGrpSpPr/>
          <p:nvPr/>
        </p:nvGrpSpPr>
        <p:grpSpPr>
          <a:xfrm>
            <a:off x="7291418" y="3966074"/>
            <a:ext cx="1800871" cy="938030"/>
            <a:chOff x="6486525" y="6868500"/>
            <a:chExt cx="707250" cy="368375"/>
          </a:xfrm>
        </p:grpSpPr>
        <p:sp>
          <p:nvSpPr>
            <p:cNvPr id="1227" name="Google Shape;1227;p70"/>
            <p:cNvSpPr/>
            <p:nvPr/>
          </p:nvSpPr>
          <p:spPr>
            <a:xfrm>
              <a:off x="6486525" y="6868500"/>
              <a:ext cx="706050" cy="368375"/>
            </a:xfrm>
            <a:custGeom>
              <a:rect b="b" l="l" r="r" t="t"/>
              <a:pathLst>
                <a:path extrusionOk="0" h="14735" w="28242">
                  <a:moveTo>
                    <a:pt x="10223" y="1"/>
                  </a:moveTo>
                  <a:cubicBezTo>
                    <a:pt x="9064" y="1"/>
                    <a:pt x="7145" y="2819"/>
                    <a:pt x="5679" y="4372"/>
                  </a:cubicBezTo>
                  <a:cubicBezTo>
                    <a:pt x="3477" y="6705"/>
                    <a:pt x="0" y="7765"/>
                    <a:pt x="0" y="7765"/>
                  </a:cubicBezTo>
                  <a:cubicBezTo>
                    <a:pt x="470" y="13548"/>
                    <a:pt x="8510" y="14735"/>
                    <a:pt x="15033" y="14735"/>
                  </a:cubicBezTo>
                  <a:cubicBezTo>
                    <a:pt x="19576" y="14735"/>
                    <a:pt x="23384" y="14159"/>
                    <a:pt x="23384" y="14159"/>
                  </a:cubicBezTo>
                  <a:cubicBezTo>
                    <a:pt x="23384" y="14159"/>
                    <a:pt x="23205" y="9944"/>
                    <a:pt x="28242" y="3134"/>
                  </a:cubicBezTo>
                  <a:cubicBezTo>
                    <a:pt x="28242" y="3134"/>
                    <a:pt x="27813" y="1338"/>
                    <a:pt x="26788" y="1338"/>
                  </a:cubicBezTo>
                  <a:cubicBezTo>
                    <a:pt x="26511" y="1338"/>
                    <a:pt x="26191" y="1469"/>
                    <a:pt x="25825" y="1800"/>
                  </a:cubicBezTo>
                  <a:cubicBezTo>
                    <a:pt x="25182" y="2395"/>
                    <a:pt x="25039" y="3479"/>
                    <a:pt x="24741" y="4812"/>
                  </a:cubicBezTo>
                  <a:cubicBezTo>
                    <a:pt x="23059" y="5264"/>
                    <a:pt x="21492" y="5450"/>
                    <a:pt x="20052" y="5450"/>
                  </a:cubicBezTo>
                  <a:cubicBezTo>
                    <a:pt x="15878" y="5450"/>
                    <a:pt x="12775" y="3888"/>
                    <a:pt x="11049" y="2729"/>
                  </a:cubicBezTo>
                  <a:cubicBezTo>
                    <a:pt x="11180" y="2681"/>
                    <a:pt x="11240" y="2657"/>
                    <a:pt x="11240" y="2657"/>
                  </a:cubicBezTo>
                  <a:cubicBezTo>
                    <a:pt x="11196" y="713"/>
                    <a:pt x="10805" y="1"/>
                    <a:pt x="102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70"/>
            <p:cNvSpPr/>
            <p:nvPr/>
          </p:nvSpPr>
          <p:spPr>
            <a:xfrm>
              <a:off x="6541575" y="6970350"/>
              <a:ext cx="507525" cy="250650"/>
            </a:xfrm>
            <a:custGeom>
              <a:rect b="b" l="l" r="r" t="t"/>
              <a:pathLst>
                <a:path extrusionOk="0" h="10026" w="20301">
                  <a:moveTo>
                    <a:pt x="7764" y="0"/>
                  </a:moveTo>
                  <a:lnTo>
                    <a:pt x="5394" y="1095"/>
                  </a:lnTo>
                  <a:lnTo>
                    <a:pt x="632" y="4977"/>
                  </a:lnTo>
                  <a:cubicBezTo>
                    <a:pt x="346" y="5489"/>
                    <a:pt x="132" y="6037"/>
                    <a:pt x="1" y="6596"/>
                  </a:cubicBezTo>
                  <a:cubicBezTo>
                    <a:pt x="286" y="6894"/>
                    <a:pt x="989" y="7525"/>
                    <a:pt x="2251" y="8180"/>
                  </a:cubicBezTo>
                  <a:lnTo>
                    <a:pt x="3942" y="8061"/>
                  </a:lnTo>
                  <a:lnTo>
                    <a:pt x="5799" y="9096"/>
                  </a:lnTo>
                  <a:lnTo>
                    <a:pt x="13526" y="10025"/>
                  </a:lnTo>
                  <a:cubicBezTo>
                    <a:pt x="14883" y="9966"/>
                    <a:pt x="16360" y="9823"/>
                    <a:pt x="17955" y="9573"/>
                  </a:cubicBezTo>
                  <a:cubicBezTo>
                    <a:pt x="17193" y="9096"/>
                    <a:pt x="16860" y="8382"/>
                    <a:pt x="16860" y="8382"/>
                  </a:cubicBezTo>
                  <a:cubicBezTo>
                    <a:pt x="17181" y="8204"/>
                    <a:pt x="17479" y="8013"/>
                    <a:pt x="17753" y="7834"/>
                  </a:cubicBezTo>
                  <a:lnTo>
                    <a:pt x="20301" y="4298"/>
                  </a:lnTo>
                  <a:lnTo>
                    <a:pt x="18229" y="2060"/>
                  </a:lnTo>
                  <a:lnTo>
                    <a:pt x="15812" y="1988"/>
                  </a:lnTo>
                  <a:cubicBezTo>
                    <a:pt x="14562" y="1846"/>
                    <a:pt x="13443" y="1560"/>
                    <a:pt x="12455" y="1215"/>
                  </a:cubicBezTo>
                  <a:lnTo>
                    <a:pt x="776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9" name="Google Shape;1229;p70"/>
            <p:cNvSpPr/>
            <p:nvPr/>
          </p:nvSpPr>
          <p:spPr>
            <a:xfrm>
              <a:off x="6854125" y="7002775"/>
              <a:ext cx="247675" cy="163450"/>
            </a:xfrm>
            <a:custGeom>
              <a:rect b="b" l="l" r="r" t="t"/>
              <a:pathLst>
                <a:path extrusionOk="0" h="6538" w="9907">
                  <a:moveTo>
                    <a:pt x="9906" y="1"/>
                  </a:moveTo>
                  <a:lnTo>
                    <a:pt x="9906" y="1"/>
                  </a:lnTo>
                  <a:cubicBezTo>
                    <a:pt x="8430" y="465"/>
                    <a:pt x="7025" y="703"/>
                    <a:pt x="5727" y="763"/>
                  </a:cubicBezTo>
                  <a:cubicBezTo>
                    <a:pt x="5553" y="1079"/>
                    <a:pt x="5128" y="1256"/>
                    <a:pt x="4436" y="1256"/>
                  </a:cubicBezTo>
                  <a:cubicBezTo>
                    <a:pt x="4373" y="1256"/>
                    <a:pt x="4307" y="1254"/>
                    <a:pt x="4239" y="1251"/>
                  </a:cubicBezTo>
                  <a:cubicBezTo>
                    <a:pt x="3846" y="1239"/>
                    <a:pt x="3238" y="1174"/>
                    <a:pt x="2608" y="1174"/>
                  </a:cubicBezTo>
                  <a:cubicBezTo>
                    <a:pt x="1423" y="1174"/>
                    <a:pt x="157" y="1401"/>
                    <a:pt x="72" y="2620"/>
                  </a:cubicBezTo>
                  <a:cubicBezTo>
                    <a:pt x="0" y="3704"/>
                    <a:pt x="1411" y="4598"/>
                    <a:pt x="2572" y="4598"/>
                  </a:cubicBezTo>
                  <a:cubicBezTo>
                    <a:pt x="3159" y="4598"/>
                    <a:pt x="3682" y="4370"/>
                    <a:pt x="3917" y="3823"/>
                  </a:cubicBezTo>
                  <a:cubicBezTo>
                    <a:pt x="4203" y="3192"/>
                    <a:pt x="4203" y="2835"/>
                    <a:pt x="4977" y="2763"/>
                  </a:cubicBezTo>
                  <a:cubicBezTo>
                    <a:pt x="5070" y="2757"/>
                    <a:pt x="5175" y="2753"/>
                    <a:pt x="5287" y="2753"/>
                  </a:cubicBezTo>
                  <a:cubicBezTo>
                    <a:pt x="5815" y="2753"/>
                    <a:pt x="6492" y="2844"/>
                    <a:pt x="6787" y="3227"/>
                  </a:cubicBezTo>
                  <a:cubicBezTo>
                    <a:pt x="6144" y="3859"/>
                    <a:pt x="5156" y="4144"/>
                    <a:pt x="4977" y="5132"/>
                  </a:cubicBezTo>
                  <a:cubicBezTo>
                    <a:pt x="4870" y="5656"/>
                    <a:pt x="4989" y="6121"/>
                    <a:pt x="5251" y="6537"/>
                  </a:cubicBezTo>
                  <a:cubicBezTo>
                    <a:pt x="8477" y="4382"/>
                    <a:pt x="9430" y="1977"/>
                    <a:pt x="99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0" name="Google Shape;1230;p70"/>
            <p:cNvSpPr/>
            <p:nvPr/>
          </p:nvSpPr>
          <p:spPr>
            <a:xfrm>
              <a:off x="6557350" y="6943250"/>
              <a:ext cx="295600" cy="197650"/>
            </a:xfrm>
            <a:custGeom>
              <a:rect b="b" l="l" r="r" t="t"/>
              <a:pathLst>
                <a:path extrusionOk="0" h="7906" w="11824">
                  <a:moveTo>
                    <a:pt x="7621" y="1"/>
                  </a:moveTo>
                  <a:cubicBezTo>
                    <a:pt x="5870" y="810"/>
                    <a:pt x="1727" y="2965"/>
                    <a:pt x="1" y="6061"/>
                  </a:cubicBezTo>
                  <a:cubicBezTo>
                    <a:pt x="282" y="6954"/>
                    <a:pt x="478" y="7906"/>
                    <a:pt x="1337" y="7906"/>
                  </a:cubicBezTo>
                  <a:cubicBezTo>
                    <a:pt x="1498" y="7906"/>
                    <a:pt x="1682" y="7872"/>
                    <a:pt x="1894" y="7799"/>
                  </a:cubicBezTo>
                  <a:cubicBezTo>
                    <a:pt x="3132" y="7335"/>
                    <a:pt x="3525" y="6001"/>
                    <a:pt x="4549" y="5287"/>
                  </a:cubicBezTo>
                  <a:cubicBezTo>
                    <a:pt x="4958" y="5014"/>
                    <a:pt x="5654" y="4699"/>
                    <a:pt x="6261" y="4699"/>
                  </a:cubicBezTo>
                  <a:cubicBezTo>
                    <a:pt x="6502" y="4699"/>
                    <a:pt x="6729" y="4749"/>
                    <a:pt x="6918" y="4870"/>
                  </a:cubicBezTo>
                  <a:cubicBezTo>
                    <a:pt x="7112" y="4972"/>
                    <a:pt x="7514" y="5826"/>
                    <a:pt x="7834" y="5826"/>
                  </a:cubicBezTo>
                  <a:cubicBezTo>
                    <a:pt x="7927" y="5826"/>
                    <a:pt x="8013" y="5754"/>
                    <a:pt x="8085" y="5573"/>
                  </a:cubicBezTo>
                  <a:cubicBezTo>
                    <a:pt x="8299" y="5037"/>
                    <a:pt x="7240" y="4442"/>
                    <a:pt x="6918" y="4192"/>
                  </a:cubicBezTo>
                  <a:cubicBezTo>
                    <a:pt x="6418" y="3846"/>
                    <a:pt x="5573" y="3132"/>
                    <a:pt x="5894" y="2394"/>
                  </a:cubicBezTo>
                  <a:cubicBezTo>
                    <a:pt x="6044" y="2058"/>
                    <a:pt x="6285" y="1937"/>
                    <a:pt x="6553" y="1937"/>
                  </a:cubicBezTo>
                  <a:cubicBezTo>
                    <a:pt x="6989" y="1937"/>
                    <a:pt x="7497" y="2258"/>
                    <a:pt x="7799" y="2501"/>
                  </a:cubicBezTo>
                  <a:cubicBezTo>
                    <a:pt x="8428" y="2977"/>
                    <a:pt x="9035" y="3294"/>
                    <a:pt x="9713" y="3294"/>
                  </a:cubicBezTo>
                  <a:cubicBezTo>
                    <a:pt x="10036" y="3294"/>
                    <a:pt x="10375" y="3222"/>
                    <a:pt x="10740" y="3061"/>
                  </a:cubicBezTo>
                  <a:cubicBezTo>
                    <a:pt x="11157" y="2894"/>
                    <a:pt x="11526" y="2632"/>
                    <a:pt x="11824" y="2299"/>
                  </a:cubicBezTo>
                  <a:cubicBezTo>
                    <a:pt x="9800" y="1584"/>
                    <a:pt x="8359" y="584"/>
                    <a:pt x="762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70"/>
            <p:cNvSpPr/>
            <p:nvPr/>
          </p:nvSpPr>
          <p:spPr>
            <a:xfrm>
              <a:off x="6597825" y="7135025"/>
              <a:ext cx="333250" cy="87125"/>
            </a:xfrm>
            <a:custGeom>
              <a:rect b="b" l="l" r="r" t="t"/>
              <a:pathLst>
                <a:path extrusionOk="0" h="3485" w="13330">
                  <a:moveTo>
                    <a:pt x="2571" y="0"/>
                  </a:moveTo>
                  <a:cubicBezTo>
                    <a:pt x="1855" y="0"/>
                    <a:pt x="684" y="1084"/>
                    <a:pt x="1" y="1581"/>
                  </a:cubicBezTo>
                  <a:cubicBezTo>
                    <a:pt x="1833" y="2523"/>
                    <a:pt x="4842" y="3485"/>
                    <a:pt x="9473" y="3485"/>
                  </a:cubicBezTo>
                  <a:cubicBezTo>
                    <a:pt x="10049" y="3485"/>
                    <a:pt x="10650" y="3470"/>
                    <a:pt x="11276" y="3438"/>
                  </a:cubicBezTo>
                  <a:cubicBezTo>
                    <a:pt x="11514" y="3200"/>
                    <a:pt x="11741" y="2950"/>
                    <a:pt x="11943" y="2676"/>
                  </a:cubicBezTo>
                  <a:cubicBezTo>
                    <a:pt x="13329" y="795"/>
                    <a:pt x="11654" y="304"/>
                    <a:pt x="9748" y="304"/>
                  </a:cubicBezTo>
                  <a:cubicBezTo>
                    <a:pt x="8398" y="304"/>
                    <a:pt x="6932" y="551"/>
                    <a:pt x="6359" y="724"/>
                  </a:cubicBezTo>
                  <a:cubicBezTo>
                    <a:pt x="5652" y="952"/>
                    <a:pt x="4319" y="2065"/>
                    <a:pt x="3504" y="2065"/>
                  </a:cubicBezTo>
                  <a:cubicBezTo>
                    <a:pt x="3426" y="2065"/>
                    <a:pt x="3354" y="2055"/>
                    <a:pt x="3287" y="2033"/>
                  </a:cubicBezTo>
                  <a:cubicBezTo>
                    <a:pt x="2501" y="1783"/>
                    <a:pt x="3251" y="1009"/>
                    <a:pt x="3108" y="450"/>
                  </a:cubicBezTo>
                  <a:cubicBezTo>
                    <a:pt x="3008" y="127"/>
                    <a:pt x="2816" y="0"/>
                    <a:pt x="25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70"/>
            <p:cNvSpPr/>
            <p:nvPr/>
          </p:nvSpPr>
          <p:spPr>
            <a:xfrm>
              <a:off x="6577900" y="6956350"/>
              <a:ext cx="517350" cy="273875"/>
            </a:xfrm>
            <a:custGeom>
              <a:rect b="b" l="l" r="r" t="t"/>
              <a:pathLst>
                <a:path extrusionOk="0" h="10955" w="20694">
                  <a:moveTo>
                    <a:pt x="7763" y="1763"/>
                  </a:moveTo>
                  <a:cubicBezTo>
                    <a:pt x="8239" y="2048"/>
                    <a:pt x="8775" y="2346"/>
                    <a:pt x="9359" y="2620"/>
                  </a:cubicBezTo>
                  <a:lnTo>
                    <a:pt x="8156" y="4382"/>
                  </a:lnTo>
                  <a:cubicBezTo>
                    <a:pt x="8049" y="4334"/>
                    <a:pt x="7954" y="4287"/>
                    <a:pt x="7846" y="4239"/>
                  </a:cubicBezTo>
                  <a:cubicBezTo>
                    <a:pt x="7287" y="3977"/>
                    <a:pt x="6775" y="3703"/>
                    <a:pt x="6311" y="3430"/>
                  </a:cubicBezTo>
                  <a:lnTo>
                    <a:pt x="7763" y="1763"/>
                  </a:lnTo>
                  <a:close/>
                  <a:moveTo>
                    <a:pt x="9442" y="2668"/>
                  </a:moveTo>
                  <a:cubicBezTo>
                    <a:pt x="9704" y="2798"/>
                    <a:pt x="9990" y="2918"/>
                    <a:pt x="10263" y="3037"/>
                  </a:cubicBezTo>
                  <a:cubicBezTo>
                    <a:pt x="10656" y="3203"/>
                    <a:pt x="11073" y="3358"/>
                    <a:pt x="11525" y="3501"/>
                  </a:cubicBezTo>
                  <a:lnTo>
                    <a:pt x="10418" y="5215"/>
                  </a:lnTo>
                  <a:cubicBezTo>
                    <a:pt x="9620" y="4977"/>
                    <a:pt x="8894" y="4703"/>
                    <a:pt x="8251" y="4430"/>
                  </a:cubicBezTo>
                  <a:lnTo>
                    <a:pt x="9442" y="2668"/>
                  </a:lnTo>
                  <a:close/>
                  <a:moveTo>
                    <a:pt x="11621" y="3525"/>
                  </a:moveTo>
                  <a:cubicBezTo>
                    <a:pt x="12192" y="3715"/>
                    <a:pt x="12811" y="3870"/>
                    <a:pt x="13454" y="3977"/>
                  </a:cubicBezTo>
                  <a:lnTo>
                    <a:pt x="12621" y="5680"/>
                  </a:lnTo>
                  <a:cubicBezTo>
                    <a:pt x="11871" y="5573"/>
                    <a:pt x="11168" y="5418"/>
                    <a:pt x="10513" y="5239"/>
                  </a:cubicBezTo>
                  <a:lnTo>
                    <a:pt x="11621" y="3525"/>
                  </a:lnTo>
                  <a:close/>
                  <a:moveTo>
                    <a:pt x="13561" y="4001"/>
                  </a:moveTo>
                  <a:cubicBezTo>
                    <a:pt x="14181" y="4096"/>
                    <a:pt x="14835" y="4156"/>
                    <a:pt x="15514" y="4156"/>
                  </a:cubicBezTo>
                  <a:cubicBezTo>
                    <a:pt x="15776" y="4156"/>
                    <a:pt x="16050" y="4156"/>
                    <a:pt x="16324" y="4132"/>
                  </a:cubicBezTo>
                  <a:lnTo>
                    <a:pt x="16324" y="4132"/>
                  </a:lnTo>
                  <a:lnTo>
                    <a:pt x="15490" y="5835"/>
                  </a:lnTo>
                  <a:cubicBezTo>
                    <a:pt x="15278" y="5842"/>
                    <a:pt x="15067" y="5846"/>
                    <a:pt x="14860" y="5846"/>
                  </a:cubicBezTo>
                  <a:cubicBezTo>
                    <a:pt x="14112" y="5846"/>
                    <a:pt x="13396" y="5797"/>
                    <a:pt x="12716" y="5704"/>
                  </a:cubicBezTo>
                  <a:lnTo>
                    <a:pt x="13561" y="4001"/>
                  </a:lnTo>
                  <a:close/>
                  <a:moveTo>
                    <a:pt x="6239" y="3501"/>
                  </a:moveTo>
                  <a:cubicBezTo>
                    <a:pt x="6715" y="3787"/>
                    <a:pt x="7239" y="4072"/>
                    <a:pt x="7811" y="4334"/>
                  </a:cubicBezTo>
                  <a:cubicBezTo>
                    <a:pt x="7906" y="4382"/>
                    <a:pt x="8001" y="4430"/>
                    <a:pt x="8096" y="4477"/>
                  </a:cubicBezTo>
                  <a:lnTo>
                    <a:pt x="6561" y="6728"/>
                  </a:lnTo>
                  <a:cubicBezTo>
                    <a:pt x="6072" y="6537"/>
                    <a:pt x="5620" y="6347"/>
                    <a:pt x="5227" y="6144"/>
                  </a:cubicBezTo>
                  <a:cubicBezTo>
                    <a:pt x="4906" y="5989"/>
                    <a:pt x="4620" y="5835"/>
                    <a:pt x="4346" y="5668"/>
                  </a:cubicBezTo>
                  <a:lnTo>
                    <a:pt x="6239" y="3501"/>
                  </a:lnTo>
                  <a:close/>
                  <a:moveTo>
                    <a:pt x="8192" y="4513"/>
                  </a:moveTo>
                  <a:cubicBezTo>
                    <a:pt x="8835" y="4799"/>
                    <a:pt x="9561" y="5073"/>
                    <a:pt x="10359" y="5299"/>
                  </a:cubicBezTo>
                  <a:lnTo>
                    <a:pt x="8978" y="7442"/>
                  </a:lnTo>
                  <a:cubicBezTo>
                    <a:pt x="8108" y="7251"/>
                    <a:pt x="7334" y="7013"/>
                    <a:pt x="6656" y="6763"/>
                  </a:cubicBezTo>
                  <a:lnTo>
                    <a:pt x="8192" y="4513"/>
                  </a:lnTo>
                  <a:close/>
                  <a:moveTo>
                    <a:pt x="10454" y="5335"/>
                  </a:moveTo>
                  <a:cubicBezTo>
                    <a:pt x="11109" y="5525"/>
                    <a:pt x="11823" y="5680"/>
                    <a:pt x="12573" y="5787"/>
                  </a:cubicBezTo>
                  <a:lnTo>
                    <a:pt x="11573" y="7811"/>
                  </a:lnTo>
                  <a:cubicBezTo>
                    <a:pt x="10680" y="7751"/>
                    <a:pt x="9847" y="7621"/>
                    <a:pt x="9085" y="7466"/>
                  </a:cubicBezTo>
                  <a:lnTo>
                    <a:pt x="10454" y="5335"/>
                  </a:lnTo>
                  <a:close/>
                  <a:moveTo>
                    <a:pt x="12668" y="5799"/>
                  </a:moveTo>
                  <a:cubicBezTo>
                    <a:pt x="13371" y="5894"/>
                    <a:pt x="14109" y="5954"/>
                    <a:pt x="14883" y="5954"/>
                  </a:cubicBezTo>
                  <a:cubicBezTo>
                    <a:pt x="15062" y="5954"/>
                    <a:pt x="15252" y="5954"/>
                    <a:pt x="15443" y="5942"/>
                  </a:cubicBezTo>
                  <a:lnTo>
                    <a:pt x="15443" y="5942"/>
                  </a:lnTo>
                  <a:lnTo>
                    <a:pt x="14514" y="7823"/>
                  </a:lnTo>
                  <a:cubicBezTo>
                    <a:pt x="14031" y="7857"/>
                    <a:pt x="13564" y="7872"/>
                    <a:pt x="13112" y="7872"/>
                  </a:cubicBezTo>
                  <a:cubicBezTo>
                    <a:pt x="12617" y="7872"/>
                    <a:pt x="12141" y="7854"/>
                    <a:pt x="11680" y="7823"/>
                  </a:cubicBezTo>
                  <a:lnTo>
                    <a:pt x="12668" y="5799"/>
                  </a:lnTo>
                  <a:close/>
                  <a:moveTo>
                    <a:pt x="4275" y="5739"/>
                  </a:moveTo>
                  <a:cubicBezTo>
                    <a:pt x="4548" y="5906"/>
                    <a:pt x="4858" y="6073"/>
                    <a:pt x="5179" y="6239"/>
                  </a:cubicBezTo>
                  <a:cubicBezTo>
                    <a:pt x="5572" y="6442"/>
                    <a:pt x="6013" y="6632"/>
                    <a:pt x="6501" y="6823"/>
                  </a:cubicBezTo>
                  <a:lnTo>
                    <a:pt x="5477" y="8323"/>
                  </a:lnTo>
                  <a:cubicBezTo>
                    <a:pt x="4834" y="8097"/>
                    <a:pt x="4263" y="7859"/>
                    <a:pt x="3775" y="7621"/>
                  </a:cubicBezTo>
                  <a:cubicBezTo>
                    <a:pt x="3489" y="7478"/>
                    <a:pt x="3239" y="7347"/>
                    <a:pt x="2989" y="7204"/>
                  </a:cubicBezTo>
                  <a:lnTo>
                    <a:pt x="4275" y="5739"/>
                  </a:lnTo>
                  <a:close/>
                  <a:moveTo>
                    <a:pt x="6596" y="6859"/>
                  </a:moveTo>
                  <a:cubicBezTo>
                    <a:pt x="7275" y="7109"/>
                    <a:pt x="8049" y="7347"/>
                    <a:pt x="8906" y="7537"/>
                  </a:cubicBezTo>
                  <a:lnTo>
                    <a:pt x="7989" y="8954"/>
                  </a:lnTo>
                  <a:cubicBezTo>
                    <a:pt x="7096" y="8799"/>
                    <a:pt x="6287" y="8585"/>
                    <a:pt x="5572" y="8347"/>
                  </a:cubicBezTo>
                  <a:lnTo>
                    <a:pt x="6596" y="6859"/>
                  </a:lnTo>
                  <a:close/>
                  <a:moveTo>
                    <a:pt x="9013" y="7561"/>
                  </a:moveTo>
                  <a:cubicBezTo>
                    <a:pt x="9787" y="7716"/>
                    <a:pt x="10621" y="7847"/>
                    <a:pt x="11525" y="7918"/>
                  </a:cubicBezTo>
                  <a:lnTo>
                    <a:pt x="10871" y="9264"/>
                  </a:lnTo>
                  <a:cubicBezTo>
                    <a:pt x="9859" y="9228"/>
                    <a:pt x="8942" y="9121"/>
                    <a:pt x="8096" y="8978"/>
                  </a:cubicBezTo>
                  <a:lnTo>
                    <a:pt x="9013" y="7561"/>
                  </a:lnTo>
                  <a:close/>
                  <a:moveTo>
                    <a:pt x="11633" y="7918"/>
                  </a:moveTo>
                  <a:cubicBezTo>
                    <a:pt x="12121" y="7954"/>
                    <a:pt x="12621" y="7978"/>
                    <a:pt x="13145" y="7978"/>
                  </a:cubicBezTo>
                  <a:cubicBezTo>
                    <a:pt x="13573" y="7978"/>
                    <a:pt x="14014" y="7966"/>
                    <a:pt x="14466" y="7942"/>
                  </a:cubicBezTo>
                  <a:lnTo>
                    <a:pt x="14466" y="7942"/>
                  </a:lnTo>
                  <a:lnTo>
                    <a:pt x="13859" y="9168"/>
                  </a:lnTo>
                  <a:cubicBezTo>
                    <a:pt x="13077" y="9241"/>
                    <a:pt x="12329" y="9272"/>
                    <a:pt x="11622" y="9272"/>
                  </a:cubicBezTo>
                  <a:cubicBezTo>
                    <a:pt x="11403" y="9272"/>
                    <a:pt x="11189" y="9269"/>
                    <a:pt x="10978" y="9264"/>
                  </a:cubicBezTo>
                  <a:lnTo>
                    <a:pt x="11633" y="7918"/>
                  </a:lnTo>
                  <a:close/>
                  <a:moveTo>
                    <a:pt x="5477" y="1"/>
                  </a:moveTo>
                  <a:lnTo>
                    <a:pt x="5418" y="84"/>
                  </a:lnTo>
                  <a:cubicBezTo>
                    <a:pt x="5429" y="96"/>
                    <a:pt x="6287" y="846"/>
                    <a:pt x="7680" y="1703"/>
                  </a:cubicBezTo>
                  <a:lnTo>
                    <a:pt x="6227" y="3370"/>
                  </a:lnTo>
                  <a:cubicBezTo>
                    <a:pt x="4406" y="2275"/>
                    <a:pt x="3358" y="1227"/>
                    <a:pt x="3346" y="1215"/>
                  </a:cubicBezTo>
                  <a:lnTo>
                    <a:pt x="3274" y="1286"/>
                  </a:lnTo>
                  <a:cubicBezTo>
                    <a:pt x="3286" y="1310"/>
                    <a:pt x="4334" y="2358"/>
                    <a:pt x="6156" y="3441"/>
                  </a:cubicBezTo>
                  <a:lnTo>
                    <a:pt x="4251" y="5608"/>
                  </a:lnTo>
                  <a:cubicBezTo>
                    <a:pt x="2274" y="4418"/>
                    <a:pt x="1346" y="3191"/>
                    <a:pt x="1334" y="3179"/>
                  </a:cubicBezTo>
                  <a:lnTo>
                    <a:pt x="1262" y="3251"/>
                  </a:lnTo>
                  <a:cubicBezTo>
                    <a:pt x="1274" y="3263"/>
                    <a:pt x="2203" y="4489"/>
                    <a:pt x="4179" y="5692"/>
                  </a:cubicBezTo>
                  <a:lnTo>
                    <a:pt x="2905" y="7144"/>
                  </a:lnTo>
                  <a:cubicBezTo>
                    <a:pt x="953" y="6013"/>
                    <a:pt x="84" y="4834"/>
                    <a:pt x="72" y="4823"/>
                  </a:cubicBezTo>
                  <a:lnTo>
                    <a:pt x="0" y="4894"/>
                  </a:lnTo>
                  <a:cubicBezTo>
                    <a:pt x="12" y="4906"/>
                    <a:pt x="881" y="6085"/>
                    <a:pt x="2834" y="7228"/>
                  </a:cubicBezTo>
                  <a:lnTo>
                    <a:pt x="1405" y="8859"/>
                  </a:lnTo>
                  <a:lnTo>
                    <a:pt x="1477" y="8930"/>
                  </a:lnTo>
                  <a:lnTo>
                    <a:pt x="2917" y="7287"/>
                  </a:lnTo>
                  <a:cubicBezTo>
                    <a:pt x="3167" y="7430"/>
                    <a:pt x="3441" y="7573"/>
                    <a:pt x="3727" y="7716"/>
                  </a:cubicBezTo>
                  <a:cubicBezTo>
                    <a:pt x="4215" y="7954"/>
                    <a:pt x="4775" y="8192"/>
                    <a:pt x="5418" y="8406"/>
                  </a:cubicBezTo>
                  <a:lnTo>
                    <a:pt x="4239" y="10133"/>
                  </a:lnTo>
                  <a:lnTo>
                    <a:pt x="4322" y="10192"/>
                  </a:lnTo>
                  <a:lnTo>
                    <a:pt x="5513" y="8442"/>
                  </a:lnTo>
                  <a:cubicBezTo>
                    <a:pt x="6227" y="8680"/>
                    <a:pt x="7037" y="8894"/>
                    <a:pt x="7930" y="9049"/>
                  </a:cubicBezTo>
                  <a:lnTo>
                    <a:pt x="6930" y="10597"/>
                  </a:lnTo>
                  <a:lnTo>
                    <a:pt x="7013" y="10657"/>
                  </a:lnTo>
                  <a:lnTo>
                    <a:pt x="8037" y="9073"/>
                  </a:lnTo>
                  <a:cubicBezTo>
                    <a:pt x="8882" y="9216"/>
                    <a:pt x="9811" y="9323"/>
                    <a:pt x="10823" y="9359"/>
                  </a:cubicBezTo>
                  <a:lnTo>
                    <a:pt x="10061" y="10907"/>
                  </a:lnTo>
                  <a:lnTo>
                    <a:pt x="10144" y="10954"/>
                  </a:lnTo>
                  <a:lnTo>
                    <a:pt x="10930" y="9359"/>
                  </a:lnTo>
                  <a:cubicBezTo>
                    <a:pt x="11168" y="9371"/>
                    <a:pt x="11418" y="9383"/>
                    <a:pt x="11680" y="9383"/>
                  </a:cubicBezTo>
                  <a:cubicBezTo>
                    <a:pt x="12359" y="9383"/>
                    <a:pt x="13061" y="9347"/>
                    <a:pt x="13811" y="9287"/>
                  </a:cubicBezTo>
                  <a:lnTo>
                    <a:pt x="13811" y="9287"/>
                  </a:lnTo>
                  <a:lnTo>
                    <a:pt x="13014" y="10907"/>
                  </a:lnTo>
                  <a:lnTo>
                    <a:pt x="13109" y="10954"/>
                  </a:lnTo>
                  <a:lnTo>
                    <a:pt x="13919" y="9275"/>
                  </a:lnTo>
                  <a:cubicBezTo>
                    <a:pt x="14716" y="9204"/>
                    <a:pt x="15550" y="9097"/>
                    <a:pt x="16419" y="8942"/>
                  </a:cubicBezTo>
                  <a:lnTo>
                    <a:pt x="16407" y="8835"/>
                  </a:lnTo>
                  <a:cubicBezTo>
                    <a:pt x="15550" y="8990"/>
                    <a:pt x="14752" y="9097"/>
                    <a:pt x="13978" y="9156"/>
                  </a:cubicBezTo>
                  <a:lnTo>
                    <a:pt x="14585" y="7930"/>
                  </a:lnTo>
                  <a:cubicBezTo>
                    <a:pt x="15645" y="7859"/>
                    <a:pt x="16776" y="7728"/>
                    <a:pt x="17991" y="7490"/>
                  </a:cubicBezTo>
                  <a:lnTo>
                    <a:pt x="17979" y="7382"/>
                  </a:lnTo>
                  <a:cubicBezTo>
                    <a:pt x="16788" y="7609"/>
                    <a:pt x="15681" y="7751"/>
                    <a:pt x="14633" y="7823"/>
                  </a:cubicBezTo>
                  <a:lnTo>
                    <a:pt x="15550" y="5942"/>
                  </a:lnTo>
                  <a:cubicBezTo>
                    <a:pt x="16776" y="5882"/>
                    <a:pt x="18086" y="5692"/>
                    <a:pt x="19455" y="5287"/>
                  </a:cubicBezTo>
                  <a:lnTo>
                    <a:pt x="19431" y="5180"/>
                  </a:lnTo>
                  <a:cubicBezTo>
                    <a:pt x="18086" y="5573"/>
                    <a:pt x="16812" y="5775"/>
                    <a:pt x="15597" y="5835"/>
                  </a:cubicBezTo>
                  <a:lnTo>
                    <a:pt x="16431" y="4120"/>
                  </a:lnTo>
                  <a:cubicBezTo>
                    <a:pt x="17824" y="4001"/>
                    <a:pt x="19265" y="3608"/>
                    <a:pt x="20693" y="2787"/>
                  </a:cubicBezTo>
                  <a:lnTo>
                    <a:pt x="20658" y="2691"/>
                  </a:lnTo>
                  <a:cubicBezTo>
                    <a:pt x="19253" y="3489"/>
                    <a:pt x="17848" y="3882"/>
                    <a:pt x="16490" y="4013"/>
                  </a:cubicBezTo>
                  <a:lnTo>
                    <a:pt x="17276" y="2394"/>
                  </a:lnTo>
                  <a:lnTo>
                    <a:pt x="17193" y="2346"/>
                  </a:lnTo>
                  <a:lnTo>
                    <a:pt x="16371" y="4013"/>
                  </a:lnTo>
                  <a:cubicBezTo>
                    <a:pt x="16074" y="4039"/>
                    <a:pt x="15778" y="4051"/>
                    <a:pt x="15485" y="4051"/>
                  </a:cubicBezTo>
                  <a:cubicBezTo>
                    <a:pt x="14839" y="4051"/>
                    <a:pt x="14207" y="3992"/>
                    <a:pt x="13609" y="3894"/>
                  </a:cubicBezTo>
                  <a:lnTo>
                    <a:pt x="14335" y="2394"/>
                  </a:lnTo>
                  <a:lnTo>
                    <a:pt x="14252" y="2346"/>
                  </a:lnTo>
                  <a:lnTo>
                    <a:pt x="13502" y="3882"/>
                  </a:lnTo>
                  <a:cubicBezTo>
                    <a:pt x="12859" y="3763"/>
                    <a:pt x="12252" y="3620"/>
                    <a:pt x="11680" y="3430"/>
                  </a:cubicBezTo>
                  <a:lnTo>
                    <a:pt x="12645" y="1941"/>
                  </a:lnTo>
                  <a:lnTo>
                    <a:pt x="12561" y="1882"/>
                  </a:lnTo>
                  <a:lnTo>
                    <a:pt x="11585" y="3406"/>
                  </a:lnTo>
                  <a:cubicBezTo>
                    <a:pt x="11133" y="3263"/>
                    <a:pt x="10704" y="3096"/>
                    <a:pt x="10311" y="2929"/>
                  </a:cubicBezTo>
                  <a:cubicBezTo>
                    <a:pt x="10025" y="2822"/>
                    <a:pt x="9763" y="2703"/>
                    <a:pt x="9501" y="2572"/>
                  </a:cubicBezTo>
                  <a:lnTo>
                    <a:pt x="10382" y="1286"/>
                  </a:lnTo>
                  <a:lnTo>
                    <a:pt x="10311" y="1227"/>
                  </a:lnTo>
                  <a:lnTo>
                    <a:pt x="9418" y="2537"/>
                  </a:lnTo>
                  <a:cubicBezTo>
                    <a:pt x="8835" y="2251"/>
                    <a:pt x="8311" y="1965"/>
                    <a:pt x="7846" y="1679"/>
                  </a:cubicBezTo>
                  <a:lnTo>
                    <a:pt x="8930" y="441"/>
                  </a:lnTo>
                  <a:lnTo>
                    <a:pt x="8858" y="370"/>
                  </a:lnTo>
                  <a:lnTo>
                    <a:pt x="7751" y="1620"/>
                  </a:lnTo>
                  <a:cubicBezTo>
                    <a:pt x="6346" y="774"/>
                    <a:pt x="5489" y="12"/>
                    <a:pt x="54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70"/>
            <p:cNvSpPr/>
            <p:nvPr/>
          </p:nvSpPr>
          <p:spPr>
            <a:xfrm>
              <a:off x="6587425" y="7084350"/>
              <a:ext cx="29200" cy="16100"/>
            </a:xfrm>
            <a:custGeom>
              <a:rect b="b" l="l" r="r" t="t"/>
              <a:pathLst>
                <a:path extrusionOk="0" h="644" w="1168">
                  <a:moveTo>
                    <a:pt x="584" y="0"/>
                  </a:moveTo>
                  <a:cubicBezTo>
                    <a:pt x="262" y="0"/>
                    <a:pt x="0" y="143"/>
                    <a:pt x="0" y="322"/>
                  </a:cubicBezTo>
                  <a:cubicBezTo>
                    <a:pt x="0" y="500"/>
                    <a:pt x="262" y="643"/>
                    <a:pt x="584" y="643"/>
                  </a:cubicBezTo>
                  <a:cubicBezTo>
                    <a:pt x="905" y="643"/>
                    <a:pt x="1167" y="500"/>
                    <a:pt x="1167" y="322"/>
                  </a:cubicBezTo>
                  <a:cubicBezTo>
                    <a:pt x="1167" y="143"/>
                    <a:pt x="905" y="0"/>
                    <a:pt x="5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70"/>
            <p:cNvSpPr/>
            <p:nvPr/>
          </p:nvSpPr>
          <p:spPr>
            <a:xfrm>
              <a:off x="7033900" y="7028975"/>
              <a:ext cx="29200" cy="15800"/>
            </a:xfrm>
            <a:custGeom>
              <a:rect b="b" l="l" r="r" t="t"/>
              <a:pathLst>
                <a:path extrusionOk="0" h="632" w="1168">
                  <a:moveTo>
                    <a:pt x="584" y="1"/>
                  </a:moveTo>
                  <a:cubicBezTo>
                    <a:pt x="263" y="1"/>
                    <a:pt x="1" y="144"/>
                    <a:pt x="1" y="310"/>
                  </a:cubicBezTo>
                  <a:cubicBezTo>
                    <a:pt x="1" y="489"/>
                    <a:pt x="263" y="632"/>
                    <a:pt x="584" y="632"/>
                  </a:cubicBezTo>
                  <a:cubicBezTo>
                    <a:pt x="905" y="632"/>
                    <a:pt x="1167" y="489"/>
                    <a:pt x="1167" y="310"/>
                  </a:cubicBezTo>
                  <a:cubicBezTo>
                    <a:pt x="1167" y="144"/>
                    <a:pt x="905" y="1"/>
                    <a:pt x="5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70"/>
            <p:cNvSpPr/>
            <p:nvPr/>
          </p:nvSpPr>
          <p:spPr>
            <a:xfrm>
              <a:off x="6620150" y="7020950"/>
              <a:ext cx="406625" cy="153600"/>
            </a:xfrm>
            <a:custGeom>
              <a:rect b="b" l="l" r="r" t="t"/>
              <a:pathLst>
                <a:path extrusionOk="0" h="6144" w="16265">
                  <a:moveTo>
                    <a:pt x="8169" y="0"/>
                  </a:moveTo>
                  <a:lnTo>
                    <a:pt x="8169" y="107"/>
                  </a:lnTo>
                  <a:lnTo>
                    <a:pt x="8276" y="107"/>
                  </a:lnTo>
                  <a:lnTo>
                    <a:pt x="8276" y="0"/>
                  </a:lnTo>
                  <a:close/>
                  <a:moveTo>
                    <a:pt x="8383" y="0"/>
                  </a:moveTo>
                  <a:lnTo>
                    <a:pt x="8383" y="107"/>
                  </a:lnTo>
                  <a:lnTo>
                    <a:pt x="8490" y="107"/>
                  </a:lnTo>
                  <a:lnTo>
                    <a:pt x="8490" y="0"/>
                  </a:lnTo>
                  <a:close/>
                  <a:moveTo>
                    <a:pt x="8597" y="0"/>
                  </a:moveTo>
                  <a:lnTo>
                    <a:pt x="8597" y="107"/>
                  </a:lnTo>
                  <a:lnTo>
                    <a:pt x="8704" y="107"/>
                  </a:lnTo>
                  <a:lnTo>
                    <a:pt x="8704" y="0"/>
                  </a:lnTo>
                  <a:close/>
                  <a:moveTo>
                    <a:pt x="8812" y="0"/>
                  </a:moveTo>
                  <a:lnTo>
                    <a:pt x="8812" y="107"/>
                  </a:lnTo>
                  <a:lnTo>
                    <a:pt x="8907" y="107"/>
                  </a:lnTo>
                  <a:lnTo>
                    <a:pt x="8919" y="0"/>
                  </a:lnTo>
                  <a:close/>
                  <a:moveTo>
                    <a:pt x="9014" y="0"/>
                  </a:moveTo>
                  <a:lnTo>
                    <a:pt x="9014" y="107"/>
                  </a:lnTo>
                  <a:lnTo>
                    <a:pt x="9121" y="107"/>
                  </a:lnTo>
                  <a:lnTo>
                    <a:pt x="9121" y="0"/>
                  </a:lnTo>
                  <a:close/>
                  <a:moveTo>
                    <a:pt x="7954" y="12"/>
                  </a:moveTo>
                  <a:lnTo>
                    <a:pt x="7966" y="119"/>
                  </a:lnTo>
                  <a:lnTo>
                    <a:pt x="8073" y="119"/>
                  </a:lnTo>
                  <a:lnTo>
                    <a:pt x="8061" y="12"/>
                  </a:lnTo>
                  <a:close/>
                  <a:moveTo>
                    <a:pt x="9228" y="12"/>
                  </a:moveTo>
                  <a:lnTo>
                    <a:pt x="9228" y="119"/>
                  </a:lnTo>
                  <a:lnTo>
                    <a:pt x="9335" y="119"/>
                  </a:lnTo>
                  <a:lnTo>
                    <a:pt x="9335" y="12"/>
                  </a:lnTo>
                  <a:close/>
                  <a:moveTo>
                    <a:pt x="9443" y="12"/>
                  </a:moveTo>
                  <a:lnTo>
                    <a:pt x="9443" y="119"/>
                  </a:lnTo>
                  <a:lnTo>
                    <a:pt x="9550" y="119"/>
                  </a:lnTo>
                  <a:lnTo>
                    <a:pt x="9538" y="24"/>
                  </a:lnTo>
                  <a:lnTo>
                    <a:pt x="9443" y="12"/>
                  </a:lnTo>
                  <a:close/>
                  <a:moveTo>
                    <a:pt x="7740" y="24"/>
                  </a:moveTo>
                  <a:lnTo>
                    <a:pt x="7752" y="131"/>
                  </a:lnTo>
                  <a:lnTo>
                    <a:pt x="7859" y="131"/>
                  </a:lnTo>
                  <a:lnTo>
                    <a:pt x="7847" y="24"/>
                  </a:lnTo>
                  <a:close/>
                  <a:moveTo>
                    <a:pt x="9657" y="24"/>
                  </a:moveTo>
                  <a:lnTo>
                    <a:pt x="9657" y="131"/>
                  </a:lnTo>
                  <a:lnTo>
                    <a:pt x="9764" y="131"/>
                  </a:lnTo>
                  <a:lnTo>
                    <a:pt x="9764" y="24"/>
                  </a:lnTo>
                  <a:close/>
                  <a:moveTo>
                    <a:pt x="9871" y="36"/>
                  </a:moveTo>
                  <a:lnTo>
                    <a:pt x="9859" y="143"/>
                  </a:lnTo>
                  <a:lnTo>
                    <a:pt x="9966" y="143"/>
                  </a:lnTo>
                  <a:lnTo>
                    <a:pt x="9978" y="36"/>
                  </a:lnTo>
                  <a:close/>
                  <a:moveTo>
                    <a:pt x="7633" y="36"/>
                  </a:moveTo>
                  <a:cubicBezTo>
                    <a:pt x="7597" y="36"/>
                    <a:pt x="7561" y="36"/>
                    <a:pt x="7526" y="48"/>
                  </a:cubicBezTo>
                  <a:lnTo>
                    <a:pt x="7538" y="155"/>
                  </a:lnTo>
                  <a:cubicBezTo>
                    <a:pt x="7573" y="143"/>
                    <a:pt x="7609" y="143"/>
                    <a:pt x="7645" y="143"/>
                  </a:cubicBezTo>
                  <a:lnTo>
                    <a:pt x="7633" y="36"/>
                  </a:lnTo>
                  <a:close/>
                  <a:moveTo>
                    <a:pt x="10086" y="48"/>
                  </a:moveTo>
                  <a:lnTo>
                    <a:pt x="10074" y="155"/>
                  </a:lnTo>
                  <a:lnTo>
                    <a:pt x="10181" y="155"/>
                  </a:lnTo>
                  <a:lnTo>
                    <a:pt x="10193" y="48"/>
                  </a:lnTo>
                  <a:close/>
                  <a:moveTo>
                    <a:pt x="7419" y="48"/>
                  </a:moveTo>
                  <a:cubicBezTo>
                    <a:pt x="7383" y="60"/>
                    <a:pt x="7347" y="60"/>
                    <a:pt x="7323" y="60"/>
                  </a:cubicBezTo>
                  <a:lnTo>
                    <a:pt x="7335" y="167"/>
                  </a:lnTo>
                  <a:cubicBezTo>
                    <a:pt x="7359" y="167"/>
                    <a:pt x="7395" y="167"/>
                    <a:pt x="7430" y="155"/>
                  </a:cubicBezTo>
                  <a:lnTo>
                    <a:pt x="7419" y="48"/>
                  </a:lnTo>
                  <a:close/>
                  <a:moveTo>
                    <a:pt x="10288" y="60"/>
                  </a:moveTo>
                  <a:lnTo>
                    <a:pt x="10288" y="167"/>
                  </a:lnTo>
                  <a:lnTo>
                    <a:pt x="10395" y="167"/>
                  </a:lnTo>
                  <a:lnTo>
                    <a:pt x="10395" y="60"/>
                  </a:lnTo>
                  <a:close/>
                  <a:moveTo>
                    <a:pt x="10502" y="72"/>
                  </a:moveTo>
                  <a:lnTo>
                    <a:pt x="10502" y="179"/>
                  </a:lnTo>
                  <a:lnTo>
                    <a:pt x="10597" y="191"/>
                  </a:lnTo>
                  <a:lnTo>
                    <a:pt x="10609" y="84"/>
                  </a:lnTo>
                  <a:lnTo>
                    <a:pt x="10502" y="72"/>
                  </a:lnTo>
                  <a:close/>
                  <a:moveTo>
                    <a:pt x="7216" y="84"/>
                  </a:moveTo>
                  <a:cubicBezTo>
                    <a:pt x="7180" y="84"/>
                    <a:pt x="7145" y="84"/>
                    <a:pt x="7109" y="95"/>
                  </a:cubicBezTo>
                  <a:lnTo>
                    <a:pt x="7121" y="203"/>
                  </a:lnTo>
                  <a:cubicBezTo>
                    <a:pt x="7157" y="191"/>
                    <a:pt x="7192" y="191"/>
                    <a:pt x="7228" y="191"/>
                  </a:cubicBezTo>
                  <a:lnTo>
                    <a:pt x="7216" y="84"/>
                  </a:lnTo>
                  <a:close/>
                  <a:moveTo>
                    <a:pt x="10717" y="84"/>
                  </a:moveTo>
                  <a:lnTo>
                    <a:pt x="10705" y="191"/>
                  </a:lnTo>
                  <a:lnTo>
                    <a:pt x="10812" y="203"/>
                  </a:lnTo>
                  <a:lnTo>
                    <a:pt x="10824" y="95"/>
                  </a:lnTo>
                  <a:lnTo>
                    <a:pt x="10717" y="84"/>
                  </a:lnTo>
                  <a:close/>
                  <a:moveTo>
                    <a:pt x="10931" y="107"/>
                  </a:moveTo>
                  <a:lnTo>
                    <a:pt x="10919" y="214"/>
                  </a:lnTo>
                  <a:lnTo>
                    <a:pt x="11026" y="214"/>
                  </a:lnTo>
                  <a:lnTo>
                    <a:pt x="11038" y="119"/>
                  </a:lnTo>
                  <a:lnTo>
                    <a:pt x="10931" y="107"/>
                  </a:lnTo>
                  <a:close/>
                  <a:moveTo>
                    <a:pt x="7002" y="107"/>
                  </a:moveTo>
                  <a:cubicBezTo>
                    <a:pt x="6966" y="119"/>
                    <a:pt x="6930" y="119"/>
                    <a:pt x="6895" y="131"/>
                  </a:cubicBezTo>
                  <a:lnTo>
                    <a:pt x="6918" y="238"/>
                  </a:lnTo>
                  <a:cubicBezTo>
                    <a:pt x="6942" y="226"/>
                    <a:pt x="6978" y="226"/>
                    <a:pt x="7014" y="214"/>
                  </a:cubicBezTo>
                  <a:lnTo>
                    <a:pt x="7002" y="107"/>
                  </a:lnTo>
                  <a:close/>
                  <a:moveTo>
                    <a:pt x="11145" y="119"/>
                  </a:moveTo>
                  <a:lnTo>
                    <a:pt x="11133" y="226"/>
                  </a:lnTo>
                  <a:lnTo>
                    <a:pt x="11240" y="238"/>
                  </a:lnTo>
                  <a:lnTo>
                    <a:pt x="11252" y="131"/>
                  </a:lnTo>
                  <a:lnTo>
                    <a:pt x="11145" y="119"/>
                  </a:lnTo>
                  <a:close/>
                  <a:moveTo>
                    <a:pt x="11348" y="143"/>
                  </a:moveTo>
                  <a:lnTo>
                    <a:pt x="11348" y="250"/>
                  </a:lnTo>
                  <a:lnTo>
                    <a:pt x="11455" y="262"/>
                  </a:lnTo>
                  <a:lnTo>
                    <a:pt x="11455" y="155"/>
                  </a:lnTo>
                  <a:lnTo>
                    <a:pt x="11348" y="143"/>
                  </a:lnTo>
                  <a:close/>
                  <a:moveTo>
                    <a:pt x="11562" y="155"/>
                  </a:moveTo>
                  <a:lnTo>
                    <a:pt x="11550" y="262"/>
                  </a:lnTo>
                  <a:lnTo>
                    <a:pt x="11657" y="274"/>
                  </a:lnTo>
                  <a:lnTo>
                    <a:pt x="11669" y="167"/>
                  </a:lnTo>
                  <a:lnTo>
                    <a:pt x="11562" y="155"/>
                  </a:lnTo>
                  <a:close/>
                  <a:moveTo>
                    <a:pt x="6787" y="155"/>
                  </a:moveTo>
                  <a:cubicBezTo>
                    <a:pt x="6752" y="155"/>
                    <a:pt x="6716" y="167"/>
                    <a:pt x="6680" y="179"/>
                  </a:cubicBezTo>
                  <a:lnTo>
                    <a:pt x="6716" y="286"/>
                  </a:lnTo>
                  <a:cubicBezTo>
                    <a:pt x="6740" y="274"/>
                    <a:pt x="6776" y="262"/>
                    <a:pt x="6811" y="262"/>
                  </a:cubicBezTo>
                  <a:lnTo>
                    <a:pt x="6787" y="155"/>
                  </a:lnTo>
                  <a:close/>
                  <a:moveTo>
                    <a:pt x="11776" y="179"/>
                  </a:moveTo>
                  <a:lnTo>
                    <a:pt x="11764" y="286"/>
                  </a:lnTo>
                  <a:lnTo>
                    <a:pt x="11871" y="298"/>
                  </a:lnTo>
                  <a:lnTo>
                    <a:pt x="11883" y="191"/>
                  </a:lnTo>
                  <a:lnTo>
                    <a:pt x="11776" y="179"/>
                  </a:lnTo>
                  <a:close/>
                  <a:moveTo>
                    <a:pt x="11991" y="203"/>
                  </a:moveTo>
                  <a:lnTo>
                    <a:pt x="11979" y="310"/>
                  </a:lnTo>
                  <a:lnTo>
                    <a:pt x="12086" y="322"/>
                  </a:lnTo>
                  <a:lnTo>
                    <a:pt x="12098" y="214"/>
                  </a:lnTo>
                  <a:lnTo>
                    <a:pt x="11991" y="203"/>
                  </a:lnTo>
                  <a:close/>
                  <a:moveTo>
                    <a:pt x="6585" y="203"/>
                  </a:moveTo>
                  <a:cubicBezTo>
                    <a:pt x="6549" y="214"/>
                    <a:pt x="6514" y="226"/>
                    <a:pt x="6478" y="238"/>
                  </a:cubicBezTo>
                  <a:lnTo>
                    <a:pt x="6514" y="334"/>
                  </a:lnTo>
                  <a:cubicBezTo>
                    <a:pt x="6537" y="334"/>
                    <a:pt x="6573" y="322"/>
                    <a:pt x="6609" y="310"/>
                  </a:cubicBezTo>
                  <a:lnTo>
                    <a:pt x="6585" y="203"/>
                  </a:lnTo>
                  <a:close/>
                  <a:moveTo>
                    <a:pt x="12193" y="226"/>
                  </a:moveTo>
                  <a:lnTo>
                    <a:pt x="12193" y="334"/>
                  </a:lnTo>
                  <a:lnTo>
                    <a:pt x="12288" y="345"/>
                  </a:lnTo>
                  <a:lnTo>
                    <a:pt x="12300" y="238"/>
                  </a:lnTo>
                  <a:lnTo>
                    <a:pt x="12193" y="226"/>
                  </a:lnTo>
                  <a:close/>
                  <a:moveTo>
                    <a:pt x="12407" y="250"/>
                  </a:moveTo>
                  <a:lnTo>
                    <a:pt x="12395" y="357"/>
                  </a:lnTo>
                  <a:lnTo>
                    <a:pt x="12502" y="369"/>
                  </a:lnTo>
                  <a:lnTo>
                    <a:pt x="12514" y="262"/>
                  </a:lnTo>
                  <a:lnTo>
                    <a:pt x="12407" y="250"/>
                  </a:lnTo>
                  <a:close/>
                  <a:moveTo>
                    <a:pt x="12622" y="274"/>
                  </a:moveTo>
                  <a:lnTo>
                    <a:pt x="12610" y="381"/>
                  </a:lnTo>
                  <a:lnTo>
                    <a:pt x="12717" y="393"/>
                  </a:lnTo>
                  <a:lnTo>
                    <a:pt x="12729" y="286"/>
                  </a:lnTo>
                  <a:lnTo>
                    <a:pt x="12622" y="274"/>
                  </a:lnTo>
                  <a:close/>
                  <a:moveTo>
                    <a:pt x="6371" y="274"/>
                  </a:moveTo>
                  <a:cubicBezTo>
                    <a:pt x="6335" y="298"/>
                    <a:pt x="6299" y="310"/>
                    <a:pt x="6276" y="322"/>
                  </a:cubicBezTo>
                  <a:lnTo>
                    <a:pt x="6323" y="417"/>
                  </a:lnTo>
                  <a:cubicBezTo>
                    <a:pt x="6347" y="405"/>
                    <a:pt x="6383" y="393"/>
                    <a:pt x="6418" y="381"/>
                  </a:cubicBezTo>
                  <a:lnTo>
                    <a:pt x="6371" y="274"/>
                  </a:lnTo>
                  <a:close/>
                  <a:moveTo>
                    <a:pt x="12836" y="298"/>
                  </a:moveTo>
                  <a:lnTo>
                    <a:pt x="12824" y="405"/>
                  </a:lnTo>
                  <a:lnTo>
                    <a:pt x="12919" y="417"/>
                  </a:lnTo>
                  <a:lnTo>
                    <a:pt x="12931" y="310"/>
                  </a:lnTo>
                  <a:lnTo>
                    <a:pt x="12836" y="298"/>
                  </a:lnTo>
                  <a:close/>
                  <a:moveTo>
                    <a:pt x="13038" y="322"/>
                  </a:moveTo>
                  <a:lnTo>
                    <a:pt x="13026" y="429"/>
                  </a:lnTo>
                  <a:lnTo>
                    <a:pt x="13134" y="441"/>
                  </a:lnTo>
                  <a:lnTo>
                    <a:pt x="13145" y="334"/>
                  </a:lnTo>
                  <a:lnTo>
                    <a:pt x="13038" y="322"/>
                  </a:lnTo>
                  <a:close/>
                  <a:moveTo>
                    <a:pt x="13253" y="345"/>
                  </a:moveTo>
                  <a:lnTo>
                    <a:pt x="13241" y="453"/>
                  </a:lnTo>
                  <a:lnTo>
                    <a:pt x="13348" y="465"/>
                  </a:lnTo>
                  <a:lnTo>
                    <a:pt x="13360" y="357"/>
                  </a:lnTo>
                  <a:lnTo>
                    <a:pt x="13253" y="345"/>
                  </a:lnTo>
                  <a:close/>
                  <a:moveTo>
                    <a:pt x="13467" y="381"/>
                  </a:moveTo>
                  <a:lnTo>
                    <a:pt x="13455" y="476"/>
                  </a:lnTo>
                  <a:lnTo>
                    <a:pt x="13550" y="500"/>
                  </a:lnTo>
                  <a:lnTo>
                    <a:pt x="13562" y="393"/>
                  </a:lnTo>
                  <a:lnTo>
                    <a:pt x="13467" y="381"/>
                  </a:lnTo>
                  <a:close/>
                  <a:moveTo>
                    <a:pt x="6180" y="369"/>
                  </a:moveTo>
                  <a:cubicBezTo>
                    <a:pt x="6145" y="393"/>
                    <a:pt x="6109" y="417"/>
                    <a:pt x="6085" y="429"/>
                  </a:cubicBezTo>
                  <a:lnTo>
                    <a:pt x="6145" y="524"/>
                  </a:lnTo>
                  <a:cubicBezTo>
                    <a:pt x="6168" y="500"/>
                    <a:pt x="6204" y="476"/>
                    <a:pt x="6228" y="465"/>
                  </a:cubicBezTo>
                  <a:lnTo>
                    <a:pt x="6180" y="369"/>
                  </a:lnTo>
                  <a:close/>
                  <a:moveTo>
                    <a:pt x="13669" y="405"/>
                  </a:moveTo>
                  <a:lnTo>
                    <a:pt x="13657" y="512"/>
                  </a:lnTo>
                  <a:lnTo>
                    <a:pt x="13765" y="524"/>
                  </a:lnTo>
                  <a:lnTo>
                    <a:pt x="13776" y="417"/>
                  </a:lnTo>
                  <a:lnTo>
                    <a:pt x="13669" y="405"/>
                  </a:lnTo>
                  <a:close/>
                  <a:moveTo>
                    <a:pt x="13884" y="429"/>
                  </a:moveTo>
                  <a:lnTo>
                    <a:pt x="13872" y="536"/>
                  </a:lnTo>
                  <a:lnTo>
                    <a:pt x="13979" y="548"/>
                  </a:lnTo>
                  <a:lnTo>
                    <a:pt x="13991" y="441"/>
                  </a:lnTo>
                  <a:lnTo>
                    <a:pt x="13884" y="429"/>
                  </a:lnTo>
                  <a:close/>
                  <a:moveTo>
                    <a:pt x="14098" y="465"/>
                  </a:moveTo>
                  <a:lnTo>
                    <a:pt x="14086" y="560"/>
                  </a:lnTo>
                  <a:lnTo>
                    <a:pt x="14181" y="584"/>
                  </a:lnTo>
                  <a:lnTo>
                    <a:pt x="14205" y="476"/>
                  </a:lnTo>
                  <a:lnTo>
                    <a:pt x="14098" y="465"/>
                  </a:lnTo>
                  <a:close/>
                  <a:moveTo>
                    <a:pt x="14312" y="488"/>
                  </a:moveTo>
                  <a:lnTo>
                    <a:pt x="14288" y="595"/>
                  </a:lnTo>
                  <a:lnTo>
                    <a:pt x="14396" y="607"/>
                  </a:lnTo>
                  <a:lnTo>
                    <a:pt x="14407" y="500"/>
                  </a:lnTo>
                  <a:lnTo>
                    <a:pt x="14312" y="488"/>
                  </a:lnTo>
                  <a:close/>
                  <a:moveTo>
                    <a:pt x="14515" y="524"/>
                  </a:moveTo>
                  <a:lnTo>
                    <a:pt x="14503" y="631"/>
                  </a:lnTo>
                  <a:lnTo>
                    <a:pt x="14610" y="643"/>
                  </a:lnTo>
                  <a:lnTo>
                    <a:pt x="14622" y="536"/>
                  </a:lnTo>
                  <a:lnTo>
                    <a:pt x="14515" y="524"/>
                  </a:lnTo>
                  <a:close/>
                  <a:moveTo>
                    <a:pt x="6002" y="500"/>
                  </a:moveTo>
                  <a:cubicBezTo>
                    <a:pt x="5966" y="536"/>
                    <a:pt x="5942" y="560"/>
                    <a:pt x="5918" y="595"/>
                  </a:cubicBezTo>
                  <a:lnTo>
                    <a:pt x="6014" y="655"/>
                  </a:lnTo>
                  <a:cubicBezTo>
                    <a:pt x="6025" y="631"/>
                    <a:pt x="6049" y="607"/>
                    <a:pt x="6073" y="584"/>
                  </a:cubicBezTo>
                  <a:lnTo>
                    <a:pt x="6002" y="500"/>
                  </a:lnTo>
                  <a:close/>
                  <a:moveTo>
                    <a:pt x="14729" y="548"/>
                  </a:moveTo>
                  <a:lnTo>
                    <a:pt x="14717" y="655"/>
                  </a:lnTo>
                  <a:lnTo>
                    <a:pt x="14812" y="667"/>
                  </a:lnTo>
                  <a:lnTo>
                    <a:pt x="14836" y="560"/>
                  </a:lnTo>
                  <a:lnTo>
                    <a:pt x="14729" y="548"/>
                  </a:lnTo>
                  <a:close/>
                  <a:moveTo>
                    <a:pt x="14931" y="584"/>
                  </a:moveTo>
                  <a:lnTo>
                    <a:pt x="14919" y="691"/>
                  </a:lnTo>
                  <a:lnTo>
                    <a:pt x="15027" y="703"/>
                  </a:lnTo>
                  <a:lnTo>
                    <a:pt x="15039" y="595"/>
                  </a:lnTo>
                  <a:lnTo>
                    <a:pt x="14931" y="584"/>
                  </a:lnTo>
                  <a:close/>
                  <a:moveTo>
                    <a:pt x="15158" y="619"/>
                  </a:moveTo>
                  <a:lnTo>
                    <a:pt x="15134" y="667"/>
                  </a:lnTo>
                  <a:lnTo>
                    <a:pt x="15134" y="715"/>
                  </a:lnTo>
                  <a:lnTo>
                    <a:pt x="15241" y="738"/>
                  </a:lnTo>
                  <a:lnTo>
                    <a:pt x="15253" y="631"/>
                  </a:lnTo>
                  <a:lnTo>
                    <a:pt x="15158" y="619"/>
                  </a:lnTo>
                  <a:close/>
                  <a:moveTo>
                    <a:pt x="15360" y="643"/>
                  </a:moveTo>
                  <a:lnTo>
                    <a:pt x="15336" y="750"/>
                  </a:lnTo>
                  <a:lnTo>
                    <a:pt x="15443" y="762"/>
                  </a:lnTo>
                  <a:lnTo>
                    <a:pt x="15467" y="667"/>
                  </a:lnTo>
                  <a:lnTo>
                    <a:pt x="15360" y="643"/>
                  </a:lnTo>
                  <a:close/>
                  <a:moveTo>
                    <a:pt x="15562" y="679"/>
                  </a:moveTo>
                  <a:lnTo>
                    <a:pt x="15550" y="786"/>
                  </a:lnTo>
                  <a:lnTo>
                    <a:pt x="15658" y="798"/>
                  </a:lnTo>
                  <a:lnTo>
                    <a:pt x="15670" y="691"/>
                  </a:lnTo>
                  <a:lnTo>
                    <a:pt x="15562" y="679"/>
                  </a:lnTo>
                  <a:close/>
                  <a:moveTo>
                    <a:pt x="5859" y="691"/>
                  </a:moveTo>
                  <a:cubicBezTo>
                    <a:pt x="5859" y="703"/>
                    <a:pt x="5859" y="715"/>
                    <a:pt x="5847" y="738"/>
                  </a:cubicBezTo>
                  <a:cubicBezTo>
                    <a:pt x="5847" y="762"/>
                    <a:pt x="5835" y="786"/>
                    <a:pt x="5835" y="810"/>
                  </a:cubicBezTo>
                  <a:lnTo>
                    <a:pt x="5930" y="834"/>
                  </a:lnTo>
                  <a:cubicBezTo>
                    <a:pt x="5942" y="810"/>
                    <a:pt x="5942" y="786"/>
                    <a:pt x="5954" y="762"/>
                  </a:cubicBezTo>
                  <a:cubicBezTo>
                    <a:pt x="5954" y="762"/>
                    <a:pt x="5954" y="750"/>
                    <a:pt x="5966" y="738"/>
                  </a:cubicBezTo>
                  <a:lnTo>
                    <a:pt x="5859" y="691"/>
                  </a:lnTo>
                  <a:close/>
                  <a:moveTo>
                    <a:pt x="15777" y="715"/>
                  </a:moveTo>
                  <a:lnTo>
                    <a:pt x="15765" y="822"/>
                  </a:lnTo>
                  <a:lnTo>
                    <a:pt x="15860" y="834"/>
                  </a:lnTo>
                  <a:lnTo>
                    <a:pt x="15884" y="726"/>
                  </a:lnTo>
                  <a:lnTo>
                    <a:pt x="15777" y="715"/>
                  </a:lnTo>
                  <a:close/>
                  <a:moveTo>
                    <a:pt x="15991" y="750"/>
                  </a:moveTo>
                  <a:lnTo>
                    <a:pt x="15967" y="846"/>
                  </a:lnTo>
                  <a:lnTo>
                    <a:pt x="16074" y="869"/>
                  </a:lnTo>
                  <a:lnTo>
                    <a:pt x="16098" y="762"/>
                  </a:lnTo>
                  <a:lnTo>
                    <a:pt x="15991" y="750"/>
                  </a:lnTo>
                  <a:close/>
                  <a:moveTo>
                    <a:pt x="16193" y="786"/>
                  </a:moveTo>
                  <a:lnTo>
                    <a:pt x="16182" y="881"/>
                  </a:lnTo>
                  <a:lnTo>
                    <a:pt x="16265" y="905"/>
                  </a:lnTo>
                  <a:lnTo>
                    <a:pt x="16265" y="798"/>
                  </a:lnTo>
                  <a:lnTo>
                    <a:pt x="16193" y="786"/>
                  </a:lnTo>
                  <a:close/>
                  <a:moveTo>
                    <a:pt x="5811" y="917"/>
                  </a:moveTo>
                  <a:cubicBezTo>
                    <a:pt x="5811" y="929"/>
                    <a:pt x="5811" y="941"/>
                    <a:pt x="5811" y="953"/>
                  </a:cubicBezTo>
                  <a:cubicBezTo>
                    <a:pt x="5811" y="976"/>
                    <a:pt x="5811" y="1012"/>
                    <a:pt x="5823" y="1036"/>
                  </a:cubicBezTo>
                  <a:lnTo>
                    <a:pt x="5930" y="1024"/>
                  </a:lnTo>
                  <a:cubicBezTo>
                    <a:pt x="5918" y="1000"/>
                    <a:pt x="5918" y="976"/>
                    <a:pt x="5918" y="953"/>
                  </a:cubicBezTo>
                  <a:lnTo>
                    <a:pt x="5918" y="929"/>
                  </a:lnTo>
                  <a:lnTo>
                    <a:pt x="5811" y="917"/>
                  </a:lnTo>
                  <a:close/>
                  <a:moveTo>
                    <a:pt x="5942" y="1119"/>
                  </a:moveTo>
                  <a:lnTo>
                    <a:pt x="5835" y="1143"/>
                  </a:lnTo>
                  <a:cubicBezTo>
                    <a:pt x="5847" y="1179"/>
                    <a:pt x="5859" y="1215"/>
                    <a:pt x="5871" y="1250"/>
                  </a:cubicBezTo>
                  <a:lnTo>
                    <a:pt x="5966" y="1215"/>
                  </a:lnTo>
                  <a:cubicBezTo>
                    <a:pt x="5954" y="1179"/>
                    <a:pt x="5942" y="1155"/>
                    <a:pt x="5942" y="1119"/>
                  </a:cubicBezTo>
                  <a:close/>
                  <a:moveTo>
                    <a:pt x="6002" y="1310"/>
                  </a:moveTo>
                  <a:lnTo>
                    <a:pt x="5906" y="1357"/>
                  </a:lnTo>
                  <a:cubicBezTo>
                    <a:pt x="5918" y="1381"/>
                    <a:pt x="5942" y="1417"/>
                    <a:pt x="5954" y="1453"/>
                  </a:cubicBezTo>
                  <a:lnTo>
                    <a:pt x="6049" y="1405"/>
                  </a:lnTo>
                  <a:cubicBezTo>
                    <a:pt x="6037" y="1369"/>
                    <a:pt x="6025" y="1346"/>
                    <a:pt x="6002" y="1310"/>
                  </a:cubicBezTo>
                  <a:close/>
                  <a:moveTo>
                    <a:pt x="6097" y="1488"/>
                  </a:moveTo>
                  <a:lnTo>
                    <a:pt x="6014" y="1548"/>
                  </a:lnTo>
                  <a:cubicBezTo>
                    <a:pt x="6025" y="1584"/>
                    <a:pt x="6049" y="1608"/>
                    <a:pt x="6073" y="1643"/>
                  </a:cubicBezTo>
                  <a:lnTo>
                    <a:pt x="6156" y="1584"/>
                  </a:lnTo>
                  <a:cubicBezTo>
                    <a:pt x="6133" y="1548"/>
                    <a:pt x="6121" y="1524"/>
                    <a:pt x="6097" y="1488"/>
                  </a:cubicBezTo>
                  <a:close/>
                  <a:moveTo>
                    <a:pt x="6216" y="1667"/>
                  </a:moveTo>
                  <a:lnTo>
                    <a:pt x="6133" y="1727"/>
                  </a:lnTo>
                  <a:cubicBezTo>
                    <a:pt x="6156" y="1750"/>
                    <a:pt x="6180" y="1786"/>
                    <a:pt x="6192" y="1810"/>
                  </a:cubicBezTo>
                  <a:lnTo>
                    <a:pt x="6276" y="1750"/>
                  </a:lnTo>
                  <a:cubicBezTo>
                    <a:pt x="6264" y="1715"/>
                    <a:pt x="6240" y="1691"/>
                    <a:pt x="6216" y="1667"/>
                  </a:cubicBezTo>
                  <a:close/>
                  <a:moveTo>
                    <a:pt x="6347" y="1822"/>
                  </a:moveTo>
                  <a:lnTo>
                    <a:pt x="6264" y="1893"/>
                  </a:lnTo>
                  <a:cubicBezTo>
                    <a:pt x="6287" y="1917"/>
                    <a:pt x="6311" y="1953"/>
                    <a:pt x="6335" y="1977"/>
                  </a:cubicBezTo>
                  <a:lnTo>
                    <a:pt x="6418" y="1905"/>
                  </a:lnTo>
                  <a:cubicBezTo>
                    <a:pt x="6395" y="1881"/>
                    <a:pt x="6371" y="1858"/>
                    <a:pt x="6347" y="1822"/>
                  </a:cubicBezTo>
                  <a:close/>
                  <a:moveTo>
                    <a:pt x="6490" y="1989"/>
                  </a:moveTo>
                  <a:lnTo>
                    <a:pt x="6406" y="2060"/>
                  </a:lnTo>
                  <a:cubicBezTo>
                    <a:pt x="6430" y="2084"/>
                    <a:pt x="6454" y="2108"/>
                    <a:pt x="6478" y="2131"/>
                  </a:cubicBezTo>
                  <a:lnTo>
                    <a:pt x="6561" y="2060"/>
                  </a:lnTo>
                  <a:cubicBezTo>
                    <a:pt x="6537" y="2036"/>
                    <a:pt x="6514" y="2012"/>
                    <a:pt x="6490" y="1989"/>
                  </a:cubicBezTo>
                  <a:close/>
                  <a:moveTo>
                    <a:pt x="6633" y="2143"/>
                  </a:moveTo>
                  <a:lnTo>
                    <a:pt x="6549" y="2215"/>
                  </a:lnTo>
                  <a:lnTo>
                    <a:pt x="6633" y="2286"/>
                  </a:lnTo>
                  <a:lnTo>
                    <a:pt x="6704" y="2215"/>
                  </a:lnTo>
                  <a:cubicBezTo>
                    <a:pt x="6680" y="2191"/>
                    <a:pt x="6657" y="2167"/>
                    <a:pt x="6633" y="2143"/>
                  </a:cubicBezTo>
                  <a:close/>
                  <a:moveTo>
                    <a:pt x="6776" y="2286"/>
                  </a:moveTo>
                  <a:lnTo>
                    <a:pt x="6704" y="2370"/>
                  </a:lnTo>
                  <a:lnTo>
                    <a:pt x="6787" y="2441"/>
                  </a:lnTo>
                  <a:lnTo>
                    <a:pt x="6859" y="2358"/>
                  </a:lnTo>
                  <a:lnTo>
                    <a:pt x="6776" y="2286"/>
                  </a:lnTo>
                  <a:close/>
                  <a:moveTo>
                    <a:pt x="6930" y="2429"/>
                  </a:moveTo>
                  <a:lnTo>
                    <a:pt x="6859" y="2512"/>
                  </a:lnTo>
                  <a:lnTo>
                    <a:pt x="6942" y="2584"/>
                  </a:lnTo>
                  <a:lnTo>
                    <a:pt x="7014" y="2500"/>
                  </a:lnTo>
                  <a:lnTo>
                    <a:pt x="6930" y="2429"/>
                  </a:lnTo>
                  <a:close/>
                  <a:moveTo>
                    <a:pt x="7085" y="2572"/>
                  </a:moveTo>
                  <a:lnTo>
                    <a:pt x="7014" y="2655"/>
                  </a:lnTo>
                  <a:lnTo>
                    <a:pt x="7097" y="2727"/>
                  </a:lnTo>
                  <a:lnTo>
                    <a:pt x="7168" y="2643"/>
                  </a:lnTo>
                  <a:lnTo>
                    <a:pt x="7085" y="2572"/>
                  </a:lnTo>
                  <a:close/>
                  <a:moveTo>
                    <a:pt x="7240" y="2715"/>
                  </a:moveTo>
                  <a:lnTo>
                    <a:pt x="7180" y="2798"/>
                  </a:lnTo>
                  <a:lnTo>
                    <a:pt x="7252" y="2870"/>
                  </a:lnTo>
                  <a:lnTo>
                    <a:pt x="7323" y="2786"/>
                  </a:lnTo>
                  <a:lnTo>
                    <a:pt x="7240" y="2715"/>
                  </a:lnTo>
                  <a:close/>
                  <a:moveTo>
                    <a:pt x="7407" y="2858"/>
                  </a:moveTo>
                  <a:lnTo>
                    <a:pt x="7335" y="2941"/>
                  </a:lnTo>
                  <a:lnTo>
                    <a:pt x="7419" y="3012"/>
                  </a:lnTo>
                  <a:lnTo>
                    <a:pt x="7490" y="2929"/>
                  </a:lnTo>
                  <a:lnTo>
                    <a:pt x="7407" y="2858"/>
                  </a:lnTo>
                  <a:close/>
                  <a:moveTo>
                    <a:pt x="7561" y="3001"/>
                  </a:moveTo>
                  <a:lnTo>
                    <a:pt x="7490" y="3084"/>
                  </a:lnTo>
                  <a:lnTo>
                    <a:pt x="7573" y="3143"/>
                  </a:lnTo>
                  <a:lnTo>
                    <a:pt x="7645" y="3072"/>
                  </a:lnTo>
                  <a:lnTo>
                    <a:pt x="7561" y="3001"/>
                  </a:lnTo>
                  <a:close/>
                  <a:moveTo>
                    <a:pt x="84" y="3143"/>
                  </a:moveTo>
                  <a:lnTo>
                    <a:pt x="1" y="3215"/>
                  </a:lnTo>
                  <a:cubicBezTo>
                    <a:pt x="1" y="3215"/>
                    <a:pt x="37" y="3239"/>
                    <a:pt x="84" y="3286"/>
                  </a:cubicBezTo>
                  <a:lnTo>
                    <a:pt x="156" y="3215"/>
                  </a:lnTo>
                  <a:cubicBezTo>
                    <a:pt x="108" y="3167"/>
                    <a:pt x="84" y="3143"/>
                    <a:pt x="84" y="3143"/>
                  </a:cubicBezTo>
                  <a:close/>
                  <a:moveTo>
                    <a:pt x="7728" y="3143"/>
                  </a:moveTo>
                  <a:lnTo>
                    <a:pt x="7657" y="3215"/>
                  </a:lnTo>
                  <a:lnTo>
                    <a:pt x="7728" y="3286"/>
                  </a:lnTo>
                  <a:lnTo>
                    <a:pt x="7800" y="3215"/>
                  </a:lnTo>
                  <a:lnTo>
                    <a:pt x="7728" y="3143"/>
                  </a:lnTo>
                  <a:close/>
                  <a:moveTo>
                    <a:pt x="239" y="3286"/>
                  </a:moveTo>
                  <a:lnTo>
                    <a:pt x="168" y="3358"/>
                  </a:lnTo>
                  <a:cubicBezTo>
                    <a:pt x="191" y="3382"/>
                    <a:pt x="215" y="3405"/>
                    <a:pt x="239" y="3429"/>
                  </a:cubicBezTo>
                  <a:lnTo>
                    <a:pt x="310" y="3346"/>
                  </a:lnTo>
                  <a:cubicBezTo>
                    <a:pt x="287" y="3322"/>
                    <a:pt x="263" y="3298"/>
                    <a:pt x="239" y="3286"/>
                  </a:cubicBezTo>
                  <a:close/>
                  <a:moveTo>
                    <a:pt x="7883" y="3286"/>
                  </a:moveTo>
                  <a:lnTo>
                    <a:pt x="7811" y="3358"/>
                  </a:lnTo>
                  <a:lnTo>
                    <a:pt x="7895" y="3429"/>
                  </a:lnTo>
                  <a:lnTo>
                    <a:pt x="7954" y="3358"/>
                  </a:lnTo>
                  <a:lnTo>
                    <a:pt x="7883" y="3286"/>
                  </a:lnTo>
                  <a:close/>
                  <a:moveTo>
                    <a:pt x="394" y="3417"/>
                  </a:moveTo>
                  <a:lnTo>
                    <a:pt x="322" y="3501"/>
                  </a:lnTo>
                  <a:lnTo>
                    <a:pt x="406" y="3572"/>
                  </a:lnTo>
                  <a:lnTo>
                    <a:pt x="477" y="3489"/>
                  </a:lnTo>
                  <a:lnTo>
                    <a:pt x="394" y="3417"/>
                  </a:lnTo>
                  <a:close/>
                  <a:moveTo>
                    <a:pt x="8038" y="3429"/>
                  </a:moveTo>
                  <a:lnTo>
                    <a:pt x="7966" y="3501"/>
                  </a:lnTo>
                  <a:lnTo>
                    <a:pt x="8050" y="3572"/>
                  </a:lnTo>
                  <a:lnTo>
                    <a:pt x="8121" y="3501"/>
                  </a:lnTo>
                  <a:lnTo>
                    <a:pt x="8038" y="3429"/>
                  </a:lnTo>
                  <a:close/>
                  <a:moveTo>
                    <a:pt x="549" y="3560"/>
                  </a:moveTo>
                  <a:lnTo>
                    <a:pt x="489" y="3632"/>
                  </a:lnTo>
                  <a:lnTo>
                    <a:pt x="572" y="3703"/>
                  </a:lnTo>
                  <a:lnTo>
                    <a:pt x="632" y="3620"/>
                  </a:lnTo>
                  <a:lnTo>
                    <a:pt x="549" y="3560"/>
                  </a:lnTo>
                  <a:close/>
                  <a:moveTo>
                    <a:pt x="8192" y="3572"/>
                  </a:moveTo>
                  <a:lnTo>
                    <a:pt x="8121" y="3643"/>
                  </a:lnTo>
                  <a:lnTo>
                    <a:pt x="8204" y="3715"/>
                  </a:lnTo>
                  <a:lnTo>
                    <a:pt x="8276" y="3643"/>
                  </a:lnTo>
                  <a:cubicBezTo>
                    <a:pt x="8240" y="3620"/>
                    <a:pt x="8216" y="3596"/>
                    <a:pt x="8192" y="3572"/>
                  </a:cubicBezTo>
                  <a:close/>
                  <a:moveTo>
                    <a:pt x="715" y="3691"/>
                  </a:moveTo>
                  <a:lnTo>
                    <a:pt x="656" y="3774"/>
                  </a:lnTo>
                  <a:cubicBezTo>
                    <a:pt x="680" y="3798"/>
                    <a:pt x="703" y="3822"/>
                    <a:pt x="739" y="3834"/>
                  </a:cubicBezTo>
                  <a:lnTo>
                    <a:pt x="799" y="3751"/>
                  </a:lnTo>
                  <a:cubicBezTo>
                    <a:pt x="775" y="3727"/>
                    <a:pt x="739" y="3703"/>
                    <a:pt x="715" y="3691"/>
                  </a:cubicBezTo>
                  <a:close/>
                  <a:moveTo>
                    <a:pt x="8347" y="3715"/>
                  </a:moveTo>
                  <a:lnTo>
                    <a:pt x="8276" y="3798"/>
                  </a:lnTo>
                  <a:cubicBezTo>
                    <a:pt x="8300" y="3822"/>
                    <a:pt x="8323" y="3846"/>
                    <a:pt x="8347" y="3870"/>
                  </a:cubicBezTo>
                  <a:lnTo>
                    <a:pt x="8431" y="3798"/>
                  </a:lnTo>
                  <a:lnTo>
                    <a:pt x="8347" y="3715"/>
                  </a:lnTo>
                  <a:close/>
                  <a:moveTo>
                    <a:pt x="882" y="3822"/>
                  </a:moveTo>
                  <a:lnTo>
                    <a:pt x="822" y="3905"/>
                  </a:lnTo>
                  <a:lnTo>
                    <a:pt x="906" y="3965"/>
                  </a:lnTo>
                  <a:lnTo>
                    <a:pt x="965" y="3882"/>
                  </a:lnTo>
                  <a:lnTo>
                    <a:pt x="882" y="3822"/>
                  </a:lnTo>
                  <a:close/>
                  <a:moveTo>
                    <a:pt x="8502" y="3870"/>
                  </a:moveTo>
                  <a:lnTo>
                    <a:pt x="8419" y="3941"/>
                  </a:lnTo>
                  <a:cubicBezTo>
                    <a:pt x="8454" y="3965"/>
                    <a:pt x="8466" y="3989"/>
                    <a:pt x="8502" y="4024"/>
                  </a:cubicBezTo>
                  <a:lnTo>
                    <a:pt x="8573" y="3953"/>
                  </a:lnTo>
                  <a:cubicBezTo>
                    <a:pt x="8550" y="3917"/>
                    <a:pt x="8526" y="3894"/>
                    <a:pt x="8502" y="3870"/>
                  </a:cubicBezTo>
                  <a:close/>
                  <a:moveTo>
                    <a:pt x="1049" y="3953"/>
                  </a:moveTo>
                  <a:lnTo>
                    <a:pt x="989" y="4036"/>
                  </a:lnTo>
                  <a:lnTo>
                    <a:pt x="1072" y="4096"/>
                  </a:lnTo>
                  <a:lnTo>
                    <a:pt x="1132" y="4013"/>
                  </a:lnTo>
                  <a:lnTo>
                    <a:pt x="1049" y="3953"/>
                  </a:lnTo>
                  <a:close/>
                  <a:moveTo>
                    <a:pt x="8645" y="4024"/>
                  </a:moveTo>
                  <a:lnTo>
                    <a:pt x="8573" y="4096"/>
                  </a:lnTo>
                  <a:cubicBezTo>
                    <a:pt x="8585" y="4120"/>
                    <a:pt x="8609" y="4144"/>
                    <a:pt x="8633" y="4179"/>
                  </a:cubicBezTo>
                  <a:lnTo>
                    <a:pt x="8716" y="4108"/>
                  </a:lnTo>
                  <a:cubicBezTo>
                    <a:pt x="8692" y="4084"/>
                    <a:pt x="8669" y="4048"/>
                    <a:pt x="8645" y="4024"/>
                  </a:cubicBezTo>
                  <a:close/>
                  <a:moveTo>
                    <a:pt x="1227" y="4072"/>
                  </a:moveTo>
                  <a:lnTo>
                    <a:pt x="1156" y="4155"/>
                  </a:lnTo>
                  <a:lnTo>
                    <a:pt x="1251" y="4227"/>
                  </a:lnTo>
                  <a:lnTo>
                    <a:pt x="1311" y="4132"/>
                  </a:lnTo>
                  <a:lnTo>
                    <a:pt x="1227" y="4072"/>
                  </a:lnTo>
                  <a:close/>
                  <a:moveTo>
                    <a:pt x="8788" y="4191"/>
                  </a:moveTo>
                  <a:lnTo>
                    <a:pt x="8704" y="4263"/>
                  </a:lnTo>
                  <a:cubicBezTo>
                    <a:pt x="8728" y="4286"/>
                    <a:pt x="8740" y="4310"/>
                    <a:pt x="8764" y="4334"/>
                  </a:cubicBezTo>
                  <a:lnTo>
                    <a:pt x="8847" y="4275"/>
                  </a:lnTo>
                  <a:cubicBezTo>
                    <a:pt x="8835" y="4251"/>
                    <a:pt x="8812" y="4215"/>
                    <a:pt x="8788" y="4191"/>
                  </a:cubicBezTo>
                  <a:close/>
                  <a:moveTo>
                    <a:pt x="1394" y="4203"/>
                  </a:moveTo>
                  <a:lnTo>
                    <a:pt x="1334" y="4286"/>
                  </a:lnTo>
                  <a:lnTo>
                    <a:pt x="1418" y="4346"/>
                  </a:lnTo>
                  <a:lnTo>
                    <a:pt x="1477" y="4263"/>
                  </a:lnTo>
                  <a:lnTo>
                    <a:pt x="1394" y="4203"/>
                  </a:lnTo>
                  <a:close/>
                  <a:moveTo>
                    <a:pt x="1573" y="4322"/>
                  </a:moveTo>
                  <a:lnTo>
                    <a:pt x="1513" y="4405"/>
                  </a:lnTo>
                  <a:lnTo>
                    <a:pt x="1596" y="4465"/>
                  </a:lnTo>
                  <a:lnTo>
                    <a:pt x="1656" y="4370"/>
                  </a:lnTo>
                  <a:lnTo>
                    <a:pt x="1573" y="4322"/>
                  </a:lnTo>
                  <a:close/>
                  <a:moveTo>
                    <a:pt x="8919" y="4370"/>
                  </a:moveTo>
                  <a:lnTo>
                    <a:pt x="8823" y="4429"/>
                  </a:lnTo>
                  <a:cubicBezTo>
                    <a:pt x="8847" y="4453"/>
                    <a:pt x="8859" y="4477"/>
                    <a:pt x="8883" y="4513"/>
                  </a:cubicBezTo>
                  <a:lnTo>
                    <a:pt x="8978" y="4453"/>
                  </a:lnTo>
                  <a:cubicBezTo>
                    <a:pt x="8954" y="4429"/>
                    <a:pt x="8931" y="4394"/>
                    <a:pt x="8919" y="4370"/>
                  </a:cubicBezTo>
                  <a:close/>
                  <a:moveTo>
                    <a:pt x="1751" y="4429"/>
                  </a:moveTo>
                  <a:lnTo>
                    <a:pt x="1692" y="4525"/>
                  </a:lnTo>
                  <a:lnTo>
                    <a:pt x="1775" y="4584"/>
                  </a:lnTo>
                  <a:lnTo>
                    <a:pt x="1834" y="4489"/>
                  </a:lnTo>
                  <a:lnTo>
                    <a:pt x="1751" y="4429"/>
                  </a:lnTo>
                  <a:close/>
                  <a:moveTo>
                    <a:pt x="1918" y="4548"/>
                  </a:moveTo>
                  <a:lnTo>
                    <a:pt x="1870" y="4632"/>
                  </a:lnTo>
                  <a:lnTo>
                    <a:pt x="1954" y="4691"/>
                  </a:lnTo>
                  <a:lnTo>
                    <a:pt x="2013" y="4608"/>
                  </a:lnTo>
                  <a:lnTo>
                    <a:pt x="1918" y="4548"/>
                  </a:lnTo>
                  <a:close/>
                  <a:moveTo>
                    <a:pt x="9026" y="4548"/>
                  </a:moveTo>
                  <a:lnTo>
                    <a:pt x="8931" y="4596"/>
                  </a:lnTo>
                  <a:cubicBezTo>
                    <a:pt x="8954" y="4632"/>
                    <a:pt x="8966" y="4656"/>
                    <a:pt x="8978" y="4691"/>
                  </a:cubicBezTo>
                  <a:lnTo>
                    <a:pt x="9073" y="4644"/>
                  </a:lnTo>
                  <a:cubicBezTo>
                    <a:pt x="9062" y="4620"/>
                    <a:pt x="9050" y="4584"/>
                    <a:pt x="9026" y="4548"/>
                  </a:cubicBezTo>
                  <a:close/>
                  <a:moveTo>
                    <a:pt x="2108" y="4656"/>
                  </a:moveTo>
                  <a:lnTo>
                    <a:pt x="2049" y="4751"/>
                  </a:lnTo>
                  <a:lnTo>
                    <a:pt x="2144" y="4798"/>
                  </a:lnTo>
                  <a:lnTo>
                    <a:pt x="2192" y="4715"/>
                  </a:lnTo>
                  <a:lnTo>
                    <a:pt x="2108" y="4656"/>
                  </a:lnTo>
                  <a:close/>
                  <a:moveTo>
                    <a:pt x="9109" y="4751"/>
                  </a:moveTo>
                  <a:lnTo>
                    <a:pt x="9014" y="4786"/>
                  </a:lnTo>
                  <a:cubicBezTo>
                    <a:pt x="9026" y="4822"/>
                    <a:pt x="9026" y="4846"/>
                    <a:pt x="9038" y="4882"/>
                  </a:cubicBezTo>
                  <a:lnTo>
                    <a:pt x="9133" y="4858"/>
                  </a:lnTo>
                  <a:cubicBezTo>
                    <a:pt x="9133" y="4834"/>
                    <a:pt x="9121" y="4786"/>
                    <a:pt x="9109" y="4751"/>
                  </a:cubicBezTo>
                  <a:close/>
                  <a:moveTo>
                    <a:pt x="2287" y="4763"/>
                  </a:moveTo>
                  <a:lnTo>
                    <a:pt x="2227" y="4858"/>
                  </a:lnTo>
                  <a:lnTo>
                    <a:pt x="2323" y="4917"/>
                  </a:lnTo>
                  <a:lnTo>
                    <a:pt x="2370" y="4822"/>
                  </a:lnTo>
                  <a:lnTo>
                    <a:pt x="2287" y="4763"/>
                  </a:lnTo>
                  <a:close/>
                  <a:moveTo>
                    <a:pt x="2466" y="4870"/>
                  </a:moveTo>
                  <a:lnTo>
                    <a:pt x="2418" y="4965"/>
                  </a:lnTo>
                  <a:lnTo>
                    <a:pt x="2513" y="5013"/>
                  </a:lnTo>
                  <a:lnTo>
                    <a:pt x="2561" y="4929"/>
                  </a:lnTo>
                  <a:lnTo>
                    <a:pt x="2466" y="4870"/>
                  </a:lnTo>
                  <a:close/>
                  <a:moveTo>
                    <a:pt x="9157" y="4977"/>
                  </a:moveTo>
                  <a:lnTo>
                    <a:pt x="9050" y="4989"/>
                  </a:lnTo>
                  <a:cubicBezTo>
                    <a:pt x="9050" y="5013"/>
                    <a:pt x="9038" y="5048"/>
                    <a:pt x="9038" y="5072"/>
                  </a:cubicBezTo>
                  <a:lnTo>
                    <a:pt x="9145" y="5096"/>
                  </a:lnTo>
                  <a:cubicBezTo>
                    <a:pt x="9145" y="5060"/>
                    <a:pt x="9145" y="5025"/>
                    <a:pt x="9157" y="4989"/>
                  </a:cubicBezTo>
                  <a:lnTo>
                    <a:pt x="9157" y="4977"/>
                  </a:lnTo>
                  <a:close/>
                  <a:moveTo>
                    <a:pt x="2656" y="4977"/>
                  </a:moveTo>
                  <a:lnTo>
                    <a:pt x="2608" y="5060"/>
                  </a:lnTo>
                  <a:lnTo>
                    <a:pt x="2692" y="5120"/>
                  </a:lnTo>
                  <a:lnTo>
                    <a:pt x="2751" y="5025"/>
                  </a:lnTo>
                  <a:lnTo>
                    <a:pt x="2656" y="4977"/>
                  </a:lnTo>
                  <a:close/>
                  <a:moveTo>
                    <a:pt x="2835" y="5072"/>
                  </a:moveTo>
                  <a:lnTo>
                    <a:pt x="2787" y="5167"/>
                  </a:lnTo>
                  <a:lnTo>
                    <a:pt x="2882" y="5215"/>
                  </a:lnTo>
                  <a:lnTo>
                    <a:pt x="2930" y="5120"/>
                  </a:lnTo>
                  <a:lnTo>
                    <a:pt x="2835" y="5072"/>
                  </a:lnTo>
                  <a:close/>
                  <a:moveTo>
                    <a:pt x="3025" y="5167"/>
                  </a:moveTo>
                  <a:lnTo>
                    <a:pt x="2977" y="5263"/>
                  </a:lnTo>
                  <a:lnTo>
                    <a:pt x="3073" y="5310"/>
                  </a:lnTo>
                  <a:lnTo>
                    <a:pt x="3120" y="5215"/>
                  </a:lnTo>
                  <a:lnTo>
                    <a:pt x="3025" y="5167"/>
                  </a:lnTo>
                  <a:close/>
                  <a:moveTo>
                    <a:pt x="9014" y="5167"/>
                  </a:moveTo>
                  <a:cubicBezTo>
                    <a:pt x="9002" y="5191"/>
                    <a:pt x="8990" y="5227"/>
                    <a:pt x="8978" y="5251"/>
                  </a:cubicBezTo>
                  <a:lnTo>
                    <a:pt x="9062" y="5310"/>
                  </a:lnTo>
                  <a:cubicBezTo>
                    <a:pt x="9085" y="5275"/>
                    <a:pt x="9097" y="5239"/>
                    <a:pt x="9109" y="5203"/>
                  </a:cubicBezTo>
                  <a:lnTo>
                    <a:pt x="9014" y="5167"/>
                  </a:lnTo>
                  <a:close/>
                  <a:moveTo>
                    <a:pt x="3216" y="5263"/>
                  </a:moveTo>
                  <a:lnTo>
                    <a:pt x="3180" y="5358"/>
                  </a:lnTo>
                  <a:lnTo>
                    <a:pt x="3275" y="5394"/>
                  </a:lnTo>
                  <a:lnTo>
                    <a:pt x="3311" y="5298"/>
                  </a:lnTo>
                  <a:lnTo>
                    <a:pt x="3216" y="5263"/>
                  </a:lnTo>
                  <a:close/>
                  <a:moveTo>
                    <a:pt x="3406" y="5346"/>
                  </a:moveTo>
                  <a:lnTo>
                    <a:pt x="3370" y="5441"/>
                  </a:lnTo>
                  <a:cubicBezTo>
                    <a:pt x="3406" y="5453"/>
                    <a:pt x="3430" y="5477"/>
                    <a:pt x="3466" y="5489"/>
                  </a:cubicBezTo>
                  <a:lnTo>
                    <a:pt x="3513" y="5394"/>
                  </a:lnTo>
                  <a:cubicBezTo>
                    <a:pt x="3478" y="5370"/>
                    <a:pt x="3442" y="5358"/>
                    <a:pt x="3406" y="5346"/>
                  </a:cubicBezTo>
                  <a:close/>
                  <a:moveTo>
                    <a:pt x="8919" y="5334"/>
                  </a:moveTo>
                  <a:cubicBezTo>
                    <a:pt x="8895" y="5358"/>
                    <a:pt x="8871" y="5382"/>
                    <a:pt x="8847" y="5406"/>
                  </a:cubicBezTo>
                  <a:lnTo>
                    <a:pt x="8919" y="5489"/>
                  </a:lnTo>
                  <a:cubicBezTo>
                    <a:pt x="8954" y="5453"/>
                    <a:pt x="8978" y="5429"/>
                    <a:pt x="9002" y="5406"/>
                  </a:cubicBezTo>
                  <a:lnTo>
                    <a:pt x="8919" y="5334"/>
                  </a:lnTo>
                  <a:close/>
                  <a:moveTo>
                    <a:pt x="3609" y="5429"/>
                  </a:moveTo>
                  <a:lnTo>
                    <a:pt x="3561" y="5525"/>
                  </a:lnTo>
                  <a:lnTo>
                    <a:pt x="3668" y="5560"/>
                  </a:lnTo>
                  <a:lnTo>
                    <a:pt x="3704" y="5465"/>
                  </a:lnTo>
                  <a:lnTo>
                    <a:pt x="3609" y="5429"/>
                  </a:lnTo>
                  <a:close/>
                  <a:moveTo>
                    <a:pt x="8776" y="5477"/>
                  </a:moveTo>
                  <a:cubicBezTo>
                    <a:pt x="8752" y="5489"/>
                    <a:pt x="8716" y="5513"/>
                    <a:pt x="8692" y="5525"/>
                  </a:cubicBezTo>
                  <a:lnTo>
                    <a:pt x="8752" y="5620"/>
                  </a:lnTo>
                  <a:cubicBezTo>
                    <a:pt x="8776" y="5596"/>
                    <a:pt x="8812" y="5572"/>
                    <a:pt x="8835" y="5560"/>
                  </a:cubicBezTo>
                  <a:lnTo>
                    <a:pt x="8776" y="5477"/>
                  </a:lnTo>
                  <a:close/>
                  <a:moveTo>
                    <a:pt x="3799" y="5513"/>
                  </a:moveTo>
                  <a:lnTo>
                    <a:pt x="3763" y="5608"/>
                  </a:lnTo>
                  <a:lnTo>
                    <a:pt x="3859" y="5644"/>
                  </a:lnTo>
                  <a:lnTo>
                    <a:pt x="3894" y="5548"/>
                  </a:lnTo>
                  <a:lnTo>
                    <a:pt x="3799" y="5513"/>
                  </a:lnTo>
                  <a:close/>
                  <a:moveTo>
                    <a:pt x="4001" y="5584"/>
                  </a:moveTo>
                  <a:lnTo>
                    <a:pt x="3966" y="5679"/>
                  </a:lnTo>
                  <a:cubicBezTo>
                    <a:pt x="4001" y="5691"/>
                    <a:pt x="4025" y="5703"/>
                    <a:pt x="4061" y="5715"/>
                  </a:cubicBezTo>
                  <a:lnTo>
                    <a:pt x="4097" y="5620"/>
                  </a:lnTo>
                  <a:cubicBezTo>
                    <a:pt x="4061" y="5608"/>
                    <a:pt x="4037" y="5596"/>
                    <a:pt x="4001" y="5584"/>
                  </a:cubicBezTo>
                  <a:close/>
                  <a:moveTo>
                    <a:pt x="8597" y="5584"/>
                  </a:moveTo>
                  <a:cubicBezTo>
                    <a:pt x="8573" y="5596"/>
                    <a:pt x="8538" y="5620"/>
                    <a:pt x="8514" y="5632"/>
                  </a:cubicBezTo>
                  <a:lnTo>
                    <a:pt x="8562" y="5727"/>
                  </a:lnTo>
                  <a:cubicBezTo>
                    <a:pt x="8585" y="5715"/>
                    <a:pt x="8621" y="5691"/>
                    <a:pt x="8657" y="5679"/>
                  </a:cubicBezTo>
                  <a:lnTo>
                    <a:pt x="8597" y="5584"/>
                  </a:lnTo>
                  <a:close/>
                  <a:moveTo>
                    <a:pt x="4204" y="5656"/>
                  </a:moveTo>
                  <a:lnTo>
                    <a:pt x="4168" y="5751"/>
                  </a:lnTo>
                  <a:cubicBezTo>
                    <a:pt x="4204" y="5763"/>
                    <a:pt x="4228" y="5775"/>
                    <a:pt x="4263" y="5787"/>
                  </a:cubicBezTo>
                  <a:lnTo>
                    <a:pt x="4299" y="5679"/>
                  </a:lnTo>
                  <a:cubicBezTo>
                    <a:pt x="4263" y="5679"/>
                    <a:pt x="4228" y="5668"/>
                    <a:pt x="4204" y="5656"/>
                  </a:cubicBezTo>
                  <a:close/>
                  <a:moveTo>
                    <a:pt x="8419" y="5679"/>
                  </a:moveTo>
                  <a:cubicBezTo>
                    <a:pt x="8383" y="5691"/>
                    <a:pt x="8347" y="5703"/>
                    <a:pt x="8323" y="5715"/>
                  </a:cubicBezTo>
                  <a:lnTo>
                    <a:pt x="8359" y="5810"/>
                  </a:lnTo>
                  <a:cubicBezTo>
                    <a:pt x="8395" y="5799"/>
                    <a:pt x="8431" y="5787"/>
                    <a:pt x="8454" y="5775"/>
                  </a:cubicBezTo>
                  <a:lnTo>
                    <a:pt x="8419" y="5679"/>
                  </a:lnTo>
                  <a:close/>
                  <a:moveTo>
                    <a:pt x="4394" y="5715"/>
                  </a:moveTo>
                  <a:lnTo>
                    <a:pt x="4371" y="5810"/>
                  </a:lnTo>
                  <a:cubicBezTo>
                    <a:pt x="4406" y="5822"/>
                    <a:pt x="4430" y="5834"/>
                    <a:pt x="4466" y="5846"/>
                  </a:cubicBezTo>
                  <a:lnTo>
                    <a:pt x="4501" y="5751"/>
                  </a:lnTo>
                  <a:cubicBezTo>
                    <a:pt x="4466" y="5739"/>
                    <a:pt x="4430" y="5727"/>
                    <a:pt x="4394" y="5715"/>
                  </a:cubicBezTo>
                  <a:close/>
                  <a:moveTo>
                    <a:pt x="8228" y="5751"/>
                  </a:moveTo>
                  <a:cubicBezTo>
                    <a:pt x="8192" y="5763"/>
                    <a:pt x="8157" y="5775"/>
                    <a:pt x="8121" y="5787"/>
                  </a:cubicBezTo>
                  <a:lnTo>
                    <a:pt x="8157" y="5882"/>
                  </a:lnTo>
                  <a:cubicBezTo>
                    <a:pt x="8192" y="5870"/>
                    <a:pt x="8228" y="5858"/>
                    <a:pt x="8264" y="5846"/>
                  </a:cubicBezTo>
                  <a:lnTo>
                    <a:pt x="8228" y="5751"/>
                  </a:lnTo>
                  <a:close/>
                  <a:moveTo>
                    <a:pt x="4597" y="5775"/>
                  </a:moveTo>
                  <a:lnTo>
                    <a:pt x="4573" y="5882"/>
                  </a:lnTo>
                  <a:cubicBezTo>
                    <a:pt x="4609" y="5882"/>
                    <a:pt x="4644" y="5894"/>
                    <a:pt x="4680" y="5906"/>
                  </a:cubicBezTo>
                  <a:lnTo>
                    <a:pt x="4704" y="5799"/>
                  </a:lnTo>
                  <a:cubicBezTo>
                    <a:pt x="4668" y="5799"/>
                    <a:pt x="4632" y="5787"/>
                    <a:pt x="4597" y="5775"/>
                  </a:cubicBezTo>
                  <a:close/>
                  <a:moveTo>
                    <a:pt x="4799" y="5834"/>
                  </a:moveTo>
                  <a:lnTo>
                    <a:pt x="4775" y="5929"/>
                  </a:lnTo>
                  <a:cubicBezTo>
                    <a:pt x="4811" y="5941"/>
                    <a:pt x="4847" y="5953"/>
                    <a:pt x="4882" y="5953"/>
                  </a:cubicBezTo>
                  <a:lnTo>
                    <a:pt x="4906" y="5858"/>
                  </a:lnTo>
                  <a:cubicBezTo>
                    <a:pt x="4871" y="5846"/>
                    <a:pt x="4835" y="5834"/>
                    <a:pt x="4799" y="5834"/>
                  </a:cubicBezTo>
                  <a:close/>
                  <a:moveTo>
                    <a:pt x="8026" y="5810"/>
                  </a:moveTo>
                  <a:cubicBezTo>
                    <a:pt x="7990" y="5822"/>
                    <a:pt x="7954" y="5834"/>
                    <a:pt x="7919" y="5846"/>
                  </a:cubicBezTo>
                  <a:lnTo>
                    <a:pt x="7954" y="5953"/>
                  </a:lnTo>
                  <a:cubicBezTo>
                    <a:pt x="7990" y="5941"/>
                    <a:pt x="8014" y="5929"/>
                    <a:pt x="8050" y="5918"/>
                  </a:cubicBezTo>
                  <a:lnTo>
                    <a:pt x="8026" y="5810"/>
                  </a:lnTo>
                  <a:close/>
                  <a:moveTo>
                    <a:pt x="5013" y="5882"/>
                  </a:moveTo>
                  <a:lnTo>
                    <a:pt x="4990" y="5977"/>
                  </a:lnTo>
                  <a:cubicBezTo>
                    <a:pt x="5025" y="5989"/>
                    <a:pt x="5061" y="6001"/>
                    <a:pt x="5085" y="6001"/>
                  </a:cubicBezTo>
                  <a:lnTo>
                    <a:pt x="5109" y="5906"/>
                  </a:lnTo>
                  <a:lnTo>
                    <a:pt x="5013" y="5882"/>
                  </a:lnTo>
                  <a:close/>
                  <a:moveTo>
                    <a:pt x="7823" y="5870"/>
                  </a:moveTo>
                  <a:lnTo>
                    <a:pt x="7800" y="5882"/>
                  </a:lnTo>
                  <a:cubicBezTo>
                    <a:pt x="7764" y="5882"/>
                    <a:pt x="7740" y="5894"/>
                    <a:pt x="7716" y="5894"/>
                  </a:cubicBezTo>
                  <a:lnTo>
                    <a:pt x="7740" y="6001"/>
                  </a:lnTo>
                  <a:cubicBezTo>
                    <a:pt x="7764" y="5989"/>
                    <a:pt x="7800" y="5989"/>
                    <a:pt x="7823" y="5977"/>
                  </a:cubicBezTo>
                  <a:lnTo>
                    <a:pt x="7847" y="5977"/>
                  </a:lnTo>
                  <a:lnTo>
                    <a:pt x="7823" y="5870"/>
                  </a:lnTo>
                  <a:close/>
                  <a:moveTo>
                    <a:pt x="5216" y="5918"/>
                  </a:moveTo>
                  <a:lnTo>
                    <a:pt x="5192" y="6025"/>
                  </a:lnTo>
                  <a:cubicBezTo>
                    <a:pt x="5228" y="6037"/>
                    <a:pt x="5263" y="6037"/>
                    <a:pt x="5299" y="6049"/>
                  </a:cubicBezTo>
                  <a:lnTo>
                    <a:pt x="5323" y="5941"/>
                  </a:lnTo>
                  <a:cubicBezTo>
                    <a:pt x="5287" y="5941"/>
                    <a:pt x="5252" y="5929"/>
                    <a:pt x="5216" y="5918"/>
                  </a:cubicBezTo>
                  <a:close/>
                  <a:moveTo>
                    <a:pt x="7621" y="5918"/>
                  </a:moveTo>
                  <a:cubicBezTo>
                    <a:pt x="7585" y="5929"/>
                    <a:pt x="7549" y="5929"/>
                    <a:pt x="7514" y="5941"/>
                  </a:cubicBezTo>
                  <a:lnTo>
                    <a:pt x="7538" y="6049"/>
                  </a:lnTo>
                  <a:cubicBezTo>
                    <a:pt x="7573" y="6037"/>
                    <a:pt x="7609" y="6037"/>
                    <a:pt x="7633" y="6025"/>
                  </a:cubicBezTo>
                  <a:lnTo>
                    <a:pt x="7621" y="5918"/>
                  </a:lnTo>
                  <a:close/>
                  <a:moveTo>
                    <a:pt x="5418" y="5953"/>
                  </a:moveTo>
                  <a:lnTo>
                    <a:pt x="5406" y="6060"/>
                  </a:lnTo>
                  <a:cubicBezTo>
                    <a:pt x="5442" y="6072"/>
                    <a:pt x="5478" y="6072"/>
                    <a:pt x="5514" y="6084"/>
                  </a:cubicBezTo>
                  <a:lnTo>
                    <a:pt x="5525" y="5977"/>
                  </a:lnTo>
                  <a:cubicBezTo>
                    <a:pt x="5490" y="5965"/>
                    <a:pt x="5454" y="5965"/>
                    <a:pt x="5418" y="5953"/>
                  </a:cubicBezTo>
                  <a:close/>
                  <a:moveTo>
                    <a:pt x="7407" y="5965"/>
                  </a:moveTo>
                  <a:cubicBezTo>
                    <a:pt x="7371" y="5965"/>
                    <a:pt x="7335" y="5977"/>
                    <a:pt x="7311" y="5977"/>
                  </a:cubicBezTo>
                  <a:lnTo>
                    <a:pt x="7323" y="6084"/>
                  </a:lnTo>
                  <a:cubicBezTo>
                    <a:pt x="7359" y="6072"/>
                    <a:pt x="7395" y="6072"/>
                    <a:pt x="7430" y="6060"/>
                  </a:cubicBezTo>
                  <a:lnTo>
                    <a:pt x="7407" y="5965"/>
                  </a:lnTo>
                  <a:close/>
                  <a:moveTo>
                    <a:pt x="5633" y="5989"/>
                  </a:moveTo>
                  <a:lnTo>
                    <a:pt x="5621" y="6096"/>
                  </a:lnTo>
                  <a:cubicBezTo>
                    <a:pt x="5656" y="6096"/>
                    <a:pt x="5692" y="6108"/>
                    <a:pt x="5728" y="6108"/>
                  </a:cubicBezTo>
                  <a:lnTo>
                    <a:pt x="5740" y="6001"/>
                  </a:lnTo>
                  <a:cubicBezTo>
                    <a:pt x="5704" y="6001"/>
                    <a:pt x="5668" y="5989"/>
                    <a:pt x="5633" y="5989"/>
                  </a:cubicBezTo>
                  <a:close/>
                  <a:moveTo>
                    <a:pt x="7204" y="5989"/>
                  </a:moveTo>
                  <a:cubicBezTo>
                    <a:pt x="7168" y="6001"/>
                    <a:pt x="7133" y="6001"/>
                    <a:pt x="7097" y="6001"/>
                  </a:cubicBezTo>
                  <a:lnTo>
                    <a:pt x="7109" y="6108"/>
                  </a:lnTo>
                  <a:lnTo>
                    <a:pt x="7216" y="6096"/>
                  </a:lnTo>
                  <a:lnTo>
                    <a:pt x="7204" y="5989"/>
                  </a:lnTo>
                  <a:close/>
                  <a:moveTo>
                    <a:pt x="5835" y="6013"/>
                  </a:moveTo>
                  <a:lnTo>
                    <a:pt x="5835" y="6120"/>
                  </a:lnTo>
                  <a:cubicBezTo>
                    <a:pt x="5859" y="6120"/>
                    <a:pt x="5895" y="6120"/>
                    <a:pt x="5930" y="6132"/>
                  </a:cubicBezTo>
                  <a:lnTo>
                    <a:pt x="5942" y="6025"/>
                  </a:lnTo>
                  <a:cubicBezTo>
                    <a:pt x="5906" y="6013"/>
                    <a:pt x="5871" y="6013"/>
                    <a:pt x="5835" y="6013"/>
                  </a:cubicBezTo>
                  <a:close/>
                  <a:moveTo>
                    <a:pt x="6990" y="6013"/>
                  </a:moveTo>
                  <a:cubicBezTo>
                    <a:pt x="6954" y="6025"/>
                    <a:pt x="6918" y="6025"/>
                    <a:pt x="6883" y="6025"/>
                  </a:cubicBezTo>
                  <a:lnTo>
                    <a:pt x="6895" y="6132"/>
                  </a:lnTo>
                  <a:cubicBezTo>
                    <a:pt x="6930" y="6132"/>
                    <a:pt x="6966" y="6120"/>
                    <a:pt x="7002" y="6120"/>
                  </a:cubicBezTo>
                  <a:lnTo>
                    <a:pt x="6990" y="6013"/>
                  </a:lnTo>
                  <a:close/>
                  <a:moveTo>
                    <a:pt x="6049" y="6025"/>
                  </a:moveTo>
                  <a:lnTo>
                    <a:pt x="6049" y="6132"/>
                  </a:lnTo>
                  <a:cubicBezTo>
                    <a:pt x="6073" y="6132"/>
                    <a:pt x="6109" y="6144"/>
                    <a:pt x="6145" y="6144"/>
                  </a:cubicBezTo>
                  <a:lnTo>
                    <a:pt x="6156" y="6037"/>
                  </a:lnTo>
                  <a:cubicBezTo>
                    <a:pt x="6121" y="6037"/>
                    <a:pt x="6085" y="6037"/>
                    <a:pt x="6049" y="6025"/>
                  </a:cubicBezTo>
                  <a:close/>
                  <a:moveTo>
                    <a:pt x="6264" y="6037"/>
                  </a:moveTo>
                  <a:lnTo>
                    <a:pt x="6252" y="6144"/>
                  </a:lnTo>
                  <a:lnTo>
                    <a:pt x="6359" y="6144"/>
                  </a:lnTo>
                  <a:lnTo>
                    <a:pt x="6359" y="6049"/>
                  </a:lnTo>
                  <a:cubicBezTo>
                    <a:pt x="6323" y="6037"/>
                    <a:pt x="6287" y="6037"/>
                    <a:pt x="6264" y="6037"/>
                  </a:cubicBezTo>
                  <a:close/>
                  <a:moveTo>
                    <a:pt x="6573" y="6037"/>
                  </a:moveTo>
                  <a:cubicBezTo>
                    <a:pt x="6537" y="6049"/>
                    <a:pt x="6502" y="6049"/>
                    <a:pt x="6466" y="6049"/>
                  </a:cubicBezTo>
                  <a:lnTo>
                    <a:pt x="6466" y="6144"/>
                  </a:lnTo>
                  <a:lnTo>
                    <a:pt x="6573" y="6144"/>
                  </a:lnTo>
                  <a:lnTo>
                    <a:pt x="6573" y="6037"/>
                  </a:lnTo>
                  <a:close/>
                  <a:moveTo>
                    <a:pt x="6680" y="6037"/>
                  </a:moveTo>
                  <a:lnTo>
                    <a:pt x="6680" y="6144"/>
                  </a:lnTo>
                  <a:lnTo>
                    <a:pt x="6787" y="6144"/>
                  </a:lnTo>
                  <a:lnTo>
                    <a:pt x="6787" y="6037"/>
                  </a:lnTo>
                  <a:close/>
                </a:path>
              </a:pathLst>
            </a:custGeom>
            <a:solidFill>
              <a:srgbClr val="003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70"/>
            <p:cNvSpPr/>
            <p:nvPr/>
          </p:nvSpPr>
          <p:spPr>
            <a:xfrm>
              <a:off x="6489775" y="6933725"/>
              <a:ext cx="278350" cy="220000"/>
            </a:xfrm>
            <a:custGeom>
              <a:rect b="b" l="l" r="r" t="t"/>
              <a:pathLst>
                <a:path extrusionOk="0" h="8800" w="11134">
                  <a:moveTo>
                    <a:pt x="11098" y="1"/>
                  </a:moveTo>
                  <a:cubicBezTo>
                    <a:pt x="11074" y="1"/>
                    <a:pt x="8919" y="858"/>
                    <a:pt x="6716" y="2346"/>
                  </a:cubicBezTo>
                  <a:cubicBezTo>
                    <a:pt x="4716" y="3703"/>
                    <a:pt x="2275" y="5882"/>
                    <a:pt x="1930" y="8573"/>
                  </a:cubicBezTo>
                  <a:cubicBezTo>
                    <a:pt x="1573" y="8216"/>
                    <a:pt x="168" y="6668"/>
                    <a:pt x="537" y="5656"/>
                  </a:cubicBezTo>
                  <a:cubicBezTo>
                    <a:pt x="608" y="5454"/>
                    <a:pt x="703" y="5347"/>
                    <a:pt x="846" y="5335"/>
                  </a:cubicBezTo>
                  <a:cubicBezTo>
                    <a:pt x="857" y="5333"/>
                    <a:pt x="868" y="5333"/>
                    <a:pt x="879" y="5333"/>
                  </a:cubicBezTo>
                  <a:cubicBezTo>
                    <a:pt x="1079" y="5333"/>
                    <a:pt x="1346" y="5532"/>
                    <a:pt x="1549" y="5870"/>
                  </a:cubicBezTo>
                  <a:cubicBezTo>
                    <a:pt x="1858" y="6347"/>
                    <a:pt x="2025" y="7061"/>
                    <a:pt x="1715" y="7573"/>
                  </a:cubicBezTo>
                  <a:cubicBezTo>
                    <a:pt x="1682" y="7629"/>
                    <a:pt x="1617" y="7705"/>
                    <a:pt x="1561" y="7705"/>
                  </a:cubicBezTo>
                  <a:cubicBezTo>
                    <a:pt x="1557" y="7705"/>
                    <a:pt x="1553" y="7705"/>
                    <a:pt x="1549" y="7704"/>
                  </a:cubicBezTo>
                  <a:cubicBezTo>
                    <a:pt x="1346" y="7656"/>
                    <a:pt x="1180" y="6775"/>
                    <a:pt x="1096" y="6097"/>
                  </a:cubicBezTo>
                  <a:lnTo>
                    <a:pt x="1096" y="6097"/>
                  </a:lnTo>
                  <a:lnTo>
                    <a:pt x="1394" y="6656"/>
                  </a:lnTo>
                  <a:lnTo>
                    <a:pt x="1489" y="6609"/>
                  </a:lnTo>
                  <a:lnTo>
                    <a:pt x="942" y="5561"/>
                  </a:lnTo>
                  <a:lnTo>
                    <a:pt x="965" y="5823"/>
                  </a:lnTo>
                  <a:cubicBezTo>
                    <a:pt x="989" y="6144"/>
                    <a:pt x="1156" y="7716"/>
                    <a:pt x="1525" y="7811"/>
                  </a:cubicBezTo>
                  <a:cubicBezTo>
                    <a:pt x="1537" y="7814"/>
                    <a:pt x="1549" y="7816"/>
                    <a:pt x="1562" y="7816"/>
                  </a:cubicBezTo>
                  <a:cubicBezTo>
                    <a:pt x="1644" y="7816"/>
                    <a:pt x="1726" y="7747"/>
                    <a:pt x="1799" y="7633"/>
                  </a:cubicBezTo>
                  <a:cubicBezTo>
                    <a:pt x="2144" y="7073"/>
                    <a:pt x="1966" y="6323"/>
                    <a:pt x="1644" y="5811"/>
                  </a:cubicBezTo>
                  <a:cubicBezTo>
                    <a:pt x="1411" y="5445"/>
                    <a:pt x="1127" y="5224"/>
                    <a:pt x="887" y="5224"/>
                  </a:cubicBezTo>
                  <a:cubicBezTo>
                    <a:pt x="869" y="5224"/>
                    <a:pt x="852" y="5225"/>
                    <a:pt x="834" y="5227"/>
                  </a:cubicBezTo>
                  <a:cubicBezTo>
                    <a:pt x="715" y="5239"/>
                    <a:pt x="537" y="5311"/>
                    <a:pt x="430" y="5620"/>
                  </a:cubicBezTo>
                  <a:cubicBezTo>
                    <a:pt x="1" y="6835"/>
                    <a:pt x="1846" y="8645"/>
                    <a:pt x="1930" y="8728"/>
                  </a:cubicBezTo>
                  <a:lnTo>
                    <a:pt x="2013" y="8799"/>
                  </a:lnTo>
                  <a:lnTo>
                    <a:pt x="2013" y="8692"/>
                  </a:lnTo>
                  <a:cubicBezTo>
                    <a:pt x="2561" y="3513"/>
                    <a:pt x="11050" y="132"/>
                    <a:pt x="11133" y="96"/>
                  </a:cubicBezTo>
                  <a:lnTo>
                    <a:pt x="1109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70"/>
            <p:cNvSpPr/>
            <p:nvPr/>
          </p:nvSpPr>
          <p:spPr>
            <a:xfrm>
              <a:off x="6961575" y="6900575"/>
              <a:ext cx="232200" cy="321600"/>
            </a:xfrm>
            <a:custGeom>
              <a:rect b="b" l="l" r="r" t="t"/>
              <a:pathLst>
                <a:path extrusionOk="0" h="12864" w="9288">
                  <a:moveTo>
                    <a:pt x="7789" y="0"/>
                  </a:moveTo>
                  <a:cubicBezTo>
                    <a:pt x="7473" y="0"/>
                    <a:pt x="7137" y="159"/>
                    <a:pt x="6787" y="481"/>
                  </a:cubicBezTo>
                  <a:cubicBezTo>
                    <a:pt x="6215" y="1005"/>
                    <a:pt x="6037" y="1886"/>
                    <a:pt x="5799" y="2994"/>
                  </a:cubicBezTo>
                  <a:cubicBezTo>
                    <a:pt x="5322" y="5303"/>
                    <a:pt x="4656" y="8458"/>
                    <a:pt x="36" y="11137"/>
                  </a:cubicBezTo>
                  <a:lnTo>
                    <a:pt x="0" y="11161"/>
                  </a:lnTo>
                  <a:lnTo>
                    <a:pt x="12" y="11197"/>
                  </a:lnTo>
                  <a:cubicBezTo>
                    <a:pt x="24" y="11221"/>
                    <a:pt x="822" y="12864"/>
                    <a:pt x="2715" y="12864"/>
                  </a:cubicBezTo>
                  <a:cubicBezTo>
                    <a:pt x="2810" y="12864"/>
                    <a:pt x="2906" y="12852"/>
                    <a:pt x="3013" y="12852"/>
                  </a:cubicBezTo>
                  <a:cubicBezTo>
                    <a:pt x="3596" y="12792"/>
                    <a:pt x="3775" y="12566"/>
                    <a:pt x="3810" y="12376"/>
                  </a:cubicBezTo>
                  <a:cubicBezTo>
                    <a:pt x="3906" y="11911"/>
                    <a:pt x="3370" y="11340"/>
                    <a:pt x="2810" y="11030"/>
                  </a:cubicBezTo>
                  <a:cubicBezTo>
                    <a:pt x="2480" y="10841"/>
                    <a:pt x="2158" y="10749"/>
                    <a:pt x="1869" y="10749"/>
                  </a:cubicBezTo>
                  <a:cubicBezTo>
                    <a:pt x="1576" y="10749"/>
                    <a:pt x="1318" y="10844"/>
                    <a:pt x="1120" y="11030"/>
                  </a:cubicBezTo>
                  <a:cubicBezTo>
                    <a:pt x="881" y="11256"/>
                    <a:pt x="798" y="11447"/>
                    <a:pt x="870" y="11614"/>
                  </a:cubicBezTo>
                  <a:cubicBezTo>
                    <a:pt x="1039" y="12004"/>
                    <a:pt x="2082" y="12068"/>
                    <a:pt x="2743" y="12068"/>
                  </a:cubicBezTo>
                  <a:cubicBezTo>
                    <a:pt x="3009" y="12068"/>
                    <a:pt x="3213" y="12058"/>
                    <a:pt x="3275" y="12054"/>
                  </a:cubicBezTo>
                  <a:lnTo>
                    <a:pt x="3537" y="12042"/>
                  </a:lnTo>
                  <a:lnTo>
                    <a:pt x="2048" y="11495"/>
                  </a:lnTo>
                  <a:lnTo>
                    <a:pt x="2013" y="11590"/>
                  </a:lnTo>
                  <a:lnTo>
                    <a:pt x="3001" y="11959"/>
                  </a:lnTo>
                  <a:cubicBezTo>
                    <a:pt x="2942" y="11960"/>
                    <a:pt x="2880" y="11960"/>
                    <a:pt x="2815" y="11960"/>
                  </a:cubicBezTo>
                  <a:cubicBezTo>
                    <a:pt x="2116" y="11960"/>
                    <a:pt x="1106" y="11893"/>
                    <a:pt x="965" y="11566"/>
                  </a:cubicBezTo>
                  <a:cubicBezTo>
                    <a:pt x="917" y="11459"/>
                    <a:pt x="989" y="11304"/>
                    <a:pt x="1191" y="11114"/>
                  </a:cubicBezTo>
                  <a:cubicBezTo>
                    <a:pt x="1370" y="10941"/>
                    <a:pt x="1608" y="10855"/>
                    <a:pt x="1879" y="10855"/>
                  </a:cubicBezTo>
                  <a:cubicBezTo>
                    <a:pt x="2149" y="10855"/>
                    <a:pt x="2453" y="10941"/>
                    <a:pt x="2763" y="11114"/>
                  </a:cubicBezTo>
                  <a:cubicBezTo>
                    <a:pt x="3370" y="11459"/>
                    <a:pt x="3787" y="11995"/>
                    <a:pt x="3703" y="12352"/>
                  </a:cubicBezTo>
                  <a:cubicBezTo>
                    <a:pt x="3656" y="12578"/>
                    <a:pt x="3417" y="12709"/>
                    <a:pt x="3001" y="12745"/>
                  </a:cubicBezTo>
                  <a:cubicBezTo>
                    <a:pt x="2900" y="12754"/>
                    <a:pt x="2803" y="12758"/>
                    <a:pt x="2708" y="12758"/>
                  </a:cubicBezTo>
                  <a:cubicBezTo>
                    <a:pt x="1063" y="12758"/>
                    <a:pt x="278" y="11456"/>
                    <a:pt x="131" y="11197"/>
                  </a:cubicBezTo>
                  <a:cubicBezTo>
                    <a:pt x="4751" y="8506"/>
                    <a:pt x="5418" y="5339"/>
                    <a:pt x="5906" y="3017"/>
                  </a:cubicBezTo>
                  <a:cubicBezTo>
                    <a:pt x="6132" y="1922"/>
                    <a:pt x="6311" y="1053"/>
                    <a:pt x="6858" y="565"/>
                  </a:cubicBezTo>
                  <a:cubicBezTo>
                    <a:pt x="7192" y="259"/>
                    <a:pt x="7503" y="112"/>
                    <a:pt x="7788" y="112"/>
                  </a:cubicBezTo>
                  <a:cubicBezTo>
                    <a:pt x="7869" y="112"/>
                    <a:pt x="7948" y="124"/>
                    <a:pt x="8025" y="148"/>
                  </a:cubicBezTo>
                  <a:cubicBezTo>
                    <a:pt x="8835" y="398"/>
                    <a:pt x="9180" y="1839"/>
                    <a:pt x="9192" y="1862"/>
                  </a:cubicBezTo>
                  <a:lnTo>
                    <a:pt x="9287" y="1839"/>
                  </a:lnTo>
                  <a:cubicBezTo>
                    <a:pt x="9275" y="1767"/>
                    <a:pt x="8918" y="303"/>
                    <a:pt x="8061" y="41"/>
                  </a:cubicBezTo>
                  <a:cubicBezTo>
                    <a:pt x="7972" y="14"/>
                    <a:pt x="7881" y="0"/>
                    <a:pt x="77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38" name="Google Shape;1238;p70"/>
          <p:cNvGrpSpPr/>
          <p:nvPr/>
        </p:nvGrpSpPr>
        <p:grpSpPr>
          <a:xfrm>
            <a:off x="8138984" y="3638168"/>
            <a:ext cx="354062" cy="860711"/>
            <a:chOff x="10244955" y="3489518"/>
            <a:chExt cx="777988" cy="1891257"/>
          </a:xfrm>
        </p:grpSpPr>
        <p:sp>
          <p:nvSpPr>
            <p:cNvPr id="1239" name="Google Shape;1239;p70"/>
            <p:cNvSpPr/>
            <p:nvPr/>
          </p:nvSpPr>
          <p:spPr>
            <a:xfrm>
              <a:off x="10265104" y="5125057"/>
              <a:ext cx="77393" cy="255718"/>
            </a:xfrm>
            <a:custGeom>
              <a:rect b="b" l="l" r="r" t="t"/>
              <a:pathLst>
                <a:path extrusionOk="0" h="2716" w="822">
                  <a:moveTo>
                    <a:pt x="274" y="1"/>
                  </a:moveTo>
                  <a:lnTo>
                    <a:pt x="0" y="2715"/>
                  </a:lnTo>
                  <a:lnTo>
                    <a:pt x="822" y="120"/>
                  </a:lnTo>
                  <a:lnTo>
                    <a:pt x="27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70"/>
            <p:cNvSpPr/>
            <p:nvPr/>
          </p:nvSpPr>
          <p:spPr>
            <a:xfrm>
              <a:off x="10872676" y="5106038"/>
              <a:ext cx="150267" cy="222671"/>
            </a:xfrm>
            <a:custGeom>
              <a:rect b="b" l="l" r="r" t="t"/>
              <a:pathLst>
                <a:path extrusionOk="0" h="2365" w="1596">
                  <a:moveTo>
                    <a:pt x="1" y="0"/>
                  </a:moveTo>
                  <a:lnTo>
                    <a:pt x="774" y="2132"/>
                  </a:lnTo>
                  <a:cubicBezTo>
                    <a:pt x="774" y="2132"/>
                    <a:pt x="1105" y="2365"/>
                    <a:pt x="1391" y="2365"/>
                  </a:cubicBezTo>
                  <a:cubicBezTo>
                    <a:pt x="1464" y="2365"/>
                    <a:pt x="1535" y="2349"/>
                    <a:pt x="1596" y="2310"/>
                  </a:cubicBezTo>
                  <a:lnTo>
                    <a:pt x="56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70"/>
            <p:cNvSpPr/>
            <p:nvPr/>
          </p:nvSpPr>
          <p:spPr>
            <a:xfrm>
              <a:off x="10244955" y="4016401"/>
              <a:ext cx="738815" cy="1206282"/>
            </a:xfrm>
            <a:custGeom>
              <a:rect b="b" l="l" r="r" t="t"/>
              <a:pathLst>
                <a:path extrusionOk="0" h="12812" w="7847">
                  <a:moveTo>
                    <a:pt x="2881" y="1"/>
                  </a:moveTo>
                  <a:cubicBezTo>
                    <a:pt x="2131" y="1"/>
                    <a:pt x="1524" y="548"/>
                    <a:pt x="1524" y="1227"/>
                  </a:cubicBezTo>
                  <a:cubicBezTo>
                    <a:pt x="1524" y="1632"/>
                    <a:pt x="1750" y="1989"/>
                    <a:pt x="2096" y="2215"/>
                  </a:cubicBezTo>
                  <a:lnTo>
                    <a:pt x="0" y="12502"/>
                  </a:lnTo>
                  <a:lnTo>
                    <a:pt x="1214" y="12812"/>
                  </a:lnTo>
                  <a:lnTo>
                    <a:pt x="2703" y="2429"/>
                  </a:lnTo>
                  <a:cubicBezTo>
                    <a:pt x="2762" y="2441"/>
                    <a:pt x="2822" y="2441"/>
                    <a:pt x="2881" y="2441"/>
                  </a:cubicBezTo>
                  <a:cubicBezTo>
                    <a:pt x="2965" y="2441"/>
                    <a:pt x="3036" y="2429"/>
                    <a:pt x="3108" y="2417"/>
                  </a:cubicBezTo>
                  <a:lnTo>
                    <a:pt x="6394" y="12538"/>
                  </a:lnTo>
                  <a:lnTo>
                    <a:pt x="7846" y="11859"/>
                  </a:lnTo>
                  <a:lnTo>
                    <a:pt x="3822" y="2108"/>
                  </a:lnTo>
                  <a:cubicBezTo>
                    <a:pt x="4084" y="1882"/>
                    <a:pt x="4251" y="1572"/>
                    <a:pt x="4251" y="1227"/>
                  </a:cubicBezTo>
                  <a:cubicBezTo>
                    <a:pt x="4251" y="548"/>
                    <a:pt x="3643" y="1"/>
                    <a:pt x="2881" y="1"/>
                  </a:cubicBezTo>
                  <a:close/>
                </a:path>
              </a:pathLst>
            </a:custGeom>
            <a:solidFill>
              <a:srgbClr val="033342">
                <a:alpha val="740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70"/>
            <p:cNvSpPr/>
            <p:nvPr/>
          </p:nvSpPr>
          <p:spPr>
            <a:xfrm>
              <a:off x="10332330" y="3766423"/>
              <a:ext cx="385743" cy="396947"/>
            </a:xfrm>
            <a:custGeom>
              <a:rect b="b" l="l" r="r" t="t"/>
              <a:pathLst>
                <a:path extrusionOk="0" h="4216" w="4097">
                  <a:moveTo>
                    <a:pt x="3287" y="0"/>
                  </a:moveTo>
                  <a:lnTo>
                    <a:pt x="1" y="798"/>
                  </a:lnTo>
                  <a:lnTo>
                    <a:pt x="1" y="4215"/>
                  </a:lnTo>
                  <a:lnTo>
                    <a:pt x="4096" y="3525"/>
                  </a:lnTo>
                  <a:lnTo>
                    <a:pt x="328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3" name="Google Shape;1243;p70"/>
            <p:cNvSpPr/>
            <p:nvPr/>
          </p:nvSpPr>
          <p:spPr>
            <a:xfrm>
              <a:off x="10332330" y="3489518"/>
              <a:ext cx="208642" cy="301665"/>
            </a:xfrm>
            <a:custGeom>
              <a:rect b="b" l="l" r="r" t="t"/>
              <a:pathLst>
                <a:path extrusionOk="0" h="3204" w="2216">
                  <a:moveTo>
                    <a:pt x="1870" y="1"/>
                  </a:moveTo>
                  <a:lnTo>
                    <a:pt x="1" y="453"/>
                  </a:lnTo>
                  <a:lnTo>
                    <a:pt x="667" y="3203"/>
                  </a:lnTo>
                  <a:lnTo>
                    <a:pt x="2215" y="2810"/>
                  </a:lnTo>
                  <a:lnTo>
                    <a:pt x="187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4" name="Google Shape;1244;p70"/>
            <p:cNvSpPr/>
            <p:nvPr/>
          </p:nvSpPr>
          <p:spPr>
            <a:xfrm>
              <a:off x="10363777" y="3517576"/>
              <a:ext cx="136804" cy="250069"/>
            </a:xfrm>
            <a:custGeom>
              <a:rect b="b" l="l" r="r" t="t"/>
              <a:pathLst>
                <a:path extrusionOk="0" h="2656" w="1453">
                  <a:moveTo>
                    <a:pt x="1179" y="0"/>
                  </a:moveTo>
                  <a:lnTo>
                    <a:pt x="1072" y="12"/>
                  </a:lnTo>
                  <a:lnTo>
                    <a:pt x="1346" y="2358"/>
                  </a:lnTo>
                  <a:lnTo>
                    <a:pt x="1453" y="2346"/>
                  </a:lnTo>
                  <a:lnTo>
                    <a:pt x="1179" y="0"/>
                  </a:lnTo>
                  <a:close/>
                  <a:moveTo>
                    <a:pt x="584" y="155"/>
                  </a:moveTo>
                  <a:lnTo>
                    <a:pt x="476" y="179"/>
                  </a:lnTo>
                  <a:lnTo>
                    <a:pt x="929" y="2465"/>
                  </a:lnTo>
                  <a:lnTo>
                    <a:pt x="1036" y="2453"/>
                  </a:lnTo>
                  <a:lnTo>
                    <a:pt x="584" y="155"/>
                  </a:lnTo>
                  <a:close/>
                  <a:moveTo>
                    <a:pt x="107" y="155"/>
                  </a:moveTo>
                  <a:lnTo>
                    <a:pt x="0" y="179"/>
                  </a:lnTo>
                  <a:lnTo>
                    <a:pt x="607" y="2655"/>
                  </a:lnTo>
                  <a:lnTo>
                    <a:pt x="714" y="2632"/>
                  </a:lnTo>
                  <a:lnTo>
                    <a:pt x="107" y="155"/>
                  </a:lnTo>
                  <a:close/>
                </a:path>
              </a:pathLst>
            </a:custGeom>
            <a:solidFill>
              <a:srgbClr val="6BC0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5" name="Google Shape;1245;p70"/>
            <p:cNvSpPr/>
            <p:nvPr/>
          </p:nvSpPr>
          <p:spPr>
            <a:xfrm>
              <a:off x="10482599" y="4150946"/>
              <a:ext cx="83043" cy="54985"/>
            </a:xfrm>
            <a:custGeom>
              <a:rect b="b" l="l" r="r" t="t"/>
              <a:pathLst>
                <a:path extrusionOk="0" h="584" w="882">
                  <a:moveTo>
                    <a:pt x="441" y="0"/>
                  </a:moveTo>
                  <a:cubicBezTo>
                    <a:pt x="191" y="0"/>
                    <a:pt x="0" y="131"/>
                    <a:pt x="0" y="298"/>
                  </a:cubicBezTo>
                  <a:cubicBezTo>
                    <a:pt x="0" y="453"/>
                    <a:pt x="191" y="584"/>
                    <a:pt x="441" y="584"/>
                  </a:cubicBezTo>
                  <a:cubicBezTo>
                    <a:pt x="679" y="584"/>
                    <a:pt x="881" y="453"/>
                    <a:pt x="881" y="298"/>
                  </a:cubicBezTo>
                  <a:cubicBezTo>
                    <a:pt x="881" y="131"/>
                    <a:pt x="679" y="0"/>
                    <a:pt x="4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7" name="Google Shape;1247;p71"/>
          <p:cNvGrpSpPr/>
          <p:nvPr/>
        </p:nvGrpSpPr>
        <p:grpSpPr>
          <a:xfrm>
            <a:off x="0" y="0"/>
            <a:ext cx="9144003" cy="5143501"/>
            <a:chOff x="0" y="0"/>
            <a:chExt cx="9144003" cy="5143501"/>
          </a:xfrm>
        </p:grpSpPr>
        <p:pic>
          <p:nvPicPr>
            <p:cNvPr id="1248" name="Google Shape;1248;p71"/>
            <p:cNvPicPr preferRelativeResize="0"/>
            <p:nvPr/>
          </p:nvPicPr>
          <p:blipFill rotWithShape="1">
            <a:blip r:embed="rId2">
              <a:alphaModFix/>
            </a:blip>
            <a:srcRect b="8068" l="0" r="0" t="8060"/>
            <a:stretch/>
          </p:blipFill>
          <p:spPr>
            <a:xfrm>
              <a:off x="0" y="0"/>
              <a:ext cx="9144003" cy="5143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9" name="Google Shape;1249;p71"/>
            <p:cNvSpPr/>
            <p:nvPr/>
          </p:nvSpPr>
          <p:spPr>
            <a:xfrm>
              <a:off x="209980" y="194500"/>
              <a:ext cx="8763466" cy="4752275"/>
            </a:xfrm>
            <a:custGeom>
              <a:rect b="b" l="l" r="r" t="t"/>
              <a:pathLst>
                <a:path extrusionOk="0" h="147209" w="271904">
                  <a:moveTo>
                    <a:pt x="596" y="0"/>
                  </a:moveTo>
                  <a:lnTo>
                    <a:pt x="596" y="0"/>
                  </a:lnTo>
                  <a:cubicBezTo>
                    <a:pt x="2025" y="5965"/>
                    <a:pt x="3072" y="13895"/>
                    <a:pt x="3644" y="22312"/>
                  </a:cubicBezTo>
                  <a:cubicBezTo>
                    <a:pt x="7942" y="23515"/>
                    <a:pt x="13609" y="23932"/>
                    <a:pt x="5085" y="25063"/>
                  </a:cubicBezTo>
                  <a:cubicBezTo>
                    <a:pt x="5096" y="25110"/>
                    <a:pt x="5108" y="25146"/>
                    <a:pt x="5120" y="25194"/>
                  </a:cubicBezTo>
                  <a:cubicBezTo>
                    <a:pt x="5263" y="25301"/>
                    <a:pt x="5394" y="25396"/>
                    <a:pt x="5525" y="25503"/>
                  </a:cubicBezTo>
                  <a:cubicBezTo>
                    <a:pt x="5692" y="25539"/>
                    <a:pt x="5954" y="25479"/>
                    <a:pt x="6037" y="25658"/>
                  </a:cubicBezTo>
                  <a:cubicBezTo>
                    <a:pt x="8561" y="26230"/>
                    <a:pt x="4561" y="26670"/>
                    <a:pt x="3894" y="26789"/>
                  </a:cubicBezTo>
                  <a:cubicBezTo>
                    <a:pt x="4203" y="33719"/>
                    <a:pt x="4192" y="40803"/>
                    <a:pt x="3787" y="47256"/>
                  </a:cubicBezTo>
                  <a:cubicBezTo>
                    <a:pt x="2560" y="47137"/>
                    <a:pt x="1298" y="47006"/>
                    <a:pt x="1" y="46875"/>
                  </a:cubicBezTo>
                  <a:lnTo>
                    <a:pt x="1" y="46875"/>
                  </a:lnTo>
                  <a:cubicBezTo>
                    <a:pt x="1429" y="52840"/>
                    <a:pt x="2477" y="60770"/>
                    <a:pt x="3049" y="69199"/>
                  </a:cubicBezTo>
                  <a:cubicBezTo>
                    <a:pt x="7347" y="70402"/>
                    <a:pt x="13014" y="70818"/>
                    <a:pt x="4489" y="71949"/>
                  </a:cubicBezTo>
                  <a:cubicBezTo>
                    <a:pt x="4501" y="71985"/>
                    <a:pt x="4513" y="72033"/>
                    <a:pt x="4525" y="72069"/>
                  </a:cubicBezTo>
                  <a:cubicBezTo>
                    <a:pt x="4668" y="72176"/>
                    <a:pt x="4787" y="72283"/>
                    <a:pt x="4930" y="72390"/>
                  </a:cubicBezTo>
                  <a:cubicBezTo>
                    <a:pt x="5096" y="72414"/>
                    <a:pt x="5358" y="72366"/>
                    <a:pt x="5442" y="72545"/>
                  </a:cubicBezTo>
                  <a:cubicBezTo>
                    <a:pt x="7966" y="73104"/>
                    <a:pt x="3965" y="73557"/>
                    <a:pt x="3299" y="73664"/>
                  </a:cubicBezTo>
                  <a:cubicBezTo>
                    <a:pt x="3513" y="78510"/>
                    <a:pt x="3572" y="83427"/>
                    <a:pt x="3453" y="88154"/>
                  </a:cubicBezTo>
                  <a:cubicBezTo>
                    <a:pt x="2322" y="88047"/>
                    <a:pt x="1179" y="87928"/>
                    <a:pt x="1" y="87809"/>
                  </a:cubicBezTo>
                  <a:lnTo>
                    <a:pt x="1" y="87809"/>
                  </a:lnTo>
                  <a:cubicBezTo>
                    <a:pt x="989" y="91940"/>
                    <a:pt x="1798" y="97036"/>
                    <a:pt x="2394" y="102584"/>
                  </a:cubicBezTo>
                  <a:cubicBezTo>
                    <a:pt x="2239" y="103727"/>
                    <a:pt x="2072" y="104834"/>
                    <a:pt x="1882" y="105894"/>
                  </a:cubicBezTo>
                  <a:cubicBezTo>
                    <a:pt x="2156" y="105870"/>
                    <a:pt x="2429" y="105846"/>
                    <a:pt x="2715" y="105811"/>
                  </a:cubicBezTo>
                  <a:cubicBezTo>
                    <a:pt x="2834" y="107228"/>
                    <a:pt x="2953" y="108668"/>
                    <a:pt x="3049" y="110121"/>
                  </a:cubicBezTo>
                  <a:cubicBezTo>
                    <a:pt x="7347" y="111323"/>
                    <a:pt x="13014" y="111740"/>
                    <a:pt x="4489" y="112871"/>
                  </a:cubicBezTo>
                  <a:cubicBezTo>
                    <a:pt x="4501" y="112919"/>
                    <a:pt x="4513" y="112954"/>
                    <a:pt x="4525" y="113002"/>
                  </a:cubicBezTo>
                  <a:cubicBezTo>
                    <a:pt x="4668" y="113109"/>
                    <a:pt x="4799" y="113205"/>
                    <a:pt x="4930" y="113312"/>
                  </a:cubicBezTo>
                  <a:cubicBezTo>
                    <a:pt x="5096" y="113347"/>
                    <a:pt x="5358" y="113288"/>
                    <a:pt x="5442" y="113466"/>
                  </a:cubicBezTo>
                  <a:cubicBezTo>
                    <a:pt x="7966" y="114038"/>
                    <a:pt x="3965" y="114478"/>
                    <a:pt x="3299" y="114598"/>
                  </a:cubicBezTo>
                  <a:cubicBezTo>
                    <a:pt x="3822" y="126123"/>
                    <a:pt x="4668" y="127147"/>
                    <a:pt x="3120" y="135886"/>
                  </a:cubicBezTo>
                  <a:cubicBezTo>
                    <a:pt x="4608" y="136338"/>
                    <a:pt x="14133" y="147209"/>
                    <a:pt x="14133" y="147209"/>
                  </a:cubicBezTo>
                  <a:cubicBezTo>
                    <a:pt x="14133" y="147209"/>
                    <a:pt x="16765" y="146220"/>
                    <a:pt x="20479" y="146137"/>
                  </a:cubicBezTo>
                  <a:cubicBezTo>
                    <a:pt x="20503" y="146054"/>
                    <a:pt x="20539" y="145959"/>
                    <a:pt x="20563" y="145875"/>
                  </a:cubicBezTo>
                  <a:lnTo>
                    <a:pt x="20563" y="145875"/>
                  </a:lnTo>
                  <a:cubicBezTo>
                    <a:pt x="20491" y="146340"/>
                    <a:pt x="23242" y="146363"/>
                    <a:pt x="23158" y="146816"/>
                  </a:cubicBezTo>
                  <a:cubicBezTo>
                    <a:pt x="29516" y="146220"/>
                    <a:pt x="36481" y="145875"/>
                    <a:pt x="44589" y="145697"/>
                  </a:cubicBezTo>
                  <a:cubicBezTo>
                    <a:pt x="44613" y="145625"/>
                    <a:pt x="44637" y="145554"/>
                    <a:pt x="44661" y="145494"/>
                  </a:cubicBezTo>
                  <a:cubicBezTo>
                    <a:pt x="45090" y="145494"/>
                    <a:pt x="45530" y="145494"/>
                    <a:pt x="45959" y="145482"/>
                  </a:cubicBezTo>
                  <a:cubicBezTo>
                    <a:pt x="45959" y="145542"/>
                    <a:pt x="45959" y="145601"/>
                    <a:pt x="45959" y="145661"/>
                  </a:cubicBezTo>
                  <a:cubicBezTo>
                    <a:pt x="46173" y="145661"/>
                    <a:pt x="46387" y="145661"/>
                    <a:pt x="46602" y="145649"/>
                  </a:cubicBezTo>
                  <a:cubicBezTo>
                    <a:pt x="46637" y="145601"/>
                    <a:pt x="46661" y="145542"/>
                    <a:pt x="46685" y="145482"/>
                  </a:cubicBezTo>
                  <a:cubicBezTo>
                    <a:pt x="47197" y="145482"/>
                    <a:pt x="47709" y="145482"/>
                    <a:pt x="48221" y="145494"/>
                  </a:cubicBezTo>
                  <a:cubicBezTo>
                    <a:pt x="48221" y="145530"/>
                    <a:pt x="48221" y="145578"/>
                    <a:pt x="48221" y="145625"/>
                  </a:cubicBezTo>
                  <a:cubicBezTo>
                    <a:pt x="50912" y="145578"/>
                    <a:pt x="53900" y="145542"/>
                    <a:pt x="57031" y="145518"/>
                  </a:cubicBezTo>
                  <a:cubicBezTo>
                    <a:pt x="59651" y="145542"/>
                    <a:pt x="62151" y="145566"/>
                    <a:pt x="64461" y="145601"/>
                  </a:cubicBezTo>
                  <a:cubicBezTo>
                    <a:pt x="64461" y="145566"/>
                    <a:pt x="64461" y="145530"/>
                    <a:pt x="64461" y="145494"/>
                  </a:cubicBezTo>
                  <a:cubicBezTo>
                    <a:pt x="65592" y="145488"/>
                    <a:pt x="66726" y="145485"/>
                    <a:pt x="67860" y="145485"/>
                  </a:cubicBezTo>
                  <a:cubicBezTo>
                    <a:pt x="68994" y="145485"/>
                    <a:pt x="70128" y="145488"/>
                    <a:pt x="71259" y="145494"/>
                  </a:cubicBezTo>
                  <a:cubicBezTo>
                    <a:pt x="71402" y="145578"/>
                    <a:pt x="71545" y="145661"/>
                    <a:pt x="71700" y="145744"/>
                  </a:cubicBezTo>
                  <a:cubicBezTo>
                    <a:pt x="78891" y="145947"/>
                    <a:pt x="85190" y="146268"/>
                    <a:pt x="90976" y="146816"/>
                  </a:cubicBezTo>
                  <a:cubicBezTo>
                    <a:pt x="90845" y="146054"/>
                    <a:pt x="90714" y="145256"/>
                    <a:pt x="90595" y="144435"/>
                  </a:cubicBezTo>
                  <a:lnTo>
                    <a:pt x="90595" y="144435"/>
                  </a:lnTo>
                  <a:cubicBezTo>
                    <a:pt x="91429" y="144792"/>
                    <a:pt x="92191" y="145304"/>
                    <a:pt x="92976" y="145744"/>
                  </a:cubicBezTo>
                  <a:cubicBezTo>
                    <a:pt x="96596" y="145851"/>
                    <a:pt x="99989" y="145982"/>
                    <a:pt x="103204" y="146161"/>
                  </a:cubicBezTo>
                  <a:cubicBezTo>
                    <a:pt x="103156" y="146375"/>
                    <a:pt x="103121" y="146601"/>
                    <a:pt x="103085" y="146828"/>
                  </a:cubicBezTo>
                  <a:cubicBezTo>
                    <a:pt x="104573" y="146685"/>
                    <a:pt x="106109" y="146554"/>
                    <a:pt x="107669" y="146447"/>
                  </a:cubicBezTo>
                  <a:cubicBezTo>
                    <a:pt x="109240" y="146554"/>
                    <a:pt x="110764" y="146685"/>
                    <a:pt x="112265" y="146828"/>
                  </a:cubicBezTo>
                  <a:cubicBezTo>
                    <a:pt x="112217" y="146601"/>
                    <a:pt x="112181" y="146375"/>
                    <a:pt x="112146" y="146161"/>
                  </a:cubicBezTo>
                  <a:cubicBezTo>
                    <a:pt x="115979" y="145947"/>
                    <a:pt x="120075" y="145792"/>
                    <a:pt x="124504" y="145697"/>
                  </a:cubicBezTo>
                  <a:cubicBezTo>
                    <a:pt x="125022" y="144156"/>
                    <a:pt x="125413" y="143165"/>
                    <a:pt x="125645" y="143165"/>
                  </a:cubicBezTo>
                  <a:cubicBezTo>
                    <a:pt x="125846" y="143165"/>
                    <a:pt x="125929" y="143902"/>
                    <a:pt x="125873" y="145661"/>
                  </a:cubicBezTo>
                  <a:cubicBezTo>
                    <a:pt x="126100" y="145661"/>
                    <a:pt x="126302" y="145661"/>
                    <a:pt x="126528" y="145649"/>
                  </a:cubicBezTo>
                  <a:cubicBezTo>
                    <a:pt x="127181" y="144357"/>
                    <a:pt x="127670" y="143321"/>
                    <a:pt x="127939" y="143321"/>
                  </a:cubicBezTo>
                  <a:cubicBezTo>
                    <a:pt x="128150" y="143321"/>
                    <a:pt x="128225" y="143963"/>
                    <a:pt x="128136" y="145625"/>
                  </a:cubicBezTo>
                  <a:cubicBezTo>
                    <a:pt x="130541" y="145589"/>
                    <a:pt x="133184" y="145554"/>
                    <a:pt x="135946" y="145530"/>
                  </a:cubicBezTo>
                  <a:cubicBezTo>
                    <a:pt x="138720" y="145554"/>
                    <a:pt x="141352" y="145589"/>
                    <a:pt x="143757" y="145625"/>
                  </a:cubicBezTo>
                  <a:cubicBezTo>
                    <a:pt x="143667" y="143963"/>
                    <a:pt x="143745" y="143321"/>
                    <a:pt x="143959" y="143321"/>
                  </a:cubicBezTo>
                  <a:cubicBezTo>
                    <a:pt x="144230" y="143321"/>
                    <a:pt x="144723" y="144357"/>
                    <a:pt x="145376" y="145649"/>
                  </a:cubicBezTo>
                  <a:cubicBezTo>
                    <a:pt x="145590" y="145661"/>
                    <a:pt x="145804" y="145661"/>
                    <a:pt x="146019" y="145661"/>
                  </a:cubicBezTo>
                  <a:cubicBezTo>
                    <a:pt x="145964" y="143902"/>
                    <a:pt x="146046" y="143165"/>
                    <a:pt x="146247" y="143165"/>
                  </a:cubicBezTo>
                  <a:cubicBezTo>
                    <a:pt x="146479" y="143165"/>
                    <a:pt x="146870" y="144156"/>
                    <a:pt x="147388" y="145697"/>
                  </a:cubicBezTo>
                  <a:cubicBezTo>
                    <a:pt x="151817" y="145792"/>
                    <a:pt x="155913" y="145947"/>
                    <a:pt x="159759" y="146161"/>
                  </a:cubicBezTo>
                  <a:cubicBezTo>
                    <a:pt x="159711" y="146375"/>
                    <a:pt x="159675" y="146601"/>
                    <a:pt x="159640" y="146828"/>
                  </a:cubicBezTo>
                  <a:cubicBezTo>
                    <a:pt x="161128" y="146685"/>
                    <a:pt x="162664" y="146554"/>
                    <a:pt x="164223" y="146447"/>
                  </a:cubicBezTo>
                  <a:cubicBezTo>
                    <a:pt x="165795" y="146554"/>
                    <a:pt x="167319" y="146685"/>
                    <a:pt x="168819" y="146828"/>
                  </a:cubicBezTo>
                  <a:cubicBezTo>
                    <a:pt x="168772" y="146601"/>
                    <a:pt x="168736" y="146375"/>
                    <a:pt x="168700" y="146161"/>
                  </a:cubicBezTo>
                  <a:cubicBezTo>
                    <a:pt x="171915" y="145982"/>
                    <a:pt x="175296" y="145851"/>
                    <a:pt x="178916" y="145744"/>
                  </a:cubicBezTo>
                  <a:cubicBezTo>
                    <a:pt x="179702" y="145304"/>
                    <a:pt x="180464" y="144792"/>
                    <a:pt x="181309" y="144435"/>
                  </a:cubicBezTo>
                  <a:lnTo>
                    <a:pt x="181309" y="144435"/>
                  </a:lnTo>
                  <a:cubicBezTo>
                    <a:pt x="181190" y="145256"/>
                    <a:pt x="181059" y="146054"/>
                    <a:pt x="180916" y="146816"/>
                  </a:cubicBezTo>
                  <a:cubicBezTo>
                    <a:pt x="186714" y="146268"/>
                    <a:pt x="193001" y="145947"/>
                    <a:pt x="200204" y="145744"/>
                  </a:cubicBezTo>
                  <a:cubicBezTo>
                    <a:pt x="200347" y="145661"/>
                    <a:pt x="200490" y="145578"/>
                    <a:pt x="200645" y="145494"/>
                  </a:cubicBezTo>
                  <a:cubicBezTo>
                    <a:pt x="201770" y="145488"/>
                    <a:pt x="202904" y="145485"/>
                    <a:pt x="204039" y="145485"/>
                  </a:cubicBezTo>
                  <a:cubicBezTo>
                    <a:pt x="205175" y="145485"/>
                    <a:pt x="206312" y="145488"/>
                    <a:pt x="207443" y="145494"/>
                  </a:cubicBezTo>
                  <a:cubicBezTo>
                    <a:pt x="207443" y="145530"/>
                    <a:pt x="207443" y="145566"/>
                    <a:pt x="207431" y="145601"/>
                  </a:cubicBezTo>
                  <a:cubicBezTo>
                    <a:pt x="209741" y="145566"/>
                    <a:pt x="212253" y="145542"/>
                    <a:pt x="214873" y="145518"/>
                  </a:cubicBezTo>
                  <a:cubicBezTo>
                    <a:pt x="218004" y="145542"/>
                    <a:pt x="220981" y="145578"/>
                    <a:pt x="223683" y="145625"/>
                  </a:cubicBezTo>
                  <a:cubicBezTo>
                    <a:pt x="223671" y="145578"/>
                    <a:pt x="223671" y="145530"/>
                    <a:pt x="223671" y="145494"/>
                  </a:cubicBezTo>
                  <a:cubicBezTo>
                    <a:pt x="224183" y="145494"/>
                    <a:pt x="224695" y="145482"/>
                    <a:pt x="225207" y="145482"/>
                  </a:cubicBezTo>
                  <a:cubicBezTo>
                    <a:pt x="225243" y="145542"/>
                    <a:pt x="225267" y="145601"/>
                    <a:pt x="225291" y="145649"/>
                  </a:cubicBezTo>
                  <a:cubicBezTo>
                    <a:pt x="225517" y="145661"/>
                    <a:pt x="225731" y="145661"/>
                    <a:pt x="225945" y="145661"/>
                  </a:cubicBezTo>
                  <a:cubicBezTo>
                    <a:pt x="225945" y="145601"/>
                    <a:pt x="225934" y="145542"/>
                    <a:pt x="225934" y="145482"/>
                  </a:cubicBezTo>
                  <a:cubicBezTo>
                    <a:pt x="226374" y="145482"/>
                    <a:pt x="226803" y="145482"/>
                    <a:pt x="227243" y="145494"/>
                  </a:cubicBezTo>
                  <a:cubicBezTo>
                    <a:pt x="227267" y="145554"/>
                    <a:pt x="227291" y="145625"/>
                    <a:pt x="227315" y="145697"/>
                  </a:cubicBezTo>
                  <a:cubicBezTo>
                    <a:pt x="235411" y="145875"/>
                    <a:pt x="242376" y="146220"/>
                    <a:pt x="248734" y="146816"/>
                  </a:cubicBezTo>
                  <a:cubicBezTo>
                    <a:pt x="248651" y="146363"/>
                    <a:pt x="248579" y="145899"/>
                    <a:pt x="248508" y="145423"/>
                  </a:cubicBezTo>
                  <a:lnTo>
                    <a:pt x="248508" y="145423"/>
                  </a:lnTo>
                  <a:cubicBezTo>
                    <a:pt x="248532" y="145506"/>
                    <a:pt x="248567" y="145601"/>
                    <a:pt x="248591" y="145697"/>
                  </a:cubicBezTo>
                  <a:cubicBezTo>
                    <a:pt x="256699" y="145875"/>
                    <a:pt x="263664" y="146220"/>
                    <a:pt x="270022" y="146816"/>
                  </a:cubicBezTo>
                  <a:cubicBezTo>
                    <a:pt x="268463" y="138065"/>
                    <a:pt x="268082" y="126123"/>
                    <a:pt x="268606" y="114598"/>
                  </a:cubicBezTo>
                  <a:cubicBezTo>
                    <a:pt x="267939" y="114478"/>
                    <a:pt x="263926" y="114038"/>
                    <a:pt x="266462" y="113466"/>
                  </a:cubicBezTo>
                  <a:cubicBezTo>
                    <a:pt x="266546" y="113288"/>
                    <a:pt x="266808" y="113347"/>
                    <a:pt x="266974" y="113312"/>
                  </a:cubicBezTo>
                  <a:cubicBezTo>
                    <a:pt x="267105" y="113205"/>
                    <a:pt x="267236" y="113109"/>
                    <a:pt x="267367" y="113002"/>
                  </a:cubicBezTo>
                  <a:cubicBezTo>
                    <a:pt x="267391" y="112954"/>
                    <a:pt x="267403" y="112919"/>
                    <a:pt x="267415" y="112871"/>
                  </a:cubicBezTo>
                  <a:cubicBezTo>
                    <a:pt x="258878" y="111740"/>
                    <a:pt x="264557" y="111323"/>
                    <a:pt x="268856" y="110121"/>
                  </a:cubicBezTo>
                  <a:cubicBezTo>
                    <a:pt x="268951" y="108668"/>
                    <a:pt x="269070" y="107228"/>
                    <a:pt x="269189" y="105811"/>
                  </a:cubicBezTo>
                  <a:cubicBezTo>
                    <a:pt x="269463" y="105846"/>
                    <a:pt x="269749" y="105870"/>
                    <a:pt x="270022" y="105894"/>
                  </a:cubicBezTo>
                  <a:cubicBezTo>
                    <a:pt x="269832" y="104834"/>
                    <a:pt x="269653" y="103727"/>
                    <a:pt x="269510" y="102584"/>
                  </a:cubicBezTo>
                  <a:cubicBezTo>
                    <a:pt x="270094" y="97036"/>
                    <a:pt x="270903" y="91940"/>
                    <a:pt x="271904" y="87809"/>
                  </a:cubicBezTo>
                  <a:lnTo>
                    <a:pt x="271904" y="87809"/>
                  </a:lnTo>
                  <a:cubicBezTo>
                    <a:pt x="270725" y="87928"/>
                    <a:pt x="269570" y="88047"/>
                    <a:pt x="268451" y="88154"/>
                  </a:cubicBezTo>
                  <a:cubicBezTo>
                    <a:pt x="268320" y="83427"/>
                    <a:pt x="268379" y="78510"/>
                    <a:pt x="268606" y="73664"/>
                  </a:cubicBezTo>
                  <a:cubicBezTo>
                    <a:pt x="267939" y="73557"/>
                    <a:pt x="263926" y="73104"/>
                    <a:pt x="266462" y="72545"/>
                  </a:cubicBezTo>
                  <a:cubicBezTo>
                    <a:pt x="266546" y="72366"/>
                    <a:pt x="266808" y="72426"/>
                    <a:pt x="266974" y="72390"/>
                  </a:cubicBezTo>
                  <a:cubicBezTo>
                    <a:pt x="267105" y="72283"/>
                    <a:pt x="267236" y="72176"/>
                    <a:pt x="267367" y="72069"/>
                  </a:cubicBezTo>
                  <a:cubicBezTo>
                    <a:pt x="267391" y="72033"/>
                    <a:pt x="267403" y="71985"/>
                    <a:pt x="267415" y="71949"/>
                  </a:cubicBezTo>
                  <a:cubicBezTo>
                    <a:pt x="258878" y="70818"/>
                    <a:pt x="264557" y="70402"/>
                    <a:pt x="268856" y="69199"/>
                  </a:cubicBezTo>
                  <a:cubicBezTo>
                    <a:pt x="269415" y="60770"/>
                    <a:pt x="270463" y="52840"/>
                    <a:pt x="271904" y="46875"/>
                  </a:cubicBezTo>
                  <a:lnTo>
                    <a:pt x="271904" y="46875"/>
                  </a:lnTo>
                  <a:cubicBezTo>
                    <a:pt x="270606" y="47006"/>
                    <a:pt x="269344" y="47137"/>
                    <a:pt x="268105" y="47256"/>
                  </a:cubicBezTo>
                  <a:cubicBezTo>
                    <a:pt x="267713" y="40803"/>
                    <a:pt x="267689" y="33719"/>
                    <a:pt x="268010" y="26789"/>
                  </a:cubicBezTo>
                  <a:cubicBezTo>
                    <a:pt x="267343" y="26670"/>
                    <a:pt x="263331" y="26230"/>
                    <a:pt x="265867" y="25658"/>
                  </a:cubicBezTo>
                  <a:cubicBezTo>
                    <a:pt x="265950" y="25479"/>
                    <a:pt x="266212" y="25539"/>
                    <a:pt x="266379" y="25503"/>
                  </a:cubicBezTo>
                  <a:cubicBezTo>
                    <a:pt x="266510" y="25396"/>
                    <a:pt x="266641" y="25301"/>
                    <a:pt x="266772" y="25194"/>
                  </a:cubicBezTo>
                  <a:cubicBezTo>
                    <a:pt x="266796" y="25146"/>
                    <a:pt x="266808" y="25110"/>
                    <a:pt x="266820" y="25063"/>
                  </a:cubicBezTo>
                  <a:cubicBezTo>
                    <a:pt x="258283" y="23932"/>
                    <a:pt x="263962" y="23515"/>
                    <a:pt x="268260" y="22312"/>
                  </a:cubicBezTo>
                  <a:cubicBezTo>
                    <a:pt x="268415" y="19919"/>
                    <a:pt x="268856" y="15300"/>
                    <a:pt x="268856" y="15300"/>
                  </a:cubicBezTo>
                  <a:lnTo>
                    <a:pt x="254901" y="1453"/>
                  </a:lnTo>
                  <a:cubicBezTo>
                    <a:pt x="254901" y="1453"/>
                    <a:pt x="251413" y="1679"/>
                    <a:pt x="249615" y="1774"/>
                  </a:cubicBezTo>
                  <a:cubicBezTo>
                    <a:pt x="249746" y="1167"/>
                    <a:pt x="249889" y="572"/>
                    <a:pt x="250020" y="0"/>
                  </a:cubicBezTo>
                  <a:lnTo>
                    <a:pt x="250020" y="0"/>
                  </a:lnTo>
                  <a:cubicBezTo>
                    <a:pt x="240828" y="929"/>
                    <a:pt x="233577" y="1572"/>
                    <a:pt x="225017" y="1929"/>
                  </a:cubicBezTo>
                  <a:cubicBezTo>
                    <a:pt x="224814" y="2179"/>
                    <a:pt x="224600" y="2441"/>
                    <a:pt x="224386" y="2715"/>
                  </a:cubicBezTo>
                  <a:cubicBezTo>
                    <a:pt x="223731" y="2953"/>
                    <a:pt x="223112" y="3274"/>
                    <a:pt x="222647" y="3751"/>
                  </a:cubicBezTo>
                  <a:cubicBezTo>
                    <a:pt x="222755" y="3346"/>
                    <a:pt x="222945" y="2774"/>
                    <a:pt x="223219" y="2000"/>
                  </a:cubicBezTo>
                  <a:cubicBezTo>
                    <a:pt x="223094" y="1992"/>
                    <a:pt x="222968" y="1988"/>
                    <a:pt x="222843" y="1988"/>
                  </a:cubicBezTo>
                  <a:cubicBezTo>
                    <a:pt x="221740" y="1988"/>
                    <a:pt x="220632" y="2285"/>
                    <a:pt x="219537" y="2285"/>
                  </a:cubicBezTo>
                  <a:cubicBezTo>
                    <a:pt x="219371" y="2285"/>
                    <a:pt x="219205" y="2278"/>
                    <a:pt x="219040" y="2262"/>
                  </a:cubicBezTo>
                  <a:cubicBezTo>
                    <a:pt x="218567" y="2506"/>
                    <a:pt x="218202" y="2952"/>
                    <a:pt x="217926" y="2952"/>
                  </a:cubicBezTo>
                  <a:cubicBezTo>
                    <a:pt x="217744" y="2952"/>
                    <a:pt x="217601" y="2757"/>
                    <a:pt x="217492" y="2179"/>
                  </a:cubicBezTo>
                  <a:cubicBezTo>
                    <a:pt x="216420" y="2203"/>
                    <a:pt x="215337" y="2227"/>
                    <a:pt x="214218" y="2239"/>
                  </a:cubicBezTo>
                  <a:cubicBezTo>
                    <a:pt x="210515" y="2179"/>
                    <a:pt x="207169" y="2084"/>
                    <a:pt x="204002" y="1965"/>
                  </a:cubicBezTo>
                  <a:cubicBezTo>
                    <a:pt x="203967" y="2131"/>
                    <a:pt x="203943" y="2298"/>
                    <a:pt x="203919" y="2453"/>
                  </a:cubicBezTo>
                  <a:cubicBezTo>
                    <a:pt x="203550" y="2560"/>
                    <a:pt x="203181" y="2679"/>
                    <a:pt x="202824" y="2822"/>
                  </a:cubicBezTo>
                  <a:cubicBezTo>
                    <a:pt x="202776" y="2548"/>
                    <a:pt x="202728" y="2239"/>
                    <a:pt x="202681" y="1905"/>
                  </a:cubicBezTo>
                  <a:cubicBezTo>
                    <a:pt x="194453" y="1524"/>
                    <a:pt x="187357" y="905"/>
                    <a:pt x="178440" y="0"/>
                  </a:cubicBezTo>
                  <a:lnTo>
                    <a:pt x="178440" y="0"/>
                  </a:lnTo>
                  <a:cubicBezTo>
                    <a:pt x="178582" y="572"/>
                    <a:pt x="178713" y="1167"/>
                    <a:pt x="178844" y="1774"/>
                  </a:cubicBezTo>
                  <a:cubicBezTo>
                    <a:pt x="175773" y="1607"/>
                    <a:pt x="172832" y="1417"/>
                    <a:pt x="169831" y="1179"/>
                  </a:cubicBezTo>
                  <a:cubicBezTo>
                    <a:pt x="169927" y="774"/>
                    <a:pt x="170010" y="381"/>
                    <a:pt x="170105" y="0"/>
                  </a:cubicBezTo>
                  <a:lnTo>
                    <a:pt x="170105" y="0"/>
                  </a:lnTo>
                  <a:cubicBezTo>
                    <a:pt x="167843" y="226"/>
                    <a:pt x="165700" y="441"/>
                    <a:pt x="163628" y="631"/>
                  </a:cubicBezTo>
                  <a:cubicBezTo>
                    <a:pt x="161556" y="441"/>
                    <a:pt x="159413" y="226"/>
                    <a:pt x="157163" y="0"/>
                  </a:cubicBezTo>
                  <a:lnTo>
                    <a:pt x="157163" y="0"/>
                  </a:lnTo>
                  <a:cubicBezTo>
                    <a:pt x="157246" y="381"/>
                    <a:pt x="157342" y="774"/>
                    <a:pt x="157425" y="1179"/>
                  </a:cubicBezTo>
                  <a:cubicBezTo>
                    <a:pt x="153377" y="1500"/>
                    <a:pt x="149400" y="1750"/>
                    <a:pt x="145102" y="1929"/>
                  </a:cubicBezTo>
                  <a:cubicBezTo>
                    <a:pt x="144154" y="3043"/>
                    <a:pt x="143049" y="4616"/>
                    <a:pt x="142712" y="4616"/>
                  </a:cubicBezTo>
                  <a:cubicBezTo>
                    <a:pt x="142491" y="4616"/>
                    <a:pt x="142601" y="3936"/>
                    <a:pt x="143304" y="2000"/>
                  </a:cubicBezTo>
                  <a:cubicBezTo>
                    <a:pt x="143179" y="1992"/>
                    <a:pt x="143053" y="1988"/>
                    <a:pt x="142928" y="1988"/>
                  </a:cubicBezTo>
                  <a:cubicBezTo>
                    <a:pt x="141825" y="1988"/>
                    <a:pt x="140718" y="2285"/>
                    <a:pt x="139622" y="2285"/>
                  </a:cubicBezTo>
                  <a:cubicBezTo>
                    <a:pt x="139456" y="2285"/>
                    <a:pt x="139290" y="2278"/>
                    <a:pt x="139125" y="2262"/>
                  </a:cubicBezTo>
                  <a:cubicBezTo>
                    <a:pt x="138780" y="2441"/>
                    <a:pt x="138494" y="2715"/>
                    <a:pt x="138256" y="2858"/>
                  </a:cubicBezTo>
                  <a:lnTo>
                    <a:pt x="138256" y="2250"/>
                  </a:lnTo>
                  <a:cubicBezTo>
                    <a:pt x="138030" y="2250"/>
                    <a:pt x="137803" y="2239"/>
                    <a:pt x="137589" y="2239"/>
                  </a:cubicBezTo>
                  <a:cubicBezTo>
                    <a:pt x="137577" y="2215"/>
                    <a:pt x="137577" y="2203"/>
                    <a:pt x="137565" y="2179"/>
                  </a:cubicBezTo>
                  <a:cubicBezTo>
                    <a:pt x="137041" y="2191"/>
                    <a:pt x="136494" y="2203"/>
                    <a:pt x="135946" y="2215"/>
                  </a:cubicBezTo>
                  <a:cubicBezTo>
                    <a:pt x="135410" y="2203"/>
                    <a:pt x="134863" y="2191"/>
                    <a:pt x="134327" y="2179"/>
                  </a:cubicBezTo>
                  <a:cubicBezTo>
                    <a:pt x="134327" y="2203"/>
                    <a:pt x="134327" y="2215"/>
                    <a:pt x="134315" y="2239"/>
                  </a:cubicBezTo>
                  <a:cubicBezTo>
                    <a:pt x="134089" y="2239"/>
                    <a:pt x="133874" y="2250"/>
                    <a:pt x="133648" y="2250"/>
                  </a:cubicBezTo>
                  <a:lnTo>
                    <a:pt x="133648" y="2858"/>
                  </a:lnTo>
                  <a:cubicBezTo>
                    <a:pt x="133410" y="2715"/>
                    <a:pt x="133124" y="2441"/>
                    <a:pt x="132779" y="2262"/>
                  </a:cubicBezTo>
                  <a:cubicBezTo>
                    <a:pt x="132604" y="2280"/>
                    <a:pt x="132429" y="2288"/>
                    <a:pt x="132254" y="2288"/>
                  </a:cubicBezTo>
                  <a:cubicBezTo>
                    <a:pt x="131165" y="2288"/>
                    <a:pt x="130064" y="1988"/>
                    <a:pt x="128968" y="1988"/>
                  </a:cubicBezTo>
                  <a:cubicBezTo>
                    <a:pt x="128845" y="1988"/>
                    <a:pt x="128723" y="1992"/>
                    <a:pt x="128600" y="2000"/>
                  </a:cubicBezTo>
                  <a:cubicBezTo>
                    <a:pt x="129303" y="3936"/>
                    <a:pt x="129413" y="4616"/>
                    <a:pt x="129192" y="4616"/>
                  </a:cubicBezTo>
                  <a:cubicBezTo>
                    <a:pt x="128855" y="4616"/>
                    <a:pt x="127750" y="3043"/>
                    <a:pt x="126802" y="1929"/>
                  </a:cubicBezTo>
                  <a:cubicBezTo>
                    <a:pt x="122492" y="1750"/>
                    <a:pt x="118527" y="1500"/>
                    <a:pt x="114467" y="1179"/>
                  </a:cubicBezTo>
                  <a:cubicBezTo>
                    <a:pt x="114562" y="774"/>
                    <a:pt x="114646" y="381"/>
                    <a:pt x="114741" y="0"/>
                  </a:cubicBezTo>
                  <a:lnTo>
                    <a:pt x="114741" y="0"/>
                  </a:lnTo>
                  <a:cubicBezTo>
                    <a:pt x="112491" y="226"/>
                    <a:pt x="110348" y="441"/>
                    <a:pt x="108276" y="631"/>
                  </a:cubicBezTo>
                  <a:cubicBezTo>
                    <a:pt x="106192" y="441"/>
                    <a:pt x="104061" y="226"/>
                    <a:pt x="101799" y="0"/>
                  </a:cubicBezTo>
                  <a:lnTo>
                    <a:pt x="101799" y="0"/>
                  </a:lnTo>
                  <a:cubicBezTo>
                    <a:pt x="101894" y="381"/>
                    <a:pt x="101978" y="774"/>
                    <a:pt x="102073" y="1179"/>
                  </a:cubicBezTo>
                  <a:cubicBezTo>
                    <a:pt x="99072" y="1417"/>
                    <a:pt x="96132" y="1607"/>
                    <a:pt x="93060" y="1774"/>
                  </a:cubicBezTo>
                  <a:cubicBezTo>
                    <a:pt x="93191" y="1167"/>
                    <a:pt x="93322" y="572"/>
                    <a:pt x="93465" y="0"/>
                  </a:cubicBezTo>
                  <a:lnTo>
                    <a:pt x="93465" y="0"/>
                  </a:lnTo>
                  <a:cubicBezTo>
                    <a:pt x="84535" y="905"/>
                    <a:pt x="77439" y="1524"/>
                    <a:pt x="69212" y="1905"/>
                  </a:cubicBezTo>
                  <a:cubicBezTo>
                    <a:pt x="69164" y="2239"/>
                    <a:pt x="69116" y="2548"/>
                    <a:pt x="69081" y="2822"/>
                  </a:cubicBezTo>
                  <a:cubicBezTo>
                    <a:pt x="68723" y="2667"/>
                    <a:pt x="68342" y="2548"/>
                    <a:pt x="67973" y="2453"/>
                  </a:cubicBezTo>
                  <a:cubicBezTo>
                    <a:pt x="67950" y="2298"/>
                    <a:pt x="67926" y="2131"/>
                    <a:pt x="67902" y="1953"/>
                  </a:cubicBezTo>
                  <a:cubicBezTo>
                    <a:pt x="64735" y="2084"/>
                    <a:pt x="61377" y="2179"/>
                    <a:pt x="57686" y="2239"/>
                  </a:cubicBezTo>
                  <a:cubicBezTo>
                    <a:pt x="56567" y="2227"/>
                    <a:pt x="55472" y="2203"/>
                    <a:pt x="54412" y="2179"/>
                  </a:cubicBezTo>
                  <a:cubicBezTo>
                    <a:pt x="54303" y="2757"/>
                    <a:pt x="54160" y="2952"/>
                    <a:pt x="53977" y="2952"/>
                  </a:cubicBezTo>
                  <a:cubicBezTo>
                    <a:pt x="53701" y="2952"/>
                    <a:pt x="53333" y="2506"/>
                    <a:pt x="52852" y="2262"/>
                  </a:cubicBezTo>
                  <a:cubicBezTo>
                    <a:pt x="52687" y="2278"/>
                    <a:pt x="52522" y="2285"/>
                    <a:pt x="52356" y="2285"/>
                  </a:cubicBezTo>
                  <a:cubicBezTo>
                    <a:pt x="51262" y="2285"/>
                    <a:pt x="50161" y="1988"/>
                    <a:pt x="49052" y="1988"/>
                  </a:cubicBezTo>
                  <a:cubicBezTo>
                    <a:pt x="48926" y="1988"/>
                    <a:pt x="48800" y="1992"/>
                    <a:pt x="48673" y="2000"/>
                  </a:cubicBezTo>
                  <a:cubicBezTo>
                    <a:pt x="48959" y="2774"/>
                    <a:pt x="49138" y="3346"/>
                    <a:pt x="49257" y="3751"/>
                  </a:cubicBezTo>
                  <a:cubicBezTo>
                    <a:pt x="48792" y="3274"/>
                    <a:pt x="48173" y="2953"/>
                    <a:pt x="47518" y="2703"/>
                  </a:cubicBezTo>
                  <a:cubicBezTo>
                    <a:pt x="47304" y="2441"/>
                    <a:pt x="47090" y="2179"/>
                    <a:pt x="46875" y="1929"/>
                  </a:cubicBezTo>
                  <a:cubicBezTo>
                    <a:pt x="38315" y="1572"/>
                    <a:pt x="31064" y="929"/>
                    <a:pt x="21872" y="0"/>
                  </a:cubicBezTo>
                  <a:lnTo>
                    <a:pt x="21872" y="0"/>
                  </a:lnTo>
                  <a:cubicBezTo>
                    <a:pt x="22015" y="572"/>
                    <a:pt x="22146" y="1167"/>
                    <a:pt x="22277" y="1774"/>
                  </a:cubicBezTo>
                  <a:cubicBezTo>
                    <a:pt x="15098" y="1393"/>
                    <a:pt x="8573" y="810"/>
                    <a:pt x="5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0" name="Google Shape;1250;p71"/>
            <p:cNvSpPr/>
            <p:nvPr/>
          </p:nvSpPr>
          <p:spPr>
            <a:xfrm>
              <a:off x="283950" y="193150"/>
              <a:ext cx="8615526" cy="4752359"/>
            </a:xfrm>
            <a:custGeom>
              <a:rect b="b" l="l" r="r" t="t"/>
              <a:pathLst>
                <a:path extrusionOk="0" h="146757" w="269046">
                  <a:moveTo>
                    <a:pt x="21241" y="131"/>
                  </a:moveTo>
                  <a:cubicBezTo>
                    <a:pt x="20884" y="346"/>
                    <a:pt x="20527" y="572"/>
                    <a:pt x="20170" y="798"/>
                  </a:cubicBezTo>
                  <a:cubicBezTo>
                    <a:pt x="20217" y="953"/>
                    <a:pt x="20253" y="1120"/>
                    <a:pt x="20289" y="1286"/>
                  </a:cubicBezTo>
                  <a:cubicBezTo>
                    <a:pt x="20860" y="929"/>
                    <a:pt x="21432" y="560"/>
                    <a:pt x="22015" y="203"/>
                  </a:cubicBezTo>
                  <a:cubicBezTo>
                    <a:pt x="21753" y="179"/>
                    <a:pt x="21503" y="155"/>
                    <a:pt x="21241" y="131"/>
                  </a:cubicBezTo>
                  <a:close/>
                  <a:moveTo>
                    <a:pt x="18777" y="1691"/>
                  </a:moveTo>
                  <a:cubicBezTo>
                    <a:pt x="18515" y="1858"/>
                    <a:pt x="18265" y="2012"/>
                    <a:pt x="18015" y="2179"/>
                  </a:cubicBezTo>
                  <a:cubicBezTo>
                    <a:pt x="11788" y="6263"/>
                    <a:pt x="6156" y="10644"/>
                    <a:pt x="1155" y="15252"/>
                  </a:cubicBezTo>
                  <a:cubicBezTo>
                    <a:pt x="1179" y="15455"/>
                    <a:pt x="1203" y="15657"/>
                    <a:pt x="1215" y="15848"/>
                  </a:cubicBezTo>
                  <a:cubicBezTo>
                    <a:pt x="6263" y="11156"/>
                    <a:pt x="11966" y="6727"/>
                    <a:pt x="18277" y="2584"/>
                  </a:cubicBezTo>
                  <a:cubicBezTo>
                    <a:pt x="18705" y="2298"/>
                    <a:pt x="19146" y="2012"/>
                    <a:pt x="19574" y="1739"/>
                  </a:cubicBezTo>
                  <a:cubicBezTo>
                    <a:pt x="19312" y="1727"/>
                    <a:pt x="19039" y="1703"/>
                    <a:pt x="18777" y="1691"/>
                  </a:cubicBezTo>
                  <a:close/>
                  <a:moveTo>
                    <a:pt x="257199" y="5608"/>
                  </a:moveTo>
                  <a:cubicBezTo>
                    <a:pt x="259819" y="11180"/>
                    <a:pt x="262128" y="16943"/>
                    <a:pt x="264105" y="22884"/>
                  </a:cubicBezTo>
                  <a:cubicBezTo>
                    <a:pt x="264307" y="22836"/>
                    <a:pt x="264522" y="22789"/>
                    <a:pt x="264736" y="22741"/>
                  </a:cubicBezTo>
                  <a:cubicBezTo>
                    <a:pt x="262950" y="17360"/>
                    <a:pt x="260890" y="12085"/>
                    <a:pt x="258557" y="6942"/>
                  </a:cubicBezTo>
                  <a:lnTo>
                    <a:pt x="257199" y="5608"/>
                  </a:lnTo>
                  <a:close/>
                  <a:moveTo>
                    <a:pt x="234685" y="1239"/>
                  </a:moveTo>
                  <a:cubicBezTo>
                    <a:pt x="234423" y="1262"/>
                    <a:pt x="234149" y="1286"/>
                    <a:pt x="233887" y="1298"/>
                  </a:cubicBezTo>
                  <a:cubicBezTo>
                    <a:pt x="234554" y="1727"/>
                    <a:pt x="235220" y="2143"/>
                    <a:pt x="235875" y="2584"/>
                  </a:cubicBezTo>
                  <a:cubicBezTo>
                    <a:pt x="245662" y="9001"/>
                    <a:pt x="253961" y="16145"/>
                    <a:pt x="260676" y="23813"/>
                  </a:cubicBezTo>
                  <a:cubicBezTo>
                    <a:pt x="260783" y="23741"/>
                    <a:pt x="260938" y="23682"/>
                    <a:pt x="261140" y="23610"/>
                  </a:cubicBezTo>
                  <a:cubicBezTo>
                    <a:pt x="254377" y="15871"/>
                    <a:pt x="246007" y="8656"/>
                    <a:pt x="236137" y="2179"/>
                  </a:cubicBezTo>
                  <a:cubicBezTo>
                    <a:pt x="235649" y="1870"/>
                    <a:pt x="235173" y="1548"/>
                    <a:pt x="234685" y="1239"/>
                  </a:cubicBezTo>
                  <a:close/>
                  <a:moveTo>
                    <a:pt x="264807" y="25051"/>
                  </a:moveTo>
                  <a:lnTo>
                    <a:pt x="264867" y="25218"/>
                  </a:lnTo>
                  <a:cubicBezTo>
                    <a:pt x="264879" y="25218"/>
                    <a:pt x="264879" y="25206"/>
                    <a:pt x="264891" y="25194"/>
                  </a:cubicBezTo>
                  <a:cubicBezTo>
                    <a:pt x="264914" y="25158"/>
                    <a:pt x="264926" y="25111"/>
                    <a:pt x="264938" y="25075"/>
                  </a:cubicBezTo>
                  <a:cubicBezTo>
                    <a:pt x="264891" y="25063"/>
                    <a:pt x="264855" y="25063"/>
                    <a:pt x="264807" y="25051"/>
                  </a:cubicBezTo>
                  <a:close/>
                  <a:moveTo>
                    <a:pt x="265319" y="26670"/>
                  </a:moveTo>
                  <a:lnTo>
                    <a:pt x="265319" y="26670"/>
                  </a:lnTo>
                  <a:cubicBezTo>
                    <a:pt x="265557" y="27480"/>
                    <a:pt x="265807" y="28290"/>
                    <a:pt x="266034" y="29099"/>
                  </a:cubicBezTo>
                  <a:cubicBezTo>
                    <a:pt x="266057" y="28444"/>
                    <a:pt x="266081" y="27789"/>
                    <a:pt x="266117" y="27135"/>
                  </a:cubicBezTo>
                  <a:cubicBezTo>
                    <a:pt x="266081" y="27016"/>
                    <a:pt x="266046" y="26896"/>
                    <a:pt x="266010" y="26777"/>
                  </a:cubicBezTo>
                  <a:cubicBezTo>
                    <a:pt x="265843" y="26754"/>
                    <a:pt x="265593" y="26718"/>
                    <a:pt x="265319" y="26670"/>
                  </a:cubicBezTo>
                  <a:close/>
                  <a:moveTo>
                    <a:pt x="261188" y="24408"/>
                  </a:moveTo>
                  <a:lnTo>
                    <a:pt x="261188" y="24408"/>
                  </a:lnTo>
                  <a:cubicBezTo>
                    <a:pt x="262902" y="26396"/>
                    <a:pt x="264498" y="28409"/>
                    <a:pt x="265998" y="30456"/>
                  </a:cubicBezTo>
                  <a:cubicBezTo>
                    <a:pt x="265998" y="30195"/>
                    <a:pt x="266010" y="29944"/>
                    <a:pt x="266022" y="29683"/>
                  </a:cubicBezTo>
                  <a:cubicBezTo>
                    <a:pt x="265153" y="28516"/>
                    <a:pt x="264260" y="27361"/>
                    <a:pt x="263331" y="26218"/>
                  </a:cubicBezTo>
                  <a:cubicBezTo>
                    <a:pt x="263200" y="26158"/>
                    <a:pt x="263140" y="26087"/>
                    <a:pt x="263164" y="26015"/>
                  </a:cubicBezTo>
                  <a:cubicBezTo>
                    <a:pt x="262771" y="25539"/>
                    <a:pt x="262378" y="25075"/>
                    <a:pt x="261986" y="24599"/>
                  </a:cubicBezTo>
                  <a:cubicBezTo>
                    <a:pt x="261664" y="24539"/>
                    <a:pt x="261402" y="24468"/>
                    <a:pt x="261188" y="24408"/>
                  </a:cubicBezTo>
                  <a:close/>
                  <a:moveTo>
                    <a:pt x="127076" y="17431"/>
                  </a:moveTo>
                  <a:cubicBezTo>
                    <a:pt x="133339" y="17431"/>
                    <a:pt x="139506" y="17574"/>
                    <a:pt x="145578" y="17848"/>
                  </a:cubicBezTo>
                  <a:cubicBezTo>
                    <a:pt x="146150" y="29278"/>
                    <a:pt x="146554" y="41363"/>
                    <a:pt x="146769" y="53924"/>
                  </a:cubicBezTo>
                  <a:cubicBezTo>
                    <a:pt x="140292" y="53816"/>
                    <a:pt x="133720" y="53769"/>
                    <a:pt x="127076" y="53769"/>
                  </a:cubicBezTo>
                  <a:cubicBezTo>
                    <a:pt x="120432" y="53769"/>
                    <a:pt x="113860" y="53816"/>
                    <a:pt x="107371" y="53924"/>
                  </a:cubicBezTo>
                  <a:cubicBezTo>
                    <a:pt x="107585" y="41363"/>
                    <a:pt x="107990" y="29278"/>
                    <a:pt x="108562" y="17848"/>
                  </a:cubicBezTo>
                  <a:cubicBezTo>
                    <a:pt x="114634" y="17574"/>
                    <a:pt x="120813" y="17431"/>
                    <a:pt x="127076" y="17431"/>
                  </a:cubicBezTo>
                  <a:close/>
                  <a:moveTo>
                    <a:pt x="108359" y="17848"/>
                  </a:moveTo>
                  <a:cubicBezTo>
                    <a:pt x="107776" y="29385"/>
                    <a:pt x="107371" y="41482"/>
                    <a:pt x="107169" y="53924"/>
                  </a:cubicBezTo>
                  <a:cubicBezTo>
                    <a:pt x="94727" y="54138"/>
                    <a:pt x="82630" y="54531"/>
                    <a:pt x="71093" y="55114"/>
                  </a:cubicBezTo>
                  <a:cubicBezTo>
                    <a:pt x="71617" y="43244"/>
                    <a:pt x="72640" y="31766"/>
                    <a:pt x="74117" y="20872"/>
                  </a:cubicBezTo>
                  <a:cubicBezTo>
                    <a:pt x="85011" y="19407"/>
                    <a:pt x="96477" y="18384"/>
                    <a:pt x="108359" y="17848"/>
                  </a:cubicBezTo>
                  <a:close/>
                  <a:moveTo>
                    <a:pt x="145792" y="17860"/>
                  </a:moveTo>
                  <a:lnTo>
                    <a:pt x="145792" y="17860"/>
                  </a:lnTo>
                  <a:cubicBezTo>
                    <a:pt x="157675" y="18384"/>
                    <a:pt x="169141" y="19407"/>
                    <a:pt x="180035" y="20884"/>
                  </a:cubicBezTo>
                  <a:cubicBezTo>
                    <a:pt x="181499" y="31766"/>
                    <a:pt x="182523" y="43244"/>
                    <a:pt x="183059" y="55114"/>
                  </a:cubicBezTo>
                  <a:cubicBezTo>
                    <a:pt x="171522" y="54531"/>
                    <a:pt x="159425" y="54138"/>
                    <a:pt x="146983" y="53924"/>
                  </a:cubicBezTo>
                  <a:cubicBezTo>
                    <a:pt x="146781" y="41482"/>
                    <a:pt x="146376" y="29385"/>
                    <a:pt x="145792" y="17860"/>
                  </a:cubicBezTo>
                  <a:close/>
                  <a:moveTo>
                    <a:pt x="73724" y="20931"/>
                  </a:moveTo>
                  <a:lnTo>
                    <a:pt x="73724" y="20931"/>
                  </a:lnTo>
                  <a:cubicBezTo>
                    <a:pt x="72259" y="31909"/>
                    <a:pt x="71247" y="43375"/>
                    <a:pt x="70724" y="55138"/>
                  </a:cubicBezTo>
                  <a:cubicBezTo>
                    <a:pt x="54805" y="55948"/>
                    <a:pt x="39958" y="57103"/>
                    <a:pt x="26742" y="58579"/>
                  </a:cubicBezTo>
                  <a:cubicBezTo>
                    <a:pt x="27373" y="48816"/>
                    <a:pt x="28599" y="39255"/>
                    <a:pt x="30397" y="29992"/>
                  </a:cubicBezTo>
                  <a:cubicBezTo>
                    <a:pt x="43292" y="26158"/>
                    <a:pt x="57901" y="23086"/>
                    <a:pt x="73724" y="20931"/>
                  </a:cubicBezTo>
                  <a:close/>
                  <a:moveTo>
                    <a:pt x="180416" y="20931"/>
                  </a:moveTo>
                  <a:lnTo>
                    <a:pt x="180416" y="20931"/>
                  </a:lnTo>
                  <a:cubicBezTo>
                    <a:pt x="196251" y="23086"/>
                    <a:pt x="210860" y="26170"/>
                    <a:pt x="223755" y="29992"/>
                  </a:cubicBezTo>
                  <a:cubicBezTo>
                    <a:pt x="225552" y="39255"/>
                    <a:pt x="226779" y="48816"/>
                    <a:pt x="227410" y="58579"/>
                  </a:cubicBezTo>
                  <a:cubicBezTo>
                    <a:pt x="214194" y="57103"/>
                    <a:pt x="199335" y="55948"/>
                    <a:pt x="183416" y="55138"/>
                  </a:cubicBezTo>
                  <a:cubicBezTo>
                    <a:pt x="182904" y="43375"/>
                    <a:pt x="181892" y="31909"/>
                    <a:pt x="180416" y="20931"/>
                  </a:cubicBezTo>
                  <a:close/>
                  <a:moveTo>
                    <a:pt x="70724" y="55352"/>
                  </a:moveTo>
                  <a:cubicBezTo>
                    <a:pt x="70450" y="61436"/>
                    <a:pt x="70319" y="67616"/>
                    <a:pt x="70319" y="73843"/>
                  </a:cubicBezTo>
                  <a:cubicBezTo>
                    <a:pt x="70319" y="80070"/>
                    <a:pt x="70450" y="86237"/>
                    <a:pt x="70724" y="92321"/>
                  </a:cubicBezTo>
                  <a:cubicBezTo>
                    <a:pt x="54543" y="91500"/>
                    <a:pt x="39696" y="90333"/>
                    <a:pt x="26730" y="88892"/>
                  </a:cubicBezTo>
                  <a:cubicBezTo>
                    <a:pt x="26420" y="83915"/>
                    <a:pt x="26254" y="78891"/>
                    <a:pt x="26254" y="73843"/>
                  </a:cubicBezTo>
                  <a:cubicBezTo>
                    <a:pt x="26254" y="68783"/>
                    <a:pt x="26420" y="63758"/>
                    <a:pt x="26730" y="58781"/>
                  </a:cubicBezTo>
                  <a:cubicBezTo>
                    <a:pt x="39696" y="57341"/>
                    <a:pt x="54543" y="56174"/>
                    <a:pt x="70724" y="55352"/>
                  </a:cubicBezTo>
                  <a:close/>
                  <a:moveTo>
                    <a:pt x="183428" y="55352"/>
                  </a:moveTo>
                  <a:cubicBezTo>
                    <a:pt x="199609" y="56174"/>
                    <a:pt x="214444" y="57341"/>
                    <a:pt x="227410" y="58781"/>
                  </a:cubicBezTo>
                  <a:cubicBezTo>
                    <a:pt x="227731" y="63758"/>
                    <a:pt x="227886" y="68783"/>
                    <a:pt x="227886" y="73843"/>
                  </a:cubicBezTo>
                  <a:cubicBezTo>
                    <a:pt x="227886" y="78903"/>
                    <a:pt x="227731" y="83915"/>
                    <a:pt x="227410" y="88892"/>
                  </a:cubicBezTo>
                  <a:cubicBezTo>
                    <a:pt x="214444" y="90333"/>
                    <a:pt x="199609" y="91500"/>
                    <a:pt x="183428" y="92321"/>
                  </a:cubicBezTo>
                  <a:cubicBezTo>
                    <a:pt x="183690" y="86237"/>
                    <a:pt x="183833" y="80070"/>
                    <a:pt x="183833" y="73843"/>
                  </a:cubicBezTo>
                  <a:cubicBezTo>
                    <a:pt x="183833" y="67616"/>
                    <a:pt x="183690" y="61436"/>
                    <a:pt x="183428" y="55352"/>
                  </a:cubicBezTo>
                  <a:close/>
                  <a:moveTo>
                    <a:pt x="107157" y="54138"/>
                  </a:moveTo>
                  <a:cubicBezTo>
                    <a:pt x="107050" y="60627"/>
                    <a:pt x="107002" y="67199"/>
                    <a:pt x="107002" y="73843"/>
                  </a:cubicBezTo>
                  <a:cubicBezTo>
                    <a:pt x="107002" y="80475"/>
                    <a:pt x="107050" y="87047"/>
                    <a:pt x="107157" y="93536"/>
                  </a:cubicBezTo>
                  <a:cubicBezTo>
                    <a:pt x="94596" y="93321"/>
                    <a:pt x="82511" y="92917"/>
                    <a:pt x="71081" y="92345"/>
                  </a:cubicBezTo>
                  <a:cubicBezTo>
                    <a:pt x="70807" y="86273"/>
                    <a:pt x="70676" y="80105"/>
                    <a:pt x="70676" y="73843"/>
                  </a:cubicBezTo>
                  <a:cubicBezTo>
                    <a:pt x="70676" y="67580"/>
                    <a:pt x="70807" y="61401"/>
                    <a:pt x="71081" y="55329"/>
                  </a:cubicBezTo>
                  <a:cubicBezTo>
                    <a:pt x="82511" y="54757"/>
                    <a:pt x="94596" y="54352"/>
                    <a:pt x="107157" y="54138"/>
                  </a:cubicBezTo>
                  <a:close/>
                  <a:moveTo>
                    <a:pt x="146983" y="54138"/>
                  </a:moveTo>
                  <a:cubicBezTo>
                    <a:pt x="159544" y="54352"/>
                    <a:pt x="171641" y="54757"/>
                    <a:pt x="183071" y="55329"/>
                  </a:cubicBezTo>
                  <a:cubicBezTo>
                    <a:pt x="183333" y="61401"/>
                    <a:pt x="183476" y="67568"/>
                    <a:pt x="183476" y="73831"/>
                  </a:cubicBezTo>
                  <a:cubicBezTo>
                    <a:pt x="183476" y="80094"/>
                    <a:pt x="183333" y="86273"/>
                    <a:pt x="183071" y="92345"/>
                  </a:cubicBezTo>
                  <a:cubicBezTo>
                    <a:pt x="171641" y="92917"/>
                    <a:pt x="159544" y="93321"/>
                    <a:pt x="146983" y="93536"/>
                  </a:cubicBezTo>
                  <a:cubicBezTo>
                    <a:pt x="147090" y="87047"/>
                    <a:pt x="147150" y="80475"/>
                    <a:pt x="147150" y="73843"/>
                  </a:cubicBezTo>
                  <a:cubicBezTo>
                    <a:pt x="147150" y="67199"/>
                    <a:pt x="147090" y="60627"/>
                    <a:pt x="146983" y="54138"/>
                  </a:cubicBezTo>
                  <a:close/>
                  <a:moveTo>
                    <a:pt x="127076" y="53971"/>
                  </a:moveTo>
                  <a:cubicBezTo>
                    <a:pt x="133743" y="53971"/>
                    <a:pt x="140327" y="54031"/>
                    <a:pt x="146781" y="54138"/>
                  </a:cubicBezTo>
                  <a:cubicBezTo>
                    <a:pt x="146876" y="60591"/>
                    <a:pt x="146935" y="67163"/>
                    <a:pt x="146935" y="73843"/>
                  </a:cubicBezTo>
                  <a:cubicBezTo>
                    <a:pt x="146935" y="80510"/>
                    <a:pt x="146888" y="87082"/>
                    <a:pt x="146781" y="93536"/>
                  </a:cubicBezTo>
                  <a:cubicBezTo>
                    <a:pt x="140327" y="93643"/>
                    <a:pt x="133743" y="93702"/>
                    <a:pt x="127076" y="93702"/>
                  </a:cubicBezTo>
                  <a:cubicBezTo>
                    <a:pt x="120396" y="93702"/>
                    <a:pt x="113824" y="93643"/>
                    <a:pt x="107371" y="93536"/>
                  </a:cubicBezTo>
                  <a:cubicBezTo>
                    <a:pt x="107264" y="87082"/>
                    <a:pt x="107204" y="80510"/>
                    <a:pt x="107204" y="73843"/>
                  </a:cubicBezTo>
                  <a:cubicBezTo>
                    <a:pt x="107204" y="67163"/>
                    <a:pt x="107264" y="60591"/>
                    <a:pt x="107371" y="54138"/>
                  </a:cubicBezTo>
                  <a:cubicBezTo>
                    <a:pt x="113824" y="54031"/>
                    <a:pt x="120396" y="53971"/>
                    <a:pt x="127076" y="53971"/>
                  </a:cubicBezTo>
                  <a:close/>
                  <a:moveTo>
                    <a:pt x="48" y="105632"/>
                  </a:moveTo>
                  <a:cubicBezTo>
                    <a:pt x="36" y="105716"/>
                    <a:pt x="12" y="105811"/>
                    <a:pt x="0" y="105894"/>
                  </a:cubicBezTo>
                  <a:cubicBezTo>
                    <a:pt x="155" y="105882"/>
                    <a:pt x="310" y="105870"/>
                    <a:pt x="477" y="105859"/>
                  </a:cubicBezTo>
                  <a:cubicBezTo>
                    <a:pt x="334" y="105775"/>
                    <a:pt x="191" y="105704"/>
                    <a:pt x="48" y="105632"/>
                  </a:cubicBezTo>
                  <a:close/>
                  <a:moveTo>
                    <a:pt x="26742" y="89095"/>
                  </a:moveTo>
                  <a:cubicBezTo>
                    <a:pt x="39958" y="90571"/>
                    <a:pt x="54805" y="91726"/>
                    <a:pt x="70724" y="92536"/>
                  </a:cubicBezTo>
                  <a:cubicBezTo>
                    <a:pt x="71247" y="104299"/>
                    <a:pt x="72259" y="115765"/>
                    <a:pt x="73724" y="126742"/>
                  </a:cubicBezTo>
                  <a:cubicBezTo>
                    <a:pt x="57901" y="124587"/>
                    <a:pt x="43292" y="121515"/>
                    <a:pt x="30397" y="117681"/>
                  </a:cubicBezTo>
                  <a:cubicBezTo>
                    <a:pt x="28599" y="108418"/>
                    <a:pt x="27373" y="98858"/>
                    <a:pt x="26742" y="89095"/>
                  </a:cubicBezTo>
                  <a:close/>
                  <a:moveTo>
                    <a:pt x="227410" y="89095"/>
                  </a:moveTo>
                  <a:cubicBezTo>
                    <a:pt x="226779" y="98858"/>
                    <a:pt x="225552" y="108418"/>
                    <a:pt x="223755" y="117681"/>
                  </a:cubicBezTo>
                  <a:cubicBezTo>
                    <a:pt x="210860" y="121515"/>
                    <a:pt x="196251" y="124587"/>
                    <a:pt x="180416" y="126742"/>
                  </a:cubicBezTo>
                  <a:cubicBezTo>
                    <a:pt x="181892" y="115765"/>
                    <a:pt x="182904" y="104299"/>
                    <a:pt x="183416" y="92536"/>
                  </a:cubicBezTo>
                  <a:cubicBezTo>
                    <a:pt x="199347" y="91726"/>
                    <a:pt x="214194" y="90571"/>
                    <a:pt x="227410" y="89095"/>
                  </a:cubicBezTo>
                  <a:close/>
                  <a:moveTo>
                    <a:pt x="71093" y="92559"/>
                  </a:moveTo>
                  <a:lnTo>
                    <a:pt x="71093" y="92559"/>
                  </a:lnTo>
                  <a:cubicBezTo>
                    <a:pt x="82630" y="93143"/>
                    <a:pt x="94715" y="93536"/>
                    <a:pt x="107169" y="93750"/>
                  </a:cubicBezTo>
                  <a:cubicBezTo>
                    <a:pt x="107371" y="106192"/>
                    <a:pt x="107776" y="118289"/>
                    <a:pt x="108347" y="129826"/>
                  </a:cubicBezTo>
                  <a:cubicBezTo>
                    <a:pt x="96477" y="129290"/>
                    <a:pt x="85011" y="128266"/>
                    <a:pt x="74117" y="126790"/>
                  </a:cubicBezTo>
                  <a:cubicBezTo>
                    <a:pt x="72640" y="115907"/>
                    <a:pt x="71617" y="104442"/>
                    <a:pt x="71093" y="92559"/>
                  </a:cubicBezTo>
                  <a:close/>
                  <a:moveTo>
                    <a:pt x="183059" y="92559"/>
                  </a:moveTo>
                  <a:lnTo>
                    <a:pt x="183059" y="92559"/>
                  </a:lnTo>
                  <a:cubicBezTo>
                    <a:pt x="182523" y="104442"/>
                    <a:pt x="181499" y="115907"/>
                    <a:pt x="180035" y="126802"/>
                  </a:cubicBezTo>
                  <a:cubicBezTo>
                    <a:pt x="169141" y="128266"/>
                    <a:pt x="157675" y="129290"/>
                    <a:pt x="145792" y="129826"/>
                  </a:cubicBezTo>
                  <a:cubicBezTo>
                    <a:pt x="146376" y="118289"/>
                    <a:pt x="146769" y="106192"/>
                    <a:pt x="146983" y="93750"/>
                  </a:cubicBezTo>
                  <a:cubicBezTo>
                    <a:pt x="159425" y="93536"/>
                    <a:pt x="171522" y="93143"/>
                    <a:pt x="183059" y="92559"/>
                  </a:cubicBezTo>
                  <a:close/>
                  <a:moveTo>
                    <a:pt x="107371" y="93750"/>
                  </a:moveTo>
                  <a:cubicBezTo>
                    <a:pt x="113860" y="93857"/>
                    <a:pt x="120432" y="93917"/>
                    <a:pt x="127076" y="93917"/>
                  </a:cubicBezTo>
                  <a:cubicBezTo>
                    <a:pt x="133708" y="93917"/>
                    <a:pt x="140292" y="93857"/>
                    <a:pt x="146769" y="93750"/>
                  </a:cubicBezTo>
                  <a:lnTo>
                    <a:pt x="146769" y="93750"/>
                  </a:lnTo>
                  <a:cubicBezTo>
                    <a:pt x="146566" y="106311"/>
                    <a:pt x="146150" y="118396"/>
                    <a:pt x="145578" y="129826"/>
                  </a:cubicBezTo>
                  <a:cubicBezTo>
                    <a:pt x="139506" y="130100"/>
                    <a:pt x="133339" y="130243"/>
                    <a:pt x="127076" y="130243"/>
                  </a:cubicBezTo>
                  <a:cubicBezTo>
                    <a:pt x="120813" y="130243"/>
                    <a:pt x="114634" y="130100"/>
                    <a:pt x="108574" y="129826"/>
                  </a:cubicBezTo>
                  <a:cubicBezTo>
                    <a:pt x="107990" y="118396"/>
                    <a:pt x="107585" y="106311"/>
                    <a:pt x="107371" y="93750"/>
                  </a:cubicBezTo>
                  <a:close/>
                  <a:moveTo>
                    <a:pt x="266653" y="116300"/>
                  </a:moveTo>
                  <a:lnTo>
                    <a:pt x="266653" y="116300"/>
                  </a:lnTo>
                  <a:cubicBezTo>
                    <a:pt x="259152" y="126861"/>
                    <a:pt x="248817" y="136600"/>
                    <a:pt x="235875" y="145101"/>
                  </a:cubicBezTo>
                  <a:cubicBezTo>
                    <a:pt x="235411" y="145399"/>
                    <a:pt x="234946" y="145697"/>
                    <a:pt x="234482" y="145994"/>
                  </a:cubicBezTo>
                  <a:cubicBezTo>
                    <a:pt x="234756" y="146006"/>
                    <a:pt x="235030" y="146018"/>
                    <a:pt x="235304" y="146030"/>
                  </a:cubicBezTo>
                  <a:cubicBezTo>
                    <a:pt x="235577" y="145852"/>
                    <a:pt x="235851" y="145673"/>
                    <a:pt x="236137" y="145494"/>
                  </a:cubicBezTo>
                  <a:cubicBezTo>
                    <a:pt x="248710" y="137243"/>
                    <a:pt x="258854" y="127814"/>
                    <a:pt x="266319" y="117586"/>
                  </a:cubicBezTo>
                  <a:lnTo>
                    <a:pt x="266319" y="117586"/>
                  </a:lnTo>
                  <a:cubicBezTo>
                    <a:pt x="263533" y="127504"/>
                    <a:pt x="259831" y="137005"/>
                    <a:pt x="255306" y="145971"/>
                  </a:cubicBezTo>
                  <a:cubicBezTo>
                    <a:pt x="255544" y="145983"/>
                    <a:pt x="255794" y="145994"/>
                    <a:pt x="256032" y="146006"/>
                  </a:cubicBezTo>
                  <a:cubicBezTo>
                    <a:pt x="260354" y="137374"/>
                    <a:pt x="263879" y="128338"/>
                    <a:pt x="266569" y="118991"/>
                  </a:cubicBezTo>
                  <a:cubicBezTo>
                    <a:pt x="266593" y="118098"/>
                    <a:pt x="266617" y="117193"/>
                    <a:pt x="266653" y="116300"/>
                  </a:cubicBezTo>
                  <a:close/>
                  <a:moveTo>
                    <a:pt x="1798" y="132362"/>
                  </a:moveTo>
                  <a:cubicBezTo>
                    <a:pt x="1774" y="132540"/>
                    <a:pt x="1739" y="132731"/>
                    <a:pt x="1715" y="132933"/>
                  </a:cubicBezTo>
                  <a:cubicBezTo>
                    <a:pt x="6573" y="137362"/>
                    <a:pt x="12014" y="141553"/>
                    <a:pt x="18015" y="145494"/>
                  </a:cubicBezTo>
                  <a:cubicBezTo>
                    <a:pt x="18229" y="145637"/>
                    <a:pt x="18455" y="145780"/>
                    <a:pt x="18669" y="145923"/>
                  </a:cubicBezTo>
                  <a:cubicBezTo>
                    <a:pt x="18681" y="145899"/>
                    <a:pt x="18681" y="145887"/>
                    <a:pt x="18693" y="145875"/>
                  </a:cubicBezTo>
                  <a:lnTo>
                    <a:pt x="18693" y="145875"/>
                  </a:lnTo>
                  <a:cubicBezTo>
                    <a:pt x="18681" y="145899"/>
                    <a:pt x="18693" y="145911"/>
                    <a:pt x="18693" y="145935"/>
                  </a:cubicBezTo>
                  <a:cubicBezTo>
                    <a:pt x="18800" y="146006"/>
                    <a:pt x="18908" y="146066"/>
                    <a:pt x="19015" y="146137"/>
                  </a:cubicBezTo>
                  <a:cubicBezTo>
                    <a:pt x="19348" y="146256"/>
                    <a:pt x="19872" y="146328"/>
                    <a:pt x="20336" y="146423"/>
                  </a:cubicBezTo>
                  <a:cubicBezTo>
                    <a:pt x="19646" y="145983"/>
                    <a:pt x="18955" y="145542"/>
                    <a:pt x="18277" y="145090"/>
                  </a:cubicBezTo>
                  <a:cubicBezTo>
                    <a:pt x="12204" y="141113"/>
                    <a:pt x="6692" y="136850"/>
                    <a:pt x="1798" y="132362"/>
                  </a:cubicBezTo>
                  <a:close/>
                  <a:moveTo>
                    <a:pt x="176558" y="0"/>
                  </a:moveTo>
                  <a:cubicBezTo>
                    <a:pt x="176701" y="572"/>
                    <a:pt x="176832" y="1167"/>
                    <a:pt x="176963" y="1774"/>
                  </a:cubicBezTo>
                  <a:lnTo>
                    <a:pt x="176903" y="1774"/>
                  </a:lnTo>
                  <a:cubicBezTo>
                    <a:pt x="178070" y="7787"/>
                    <a:pt x="179106" y="14038"/>
                    <a:pt x="179975" y="20491"/>
                  </a:cubicBezTo>
                  <a:cubicBezTo>
                    <a:pt x="168998" y="19015"/>
                    <a:pt x="157544" y="18003"/>
                    <a:pt x="145781" y="17491"/>
                  </a:cubicBezTo>
                  <a:cubicBezTo>
                    <a:pt x="145507" y="12157"/>
                    <a:pt x="145197" y="6942"/>
                    <a:pt x="144852" y="1858"/>
                  </a:cubicBezTo>
                  <a:cubicBezTo>
                    <a:pt x="144780" y="1870"/>
                    <a:pt x="144697" y="1870"/>
                    <a:pt x="144626" y="1870"/>
                  </a:cubicBezTo>
                  <a:cubicBezTo>
                    <a:pt x="144971" y="6918"/>
                    <a:pt x="145292" y="12121"/>
                    <a:pt x="145554" y="17479"/>
                  </a:cubicBezTo>
                  <a:cubicBezTo>
                    <a:pt x="139470" y="17217"/>
                    <a:pt x="133303" y="17074"/>
                    <a:pt x="127076" y="17074"/>
                  </a:cubicBezTo>
                  <a:cubicBezTo>
                    <a:pt x="120849" y="17074"/>
                    <a:pt x="114681" y="17217"/>
                    <a:pt x="108585" y="17479"/>
                  </a:cubicBezTo>
                  <a:cubicBezTo>
                    <a:pt x="108895" y="11573"/>
                    <a:pt x="109240" y="5846"/>
                    <a:pt x="109621" y="322"/>
                  </a:cubicBezTo>
                  <a:lnTo>
                    <a:pt x="109621" y="322"/>
                  </a:lnTo>
                  <a:cubicBezTo>
                    <a:pt x="109550" y="334"/>
                    <a:pt x="109478" y="334"/>
                    <a:pt x="109407" y="346"/>
                  </a:cubicBezTo>
                  <a:cubicBezTo>
                    <a:pt x="109014" y="5894"/>
                    <a:pt x="108669" y="11621"/>
                    <a:pt x="108371" y="17491"/>
                  </a:cubicBezTo>
                  <a:cubicBezTo>
                    <a:pt x="96608" y="18003"/>
                    <a:pt x="85142" y="19015"/>
                    <a:pt x="74164" y="20491"/>
                  </a:cubicBezTo>
                  <a:cubicBezTo>
                    <a:pt x="75069" y="13871"/>
                    <a:pt x="76129" y="7454"/>
                    <a:pt x="77343" y="1298"/>
                  </a:cubicBezTo>
                  <a:lnTo>
                    <a:pt x="77343" y="1298"/>
                  </a:lnTo>
                  <a:cubicBezTo>
                    <a:pt x="77212" y="1310"/>
                    <a:pt x="77081" y="1322"/>
                    <a:pt x="76951" y="1334"/>
                  </a:cubicBezTo>
                  <a:cubicBezTo>
                    <a:pt x="75724" y="7537"/>
                    <a:pt x="74665" y="13954"/>
                    <a:pt x="73783" y="20539"/>
                  </a:cubicBezTo>
                  <a:cubicBezTo>
                    <a:pt x="58198" y="22646"/>
                    <a:pt x="43601" y="25682"/>
                    <a:pt x="30480" y="29575"/>
                  </a:cubicBezTo>
                  <a:cubicBezTo>
                    <a:pt x="32374" y="19872"/>
                    <a:pt x="34910" y="10502"/>
                    <a:pt x="38029" y="1560"/>
                  </a:cubicBezTo>
                  <a:cubicBezTo>
                    <a:pt x="37874" y="1548"/>
                    <a:pt x="37708" y="1548"/>
                    <a:pt x="37541" y="1536"/>
                  </a:cubicBezTo>
                  <a:cubicBezTo>
                    <a:pt x="34409" y="10525"/>
                    <a:pt x="31862" y="19955"/>
                    <a:pt x="29968" y="29718"/>
                  </a:cubicBezTo>
                  <a:cubicBezTo>
                    <a:pt x="25849" y="30957"/>
                    <a:pt x="21884" y="32266"/>
                    <a:pt x="18086" y="33659"/>
                  </a:cubicBezTo>
                  <a:cubicBezTo>
                    <a:pt x="12252" y="35802"/>
                    <a:pt x="6942" y="38088"/>
                    <a:pt x="2191" y="40493"/>
                  </a:cubicBezTo>
                  <a:lnTo>
                    <a:pt x="2179" y="40934"/>
                  </a:lnTo>
                  <a:cubicBezTo>
                    <a:pt x="10097" y="36910"/>
                    <a:pt x="19420" y="33278"/>
                    <a:pt x="29885" y="30147"/>
                  </a:cubicBezTo>
                  <a:lnTo>
                    <a:pt x="29885" y="30147"/>
                  </a:lnTo>
                  <a:cubicBezTo>
                    <a:pt x="28111" y="39386"/>
                    <a:pt x="26885" y="48911"/>
                    <a:pt x="26266" y="58627"/>
                  </a:cubicBezTo>
                  <a:cubicBezTo>
                    <a:pt x="23480" y="58948"/>
                    <a:pt x="20765" y="59270"/>
                    <a:pt x="18134" y="59615"/>
                  </a:cubicBezTo>
                  <a:cubicBezTo>
                    <a:pt x="11621" y="60460"/>
                    <a:pt x="5763" y="61365"/>
                    <a:pt x="584" y="62329"/>
                  </a:cubicBezTo>
                  <a:cubicBezTo>
                    <a:pt x="596" y="62389"/>
                    <a:pt x="596" y="62460"/>
                    <a:pt x="608" y="62520"/>
                  </a:cubicBezTo>
                  <a:cubicBezTo>
                    <a:pt x="7942" y="61163"/>
                    <a:pt x="16574" y="59924"/>
                    <a:pt x="26254" y="58841"/>
                  </a:cubicBezTo>
                  <a:lnTo>
                    <a:pt x="26254" y="58841"/>
                  </a:lnTo>
                  <a:cubicBezTo>
                    <a:pt x="25944" y="63794"/>
                    <a:pt x="25777" y="68794"/>
                    <a:pt x="25777" y="73843"/>
                  </a:cubicBezTo>
                  <a:cubicBezTo>
                    <a:pt x="25777" y="78879"/>
                    <a:pt x="25944" y="83880"/>
                    <a:pt x="26254" y="88833"/>
                  </a:cubicBezTo>
                  <a:cubicBezTo>
                    <a:pt x="17014" y="87797"/>
                    <a:pt x="8740" y="86618"/>
                    <a:pt x="1620" y="85332"/>
                  </a:cubicBezTo>
                  <a:cubicBezTo>
                    <a:pt x="1620" y="85404"/>
                    <a:pt x="1620" y="85475"/>
                    <a:pt x="1620" y="85535"/>
                  </a:cubicBezTo>
                  <a:cubicBezTo>
                    <a:pt x="6537" y="86428"/>
                    <a:pt x="12050" y="87273"/>
                    <a:pt x="18134" y="88059"/>
                  </a:cubicBezTo>
                  <a:cubicBezTo>
                    <a:pt x="20765" y="88404"/>
                    <a:pt x="23480" y="88726"/>
                    <a:pt x="26266" y="89047"/>
                  </a:cubicBezTo>
                  <a:cubicBezTo>
                    <a:pt x="26885" y="98762"/>
                    <a:pt x="28099" y="108287"/>
                    <a:pt x="29885" y="117527"/>
                  </a:cubicBezTo>
                  <a:cubicBezTo>
                    <a:pt x="18824" y="114217"/>
                    <a:pt x="9037" y="110359"/>
                    <a:pt x="846" y="106049"/>
                  </a:cubicBezTo>
                  <a:lnTo>
                    <a:pt x="846" y="106049"/>
                  </a:lnTo>
                  <a:cubicBezTo>
                    <a:pt x="858" y="106204"/>
                    <a:pt x="870" y="106359"/>
                    <a:pt x="881" y="106513"/>
                  </a:cubicBezTo>
                  <a:cubicBezTo>
                    <a:pt x="5977" y="109169"/>
                    <a:pt x="11716" y="111669"/>
                    <a:pt x="18086" y="114014"/>
                  </a:cubicBezTo>
                  <a:cubicBezTo>
                    <a:pt x="21884" y="115407"/>
                    <a:pt x="25849" y="116717"/>
                    <a:pt x="29968" y="117955"/>
                  </a:cubicBezTo>
                  <a:cubicBezTo>
                    <a:pt x="31850" y="127611"/>
                    <a:pt x="34350" y="136946"/>
                    <a:pt x="37446" y="145852"/>
                  </a:cubicBezTo>
                  <a:cubicBezTo>
                    <a:pt x="37600" y="145840"/>
                    <a:pt x="37767" y="145840"/>
                    <a:pt x="37934" y="145828"/>
                  </a:cubicBezTo>
                  <a:cubicBezTo>
                    <a:pt x="34862" y="136981"/>
                    <a:pt x="32362" y="127706"/>
                    <a:pt x="30480" y="118098"/>
                  </a:cubicBezTo>
                  <a:lnTo>
                    <a:pt x="30480" y="118098"/>
                  </a:lnTo>
                  <a:cubicBezTo>
                    <a:pt x="43589" y="121992"/>
                    <a:pt x="58198" y="125028"/>
                    <a:pt x="73783" y="127135"/>
                  </a:cubicBezTo>
                  <a:cubicBezTo>
                    <a:pt x="74653" y="133600"/>
                    <a:pt x="75688" y="139910"/>
                    <a:pt x="76879" y="146006"/>
                  </a:cubicBezTo>
                  <a:cubicBezTo>
                    <a:pt x="77010" y="146006"/>
                    <a:pt x="77141" y="146018"/>
                    <a:pt x="77272" y="146018"/>
                  </a:cubicBezTo>
                  <a:cubicBezTo>
                    <a:pt x="76093" y="139970"/>
                    <a:pt x="75046" y="133683"/>
                    <a:pt x="74164" y="127183"/>
                  </a:cubicBezTo>
                  <a:lnTo>
                    <a:pt x="74164" y="127183"/>
                  </a:lnTo>
                  <a:cubicBezTo>
                    <a:pt x="85154" y="128659"/>
                    <a:pt x="96608" y="129659"/>
                    <a:pt x="108371" y="130183"/>
                  </a:cubicBezTo>
                  <a:cubicBezTo>
                    <a:pt x="108657" y="135850"/>
                    <a:pt x="108990" y="141375"/>
                    <a:pt x="109371" y="146733"/>
                  </a:cubicBezTo>
                  <a:cubicBezTo>
                    <a:pt x="109443" y="146745"/>
                    <a:pt x="109514" y="146745"/>
                    <a:pt x="109586" y="146756"/>
                  </a:cubicBezTo>
                  <a:cubicBezTo>
                    <a:pt x="109205" y="141411"/>
                    <a:pt x="108883" y="135886"/>
                    <a:pt x="108585" y="130195"/>
                  </a:cubicBezTo>
                  <a:lnTo>
                    <a:pt x="108585" y="130195"/>
                  </a:lnTo>
                  <a:cubicBezTo>
                    <a:pt x="114681" y="130457"/>
                    <a:pt x="120849" y="130600"/>
                    <a:pt x="127076" y="130600"/>
                  </a:cubicBezTo>
                  <a:cubicBezTo>
                    <a:pt x="133303" y="130600"/>
                    <a:pt x="139470" y="130457"/>
                    <a:pt x="145554" y="130195"/>
                  </a:cubicBezTo>
                  <a:lnTo>
                    <a:pt x="145554" y="130195"/>
                  </a:lnTo>
                  <a:cubicBezTo>
                    <a:pt x="145328" y="134815"/>
                    <a:pt x="145066" y="139327"/>
                    <a:pt x="144769" y="143720"/>
                  </a:cubicBezTo>
                  <a:cubicBezTo>
                    <a:pt x="144828" y="143851"/>
                    <a:pt x="144888" y="143994"/>
                    <a:pt x="144959" y="144161"/>
                  </a:cubicBezTo>
                  <a:cubicBezTo>
                    <a:pt x="145257" y="139613"/>
                    <a:pt x="145531" y="134945"/>
                    <a:pt x="145781" y="130183"/>
                  </a:cubicBezTo>
                  <a:cubicBezTo>
                    <a:pt x="157544" y="129671"/>
                    <a:pt x="168998" y="128659"/>
                    <a:pt x="179975" y="127183"/>
                  </a:cubicBezTo>
                  <a:lnTo>
                    <a:pt x="179975" y="127183"/>
                  </a:lnTo>
                  <a:cubicBezTo>
                    <a:pt x="179106" y="133588"/>
                    <a:pt x="178094" y="139791"/>
                    <a:pt x="176927" y="145756"/>
                  </a:cubicBezTo>
                  <a:lnTo>
                    <a:pt x="177034" y="145756"/>
                  </a:lnTo>
                  <a:cubicBezTo>
                    <a:pt x="177142" y="145697"/>
                    <a:pt x="177249" y="145625"/>
                    <a:pt x="177356" y="145566"/>
                  </a:cubicBezTo>
                  <a:cubicBezTo>
                    <a:pt x="178511" y="139601"/>
                    <a:pt x="179511" y="133445"/>
                    <a:pt x="180368" y="127135"/>
                  </a:cubicBezTo>
                  <a:cubicBezTo>
                    <a:pt x="195953" y="125028"/>
                    <a:pt x="210551" y="121992"/>
                    <a:pt x="223671" y="118098"/>
                  </a:cubicBezTo>
                  <a:lnTo>
                    <a:pt x="223671" y="118098"/>
                  </a:lnTo>
                  <a:cubicBezTo>
                    <a:pt x="221814" y="127599"/>
                    <a:pt x="219337" y="136791"/>
                    <a:pt x="216301" y="145554"/>
                  </a:cubicBezTo>
                  <a:lnTo>
                    <a:pt x="216801" y="145554"/>
                  </a:lnTo>
                  <a:cubicBezTo>
                    <a:pt x="219849" y="136743"/>
                    <a:pt x="222326" y="127504"/>
                    <a:pt x="224183" y="117943"/>
                  </a:cubicBezTo>
                  <a:cubicBezTo>
                    <a:pt x="228291" y="116717"/>
                    <a:pt x="232268" y="115407"/>
                    <a:pt x="236066" y="114002"/>
                  </a:cubicBezTo>
                  <a:cubicBezTo>
                    <a:pt x="249877" y="108930"/>
                    <a:pt x="260747" y="103073"/>
                    <a:pt x="268367" y="96679"/>
                  </a:cubicBezTo>
                  <a:cubicBezTo>
                    <a:pt x="268391" y="96476"/>
                    <a:pt x="268427" y="96286"/>
                    <a:pt x="268451" y="96084"/>
                  </a:cubicBezTo>
                  <a:lnTo>
                    <a:pt x="268451" y="96084"/>
                  </a:lnTo>
                  <a:cubicBezTo>
                    <a:pt x="258592" y="104477"/>
                    <a:pt x="243317" y="111824"/>
                    <a:pt x="224267" y="117527"/>
                  </a:cubicBezTo>
                  <a:cubicBezTo>
                    <a:pt x="226041" y="108287"/>
                    <a:pt x="227267" y="98762"/>
                    <a:pt x="227886" y="89047"/>
                  </a:cubicBezTo>
                  <a:cubicBezTo>
                    <a:pt x="230672" y="88726"/>
                    <a:pt x="233387" y="88404"/>
                    <a:pt x="236018" y="88059"/>
                  </a:cubicBezTo>
                  <a:cubicBezTo>
                    <a:pt x="248770" y="86404"/>
                    <a:pt x="259009" y="84511"/>
                    <a:pt x="266510" y="82451"/>
                  </a:cubicBezTo>
                  <a:cubicBezTo>
                    <a:pt x="266510" y="82379"/>
                    <a:pt x="266510" y="82308"/>
                    <a:pt x="266510" y="82249"/>
                  </a:cubicBezTo>
                  <a:cubicBezTo>
                    <a:pt x="257306" y="84773"/>
                    <a:pt x="244079" y="87023"/>
                    <a:pt x="227898" y="88833"/>
                  </a:cubicBezTo>
                  <a:cubicBezTo>
                    <a:pt x="228208" y="83880"/>
                    <a:pt x="228362" y="78867"/>
                    <a:pt x="228362" y="73831"/>
                  </a:cubicBezTo>
                  <a:cubicBezTo>
                    <a:pt x="228362" y="68794"/>
                    <a:pt x="228208" y="63782"/>
                    <a:pt x="227898" y="58829"/>
                  </a:cubicBezTo>
                  <a:lnTo>
                    <a:pt x="227898" y="58829"/>
                  </a:lnTo>
                  <a:cubicBezTo>
                    <a:pt x="244519" y="60698"/>
                    <a:pt x="258009" y="63008"/>
                    <a:pt x="267248" y="65627"/>
                  </a:cubicBezTo>
                  <a:cubicBezTo>
                    <a:pt x="267248" y="65556"/>
                    <a:pt x="267260" y="65496"/>
                    <a:pt x="267260" y="65425"/>
                  </a:cubicBezTo>
                  <a:cubicBezTo>
                    <a:pt x="259711" y="63282"/>
                    <a:pt x="249210" y="61317"/>
                    <a:pt x="236018" y="59603"/>
                  </a:cubicBezTo>
                  <a:cubicBezTo>
                    <a:pt x="233387" y="59270"/>
                    <a:pt x="230672" y="58936"/>
                    <a:pt x="227886" y="58627"/>
                  </a:cubicBezTo>
                  <a:cubicBezTo>
                    <a:pt x="227267" y="48899"/>
                    <a:pt x="226041" y="39374"/>
                    <a:pt x="224267" y="30135"/>
                  </a:cubicBezTo>
                  <a:lnTo>
                    <a:pt x="224267" y="30135"/>
                  </a:lnTo>
                  <a:cubicBezTo>
                    <a:pt x="243650" y="35945"/>
                    <a:pt x="259116" y="43446"/>
                    <a:pt x="268963" y="52019"/>
                  </a:cubicBezTo>
                  <a:cubicBezTo>
                    <a:pt x="268986" y="51864"/>
                    <a:pt x="269010" y="51709"/>
                    <a:pt x="269046" y="51566"/>
                  </a:cubicBezTo>
                  <a:cubicBezTo>
                    <a:pt x="261390" y="44946"/>
                    <a:pt x="250294" y="38886"/>
                    <a:pt x="236066" y="33659"/>
                  </a:cubicBezTo>
                  <a:cubicBezTo>
                    <a:pt x="232268" y="32266"/>
                    <a:pt x="228291" y="30945"/>
                    <a:pt x="224183" y="29718"/>
                  </a:cubicBezTo>
                  <a:cubicBezTo>
                    <a:pt x="222338" y="20277"/>
                    <a:pt x="219909" y="11133"/>
                    <a:pt x="216908" y="2417"/>
                  </a:cubicBezTo>
                  <a:cubicBezTo>
                    <a:pt x="216766" y="2513"/>
                    <a:pt x="216635" y="2620"/>
                    <a:pt x="216504" y="2715"/>
                  </a:cubicBezTo>
                  <a:cubicBezTo>
                    <a:pt x="219456" y="11299"/>
                    <a:pt x="221850" y="20277"/>
                    <a:pt x="223671" y="29563"/>
                  </a:cubicBezTo>
                  <a:cubicBezTo>
                    <a:pt x="210551" y="25682"/>
                    <a:pt x="195953" y="22646"/>
                    <a:pt x="180368" y="20539"/>
                  </a:cubicBezTo>
                  <a:cubicBezTo>
                    <a:pt x="179416" y="13490"/>
                    <a:pt x="178273" y="6644"/>
                    <a:pt x="176951" y="36"/>
                  </a:cubicBezTo>
                  <a:cubicBezTo>
                    <a:pt x="176820" y="24"/>
                    <a:pt x="176689" y="12"/>
                    <a:pt x="176558" y="0"/>
                  </a:cubicBezTo>
                  <a:close/>
                </a:path>
              </a:pathLst>
            </a:custGeom>
            <a:solidFill>
              <a:srgbClr val="E3C98E">
                <a:alpha val="246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1" name="Google Shape;1251;p7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252" name="Google Shape;1252;p71"/>
          <p:cNvSpPr txBox="1"/>
          <p:nvPr>
            <p:ph idx="1" type="subTitle"/>
          </p:nvPr>
        </p:nvSpPr>
        <p:spPr>
          <a:xfrm>
            <a:off x="1214585" y="2149201"/>
            <a:ext cx="21135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3" name="Google Shape;1253;p71"/>
          <p:cNvSpPr txBox="1"/>
          <p:nvPr>
            <p:ph idx="2" type="subTitle"/>
          </p:nvPr>
        </p:nvSpPr>
        <p:spPr>
          <a:xfrm>
            <a:off x="3473150" y="2149201"/>
            <a:ext cx="21135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4" name="Google Shape;1254;p71"/>
          <p:cNvSpPr txBox="1"/>
          <p:nvPr>
            <p:ph idx="3" type="subTitle"/>
          </p:nvPr>
        </p:nvSpPr>
        <p:spPr>
          <a:xfrm>
            <a:off x="1214585" y="3579425"/>
            <a:ext cx="21135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5" name="Google Shape;1255;p71"/>
          <p:cNvSpPr txBox="1"/>
          <p:nvPr>
            <p:ph idx="4" type="subTitle"/>
          </p:nvPr>
        </p:nvSpPr>
        <p:spPr>
          <a:xfrm>
            <a:off x="3473150" y="3579425"/>
            <a:ext cx="21135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6" name="Google Shape;1256;p71"/>
          <p:cNvSpPr txBox="1"/>
          <p:nvPr>
            <p:ph idx="5" type="subTitle"/>
          </p:nvPr>
        </p:nvSpPr>
        <p:spPr>
          <a:xfrm>
            <a:off x="5815915" y="2149201"/>
            <a:ext cx="21135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7" name="Google Shape;1257;p71"/>
          <p:cNvSpPr txBox="1"/>
          <p:nvPr>
            <p:ph idx="6" type="subTitle"/>
          </p:nvPr>
        </p:nvSpPr>
        <p:spPr>
          <a:xfrm>
            <a:off x="5815915" y="3579425"/>
            <a:ext cx="21135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8" name="Google Shape;1258;p71"/>
          <p:cNvSpPr txBox="1"/>
          <p:nvPr>
            <p:ph idx="7" type="subTitle"/>
          </p:nvPr>
        </p:nvSpPr>
        <p:spPr>
          <a:xfrm>
            <a:off x="1218735" y="1809000"/>
            <a:ext cx="21051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Sansita"/>
                <a:ea typeface="Sansita"/>
                <a:cs typeface="Sansita"/>
                <a:sym typeface="Sansit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259" name="Google Shape;1259;p71"/>
          <p:cNvSpPr txBox="1"/>
          <p:nvPr>
            <p:ph idx="8" type="subTitle"/>
          </p:nvPr>
        </p:nvSpPr>
        <p:spPr>
          <a:xfrm>
            <a:off x="3477301" y="1809000"/>
            <a:ext cx="21051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Sansita"/>
                <a:ea typeface="Sansita"/>
                <a:cs typeface="Sansita"/>
                <a:sym typeface="Sansit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260" name="Google Shape;1260;p71"/>
          <p:cNvSpPr txBox="1"/>
          <p:nvPr>
            <p:ph idx="9" type="subTitle"/>
          </p:nvPr>
        </p:nvSpPr>
        <p:spPr>
          <a:xfrm>
            <a:off x="5820066" y="1809000"/>
            <a:ext cx="21051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Sansita"/>
                <a:ea typeface="Sansita"/>
                <a:cs typeface="Sansita"/>
                <a:sym typeface="Sansit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261" name="Google Shape;1261;p71"/>
          <p:cNvSpPr txBox="1"/>
          <p:nvPr>
            <p:ph idx="13" type="subTitle"/>
          </p:nvPr>
        </p:nvSpPr>
        <p:spPr>
          <a:xfrm>
            <a:off x="1218735" y="3239200"/>
            <a:ext cx="21051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Sansita"/>
                <a:ea typeface="Sansita"/>
                <a:cs typeface="Sansita"/>
                <a:sym typeface="Sansit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262" name="Google Shape;1262;p71"/>
          <p:cNvSpPr txBox="1"/>
          <p:nvPr>
            <p:ph idx="14" type="subTitle"/>
          </p:nvPr>
        </p:nvSpPr>
        <p:spPr>
          <a:xfrm>
            <a:off x="3477301" y="3239200"/>
            <a:ext cx="21051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Sansita"/>
                <a:ea typeface="Sansita"/>
                <a:cs typeface="Sansita"/>
                <a:sym typeface="Sansit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263" name="Google Shape;1263;p71"/>
          <p:cNvSpPr txBox="1"/>
          <p:nvPr>
            <p:ph idx="15" type="subTitle"/>
          </p:nvPr>
        </p:nvSpPr>
        <p:spPr>
          <a:xfrm>
            <a:off x="5820066" y="3239200"/>
            <a:ext cx="21051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Sansita"/>
                <a:ea typeface="Sansita"/>
                <a:cs typeface="Sansita"/>
                <a:sym typeface="Sansit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1264" name="Google Shape;1264;p71"/>
          <p:cNvGrpSpPr/>
          <p:nvPr/>
        </p:nvGrpSpPr>
        <p:grpSpPr>
          <a:xfrm>
            <a:off x="8184461" y="4270512"/>
            <a:ext cx="705998" cy="695388"/>
            <a:chOff x="8184461" y="4270512"/>
            <a:chExt cx="705998" cy="695388"/>
          </a:xfrm>
        </p:grpSpPr>
        <p:sp>
          <p:nvSpPr>
            <p:cNvPr id="1265" name="Google Shape;1265;p71"/>
            <p:cNvSpPr/>
            <p:nvPr/>
          </p:nvSpPr>
          <p:spPr>
            <a:xfrm>
              <a:off x="8257125" y="4862400"/>
              <a:ext cx="510600" cy="103500"/>
            </a:xfrm>
            <a:prstGeom prst="ellipse">
              <a:avLst/>
            </a:prstGeom>
            <a:solidFill>
              <a:srgbClr val="033342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66" name="Google Shape;1266;p71"/>
            <p:cNvGrpSpPr/>
            <p:nvPr/>
          </p:nvGrpSpPr>
          <p:grpSpPr>
            <a:xfrm>
              <a:off x="8184461" y="4270512"/>
              <a:ext cx="705998" cy="666982"/>
              <a:chOff x="1623700" y="6514438"/>
              <a:chExt cx="416150" cy="393175"/>
            </a:xfrm>
          </p:grpSpPr>
          <p:sp>
            <p:nvSpPr>
              <p:cNvPr id="1267" name="Google Shape;1267;p71"/>
              <p:cNvSpPr/>
              <p:nvPr/>
            </p:nvSpPr>
            <p:spPr>
              <a:xfrm>
                <a:off x="1748700" y="6514438"/>
                <a:ext cx="291150" cy="253050"/>
              </a:xfrm>
              <a:custGeom>
                <a:rect b="b" l="l" r="r" t="t"/>
                <a:pathLst>
                  <a:path extrusionOk="0" h="10122" w="11646">
                    <a:moveTo>
                      <a:pt x="5043" y="1"/>
                    </a:moveTo>
                    <a:cubicBezTo>
                      <a:pt x="2976" y="1"/>
                      <a:pt x="1171" y="1041"/>
                      <a:pt x="596" y="2763"/>
                    </a:cubicBezTo>
                    <a:cubicBezTo>
                      <a:pt x="1" y="4538"/>
                      <a:pt x="882" y="6514"/>
                      <a:pt x="2632" y="7752"/>
                    </a:cubicBezTo>
                    <a:lnTo>
                      <a:pt x="2227" y="8943"/>
                    </a:lnTo>
                    <a:lnTo>
                      <a:pt x="2811" y="9133"/>
                    </a:lnTo>
                    <a:lnTo>
                      <a:pt x="3156" y="8086"/>
                    </a:lnTo>
                    <a:cubicBezTo>
                      <a:pt x="3525" y="8300"/>
                      <a:pt x="3930" y="8478"/>
                      <a:pt x="4359" y="8621"/>
                    </a:cubicBezTo>
                    <a:cubicBezTo>
                      <a:pt x="4418" y="8645"/>
                      <a:pt x="4490" y="8669"/>
                      <a:pt x="4561" y="8693"/>
                    </a:cubicBezTo>
                    <a:lnTo>
                      <a:pt x="3692" y="9645"/>
                    </a:lnTo>
                    <a:lnTo>
                      <a:pt x="4359" y="10122"/>
                    </a:lnTo>
                    <a:lnTo>
                      <a:pt x="5192" y="8848"/>
                    </a:lnTo>
                    <a:cubicBezTo>
                      <a:pt x="5609" y="8929"/>
                      <a:pt x="6023" y="8969"/>
                      <a:pt x="6427" y="8969"/>
                    </a:cubicBezTo>
                    <a:cubicBezTo>
                      <a:pt x="8501" y="8969"/>
                      <a:pt x="10305" y="7928"/>
                      <a:pt x="10883" y="6204"/>
                    </a:cubicBezTo>
                    <a:cubicBezTo>
                      <a:pt x="11645" y="3918"/>
                      <a:pt x="9967" y="1299"/>
                      <a:pt x="7121" y="347"/>
                    </a:cubicBezTo>
                    <a:cubicBezTo>
                      <a:pt x="6423" y="112"/>
                      <a:pt x="5719" y="1"/>
                      <a:pt x="50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8" name="Google Shape;1268;p71"/>
              <p:cNvSpPr/>
              <p:nvPr/>
            </p:nvSpPr>
            <p:spPr>
              <a:xfrm>
                <a:off x="1623700" y="6722188"/>
                <a:ext cx="251550" cy="185425"/>
              </a:xfrm>
              <a:custGeom>
                <a:rect b="b" l="l" r="r" t="t"/>
                <a:pathLst>
                  <a:path extrusionOk="0" h="7417" w="10062">
                    <a:moveTo>
                      <a:pt x="5711" y="0"/>
                    </a:moveTo>
                    <a:cubicBezTo>
                      <a:pt x="5372" y="0"/>
                      <a:pt x="5008" y="23"/>
                      <a:pt x="4620" y="73"/>
                    </a:cubicBezTo>
                    <a:cubicBezTo>
                      <a:pt x="560" y="597"/>
                      <a:pt x="0" y="4145"/>
                      <a:pt x="0" y="4145"/>
                    </a:cubicBezTo>
                    <a:lnTo>
                      <a:pt x="631" y="6395"/>
                    </a:lnTo>
                    <a:cubicBezTo>
                      <a:pt x="631" y="6395"/>
                      <a:pt x="2005" y="7416"/>
                      <a:pt x="4122" y="7416"/>
                    </a:cubicBezTo>
                    <a:cubicBezTo>
                      <a:pt x="5756" y="7416"/>
                      <a:pt x="7832" y="6809"/>
                      <a:pt x="10061" y="4657"/>
                    </a:cubicBezTo>
                    <a:lnTo>
                      <a:pt x="9990" y="2026"/>
                    </a:lnTo>
                    <a:cubicBezTo>
                      <a:pt x="9990" y="2026"/>
                      <a:pt x="8919" y="0"/>
                      <a:pt x="571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9" name="Google Shape;1269;p71"/>
              <p:cNvSpPr/>
              <p:nvPr/>
            </p:nvSpPr>
            <p:spPr>
              <a:xfrm>
                <a:off x="1634700" y="6733238"/>
                <a:ext cx="227450" cy="125750"/>
              </a:xfrm>
              <a:custGeom>
                <a:rect b="b" l="l" r="r" t="t"/>
                <a:pathLst>
                  <a:path extrusionOk="0" h="5030" w="9098">
                    <a:moveTo>
                      <a:pt x="5107" y="0"/>
                    </a:moveTo>
                    <a:cubicBezTo>
                      <a:pt x="4824" y="0"/>
                      <a:pt x="4523" y="19"/>
                      <a:pt x="4204" y="60"/>
                    </a:cubicBezTo>
                    <a:cubicBezTo>
                      <a:pt x="584" y="536"/>
                      <a:pt x="1" y="3846"/>
                      <a:pt x="1" y="3846"/>
                    </a:cubicBezTo>
                    <a:cubicBezTo>
                      <a:pt x="1" y="3846"/>
                      <a:pt x="1876" y="5029"/>
                      <a:pt x="4104" y="5029"/>
                    </a:cubicBezTo>
                    <a:cubicBezTo>
                      <a:pt x="5785" y="5029"/>
                      <a:pt x="7668" y="4355"/>
                      <a:pt x="9097" y="1989"/>
                    </a:cubicBezTo>
                    <a:cubicBezTo>
                      <a:pt x="9097" y="1989"/>
                      <a:pt x="8029" y="0"/>
                      <a:pt x="510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0" name="Google Shape;1270;p71"/>
              <p:cNvSpPr/>
              <p:nvPr/>
            </p:nvSpPr>
            <p:spPr>
              <a:xfrm>
                <a:off x="1731150" y="6749613"/>
                <a:ext cx="82175" cy="54250"/>
              </a:xfrm>
              <a:custGeom>
                <a:rect b="b" l="l" r="r" t="t"/>
                <a:pathLst>
                  <a:path extrusionOk="0" h="2170" w="3287">
                    <a:moveTo>
                      <a:pt x="3287" y="0"/>
                    </a:moveTo>
                    <a:lnTo>
                      <a:pt x="1132" y="893"/>
                    </a:lnTo>
                    <a:lnTo>
                      <a:pt x="1072" y="1488"/>
                    </a:lnTo>
                    <a:lnTo>
                      <a:pt x="1929" y="1560"/>
                    </a:lnTo>
                    <a:lnTo>
                      <a:pt x="3287" y="0"/>
                    </a:lnTo>
                    <a:close/>
                    <a:moveTo>
                      <a:pt x="377" y="1486"/>
                    </a:moveTo>
                    <a:cubicBezTo>
                      <a:pt x="212" y="1486"/>
                      <a:pt x="89" y="1537"/>
                      <a:pt x="60" y="1631"/>
                    </a:cubicBezTo>
                    <a:cubicBezTo>
                      <a:pt x="1" y="1786"/>
                      <a:pt x="215" y="2000"/>
                      <a:pt x="536" y="2108"/>
                    </a:cubicBezTo>
                    <a:cubicBezTo>
                      <a:pt x="661" y="2149"/>
                      <a:pt x="782" y="2169"/>
                      <a:pt x="887" y="2169"/>
                    </a:cubicBezTo>
                    <a:cubicBezTo>
                      <a:pt x="1053" y="2169"/>
                      <a:pt x="1178" y="2119"/>
                      <a:pt x="1215" y="2024"/>
                    </a:cubicBezTo>
                    <a:cubicBezTo>
                      <a:pt x="1263" y="1869"/>
                      <a:pt x="1048" y="1655"/>
                      <a:pt x="727" y="1548"/>
                    </a:cubicBezTo>
                    <a:cubicBezTo>
                      <a:pt x="602" y="1506"/>
                      <a:pt x="481" y="1486"/>
                      <a:pt x="377" y="14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1" name="Google Shape;1271;p71"/>
              <p:cNvSpPr/>
              <p:nvPr/>
            </p:nvSpPr>
            <p:spPr>
              <a:xfrm>
                <a:off x="1688300" y="6757338"/>
                <a:ext cx="113125" cy="78025"/>
              </a:xfrm>
              <a:custGeom>
                <a:rect b="b" l="l" r="r" t="t"/>
                <a:pathLst>
                  <a:path extrusionOk="0" h="3121" w="4525">
                    <a:moveTo>
                      <a:pt x="0" y="1"/>
                    </a:moveTo>
                    <a:lnTo>
                      <a:pt x="1203" y="1382"/>
                    </a:lnTo>
                    <a:lnTo>
                      <a:pt x="1691" y="1299"/>
                    </a:lnTo>
                    <a:lnTo>
                      <a:pt x="1607" y="870"/>
                    </a:lnTo>
                    <a:lnTo>
                      <a:pt x="0" y="1"/>
                    </a:lnTo>
                    <a:close/>
                    <a:moveTo>
                      <a:pt x="3358" y="1822"/>
                    </a:moveTo>
                    <a:lnTo>
                      <a:pt x="2858" y="1918"/>
                    </a:lnTo>
                    <a:lnTo>
                      <a:pt x="3012" y="2370"/>
                    </a:lnTo>
                    <a:lnTo>
                      <a:pt x="4524" y="3013"/>
                    </a:lnTo>
                    <a:lnTo>
                      <a:pt x="3358" y="1822"/>
                    </a:lnTo>
                    <a:close/>
                    <a:moveTo>
                      <a:pt x="1369" y="1715"/>
                    </a:moveTo>
                    <a:lnTo>
                      <a:pt x="167" y="3120"/>
                    </a:lnTo>
                    <a:lnTo>
                      <a:pt x="1965" y="2156"/>
                    </a:lnTo>
                    <a:lnTo>
                      <a:pt x="1893" y="1787"/>
                    </a:lnTo>
                    <a:lnTo>
                      <a:pt x="1369" y="1715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2" name="Google Shape;1272;p71"/>
              <p:cNvSpPr/>
              <p:nvPr/>
            </p:nvSpPr>
            <p:spPr>
              <a:xfrm>
                <a:off x="1668650" y="6739313"/>
                <a:ext cx="169375" cy="107950"/>
              </a:xfrm>
              <a:custGeom>
                <a:rect b="b" l="l" r="r" t="t"/>
                <a:pathLst>
                  <a:path extrusionOk="0" h="4318" w="6775">
                    <a:moveTo>
                      <a:pt x="3689" y="0"/>
                    </a:moveTo>
                    <a:cubicBezTo>
                      <a:pt x="2372" y="0"/>
                      <a:pt x="1374" y="547"/>
                      <a:pt x="1358" y="555"/>
                    </a:cubicBezTo>
                    <a:lnTo>
                      <a:pt x="1417" y="650"/>
                    </a:lnTo>
                    <a:cubicBezTo>
                      <a:pt x="1425" y="650"/>
                      <a:pt x="2398" y="117"/>
                      <a:pt x="3685" y="117"/>
                    </a:cubicBezTo>
                    <a:cubicBezTo>
                      <a:pt x="4213" y="117"/>
                      <a:pt x="4793" y="207"/>
                      <a:pt x="5382" y="460"/>
                    </a:cubicBezTo>
                    <a:lnTo>
                      <a:pt x="5429" y="353"/>
                    </a:lnTo>
                    <a:cubicBezTo>
                      <a:pt x="4826" y="92"/>
                      <a:pt x="4230" y="0"/>
                      <a:pt x="3689" y="0"/>
                    </a:cubicBezTo>
                    <a:close/>
                    <a:moveTo>
                      <a:pt x="5846" y="615"/>
                    </a:moveTo>
                    <a:lnTo>
                      <a:pt x="5799" y="722"/>
                    </a:lnTo>
                    <a:cubicBezTo>
                      <a:pt x="6251" y="936"/>
                      <a:pt x="6501" y="1210"/>
                      <a:pt x="6537" y="1543"/>
                    </a:cubicBezTo>
                    <a:cubicBezTo>
                      <a:pt x="6644" y="2377"/>
                      <a:pt x="5489" y="3341"/>
                      <a:pt x="5477" y="3353"/>
                    </a:cubicBezTo>
                    <a:lnTo>
                      <a:pt x="5549" y="3448"/>
                    </a:lnTo>
                    <a:cubicBezTo>
                      <a:pt x="5596" y="3401"/>
                      <a:pt x="6775" y="2424"/>
                      <a:pt x="6656" y="1531"/>
                    </a:cubicBezTo>
                    <a:cubicBezTo>
                      <a:pt x="6608" y="1150"/>
                      <a:pt x="6334" y="841"/>
                      <a:pt x="5846" y="615"/>
                    </a:cubicBezTo>
                    <a:close/>
                    <a:moveTo>
                      <a:pt x="655" y="1138"/>
                    </a:moveTo>
                    <a:cubicBezTo>
                      <a:pt x="631" y="1162"/>
                      <a:pt x="0" y="1817"/>
                      <a:pt x="48" y="2603"/>
                    </a:cubicBezTo>
                    <a:cubicBezTo>
                      <a:pt x="72" y="3020"/>
                      <a:pt x="274" y="3389"/>
                      <a:pt x="667" y="3710"/>
                    </a:cubicBezTo>
                    <a:lnTo>
                      <a:pt x="738" y="3615"/>
                    </a:lnTo>
                    <a:cubicBezTo>
                      <a:pt x="381" y="3317"/>
                      <a:pt x="179" y="2972"/>
                      <a:pt x="167" y="2591"/>
                    </a:cubicBezTo>
                    <a:cubicBezTo>
                      <a:pt x="119" y="1865"/>
                      <a:pt x="726" y="1222"/>
                      <a:pt x="738" y="1222"/>
                    </a:cubicBezTo>
                    <a:lnTo>
                      <a:pt x="655" y="1138"/>
                    </a:lnTo>
                    <a:close/>
                    <a:moveTo>
                      <a:pt x="4882" y="3782"/>
                    </a:moveTo>
                    <a:cubicBezTo>
                      <a:pt x="4344" y="4105"/>
                      <a:pt x="3718" y="4205"/>
                      <a:pt x="3148" y="4205"/>
                    </a:cubicBezTo>
                    <a:cubicBezTo>
                      <a:pt x="2228" y="4205"/>
                      <a:pt x="1456" y="3944"/>
                      <a:pt x="1441" y="3936"/>
                    </a:cubicBezTo>
                    <a:lnTo>
                      <a:pt x="1405" y="4044"/>
                    </a:lnTo>
                    <a:cubicBezTo>
                      <a:pt x="1417" y="4055"/>
                      <a:pt x="2203" y="4317"/>
                      <a:pt x="3143" y="4317"/>
                    </a:cubicBezTo>
                    <a:cubicBezTo>
                      <a:pt x="3727" y="4317"/>
                      <a:pt x="4382" y="4222"/>
                      <a:pt x="4941" y="3877"/>
                    </a:cubicBezTo>
                    <a:lnTo>
                      <a:pt x="4882" y="378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3" name="Google Shape;1273;p71"/>
              <p:cNvSpPr/>
              <p:nvPr/>
            </p:nvSpPr>
            <p:spPr>
              <a:xfrm>
                <a:off x="1624875" y="6771038"/>
                <a:ext cx="247400" cy="88725"/>
              </a:xfrm>
              <a:custGeom>
                <a:rect b="b" l="l" r="r" t="t"/>
                <a:pathLst>
                  <a:path extrusionOk="0" h="3549" w="9896">
                    <a:moveTo>
                      <a:pt x="9788" y="0"/>
                    </a:moveTo>
                    <a:cubicBezTo>
                      <a:pt x="8800" y="1751"/>
                      <a:pt x="7478" y="2846"/>
                      <a:pt x="5871" y="3251"/>
                    </a:cubicBezTo>
                    <a:cubicBezTo>
                      <a:pt x="5376" y="3377"/>
                      <a:pt x="4881" y="3430"/>
                      <a:pt x="4401" y="3430"/>
                    </a:cubicBezTo>
                    <a:cubicBezTo>
                      <a:pt x="2075" y="3430"/>
                      <a:pt x="90" y="2199"/>
                      <a:pt x="61" y="2179"/>
                    </a:cubicBezTo>
                    <a:lnTo>
                      <a:pt x="1" y="2286"/>
                    </a:lnTo>
                    <a:cubicBezTo>
                      <a:pt x="25" y="2298"/>
                      <a:pt x="2049" y="3548"/>
                      <a:pt x="4418" y="3548"/>
                    </a:cubicBezTo>
                    <a:cubicBezTo>
                      <a:pt x="4906" y="3548"/>
                      <a:pt x="5406" y="3489"/>
                      <a:pt x="5906" y="3370"/>
                    </a:cubicBezTo>
                    <a:cubicBezTo>
                      <a:pt x="7538" y="2953"/>
                      <a:pt x="8883" y="1846"/>
                      <a:pt x="9895" y="60"/>
                    </a:cubicBezTo>
                    <a:lnTo>
                      <a:pt x="9788" y="0"/>
                    </a:lnTo>
                    <a:close/>
                  </a:path>
                </a:pathLst>
              </a:custGeom>
              <a:solidFill>
                <a:srgbClr val="FFB31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4" name="Google Shape;1274;p71"/>
              <p:cNvSpPr/>
              <p:nvPr/>
            </p:nvSpPr>
            <p:spPr>
              <a:xfrm>
                <a:off x="1643925" y="6857813"/>
                <a:ext cx="30100" cy="19675"/>
              </a:xfrm>
              <a:custGeom>
                <a:rect b="b" l="l" r="r" t="t"/>
                <a:pathLst>
                  <a:path extrusionOk="0" h="787" w="1204">
                    <a:moveTo>
                      <a:pt x="460" y="0"/>
                    </a:moveTo>
                    <a:cubicBezTo>
                      <a:pt x="268" y="0"/>
                      <a:pt x="111" y="78"/>
                      <a:pt x="61" y="220"/>
                    </a:cubicBezTo>
                    <a:cubicBezTo>
                      <a:pt x="1" y="411"/>
                      <a:pt x="191" y="649"/>
                      <a:pt x="489" y="744"/>
                    </a:cubicBezTo>
                    <a:cubicBezTo>
                      <a:pt x="574" y="773"/>
                      <a:pt x="661" y="786"/>
                      <a:pt x="741" y="786"/>
                    </a:cubicBezTo>
                    <a:cubicBezTo>
                      <a:pt x="931" y="786"/>
                      <a:pt x="1090" y="711"/>
                      <a:pt x="1132" y="578"/>
                    </a:cubicBezTo>
                    <a:cubicBezTo>
                      <a:pt x="1204" y="387"/>
                      <a:pt x="1013" y="149"/>
                      <a:pt x="715" y="42"/>
                    </a:cubicBezTo>
                    <a:cubicBezTo>
                      <a:pt x="628" y="14"/>
                      <a:pt x="541" y="0"/>
                      <a:pt x="46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5" name="Google Shape;1275;p71"/>
              <p:cNvSpPr/>
              <p:nvPr/>
            </p:nvSpPr>
            <p:spPr>
              <a:xfrm>
                <a:off x="1696025" y="6871588"/>
                <a:ext cx="25325" cy="16200"/>
              </a:xfrm>
              <a:custGeom>
                <a:rect b="b" l="l" r="r" t="t"/>
                <a:pathLst>
                  <a:path extrusionOk="0" h="648" w="1013">
                    <a:moveTo>
                      <a:pt x="377" y="1"/>
                    </a:moveTo>
                    <a:cubicBezTo>
                      <a:pt x="216" y="1"/>
                      <a:pt x="89" y="62"/>
                      <a:pt x="48" y="169"/>
                    </a:cubicBezTo>
                    <a:cubicBezTo>
                      <a:pt x="1" y="324"/>
                      <a:pt x="155" y="527"/>
                      <a:pt x="417" y="610"/>
                    </a:cubicBezTo>
                    <a:cubicBezTo>
                      <a:pt x="494" y="636"/>
                      <a:pt x="571" y="648"/>
                      <a:pt x="642" y="648"/>
                    </a:cubicBezTo>
                    <a:cubicBezTo>
                      <a:pt x="802" y="648"/>
                      <a:pt x="932" y="586"/>
                      <a:pt x="965" y="479"/>
                    </a:cubicBezTo>
                    <a:cubicBezTo>
                      <a:pt x="1013" y="324"/>
                      <a:pt x="858" y="122"/>
                      <a:pt x="608" y="38"/>
                    </a:cubicBezTo>
                    <a:cubicBezTo>
                      <a:pt x="527" y="13"/>
                      <a:pt x="449" y="1"/>
                      <a:pt x="3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6" name="Google Shape;1276;p71"/>
              <p:cNvSpPr/>
              <p:nvPr/>
            </p:nvSpPr>
            <p:spPr>
              <a:xfrm>
                <a:off x="1752575" y="6870788"/>
                <a:ext cx="27125" cy="18000"/>
              </a:xfrm>
              <a:custGeom>
                <a:rect b="b" l="l" r="r" t="t"/>
                <a:pathLst>
                  <a:path extrusionOk="0" h="720" w="1085">
                    <a:moveTo>
                      <a:pt x="427" y="0"/>
                    </a:moveTo>
                    <a:cubicBezTo>
                      <a:pt x="250" y="0"/>
                      <a:pt x="103" y="73"/>
                      <a:pt x="60" y="201"/>
                    </a:cubicBezTo>
                    <a:cubicBezTo>
                      <a:pt x="1" y="380"/>
                      <a:pt x="167" y="594"/>
                      <a:pt x="429" y="678"/>
                    </a:cubicBezTo>
                    <a:cubicBezTo>
                      <a:pt x="512" y="706"/>
                      <a:pt x="594" y="720"/>
                      <a:pt x="669" y="720"/>
                    </a:cubicBezTo>
                    <a:cubicBezTo>
                      <a:pt x="843" y="720"/>
                      <a:pt x="983" y="648"/>
                      <a:pt x="1025" y="523"/>
                    </a:cubicBezTo>
                    <a:cubicBezTo>
                      <a:pt x="1084" y="344"/>
                      <a:pt x="918" y="130"/>
                      <a:pt x="644" y="35"/>
                    </a:cubicBezTo>
                    <a:cubicBezTo>
                      <a:pt x="570" y="11"/>
                      <a:pt x="496" y="0"/>
                      <a:pt x="42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7" name="Google Shape;1277;p71"/>
              <p:cNvSpPr/>
              <p:nvPr/>
            </p:nvSpPr>
            <p:spPr>
              <a:xfrm>
                <a:off x="1804675" y="6855538"/>
                <a:ext cx="18775" cy="12600"/>
              </a:xfrm>
              <a:custGeom>
                <a:rect b="b" l="l" r="r" t="t"/>
                <a:pathLst>
                  <a:path extrusionOk="0" h="504" w="751">
                    <a:moveTo>
                      <a:pt x="300" y="0"/>
                    </a:moveTo>
                    <a:cubicBezTo>
                      <a:pt x="178" y="0"/>
                      <a:pt x="73" y="51"/>
                      <a:pt x="48" y="145"/>
                    </a:cubicBezTo>
                    <a:cubicBezTo>
                      <a:pt x="0" y="264"/>
                      <a:pt x="119" y="419"/>
                      <a:pt x="298" y="478"/>
                    </a:cubicBezTo>
                    <a:cubicBezTo>
                      <a:pt x="353" y="495"/>
                      <a:pt x="406" y="503"/>
                      <a:pt x="456" y="503"/>
                    </a:cubicBezTo>
                    <a:cubicBezTo>
                      <a:pt x="580" y="503"/>
                      <a:pt x="681" y="452"/>
                      <a:pt x="715" y="359"/>
                    </a:cubicBezTo>
                    <a:cubicBezTo>
                      <a:pt x="750" y="240"/>
                      <a:pt x="643" y="85"/>
                      <a:pt x="453" y="26"/>
                    </a:cubicBezTo>
                    <a:cubicBezTo>
                      <a:pt x="402" y="9"/>
                      <a:pt x="349" y="0"/>
                      <a:pt x="3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8" name="Google Shape;1278;p71"/>
              <p:cNvSpPr/>
              <p:nvPr/>
            </p:nvSpPr>
            <p:spPr>
              <a:xfrm>
                <a:off x="1838300" y="6828688"/>
                <a:ext cx="22050" cy="16275"/>
              </a:xfrm>
              <a:custGeom>
                <a:rect b="b" l="l" r="r" t="t"/>
                <a:pathLst>
                  <a:path extrusionOk="0" h="651" w="882">
                    <a:moveTo>
                      <a:pt x="371" y="0"/>
                    </a:moveTo>
                    <a:cubicBezTo>
                      <a:pt x="221" y="0"/>
                      <a:pt x="92" y="72"/>
                      <a:pt x="48" y="195"/>
                    </a:cubicBezTo>
                    <a:cubicBezTo>
                      <a:pt x="1" y="361"/>
                      <a:pt x="120" y="552"/>
                      <a:pt x="334" y="623"/>
                    </a:cubicBezTo>
                    <a:cubicBezTo>
                      <a:pt x="390" y="642"/>
                      <a:pt x="446" y="651"/>
                      <a:pt x="499" y="651"/>
                    </a:cubicBezTo>
                    <a:cubicBezTo>
                      <a:pt x="650" y="651"/>
                      <a:pt x="778" y="580"/>
                      <a:pt x="822" y="457"/>
                    </a:cubicBezTo>
                    <a:cubicBezTo>
                      <a:pt x="882" y="290"/>
                      <a:pt x="751" y="99"/>
                      <a:pt x="537" y="28"/>
                    </a:cubicBezTo>
                    <a:cubicBezTo>
                      <a:pt x="481" y="9"/>
                      <a:pt x="424" y="0"/>
                      <a:pt x="37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9" name="Google Shape;1279;p71"/>
              <p:cNvSpPr/>
              <p:nvPr/>
            </p:nvSpPr>
            <p:spPr>
              <a:xfrm>
                <a:off x="1847825" y="6523088"/>
                <a:ext cx="175950" cy="216725"/>
              </a:xfrm>
              <a:custGeom>
                <a:rect b="b" l="l" r="r" t="t"/>
                <a:pathLst>
                  <a:path extrusionOk="0" h="8669" w="7038">
                    <a:moveTo>
                      <a:pt x="3037" y="1"/>
                    </a:moveTo>
                    <a:lnTo>
                      <a:pt x="2977" y="108"/>
                    </a:lnTo>
                    <a:cubicBezTo>
                      <a:pt x="5156" y="1286"/>
                      <a:pt x="6275" y="3525"/>
                      <a:pt x="5644" y="5430"/>
                    </a:cubicBezTo>
                    <a:cubicBezTo>
                      <a:pt x="5076" y="7115"/>
                      <a:pt x="3321" y="8158"/>
                      <a:pt x="1248" y="8158"/>
                    </a:cubicBezTo>
                    <a:cubicBezTo>
                      <a:pt x="846" y="8158"/>
                      <a:pt x="432" y="8118"/>
                      <a:pt x="13" y="8037"/>
                    </a:cubicBezTo>
                    <a:lnTo>
                      <a:pt x="1" y="8144"/>
                    </a:lnTo>
                    <a:cubicBezTo>
                      <a:pt x="429" y="8240"/>
                      <a:pt x="858" y="8275"/>
                      <a:pt x="1263" y="8275"/>
                    </a:cubicBezTo>
                    <a:cubicBezTo>
                      <a:pt x="1406" y="8275"/>
                      <a:pt x="1537" y="8275"/>
                      <a:pt x="1668" y="8263"/>
                    </a:cubicBezTo>
                    <a:lnTo>
                      <a:pt x="2311" y="8668"/>
                    </a:lnTo>
                    <a:lnTo>
                      <a:pt x="2370" y="8573"/>
                    </a:lnTo>
                    <a:lnTo>
                      <a:pt x="1858" y="8252"/>
                    </a:lnTo>
                    <a:cubicBezTo>
                      <a:pt x="2370" y="8192"/>
                      <a:pt x="2858" y="8085"/>
                      <a:pt x="3311" y="7906"/>
                    </a:cubicBezTo>
                    <a:lnTo>
                      <a:pt x="3846" y="8442"/>
                    </a:lnTo>
                    <a:lnTo>
                      <a:pt x="3930" y="8359"/>
                    </a:lnTo>
                    <a:lnTo>
                      <a:pt x="3430" y="7859"/>
                    </a:lnTo>
                    <a:cubicBezTo>
                      <a:pt x="3811" y="7704"/>
                      <a:pt x="4156" y="7501"/>
                      <a:pt x="4466" y="7251"/>
                    </a:cubicBezTo>
                    <a:lnTo>
                      <a:pt x="5228" y="7918"/>
                    </a:lnTo>
                    <a:lnTo>
                      <a:pt x="5311" y="7835"/>
                    </a:lnTo>
                    <a:lnTo>
                      <a:pt x="4561" y="7180"/>
                    </a:lnTo>
                    <a:cubicBezTo>
                      <a:pt x="4847" y="6942"/>
                      <a:pt x="5097" y="6668"/>
                      <a:pt x="5311" y="6370"/>
                    </a:cubicBezTo>
                    <a:lnTo>
                      <a:pt x="6311" y="6978"/>
                    </a:lnTo>
                    <a:lnTo>
                      <a:pt x="6371" y="6882"/>
                    </a:lnTo>
                    <a:lnTo>
                      <a:pt x="5370" y="6263"/>
                    </a:lnTo>
                    <a:cubicBezTo>
                      <a:pt x="5525" y="6013"/>
                      <a:pt x="5656" y="5751"/>
                      <a:pt x="5751" y="5465"/>
                    </a:cubicBezTo>
                    <a:cubicBezTo>
                      <a:pt x="5799" y="5323"/>
                      <a:pt x="5835" y="5180"/>
                      <a:pt x="5871" y="5037"/>
                    </a:cubicBezTo>
                    <a:lnTo>
                      <a:pt x="6978" y="5585"/>
                    </a:lnTo>
                    <a:lnTo>
                      <a:pt x="7037" y="5477"/>
                    </a:lnTo>
                    <a:lnTo>
                      <a:pt x="5882" y="4918"/>
                    </a:lnTo>
                    <a:cubicBezTo>
                      <a:pt x="5978" y="4370"/>
                      <a:pt x="5942" y="3822"/>
                      <a:pt x="5787" y="3275"/>
                    </a:cubicBezTo>
                    <a:lnTo>
                      <a:pt x="5787" y="3275"/>
                    </a:lnTo>
                    <a:lnTo>
                      <a:pt x="6835" y="3572"/>
                    </a:lnTo>
                    <a:lnTo>
                      <a:pt x="6859" y="3465"/>
                    </a:lnTo>
                    <a:lnTo>
                      <a:pt x="5751" y="3144"/>
                    </a:lnTo>
                    <a:cubicBezTo>
                      <a:pt x="5609" y="2668"/>
                      <a:pt x="5370" y="2203"/>
                      <a:pt x="5073" y="1775"/>
                    </a:cubicBezTo>
                    <a:lnTo>
                      <a:pt x="5073" y="1775"/>
                    </a:lnTo>
                    <a:lnTo>
                      <a:pt x="6002" y="2072"/>
                    </a:lnTo>
                    <a:lnTo>
                      <a:pt x="6037" y="1965"/>
                    </a:lnTo>
                    <a:lnTo>
                      <a:pt x="4954" y="1620"/>
                    </a:lnTo>
                    <a:cubicBezTo>
                      <a:pt x="4466" y="989"/>
                      <a:pt x="3823" y="429"/>
                      <a:pt x="303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280" name="Google Shape;1280;p71"/>
          <p:cNvGrpSpPr/>
          <p:nvPr/>
        </p:nvGrpSpPr>
        <p:grpSpPr>
          <a:xfrm>
            <a:off x="249940" y="4242083"/>
            <a:ext cx="789682" cy="723827"/>
            <a:chOff x="249940" y="4242083"/>
            <a:chExt cx="789682" cy="723827"/>
          </a:xfrm>
        </p:grpSpPr>
        <p:sp>
          <p:nvSpPr>
            <p:cNvPr id="1281" name="Google Shape;1281;p71"/>
            <p:cNvSpPr/>
            <p:nvPr/>
          </p:nvSpPr>
          <p:spPr>
            <a:xfrm>
              <a:off x="389475" y="4862400"/>
              <a:ext cx="258300" cy="103500"/>
            </a:xfrm>
            <a:prstGeom prst="ellipse">
              <a:avLst/>
            </a:prstGeom>
            <a:solidFill>
              <a:srgbClr val="033342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71"/>
            <p:cNvSpPr/>
            <p:nvPr/>
          </p:nvSpPr>
          <p:spPr>
            <a:xfrm>
              <a:off x="720000" y="4627825"/>
              <a:ext cx="258300" cy="103500"/>
            </a:xfrm>
            <a:prstGeom prst="ellipse">
              <a:avLst/>
            </a:prstGeom>
            <a:solidFill>
              <a:srgbClr val="033342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83" name="Google Shape;1283;p71"/>
            <p:cNvGrpSpPr/>
            <p:nvPr/>
          </p:nvGrpSpPr>
          <p:grpSpPr>
            <a:xfrm flipH="1">
              <a:off x="249940" y="4242083"/>
              <a:ext cx="789682" cy="723827"/>
              <a:chOff x="4896425" y="6632275"/>
              <a:chExt cx="319425" cy="279125"/>
            </a:xfrm>
          </p:grpSpPr>
          <p:sp>
            <p:nvSpPr>
              <p:cNvPr id="1284" name="Google Shape;1284;p71"/>
              <p:cNvSpPr/>
              <p:nvPr/>
            </p:nvSpPr>
            <p:spPr>
              <a:xfrm>
                <a:off x="5083950" y="6632275"/>
                <a:ext cx="46175" cy="31500"/>
              </a:xfrm>
              <a:custGeom>
                <a:rect b="b" l="l" r="r" t="t"/>
                <a:pathLst>
                  <a:path extrusionOk="0" h="1260" w="1847">
                    <a:moveTo>
                      <a:pt x="461" y="0"/>
                    </a:moveTo>
                    <a:cubicBezTo>
                      <a:pt x="367" y="0"/>
                      <a:pt x="310" y="10"/>
                      <a:pt x="310" y="10"/>
                    </a:cubicBezTo>
                    <a:lnTo>
                      <a:pt x="1" y="617"/>
                    </a:lnTo>
                    <a:lnTo>
                      <a:pt x="1191" y="1260"/>
                    </a:lnTo>
                    <a:lnTo>
                      <a:pt x="1846" y="795"/>
                    </a:lnTo>
                    <a:cubicBezTo>
                      <a:pt x="1380" y="88"/>
                      <a:pt x="746" y="0"/>
                      <a:pt x="4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5" name="Google Shape;1285;p71"/>
              <p:cNvSpPr/>
              <p:nvPr/>
            </p:nvSpPr>
            <p:spPr>
              <a:xfrm>
                <a:off x="5172075" y="6684900"/>
                <a:ext cx="39600" cy="37825"/>
              </a:xfrm>
              <a:custGeom>
                <a:rect b="b" l="l" r="r" t="t"/>
                <a:pathLst>
                  <a:path extrusionOk="0" h="1513" w="1584">
                    <a:moveTo>
                      <a:pt x="548" y="0"/>
                    </a:moveTo>
                    <a:lnTo>
                      <a:pt x="0" y="405"/>
                    </a:lnTo>
                    <a:lnTo>
                      <a:pt x="786" y="1512"/>
                    </a:lnTo>
                    <a:lnTo>
                      <a:pt x="1584" y="1393"/>
                    </a:lnTo>
                    <a:cubicBezTo>
                      <a:pt x="1441" y="274"/>
                      <a:pt x="548" y="0"/>
                      <a:pt x="54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6" name="Google Shape;1286;p71"/>
              <p:cNvSpPr/>
              <p:nvPr/>
            </p:nvSpPr>
            <p:spPr>
              <a:xfrm>
                <a:off x="4896425" y="6635175"/>
                <a:ext cx="319425" cy="276225"/>
              </a:xfrm>
              <a:custGeom>
                <a:rect b="b" l="l" r="r" t="t"/>
                <a:pathLst>
                  <a:path extrusionOk="0" h="11049" w="12777">
                    <a:moveTo>
                      <a:pt x="6573" y="1"/>
                    </a:moveTo>
                    <a:lnTo>
                      <a:pt x="1" y="4442"/>
                    </a:lnTo>
                    <a:cubicBezTo>
                      <a:pt x="346" y="7088"/>
                      <a:pt x="2248" y="7133"/>
                      <a:pt x="2375" y="7133"/>
                    </a:cubicBezTo>
                    <a:cubicBezTo>
                      <a:pt x="2380" y="7133"/>
                      <a:pt x="2382" y="7133"/>
                      <a:pt x="2382" y="7133"/>
                    </a:cubicBezTo>
                    <a:lnTo>
                      <a:pt x="5490" y="4061"/>
                    </a:lnTo>
                    <a:cubicBezTo>
                      <a:pt x="6311" y="4073"/>
                      <a:pt x="7454" y="4406"/>
                      <a:pt x="8299" y="5930"/>
                    </a:cubicBezTo>
                    <a:lnTo>
                      <a:pt x="5537" y="8728"/>
                    </a:lnTo>
                    <a:cubicBezTo>
                      <a:pt x="6093" y="10805"/>
                      <a:pt x="7534" y="11049"/>
                      <a:pt x="8180" y="11049"/>
                    </a:cubicBezTo>
                    <a:cubicBezTo>
                      <a:pt x="8378" y="11049"/>
                      <a:pt x="8502" y="11026"/>
                      <a:pt x="8502" y="11026"/>
                    </a:cubicBezTo>
                    <a:lnTo>
                      <a:pt x="12776" y="4906"/>
                    </a:lnTo>
                    <a:cubicBezTo>
                      <a:pt x="11836" y="822"/>
                      <a:pt x="6573" y="1"/>
                      <a:pt x="657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7" name="Google Shape;1287;p71"/>
              <p:cNvSpPr/>
              <p:nvPr/>
            </p:nvSpPr>
            <p:spPr>
              <a:xfrm>
                <a:off x="4902100" y="6738800"/>
                <a:ext cx="69950" cy="68950"/>
              </a:xfrm>
              <a:custGeom>
                <a:rect b="b" l="l" r="r" t="t"/>
                <a:pathLst>
                  <a:path extrusionOk="0" h="2758" w="2798">
                    <a:moveTo>
                      <a:pt x="870" y="0"/>
                    </a:moveTo>
                    <a:cubicBezTo>
                      <a:pt x="704" y="0"/>
                      <a:pt x="552" y="46"/>
                      <a:pt x="429" y="142"/>
                    </a:cubicBezTo>
                    <a:cubicBezTo>
                      <a:pt x="0" y="475"/>
                      <a:pt x="83" y="1309"/>
                      <a:pt x="619" y="1987"/>
                    </a:cubicBezTo>
                    <a:cubicBezTo>
                      <a:pt x="1003" y="2473"/>
                      <a:pt x="1515" y="2758"/>
                      <a:pt x="1932" y="2758"/>
                    </a:cubicBezTo>
                    <a:cubicBezTo>
                      <a:pt x="2097" y="2758"/>
                      <a:pt x="2248" y="2713"/>
                      <a:pt x="2369" y="2618"/>
                    </a:cubicBezTo>
                    <a:cubicBezTo>
                      <a:pt x="2798" y="2273"/>
                      <a:pt x="2703" y="1452"/>
                      <a:pt x="2167" y="773"/>
                    </a:cubicBezTo>
                    <a:cubicBezTo>
                      <a:pt x="1785" y="281"/>
                      <a:pt x="1283" y="0"/>
                      <a:pt x="87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8" name="Google Shape;1288;p71"/>
              <p:cNvSpPr/>
              <p:nvPr/>
            </p:nvSpPr>
            <p:spPr>
              <a:xfrm>
                <a:off x="5038725" y="6840600"/>
                <a:ext cx="77700" cy="65750"/>
              </a:xfrm>
              <a:custGeom>
                <a:rect b="b" l="l" r="r" t="t"/>
                <a:pathLst>
                  <a:path extrusionOk="0" h="2630" w="3108">
                    <a:moveTo>
                      <a:pt x="967" y="0"/>
                    </a:moveTo>
                    <a:cubicBezTo>
                      <a:pt x="731" y="0"/>
                      <a:pt x="524" y="73"/>
                      <a:pt x="381" y="225"/>
                    </a:cubicBezTo>
                    <a:cubicBezTo>
                      <a:pt x="0" y="630"/>
                      <a:pt x="214" y="1452"/>
                      <a:pt x="869" y="2047"/>
                    </a:cubicBezTo>
                    <a:cubicBezTo>
                      <a:pt x="1271" y="2426"/>
                      <a:pt x="1747" y="2629"/>
                      <a:pt x="2141" y="2629"/>
                    </a:cubicBezTo>
                    <a:cubicBezTo>
                      <a:pt x="2377" y="2629"/>
                      <a:pt x="2584" y="2556"/>
                      <a:pt x="2727" y="2404"/>
                    </a:cubicBezTo>
                    <a:cubicBezTo>
                      <a:pt x="3108" y="1999"/>
                      <a:pt x="2881" y="1178"/>
                      <a:pt x="2238" y="582"/>
                    </a:cubicBezTo>
                    <a:cubicBezTo>
                      <a:pt x="1837" y="203"/>
                      <a:pt x="1361" y="0"/>
                      <a:pt x="96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9" name="Google Shape;1289;p71"/>
              <p:cNvSpPr/>
              <p:nvPr/>
            </p:nvSpPr>
            <p:spPr>
              <a:xfrm>
                <a:off x="4924700" y="6640250"/>
                <a:ext cx="284000" cy="247075"/>
              </a:xfrm>
              <a:custGeom>
                <a:rect b="b" l="l" r="r" t="t"/>
                <a:pathLst>
                  <a:path extrusionOk="0" h="9883" w="11360">
                    <a:moveTo>
                      <a:pt x="6287" y="3298"/>
                    </a:moveTo>
                    <a:cubicBezTo>
                      <a:pt x="6192" y="3298"/>
                      <a:pt x="6121" y="3453"/>
                      <a:pt x="6121" y="3655"/>
                    </a:cubicBezTo>
                    <a:cubicBezTo>
                      <a:pt x="6121" y="3846"/>
                      <a:pt x="6192" y="4013"/>
                      <a:pt x="6287" y="4013"/>
                    </a:cubicBezTo>
                    <a:cubicBezTo>
                      <a:pt x="6371" y="4013"/>
                      <a:pt x="6454" y="3846"/>
                      <a:pt x="6454" y="3655"/>
                    </a:cubicBezTo>
                    <a:cubicBezTo>
                      <a:pt x="6454" y="3453"/>
                      <a:pt x="6371" y="3298"/>
                      <a:pt x="6287" y="3298"/>
                    </a:cubicBezTo>
                    <a:close/>
                    <a:moveTo>
                      <a:pt x="6264" y="2893"/>
                    </a:moveTo>
                    <a:cubicBezTo>
                      <a:pt x="6454" y="2893"/>
                      <a:pt x="6621" y="3215"/>
                      <a:pt x="6621" y="3584"/>
                    </a:cubicBezTo>
                    <a:cubicBezTo>
                      <a:pt x="6621" y="3965"/>
                      <a:pt x="6454" y="4274"/>
                      <a:pt x="6264" y="4274"/>
                    </a:cubicBezTo>
                    <a:cubicBezTo>
                      <a:pt x="6061" y="4274"/>
                      <a:pt x="5906" y="3965"/>
                      <a:pt x="5906" y="3584"/>
                    </a:cubicBezTo>
                    <a:cubicBezTo>
                      <a:pt x="5906" y="3215"/>
                      <a:pt x="6061" y="2893"/>
                      <a:pt x="6264" y="2893"/>
                    </a:cubicBezTo>
                    <a:close/>
                    <a:moveTo>
                      <a:pt x="6264" y="2798"/>
                    </a:moveTo>
                    <a:cubicBezTo>
                      <a:pt x="6002" y="2798"/>
                      <a:pt x="5799" y="3143"/>
                      <a:pt x="5799" y="3584"/>
                    </a:cubicBezTo>
                    <a:cubicBezTo>
                      <a:pt x="5799" y="4024"/>
                      <a:pt x="6002" y="4382"/>
                      <a:pt x="6264" y="4382"/>
                    </a:cubicBezTo>
                    <a:cubicBezTo>
                      <a:pt x="6514" y="4382"/>
                      <a:pt x="6716" y="4036"/>
                      <a:pt x="6716" y="3584"/>
                    </a:cubicBezTo>
                    <a:cubicBezTo>
                      <a:pt x="6716" y="3143"/>
                      <a:pt x="6514" y="2798"/>
                      <a:pt x="6264" y="2798"/>
                    </a:cubicBezTo>
                    <a:close/>
                    <a:moveTo>
                      <a:pt x="5061" y="0"/>
                    </a:moveTo>
                    <a:lnTo>
                      <a:pt x="5049" y="107"/>
                    </a:lnTo>
                    <a:cubicBezTo>
                      <a:pt x="5109" y="107"/>
                      <a:pt x="10645" y="834"/>
                      <a:pt x="11264" y="5191"/>
                    </a:cubicBezTo>
                    <a:lnTo>
                      <a:pt x="11359" y="5167"/>
                    </a:lnTo>
                    <a:cubicBezTo>
                      <a:pt x="10728" y="750"/>
                      <a:pt x="5121" y="12"/>
                      <a:pt x="5061" y="0"/>
                    </a:cubicBezTo>
                    <a:close/>
                    <a:moveTo>
                      <a:pt x="3015" y="1619"/>
                    </a:moveTo>
                    <a:cubicBezTo>
                      <a:pt x="2984" y="1619"/>
                      <a:pt x="2967" y="1619"/>
                      <a:pt x="2966" y="1619"/>
                    </a:cubicBezTo>
                    <a:lnTo>
                      <a:pt x="2966" y="1715"/>
                    </a:lnTo>
                    <a:cubicBezTo>
                      <a:pt x="2968" y="1715"/>
                      <a:pt x="2981" y="1714"/>
                      <a:pt x="3003" y="1714"/>
                    </a:cubicBezTo>
                    <a:cubicBezTo>
                      <a:pt x="3480" y="1714"/>
                      <a:pt x="8310" y="1823"/>
                      <a:pt x="10038" y="6596"/>
                    </a:cubicBezTo>
                    <a:lnTo>
                      <a:pt x="10133" y="6572"/>
                    </a:lnTo>
                    <a:cubicBezTo>
                      <a:pt x="9181" y="3917"/>
                      <a:pt x="7276" y="2715"/>
                      <a:pt x="5859" y="2167"/>
                    </a:cubicBezTo>
                    <a:cubicBezTo>
                      <a:pt x="4480" y="1647"/>
                      <a:pt x="3271" y="1619"/>
                      <a:pt x="3015" y="1619"/>
                    </a:cubicBezTo>
                    <a:close/>
                    <a:moveTo>
                      <a:pt x="275" y="3395"/>
                    </a:moveTo>
                    <a:cubicBezTo>
                      <a:pt x="117" y="3395"/>
                      <a:pt x="13" y="3413"/>
                      <a:pt x="1" y="3417"/>
                    </a:cubicBezTo>
                    <a:lnTo>
                      <a:pt x="25" y="3512"/>
                    </a:lnTo>
                    <a:cubicBezTo>
                      <a:pt x="25" y="3512"/>
                      <a:pt x="116" y="3497"/>
                      <a:pt x="261" y="3497"/>
                    </a:cubicBezTo>
                    <a:cubicBezTo>
                      <a:pt x="544" y="3497"/>
                      <a:pt x="1032" y="3555"/>
                      <a:pt x="1442" y="3893"/>
                    </a:cubicBezTo>
                    <a:cubicBezTo>
                      <a:pt x="1918" y="4298"/>
                      <a:pt x="2168" y="4989"/>
                      <a:pt x="2168" y="5941"/>
                    </a:cubicBezTo>
                    <a:lnTo>
                      <a:pt x="1215" y="6894"/>
                    </a:lnTo>
                    <a:lnTo>
                      <a:pt x="1287" y="6965"/>
                    </a:lnTo>
                    <a:lnTo>
                      <a:pt x="4394" y="3893"/>
                    </a:lnTo>
                    <a:lnTo>
                      <a:pt x="4323" y="3822"/>
                    </a:lnTo>
                    <a:lnTo>
                      <a:pt x="2275" y="5846"/>
                    </a:lnTo>
                    <a:cubicBezTo>
                      <a:pt x="2251" y="4917"/>
                      <a:pt x="2001" y="4227"/>
                      <a:pt x="1501" y="3822"/>
                    </a:cubicBezTo>
                    <a:cubicBezTo>
                      <a:pt x="1078" y="3462"/>
                      <a:pt x="578" y="3395"/>
                      <a:pt x="275" y="3395"/>
                    </a:cubicBezTo>
                    <a:close/>
                    <a:moveTo>
                      <a:pt x="7728" y="5072"/>
                    </a:moveTo>
                    <a:lnTo>
                      <a:pt x="4371" y="8489"/>
                    </a:lnTo>
                    <a:lnTo>
                      <a:pt x="4442" y="8561"/>
                    </a:lnTo>
                    <a:lnTo>
                      <a:pt x="5442" y="7549"/>
                    </a:lnTo>
                    <a:cubicBezTo>
                      <a:pt x="5680" y="7549"/>
                      <a:pt x="7740" y="7668"/>
                      <a:pt x="7978" y="9882"/>
                    </a:cubicBezTo>
                    <a:lnTo>
                      <a:pt x="8073" y="9870"/>
                    </a:lnTo>
                    <a:cubicBezTo>
                      <a:pt x="7847" y="7787"/>
                      <a:pt x="6014" y="7489"/>
                      <a:pt x="5537" y="7453"/>
                    </a:cubicBezTo>
                    <a:lnTo>
                      <a:pt x="7800" y="5144"/>
                    </a:lnTo>
                    <a:lnTo>
                      <a:pt x="7728" y="507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0" name="Google Shape;1290;p71"/>
              <p:cNvSpPr/>
              <p:nvPr/>
            </p:nvSpPr>
            <p:spPr>
              <a:xfrm>
                <a:off x="5041700" y="6658100"/>
                <a:ext cx="152700" cy="108375"/>
              </a:xfrm>
              <a:custGeom>
                <a:rect b="b" l="l" r="r" t="t"/>
                <a:pathLst>
                  <a:path extrusionOk="0" h="4335" w="6108">
                    <a:moveTo>
                      <a:pt x="369" y="0"/>
                    </a:moveTo>
                    <a:cubicBezTo>
                      <a:pt x="167" y="0"/>
                      <a:pt x="0" y="84"/>
                      <a:pt x="0" y="179"/>
                    </a:cubicBezTo>
                    <a:cubicBezTo>
                      <a:pt x="0" y="274"/>
                      <a:pt x="167" y="346"/>
                      <a:pt x="369" y="346"/>
                    </a:cubicBezTo>
                    <a:cubicBezTo>
                      <a:pt x="572" y="346"/>
                      <a:pt x="738" y="274"/>
                      <a:pt x="738" y="179"/>
                    </a:cubicBezTo>
                    <a:cubicBezTo>
                      <a:pt x="738" y="84"/>
                      <a:pt x="572" y="0"/>
                      <a:pt x="369" y="0"/>
                    </a:cubicBezTo>
                    <a:close/>
                    <a:moveTo>
                      <a:pt x="2417" y="548"/>
                    </a:moveTo>
                    <a:cubicBezTo>
                      <a:pt x="2215" y="548"/>
                      <a:pt x="2048" y="643"/>
                      <a:pt x="2048" y="751"/>
                    </a:cubicBezTo>
                    <a:cubicBezTo>
                      <a:pt x="2048" y="858"/>
                      <a:pt x="2215" y="953"/>
                      <a:pt x="2417" y="953"/>
                    </a:cubicBezTo>
                    <a:cubicBezTo>
                      <a:pt x="2631" y="953"/>
                      <a:pt x="2798" y="858"/>
                      <a:pt x="2798" y="751"/>
                    </a:cubicBezTo>
                    <a:cubicBezTo>
                      <a:pt x="2798" y="643"/>
                      <a:pt x="2619" y="548"/>
                      <a:pt x="2417" y="548"/>
                    </a:cubicBezTo>
                    <a:close/>
                    <a:moveTo>
                      <a:pt x="4655" y="2132"/>
                    </a:moveTo>
                    <a:cubicBezTo>
                      <a:pt x="4465" y="2132"/>
                      <a:pt x="4310" y="2227"/>
                      <a:pt x="4310" y="2358"/>
                    </a:cubicBezTo>
                    <a:cubicBezTo>
                      <a:pt x="4310" y="2477"/>
                      <a:pt x="4465" y="2572"/>
                      <a:pt x="4655" y="2572"/>
                    </a:cubicBezTo>
                    <a:cubicBezTo>
                      <a:pt x="4666" y="2573"/>
                      <a:pt x="4676" y="2573"/>
                      <a:pt x="4686" y="2573"/>
                    </a:cubicBezTo>
                    <a:cubicBezTo>
                      <a:pt x="4873" y="2573"/>
                      <a:pt x="5013" y="2471"/>
                      <a:pt x="5013" y="2358"/>
                    </a:cubicBezTo>
                    <a:cubicBezTo>
                      <a:pt x="5013" y="2227"/>
                      <a:pt x="4858" y="2132"/>
                      <a:pt x="4655" y="2132"/>
                    </a:cubicBezTo>
                    <a:close/>
                    <a:moveTo>
                      <a:pt x="5763" y="3906"/>
                    </a:moveTo>
                    <a:cubicBezTo>
                      <a:pt x="5572" y="3906"/>
                      <a:pt x="5406" y="4001"/>
                      <a:pt x="5406" y="4120"/>
                    </a:cubicBezTo>
                    <a:cubicBezTo>
                      <a:pt x="5406" y="4227"/>
                      <a:pt x="5572" y="4334"/>
                      <a:pt x="5763" y="4334"/>
                    </a:cubicBezTo>
                    <a:cubicBezTo>
                      <a:pt x="5953" y="4334"/>
                      <a:pt x="6108" y="4227"/>
                      <a:pt x="6108" y="4120"/>
                    </a:cubicBezTo>
                    <a:cubicBezTo>
                      <a:pt x="6108" y="4001"/>
                      <a:pt x="5953" y="3906"/>
                      <a:pt x="5763" y="390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1" name="Google Shape;1291;p71"/>
              <p:cNvSpPr/>
              <p:nvPr/>
            </p:nvSpPr>
            <p:spPr>
              <a:xfrm>
                <a:off x="4935125" y="6752050"/>
                <a:ext cx="29800" cy="35375"/>
              </a:xfrm>
              <a:custGeom>
                <a:rect b="b" l="l" r="r" t="t"/>
                <a:pathLst>
                  <a:path extrusionOk="0" h="1415" w="1192">
                    <a:moveTo>
                      <a:pt x="189" y="0"/>
                    </a:moveTo>
                    <a:cubicBezTo>
                      <a:pt x="167" y="0"/>
                      <a:pt x="148" y="6"/>
                      <a:pt x="132" y="17"/>
                    </a:cubicBezTo>
                    <a:cubicBezTo>
                      <a:pt x="1" y="100"/>
                      <a:pt x="120" y="481"/>
                      <a:pt x="382" y="862"/>
                    </a:cubicBezTo>
                    <a:cubicBezTo>
                      <a:pt x="598" y="1192"/>
                      <a:pt x="859" y="1414"/>
                      <a:pt x="1010" y="1414"/>
                    </a:cubicBezTo>
                    <a:cubicBezTo>
                      <a:pt x="1034" y="1414"/>
                      <a:pt x="1055" y="1409"/>
                      <a:pt x="1072" y="1398"/>
                    </a:cubicBezTo>
                    <a:cubicBezTo>
                      <a:pt x="1191" y="1315"/>
                      <a:pt x="1084" y="934"/>
                      <a:pt x="822" y="553"/>
                    </a:cubicBezTo>
                    <a:cubicBezTo>
                      <a:pt x="596" y="223"/>
                      <a:pt x="333" y="0"/>
                      <a:pt x="1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2" name="Google Shape;1292;p71"/>
              <p:cNvSpPr/>
              <p:nvPr/>
            </p:nvSpPr>
            <p:spPr>
              <a:xfrm>
                <a:off x="5079800" y="6853250"/>
                <a:ext cx="29775" cy="35375"/>
              </a:xfrm>
              <a:custGeom>
                <a:rect b="b" l="l" r="r" t="t"/>
                <a:pathLst>
                  <a:path extrusionOk="0" h="1415" w="1191">
                    <a:moveTo>
                      <a:pt x="189" y="0"/>
                    </a:moveTo>
                    <a:cubicBezTo>
                      <a:pt x="167" y="0"/>
                      <a:pt x="147" y="6"/>
                      <a:pt x="131" y="17"/>
                    </a:cubicBezTo>
                    <a:cubicBezTo>
                      <a:pt x="0" y="100"/>
                      <a:pt x="119" y="481"/>
                      <a:pt x="381" y="862"/>
                    </a:cubicBezTo>
                    <a:cubicBezTo>
                      <a:pt x="597" y="1192"/>
                      <a:pt x="858" y="1415"/>
                      <a:pt x="1010" y="1415"/>
                    </a:cubicBezTo>
                    <a:cubicBezTo>
                      <a:pt x="1033" y="1415"/>
                      <a:pt x="1054" y="1409"/>
                      <a:pt x="1072" y="1398"/>
                    </a:cubicBezTo>
                    <a:cubicBezTo>
                      <a:pt x="1191" y="1315"/>
                      <a:pt x="1084" y="934"/>
                      <a:pt x="822" y="553"/>
                    </a:cubicBezTo>
                    <a:cubicBezTo>
                      <a:pt x="595" y="223"/>
                      <a:pt x="333" y="0"/>
                      <a:pt x="1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293" name="Google Shape;1293;p71"/>
          <p:cNvGrpSpPr/>
          <p:nvPr/>
        </p:nvGrpSpPr>
        <p:grpSpPr>
          <a:xfrm>
            <a:off x="8261036" y="3046749"/>
            <a:ext cx="552826" cy="572713"/>
            <a:chOff x="8261036" y="3046749"/>
            <a:chExt cx="552826" cy="572713"/>
          </a:xfrm>
        </p:grpSpPr>
        <p:sp>
          <p:nvSpPr>
            <p:cNvPr id="1294" name="Google Shape;1294;p71"/>
            <p:cNvSpPr/>
            <p:nvPr/>
          </p:nvSpPr>
          <p:spPr>
            <a:xfrm>
              <a:off x="8452063" y="3515950"/>
              <a:ext cx="361800" cy="103500"/>
            </a:xfrm>
            <a:prstGeom prst="ellipse">
              <a:avLst/>
            </a:prstGeom>
            <a:solidFill>
              <a:srgbClr val="033342">
                <a:alpha val="145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95" name="Google Shape;1295;p71"/>
            <p:cNvGrpSpPr/>
            <p:nvPr/>
          </p:nvGrpSpPr>
          <p:grpSpPr>
            <a:xfrm>
              <a:off x="8261036" y="3046749"/>
              <a:ext cx="466444" cy="572713"/>
              <a:chOff x="1232300" y="6366250"/>
              <a:chExt cx="326550" cy="400975"/>
            </a:xfrm>
          </p:grpSpPr>
          <p:sp>
            <p:nvSpPr>
              <p:cNvPr id="1296" name="Google Shape;1296;p71"/>
              <p:cNvSpPr/>
              <p:nvPr/>
            </p:nvSpPr>
            <p:spPr>
              <a:xfrm>
                <a:off x="1232300" y="6460925"/>
                <a:ext cx="326550" cy="306300"/>
              </a:xfrm>
              <a:custGeom>
                <a:rect b="b" l="l" r="r" t="t"/>
                <a:pathLst>
                  <a:path extrusionOk="0" h="12252" w="13062">
                    <a:moveTo>
                      <a:pt x="6716" y="1381"/>
                    </a:moveTo>
                    <a:lnTo>
                      <a:pt x="6716" y="1381"/>
                    </a:lnTo>
                    <a:cubicBezTo>
                      <a:pt x="9037" y="1453"/>
                      <a:pt x="10990" y="2846"/>
                      <a:pt x="11704" y="4739"/>
                    </a:cubicBezTo>
                    <a:lnTo>
                      <a:pt x="7121" y="5632"/>
                    </a:lnTo>
                    <a:lnTo>
                      <a:pt x="6716" y="1381"/>
                    </a:lnTo>
                    <a:close/>
                    <a:moveTo>
                      <a:pt x="5751" y="1429"/>
                    </a:moveTo>
                    <a:lnTo>
                      <a:pt x="6370" y="5775"/>
                    </a:lnTo>
                    <a:lnTo>
                      <a:pt x="1108" y="6787"/>
                    </a:lnTo>
                    <a:cubicBezTo>
                      <a:pt x="1096" y="6632"/>
                      <a:pt x="1084" y="6477"/>
                      <a:pt x="1084" y="6322"/>
                    </a:cubicBezTo>
                    <a:cubicBezTo>
                      <a:pt x="1084" y="3834"/>
                      <a:pt x="3108" y="1774"/>
                      <a:pt x="5751" y="1429"/>
                    </a:cubicBezTo>
                    <a:close/>
                    <a:moveTo>
                      <a:pt x="11931" y="5632"/>
                    </a:moveTo>
                    <a:cubicBezTo>
                      <a:pt x="11966" y="5858"/>
                      <a:pt x="11990" y="6084"/>
                      <a:pt x="11990" y="6310"/>
                    </a:cubicBezTo>
                    <a:cubicBezTo>
                      <a:pt x="11990" y="7822"/>
                      <a:pt x="11228" y="9180"/>
                      <a:pt x="10050" y="10085"/>
                    </a:cubicBezTo>
                    <a:cubicBezTo>
                      <a:pt x="9490" y="9299"/>
                      <a:pt x="8573" y="8787"/>
                      <a:pt x="7525" y="8787"/>
                    </a:cubicBezTo>
                    <a:lnTo>
                      <a:pt x="7430" y="8787"/>
                    </a:lnTo>
                    <a:lnTo>
                      <a:pt x="7216" y="6549"/>
                    </a:lnTo>
                    <a:lnTo>
                      <a:pt x="11931" y="5632"/>
                    </a:lnTo>
                    <a:close/>
                    <a:moveTo>
                      <a:pt x="6501" y="6691"/>
                    </a:moveTo>
                    <a:lnTo>
                      <a:pt x="6811" y="8870"/>
                    </a:lnTo>
                    <a:cubicBezTo>
                      <a:pt x="5751" y="9120"/>
                      <a:pt x="4906" y="9906"/>
                      <a:pt x="4585" y="10930"/>
                    </a:cubicBezTo>
                    <a:cubicBezTo>
                      <a:pt x="3001" y="10382"/>
                      <a:pt x="1775" y="9180"/>
                      <a:pt x="1298" y="7703"/>
                    </a:cubicBezTo>
                    <a:lnTo>
                      <a:pt x="6501" y="6691"/>
                    </a:lnTo>
                    <a:close/>
                    <a:moveTo>
                      <a:pt x="6537" y="0"/>
                    </a:moveTo>
                    <a:cubicBezTo>
                      <a:pt x="2930" y="0"/>
                      <a:pt x="1" y="2739"/>
                      <a:pt x="1" y="6120"/>
                    </a:cubicBezTo>
                    <a:cubicBezTo>
                      <a:pt x="1" y="8823"/>
                      <a:pt x="1870" y="11121"/>
                      <a:pt x="4454" y="11930"/>
                    </a:cubicBezTo>
                    <a:cubicBezTo>
                      <a:pt x="5108" y="12133"/>
                      <a:pt x="5811" y="12252"/>
                      <a:pt x="6537" y="12252"/>
                    </a:cubicBezTo>
                    <a:cubicBezTo>
                      <a:pt x="8014" y="12252"/>
                      <a:pt x="9383" y="11787"/>
                      <a:pt x="10478" y="11001"/>
                    </a:cubicBezTo>
                    <a:cubicBezTo>
                      <a:pt x="12050" y="9882"/>
                      <a:pt x="13062" y="8108"/>
                      <a:pt x="13062" y="6120"/>
                    </a:cubicBezTo>
                    <a:cubicBezTo>
                      <a:pt x="13062" y="2739"/>
                      <a:pt x="10145" y="0"/>
                      <a:pt x="653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7" name="Google Shape;1297;p71"/>
              <p:cNvSpPr/>
              <p:nvPr/>
            </p:nvSpPr>
            <p:spPr>
              <a:xfrm>
                <a:off x="1273675" y="6495450"/>
                <a:ext cx="240525" cy="221475"/>
              </a:xfrm>
              <a:custGeom>
                <a:rect b="b" l="l" r="r" t="t"/>
                <a:pathLst>
                  <a:path extrusionOk="0" h="8859" w="9621">
                    <a:moveTo>
                      <a:pt x="9418" y="0"/>
                    </a:moveTo>
                    <a:lnTo>
                      <a:pt x="8335" y="727"/>
                    </a:lnTo>
                    <a:lnTo>
                      <a:pt x="8764" y="1262"/>
                    </a:lnTo>
                    <a:lnTo>
                      <a:pt x="3489" y="4144"/>
                    </a:lnTo>
                    <a:lnTo>
                      <a:pt x="4561" y="5620"/>
                    </a:lnTo>
                    <a:lnTo>
                      <a:pt x="1548" y="8108"/>
                    </a:lnTo>
                    <a:lnTo>
                      <a:pt x="1179" y="7454"/>
                    </a:lnTo>
                    <a:lnTo>
                      <a:pt x="1" y="8275"/>
                    </a:lnTo>
                    <a:lnTo>
                      <a:pt x="644" y="8858"/>
                    </a:lnTo>
                    <a:lnTo>
                      <a:pt x="6347" y="5382"/>
                    </a:lnTo>
                    <a:lnTo>
                      <a:pt x="5597" y="3715"/>
                    </a:lnTo>
                    <a:lnTo>
                      <a:pt x="9621" y="786"/>
                    </a:lnTo>
                    <a:lnTo>
                      <a:pt x="941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8" name="Google Shape;1298;p71"/>
              <p:cNvSpPr/>
              <p:nvPr/>
            </p:nvSpPr>
            <p:spPr>
              <a:xfrm>
                <a:off x="1382025" y="6599625"/>
                <a:ext cx="33075" cy="25025"/>
              </a:xfrm>
              <a:custGeom>
                <a:rect b="b" l="l" r="r" t="t"/>
                <a:pathLst>
                  <a:path extrusionOk="0" h="1001" w="1323">
                    <a:moveTo>
                      <a:pt x="632" y="358"/>
                    </a:moveTo>
                    <a:cubicBezTo>
                      <a:pt x="477" y="358"/>
                      <a:pt x="358" y="441"/>
                      <a:pt x="358" y="536"/>
                    </a:cubicBezTo>
                    <a:cubicBezTo>
                      <a:pt x="358" y="631"/>
                      <a:pt x="477" y="715"/>
                      <a:pt x="632" y="715"/>
                    </a:cubicBezTo>
                    <a:cubicBezTo>
                      <a:pt x="774" y="715"/>
                      <a:pt x="905" y="631"/>
                      <a:pt x="905" y="536"/>
                    </a:cubicBezTo>
                    <a:cubicBezTo>
                      <a:pt x="905" y="441"/>
                      <a:pt x="774" y="358"/>
                      <a:pt x="632" y="358"/>
                    </a:cubicBezTo>
                    <a:close/>
                    <a:moveTo>
                      <a:pt x="667" y="119"/>
                    </a:moveTo>
                    <a:cubicBezTo>
                      <a:pt x="965" y="119"/>
                      <a:pt x="1203" y="286"/>
                      <a:pt x="1203" y="500"/>
                    </a:cubicBezTo>
                    <a:cubicBezTo>
                      <a:pt x="1203" y="715"/>
                      <a:pt x="965" y="881"/>
                      <a:pt x="667" y="881"/>
                    </a:cubicBezTo>
                    <a:cubicBezTo>
                      <a:pt x="370" y="881"/>
                      <a:pt x="120" y="715"/>
                      <a:pt x="120" y="500"/>
                    </a:cubicBezTo>
                    <a:cubicBezTo>
                      <a:pt x="120" y="286"/>
                      <a:pt x="358" y="119"/>
                      <a:pt x="667" y="119"/>
                    </a:cubicBezTo>
                    <a:close/>
                    <a:moveTo>
                      <a:pt x="667" y="0"/>
                    </a:moveTo>
                    <a:cubicBezTo>
                      <a:pt x="298" y="0"/>
                      <a:pt x="0" y="227"/>
                      <a:pt x="0" y="500"/>
                    </a:cubicBezTo>
                    <a:cubicBezTo>
                      <a:pt x="0" y="774"/>
                      <a:pt x="298" y="1001"/>
                      <a:pt x="667" y="1001"/>
                    </a:cubicBezTo>
                    <a:cubicBezTo>
                      <a:pt x="1024" y="1001"/>
                      <a:pt x="1322" y="774"/>
                      <a:pt x="1322" y="500"/>
                    </a:cubicBezTo>
                    <a:cubicBezTo>
                      <a:pt x="1322" y="227"/>
                      <a:pt x="1024" y="0"/>
                      <a:pt x="667" y="0"/>
                    </a:cubicBezTo>
                    <a:close/>
                  </a:path>
                </a:pathLst>
              </a:custGeom>
              <a:solidFill>
                <a:srgbClr val="003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9" name="Google Shape;1299;p71"/>
              <p:cNvSpPr/>
              <p:nvPr/>
            </p:nvSpPr>
            <p:spPr>
              <a:xfrm>
                <a:off x="1356425" y="6688050"/>
                <a:ext cx="119375" cy="54175"/>
              </a:xfrm>
              <a:custGeom>
                <a:rect b="b" l="l" r="r" t="t"/>
                <a:pathLst>
                  <a:path extrusionOk="0" h="2167" w="4775">
                    <a:moveTo>
                      <a:pt x="3120" y="654"/>
                    </a:moveTo>
                    <a:lnTo>
                      <a:pt x="3001" y="678"/>
                    </a:lnTo>
                    <a:lnTo>
                      <a:pt x="3025" y="893"/>
                    </a:lnTo>
                    <a:cubicBezTo>
                      <a:pt x="2941" y="904"/>
                      <a:pt x="2858" y="940"/>
                      <a:pt x="2787" y="1000"/>
                    </a:cubicBezTo>
                    <a:lnTo>
                      <a:pt x="2560" y="857"/>
                    </a:lnTo>
                    <a:lnTo>
                      <a:pt x="2489" y="964"/>
                    </a:lnTo>
                    <a:lnTo>
                      <a:pt x="2715" y="1095"/>
                    </a:lnTo>
                    <a:cubicBezTo>
                      <a:pt x="2679" y="1154"/>
                      <a:pt x="2656" y="1214"/>
                      <a:pt x="2656" y="1274"/>
                    </a:cubicBezTo>
                    <a:cubicBezTo>
                      <a:pt x="2656" y="1297"/>
                      <a:pt x="2668" y="1309"/>
                      <a:pt x="2668" y="1321"/>
                    </a:cubicBezTo>
                    <a:lnTo>
                      <a:pt x="2382" y="1381"/>
                    </a:lnTo>
                    <a:lnTo>
                      <a:pt x="2406" y="1500"/>
                    </a:lnTo>
                    <a:lnTo>
                      <a:pt x="2703" y="1440"/>
                    </a:lnTo>
                    <a:cubicBezTo>
                      <a:pt x="2739" y="1512"/>
                      <a:pt x="2787" y="1559"/>
                      <a:pt x="2858" y="1595"/>
                    </a:cubicBezTo>
                    <a:lnTo>
                      <a:pt x="2703" y="1845"/>
                    </a:lnTo>
                    <a:lnTo>
                      <a:pt x="2810" y="1905"/>
                    </a:lnTo>
                    <a:lnTo>
                      <a:pt x="2965" y="1655"/>
                    </a:lnTo>
                    <a:cubicBezTo>
                      <a:pt x="3013" y="1666"/>
                      <a:pt x="3072" y="1678"/>
                      <a:pt x="3120" y="1678"/>
                    </a:cubicBezTo>
                    <a:cubicBezTo>
                      <a:pt x="3132" y="1678"/>
                      <a:pt x="3132" y="1666"/>
                      <a:pt x="3144" y="1666"/>
                    </a:cubicBezTo>
                    <a:lnTo>
                      <a:pt x="3180" y="1952"/>
                    </a:lnTo>
                    <a:lnTo>
                      <a:pt x="3299" y="1928"/>
                    </a:lnTo>
                    <a:lnTo>
                      <a:pt x="3263" y="1655"/>
                    </a:lnTo>
                    <a:cubicBezTo>
                      <a:pt x="3322" y="1631"/>
                      <a:pt x="3394" y="1607"/>
                      <a:pt x="3441" y="1559"/>
                    </a:cubicBezTo>
                    <a:lnTo>
                      <a:pt x="3620" y="1702"/>
                    </a:lnTo>
                    <a:lnTo>
                      <a:pt x="3691" y="1607"/>
                    </a:lnTo>
                    <a:lnTo>
                      <a:pt x="3525" y="1476"/>
                    </a:lnTo>
                    <a:cubicBezTo>
                      <a:pt x="3561" y="1416"/>
                      <a:pt x="3584" y="1357"/>
                      <a:pt x="3584" y="1285"/>
                    </a:cubicBezTo>
                    <a:lnTo>
                      <a:pt x="3846" y="1238"/>
                    </a:lnTo>
                    <a:lnTo>
                      <a:pt x="3834" y="1119"/>
                    </a:lnTo>
                    <a:lnTo>
                      <a:pt x="3572" y="1166"/>
                    </a:lnTo>
                    <a:cubicBezTo>
                      <a:pt x="3549" y="1095"/>
                      <a:pt x="3513" y="1047"/>
                      <a:pt x="3453" y="1000"/>
                    </a:cubicBezTo>
                    <a:lnTo>
                      <a:pt x="3561" y="833"/>
                    </a:lnTo>
                    <a:lnTo>
                      <a:pt x="3465" y="762"/>
                    </a:lnTo>
                    <a:lnTo>
                      <a:pt x="3346" y="928"/>
                    </a:lnTo>
                    <a:cubicBezTo>
                      <a:pt x="3287" y="904"/>
                      <a:pt x="3227" y="881"/>
                      <a:pt x="3156" y="881"/>
                    </a:cubicBezTo>
                    <a:lnTo>
                      <a:pt x="3120" y="654"/>
                    </a:lnTo>
                    <a:close/>
                    <a:moveTo>
                      <a:pt x="2622" y="1"/>
                    </a:moveTo>
                    <a:cubicBezTo>
                      <a:pt x="2486" y="1"/>
                      <a:pt x="2342" y="11"/>
                      <a:pt x="2191" y="35"/>
                    </a:cubicBezTo>
                    <a:cubicBezTo>
                      <a:pt x="298" y="333"/>
                      <a:pt x="1" y="2083"/>
                      <a:pt x="1" y="2095"/>
                    </a:cubicBezTo>
                    <a:lnTo>
                      <a:pt x="108" y="2119"/>
                    </a:lnTo>
                    <a:cubicBezTo>
                      <a:pt x="120" y="2095"/>
                      <a:pt x="405" y="440"/>
                      <a:pt x="2215" y="154"/>
                    </a:cubicBezTo>
                    <a:cubicBezTo>
                      <a:pt x="2365" y="131"/>
                      <a:pt x="2506" y="120"/>
                      <a:pt x="2640" y="120"/>
                    </a:cubicBezTo>
                    <a:cubicBezTo>
                      <a:pt x="4114" y="120"/>
                      <a:pt x="4646" y="1446"/>
                      <a:pt x="4668" y="1512"/>
                    </a:cubicBezTo>
                    <a:lnTo>
                      <a:pt x="4775" y="1464"/>
                    </a:lnTo>
                    <a:cubicBezTo>
                      <a:pt x="4775" y="1453"/>
                      <a:pt x="4190" y="1"/>
                      <a:pt x="2622" y="1"/>
                    </a:cubicBezTo>
                    <a:close/>
                    <a:moveTo>
                      <a:pt x="1536" y="1202"/>
                    </a:moveTo>
                    <a:cubicBezTo>
                      <a:pt x="1227" y="1202"/>
                      <a:pt x="977" y="1416"/>
                      <a:pt x="977" y="1690"/>
                    </a:cubicBezTo>
                    <a:cubicBezTo>
                      <a:pt x="977" y="1952"/>
                      <a:pt x="1227" y="2166"/>
                      <a:pt x="1536" y="2166"/>
                    </a:cubicBezTo>
                    <a:cubicBezTo>
                      <a:pt x="1751" y="2166"/>
                      <a:pt x="1941" y="2071"/>
                      <a:pt x="2037" y="1916"/>
                    </a:cubicBezTo>
                    <a:lnTo>
                      <a:pt x="2037" y="1916"/>
                    </a:lnTo>
                    <a:cubicBezTo>
                      <a:pt x="1965" y="1952"/>
                      <a:pt x="1894" y="1976"/>
                      <a:pt x="1810" y="1976"/>
                    </a:cubicBezTo>
                    <a:cubicBezTo>
                      <a:pt x="1572" y="1976"/>
                      <a:pt x="1382" y="1809"/>
                      <a:pt x="1382" y="1607"/>
                    </a:cubicBezTo>
                    <a:cubicBezTo>
                      <a:pt x="1382" y="1416"/>
                      <a:pt x="1536" y="1274"/>
                      <a:pt x="1739" y="1238"/>
                    </a:cubicBezTo>
                    <a:cubicBezTo>
                      <a:pt x="1679" y="1214"/>
                      <a:pt x="1608" y="1202"/>
                      <a:pt x="1536" y="120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0" name="Google Shape;1300;p71"/>
              <p:cNvSpPr/>
              <p:nvPr/>
            </p:nvSpPr>
            <p:spPr>
              <a:xfrm>
                <a:off x="1241225" y="6473425"/>
                <a:ext cx="292025" cy="120875"/>
              </a:xfrm>
              <a:custGeom>
                <a:rect b="b" l="l" r="r" t="t"/>
                <a:pathLst>
                  <a:path extrusionOk="0" h="4835" w="11681">
                    <a:moveTo>
                      <a:pt x="7633" y="0"/>
                    </a:moveTo>
                    <a:lnTo>
                      <a:pt x="7561" y="726"/>
                    </a:lnTo>
                    <a:lnTo>
                      <a:pt x="7668" y="738"/>
                    </a:lnTo>
                    <a:lnTo>
                      <a:pt x="7752" y="12"/>
                    </a:lnTo>
                    <a:lnTo>
                      <a:pt x="7633" y="0"/>
                    </a:lnTo>
                    <a:close/>
                    <a:moveTo>
                      <a:pt x="2965" y="643"/>
                    </a:moveTo>
                    <a:lnTo>
                      <a:pt x="2858" y="703"/>
                    </a:lnTo>
                    <a:lnTo>
                      <a:pt x="3204" y="1357"/>
                    </a:lnTo>
                    <a:lnTo>
                      <a:pt x="3311" y="1310"/>
                    </a:lnTo>
                    <a:lnTo>
                      <a:pt x="2965" y="643"/>
                    </a:lnTo>
                    <a:close/>
                    <a:moveTo>
                      <a:pt x="9562" y="750"/>
                    </a:moveTo>
                    <a:lnTo>
                      <a:pt x="9169" y="1381"/>
                    </a:lnTo>
                    <a:lnTo>
                      <a:pt x="9276" y="1441"/>
                    </a:lnTo>
                    <a:lnTo>
                      <a:pt x="9669" y="810"/>
                    </a:lnTo>
                    <a:lnTo>
                      <a:pt x="9562" y="750"/>
                    </a:lnTo>
                    <a:close/>
                    <a:moveTo>
                      <a:pt x="1168" y="2072"/>
                    </a:moveTo>
                    <a:lnTo>
                      <a:pt x="1096" y="2167"/>
                    </a:lnTo>
                    <a:lnTo>
                      <a:pt x="1668" y="2560"/>
                    </a:lnTo>
                    <a:lnTo>
                      <a:pt x="1727" y="2465"/>
                    </a:lnTo>
                    <a:lnTo>
                      <a:pt x="1168" y="2072"/>
                    </a:lnTo>
                    <a:close/>
                    <a:moveTo>
                      <a:pt x="11621" y="2798"/>
                    </a:moveTo>
                    <a:lnTo>
                      <a:pt x="10990" y="3179"/>
                    </a:lnTo>
                    <a:lnTo>
                      <a:pt x="11050" y="3274"/>
                    </a:lnTo>
                    <a:lnTo>
                      <a:pt x="11681" y="2893"/>
                    </a:lnTo>
                    <a:lnTo>
                      <a:pt x="11621" y="2798"/>
                    </a:lnTo>
                    <a:close/>
                    <a:moveTo>
                      <a:pt x="37" y="4548"/>
                    </a:moveTo>
                    <a:lnTo>
                      <a:pt x="1" y="4655"/>
                    </a:lnTo>
                    <a:lnTo>
                      <a:pt x="668" y="4834"/>
                    </a:lnTo>
                    <a:lnTo>
                      <a:pt x="691" y="4715"/>
                    </a:lnTo>
                    <a:lnTo>
                      <a:pt x="37" y="454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1" name="Google Shape;1301;p71"/>
              <p:cNvSpPr/>
              <p:nvPr/>
            </p:nvSpPr>
            <p:spPr>
              <a:xfrm>
                <a:off x="1318325" y="6366250"/>
                <a:ext cx="103025" cy="92600"/>
              </a:xfrm>
              <a:custGeom>
                <a:rect b="b" l="l" r="r" t="t"/>
                <a:pathLst>
                  <a:path extrusionOk="0" h="3704" w="4121">
                    <a:moveTo>
                      <a:pt x="2060" y="334"/>
                    </a:moveTo>
                    <a:cubicBezTo>
                      <a:pt x="2965" y="334"/>
                      <a:pt x="3703" y="870"/>
                      <a:pt x="3703" y="1513"/>
                    </a:cubicBezTo>
                    <a:cubicBezTo>
                      <a:pt x="3703" y="1763"/>
                      <a:pt x="3596" y="1989"/>
                      <a:pt x="3418" y="2180"/>
                    </a:cubicBezTo>
                    <a:lnTo>
                      <a:pt x="3406" y="1584"/>
                    </a:lnTo>
                    <a:lnTo>
                      <a:pt x="1132" y="1799"/>
                    </a:lnTo>
                    <a:lnTo>
                      <a:pt x="1310" y="2561"/>
                    </a:lnTo>
                    <a:cubicBezTo>
                      <a:pt x="786" y="2370"/>
                      <a:pt x="417" y="1977"/>
                      <a:pt x="417" y="1513"/>
                    </a:cubicBezTo>
                    <a:cubicBezTo>
                      <a:pt x="417" y="870"/>
                      <a:pt x="1155" y="334"/>
                      <a:pt x="2060" y="334"/>
                    </a:cubicBezTo>
                    <a:close/>
                    <a:moveTo>
                      <a:pt x="2060" y="1"/>
                    </a:moveTo>
                    <a:cubicBezTo>
                      <a:pt x="929" y="1"/>
                      <a:pt x="1" y="680"/>
                      <a:pt x="1" y="1513"/>
                    </a:cubicBezTo>
                    <a:cubicBezTo>
                      <a:pt x="1" y="2180"/>
                      <a:pt x="596" y="2751"/>
                      <a:pt x="1405" y="2954"/>
                    </a:cubicBezTo>
                    <a:lnTo>
                      <a:pt x="1584" y="3704"/>
                    </a:lnTo>
                    <a:lnTo>
                      <a:pt x="3453" y="3525"/>
                    </a:lnTo>
                    <a:lnTo>
                      <a:pt x="3430" y="2644"/>
                    </a:lnTo>
                    <a:cubicBezTo>
                      <a:pt x="3858" y="2370"/>
                      <a:pt x="4120" y="1965"/>
                      <a:pt x="4120" y="1513"/>
                    </a:cubicBezTo>
                    <a:cubicBezTo>
                      <a:pt x="4120" y="680"/>
                      <a:pt x="3203" y="1"/>
                      <a:pt x="206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2" name="Google Shape;1302;p71"/>
              <p:cNvSpPr/>
              <p:nvPr/>
            </p:nvSpPr>
            <p:spPr>
              <a:xfrm>
                <a:off x="1355525" y="6409725"/>
                <a:ext cx="37825" cy="46150"/>
              </a:xfrm>
              <a:custGeom>
                <a:rect b="b" l="l" r="r" t="t"/>
                <a:pathLst>
                  <a:path extrusionOk="0" h="1846" w="1513">
                    <a:moveTo>
                      <a:pt x="715" y="95"/>
                    </a:moveTo>
                    <a:lnTo>
                      <a:pt x="608" y="107"/>
                    </a:lnTo>
                    <a:lnTo>
                      <a:pt x="810" y="1750"/>
                    </a:lnTo>
                    <a:lnTo>
                      <a:pt x="930" y="1739"/>
                    </a:lnTo>
                    <a:lnTo>
                      <a:pt x="715" y="95"/>
                    </a:lnTo>
                    <a:close/>
                    <a:moveTo>
                      <a:pt x="1406" y="0"/>
                    </a:moveTo>
                    <a:lnTo>
                      <a:pt x="1287" y="12"/>
                    </a:lnTo>
                    <a:lnTo>
                      <a:pt x="1406" y="1750"/>
                    </a:lnTo>
                    <a:lnTo>
                      <a:pt x="1513" y="1739"/>
                    </a:lnTo>
                    <a:lnTo>
                      <a:pt x="1406" y="0"/>
                    </a:lnTo>
                    <a:close/>
                    <a:moveTo>
                      <a:pt x="120" y="84"/>
                    </a:moveTo>
                    <a:lnTo>
                      <a:pt x="1" y="107"/>
                    </a:lnTo>
                    <a:lnTo>
                      <a:pt x="370" y="1846"/>
                    </a:lnTo>
                    <a:lnTo>
                      <a:pt x="489" y="1822"/>
                    </a:lnTo>
                    <a:lnTo>
                      <a:pt x="120" y="84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1303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4" name="Google Shape;1304;p72"/>
          <p:cNvGrpSpPr/>
          <p:nvPr/>
        </p:nvGrpSpPr>
        <p:grpSpPr>
          <a:xfrm>
            <a:off x="0" y="0"/>
            <a:ext cx="9144003" cy="5143501"/>
            <a:chOff x="0" y="0"/>
            <a:chExt cx="9144003" cy="5143501"/>
          </a:xfrm>
        </p:grpSpPr>
        <p:pic>
          <p:nvPicPr>
            <p:cNvPr id="1305" name="Google Shape;1305;p72"/>
            <p:cNvPicPr preferRelativeResize="0"/>
            <p:nvPr/>
          </p:nvPicPr>
          <p:blipFill rotWithShape="1">
            <a:blip r:embed="rId2">
              <a:alphaModFix/>
            </a:blip>
            <a:srcRect b="8068" l="0" r="0" t="8060"/>
            <a:stretch/>
          </p:blipFill>
          <p:spPr>
            <a:xfrm>
              <a:off x="0" y="0"/>
              <a:ext cx="9144003" cy="5143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6" name="Google Shape;1306;p72"/>
            <p:cNvSpPr/>
            <p:nvPr/>
          </p:nvSpPr>
          <p:spPr>
            <a:xfrm>
              <a:off x="209980" y="194500"/>
              <a:ext cx="8763466" cy="4752275"/>
            </a:xfrm>
            <a:custGeom>
              <a:rect b="b" l="l" r="r" t="t"/>
              <a:pathLst>
                <a:path extrusionOk="0" h="147209" w="271904">
                  <a:moveTo>
                    <a:pt x="596" y="0"/>
                  </a:moveTo>
                  <a:lnTo>
                    <a:pt x="596" y="0"/>
                  </a:lnTo>
                  <a:cubicBezTo>
                    <a:pt x="2025" y="5965"/>
                    <a:pt x="3072" y="13895"/>
                    <a:pt x="3644" y="22312"/>
                  </a:cubicBezTo>
                  <a:cubicBezTo>
                    <a:pt x="7942" y="23515"/>
                    <a:pt x="13609" y="23932"/>
                    <a:pt x="5085" y="25063"/>
                  </a:cubicBezTo>
                  <a:cubicBezTo>
                    <a:pt x="5096" y="25110"/>
                    <a:pt x="5108" y="25146"/>
                    <a:pt x="5120" y="25194"/>
                  </a:cubicBezTo>
                  <a:cubicBezTo>
                    <a:pt x="5263" y="25301"/>
                    <a:pt x="5394" y="25396"/>
                    <a:pt x="5525" y="25503"/>
                  </a:cubicBezTo>
                  <a:cubicBezTo>
                    <a:pt x="5692" y="25539"/>
                    <a:pt x="5954" y="25479"/>
                    <a:pt x="6037" y="25658"/>
                  </a:cubicBezTo>
                  <a:cubicBezTo>
                    <a:pt x="8561" y="26230"/>
                    <a:pt x="4561" y="26670"/>
                    <a:pt x="3894" y="26789"/>
                  </a:cubicBezTo>
                  <a:cubicBezTo>
                    <a:pt x="4203" y="33719"/>
                    <a:pt x="4192" y="40803"/>
                    <a:pt x="3787" y="47256"/>
                  </a:cubicBezTo>
                  <a:cubicBezTo>
                    <a:pt x="2560" y="47137"/>
                    <a:pt x="1298" y="47006"/>
                    <a:pt x="1" y="46875"/>
                  </a:cubicBezTo>
                  <a:lnTo>
                    <a:pt x="1" y="46875"/>
                  </a:lnTo>
                  <a:cubicBezTo>
                    <a:pt x="1429" y="52840"/>
                    <a:pt x="2477" y="60770"/>
                    <a:pt x="3049" y="69199"/>
                  </a:cubicBezTo>
                  <a:cubicBezTo>
                    <a:pt x="7347" y="70402"/>
                    <a:pt x="13014" y="70818"/>
                    <a:pt x="4489" y="71949"/>
                  </a:cubicBezTo>
                  <a:cubicBezTo>
                    <a:pt x="4501" y="71985"/>
                    <a:pt x="4513" y="72033"/>
                    <a:pt x="4525" y="72069"/>
                  </a:cubicBezTo>
                  <a:cubicBezTo>
                    <a:pt x="4668" y="72176"/>
                    <a:pt x="4787" y="72283"/>
                    <a:pt x="4930" y="72390"/>
                  </a:cubicBezTo>
                  <a:cubicBezTo>
                    <a:pt x="5096" y="72414"/>
                    <a:pt x="5358" y="72366"/>
                    <a:pt x="5442" y="72545"/>
                  </a:cubicBezTo>
                  <a:cubicBezTo>
                    <a:pt x="7966" y="73104"/>
                    <a:pt x="3965" y="73557"/>
                    <a:pt x="3299" y="73664"/>
                  </a:cubicBezTo>
                  <a:cubicBezTo>
                    <a:pt x="3513" y="78510"/>
                    <a:pt x="3572" y="83427"/>
                    <a:pt x="3453" y="88154"/>
                  </a:cubicBezTo>
                  <a:cubicBezTo>
                    <a:pt x="2322" y="88047"/>
                    <a:pt x="1179" y="87928"/>
                    <a:pt x="1" y="87809"/>
                  </a:cubicBezTo>
                  <a:lnTo>
                    <a:pt x="1" y="87809"/>
                  </a:lnTo>
                  <a:cubicBezTo>
                    <a:pt x="989" y="91940"/>
                    <a:pt x="1798" y="97036"/>
                    <a:pt x="2394" y="102584"/>
                  </a:cubicBezTo>
                  <a:cubicBezTo>
                    <a:pt x="2239" y="103727"/>
                    <a:pt x="2072" y="104834"/>
                    <a:pt x="1882" y="105894"/>
                  </a:cubicBezTo>
                  <a:cubicBezTo>
                    <a:pt x="2156" y="105870"/>
                    <a:pt x="2429" y="105846"/>
                    <a:pt x="2715" y="105811"/>
                  </a:cubicBezTo>
                  <a:cubicBezTo>
                    <a:pt x="2834" y="107228"/>
                    <a:pt x="2953" y="108668"/>
                    <a:pt x="3049" y="110121"/>
                  </a:cubicBezTo>
                  <a:cubicBezTo>
                    <a:pt x="7347" y="111323"/>
                    <a:pt x="13014" y="111740"/>
                    <a:pt x="4489" y="112871"/>
                  </a:cubicBezTo>
                  <a:cubicBezTo>
                    <a:pt x="4501" y="112919"/>
                    <a:pt x="4513" y="112954"/>
                    <a:pt x="4525" y="113002"/>
                  </a:cubicBezTo>
                  <a:cubicBezTo>
                    <a:pt x="4668" y="113109"/>
                    <a:pt x="4799" y="113205"/>
                    <a:pt x="4930" y="113312"/>
                  </a:cubicBezTo>
                  <a:cubicBezTo>
                    <a:pt x="5096" y="113347"/>
                    <a:pt x="5358" y="113288"/>
                    <a:pt x="5442" y="113466"/>
                  </a:cubicBezTo>
                  <a:cubicBezTo>
                    <a:pt x="7966" y="114038"/>
                    <a:pt x="3965" y="114478"/>
                    <a:pt x="3299" y="114598"/>
                  </a:cubicBezTo>
                  <a:cubicBezTo>
                    <a:pt x="3822" y="126123"/>
                    <a:pt x="4668" y="127147"/>
                    <a:pt x="3120" y="135886"/>
                  </a:cubicBezTo>
                  <a:cubicBezTo>
                    <a:pt x="4608" y="136338"/>
                    <a:pt x="14133" y="147209"/>
                    <a:pt x="14133" y="147209"/>
                  </a:cubicBezTo>
                  <a:cubicBezTo>
                    <a:pt x="14133" y="147209"/>
                    <a:pt x="16765" y="146220"/>
                    <a:pt x="20479" y="146137"/>
                  </a:cubicBezTo>
                  <a:cubicBezTo>
                    <a:pt x="20503" y="146054"/>
                    <a:pt x="20539" y="145959"/>
                    <a:pt x="20563" y="145875"/>
                  </a:cubicBezTo>
                  <a:lnTo>
                    <a:pt x="20563" y="145875"/>
                  </a:lnTo>
                  <a:cubicBezTo>
                    <a:pt x="20491" y="146340"/>
                    <a:pt x="23242" y="146363"/>
                    <a:pt x="23158" y="146816"/>
                  </a:cubicBezTo>
                  <a:cubicBezTo>
                    <a:pt x="29516" y="146220"/>
                    <a:pt x="36481" y="145875"/>
                    <a:pt x="44589" y="145697"/>
                  </a:cubicBezTo>
                  <a:cubicBezTo>
                    <a:pt x="44613" y="145625"/>
                    <a:pt x="44637" y="145554"/>
                    <a:pt x="44661" y="145494"/>
                  </a:cubicBezTo>
                  <a:cubicBezTo>
                    <a:pt x="45090" y="145494"/>
                    <a:pt x="45530" y="145494"/>
                    <a:pt x="45959" y="145482"/>
                  </a:cubicBezTo>
                  <a:cubicBezTo>
                    <a:pt x="45959" y="145542"/>
                    <a:pt x="45959" y="145601"/>
                    <a:pt x="45959" y="145661"/>
                  </a:cubicBezTo>
                  <a:cubicBezTo>
                    <a:pt x="46173" y="145661"/>
                    <a:pt x="46387" y="145661"/>
                    <a:pt x="46602" y="145649"/>
                  </a:cubicBezTo>
                  <a:cubicBezTo>
                    <a:pt x="46637" y="145601"/>
                    <a:pt x="46661" y="145542"/>
                    <a:pt x="46685" y="145482"/>
                  </a:cubicBezTo>
                  <a:cubicBezTo>
                    <a:pt x="47197" y="145482"/>
                    <a:pt x="47709" y="145482"/>
                    <a:pt x="48221" y="145494"/>
                  </a:cubicBezTo>
                  <a:cubicBezTo>
                    <a:pt x="48221" y="145530"/>
                    <a:pt x="48221" y="145578"/>
                    <a:pt x="48221" y="145625"/>
                  </a:cubicBezTo>
                  <a:cubicBezTo>
                    <a:pt x="50912" y="145578"/>
                    <a:pt x="53900" y="145542"/>
                    <a:pt x="57031" y="145518"/>
                  </a:cubicBezTo>
                  <a:cubicBezTo>
                    <a:pt x="59651" y="145542"/>
                    <a:pt x="62151" y="145566"/>
                    <a:pt x="64461" y="145601"/>
                  </a:cubicBezTo>
                  <a:cubicBezTo>
                    <a:pt x="64461" y="145566"/>
                    <a:pt x="64461" y="145530"/>
                    <a:pt x="64461" y="145494"/>
                  </a:cubicBezTo>
                  <a:cubicBezTo>
                    <a:pt x="65592" y="145488"/>
                    <a:pt x="66726" y="145485"/>
                    <a:pt x="67860" y="145485"/>
                  </a:cubicBezTo>
                  <a:cubicBezTo>
                    <a:pt x="68994" y="145485"/>
                    <a:pt x="70128" y="145488"/>
                    <a:pt x="71259" y="145494"/>
                  </a:cubicBezTo>
                  <a:cubicBezTo>
                    <a:pt x="71402" y="145578"/>
                    <a:pt x="71545" y="145661"/>
                    <a:pt x="71700" y="145744"/>
                  </a:cubicBezTo>
                  <a:cubicBezTo>
                    <a:pt x="78891" y="145947"/>
                    <a:pt x="85190" y="146268"/>
                    <a:pt x="90976" y="146816"/>
                  </a:cubicBezTo>
                  <a:cubicBezTo>
                    <a:pt x="90845" y="146054"/>
                    <a:pt x="90714" y="145256"/>
                    <a:pt x="90595" y="144435"/>
                  </a:cubicBezTo>
                  <a:lnTo>
                    <a:pt x="90595" y="144435"/>
                  </a:lnTo>
                  <a:cubicBezTo>
                    <a:pt x="91429" y="144792"/>
                    <a:pt x="92191" y="145304"/>
                    <a:pt x="92976" y="145744"/>
                  </a:cubicBezTo>
                  <a:cubicBezTo>
                    <a:pt x="96596" y="145851"/>
                    <a:pt x="99989" y="145982"/>
                    <a:pt x="103204" y="146161"/>
                  </a:cubicBezTo>
                  <a:cubicBezTo>
                    <a:pt x="103156" y="146375"/>
                    <a:pt x="103121" y="146601"/>
                    <a:pt x="103085" y="146828"/>
                  </a:cubicBezTo>
                  <a:cubicBezTo>
                    <a:pt x="104573" y="146685"/>
                    <a:pt x="106109" y="146554"/>
                    <a:pt x="107669" y="146447"/>
                  </a:cubicBezTo>
                  <a:cubicBezTo>
                    <a:pt x="109240" y="146554"/>
                    <a:pt x="110764" y="146685"/>
                    <a:pt x="112265" y="146828"/>
                  </a:cubicBezTo>
                  <a:cubicBezTo>
                    <a:pt x="112217" y="146601"/>
                    <a:pt x="112181" y="146375"/>
                    <a:pt x="112146" y="146161"/>
                  </a:cubicBezTo>
                  <a:cubicBezTo>
                    <a:pt x="115979" y="145947"/>
                    <a:pt x="120075" y="145792"/>
                    <a:pt x="124504" y="145697"/>
                  </a:cubicBezTo>
                  <a:cubicBezTo>
                    <a:pt x="125022" y="144156"/>
                    <a:pt x="125413" y="143165"/>
                    <a:pt x="125645" y="143165"/>
                  </a:cubicBezTo>
                  <a:cubicBezTo>
                    <a:pt x="125846" y="143165"/>
                    <a:pt x="125929" y="143902"/>
                    <a:pt x="125873" y="145661"/>
                  </a:cubicBezTo>
                  <a:cubicBezTo>
                    <a:pt x="126100" y="145661"/>
                    <a:pt x="126302" y="145661"/>
                    <a:pt x="126528" y="145649"/>
                  </a:cubicBezTo>
                  <a:cubicBezTo>
                    <a:pt x="127181" y="144357"/>
                    <a:pt x="127670" y="143321"/>
                    <a:pt x="127939" y="143321"/>
                  </a:cubicBezTo>
                  <a:cubicBezTo>
                    <a:pt x="128150" y="143321"/>
                    <a:pt x="128225" y="143963"/>
                    <a:pt x="128136" y="145625"/>
                  </a:cubicBezTo>
                  <a:cubicBezTo>
                    <a:pt x="130541" y="145589"/>
                    <a:pt x="133184" y="145554"/>
                    <a:pt x="135946" y="145530"/>
                  </a:cubicBezTo>
                  <a:cubicBezTo>
                    <a:pt x="138720" y="145554"/>
                    <a:pt x="141352" y="145589"/>
                    <a:pt x="143757" y="145625"/>
                  </a:cubicBezTo>
                  <a:cubicBezTo>
                    <a:pt x="143667" y="143963"/>
                    <a:pt x="143745" y="143321"/>
                    <a:pt x="143959" y="143321"/>
                  </a:cubicBezTo>
                  <a:cubicBezTo>
                    <a:pt x="144230" y="143321"/>
                    <a:pt x="144723" y="144357"/>
                    <a:pt x="145376" y="145649"/>
                  </a:cubicBezTo>
                  <a:cubicBezTo>
                    <a:pt x="145590" y="145661"/>
                    <a:pt x="145804" y="145661"/>
                    <a:pt x="146019" y="145661"/>
                  </a:cubicBezTo>
                  <a:cubicBezTo>
                    <a:pt x="145964" y="143902"/>
                    <a:pt x="146046" y="143165"/>
                    <a:pt x="146247" y="143165"/>
                  </a:cubicBezTo>
                  <a:cubicBezTo>
                    <a:pt x="146479" y="143165"/>
                    <a:pt x="146870" y="144156"/>
                    <a:pt x="147388" y="145697"/>
                  </a:cubicBezTo>
                  <a:cubicBezTo>
                    <a:pt x="151817" y="145792"/>
                    <a:pt x="155913" y="145947"/>
                    <a:pt x="159759" y="146161"/>
                  </a:cubicBezTo>
                  <a:cubicBezTo>
                    <a:pt x="159711" y="146375"/>
                    <a:pt x="159675" y="146601"/>
                    <a:pt x="159640" y="146828"/>
                  </a:cubicBezTo>
                  <a:cubicBezTo>
                    <a:pt x="161128" y="146685"/>
                    <a:pt x="162664" y="146554"/>
                    <a:pt x="164223" y="146447"/>
                  </a:cubicBezTo>
                  <a:cubicBezTo>
                    <a:pt x="165795" y="146554"/>
                    <a:pt x="167319" y="146685"/>
                    <a:pt x="168819" y="146828"/>
                  </a:cubicBezTo>
                  <a:cubicBezTo>
                    <a:pt x="168772" y="146601"/>
                    <a:pt x="168736" y="146375"/>
                    <a:pt x="168700" y="146161"/>
                  </a:cubicBezTo>
                  <a:cubicBezTo>
                    <a:pt x="171915" y="145982"/>
                    <a:pt x="175296" y="145851"/>
                    <a:pt x="178916" y="145744"/>
                  </a:cubicBezTo>
                  <a:cubicBezTo>
                    <a:pt x="179702" y="145304"/>
                    <a:pt x="180464" y="144792"/>
                    <a:pt x="181309" y="144435"/>
                  </a:cubicBezTo>
                  <a:lnTo>
                    <a:pt x="181309" y="144435"/>
                  </a:lnTo>
                  <a:cubicBezTo>
                    <a:pt x="181190" y="145256"/>
                    <a:pt x="181059" y="146054"/>
                    <a:pt x="180916" y="146816"/>
                  </a:cubicBezTo>
                  <a:cubicBezTo>
                    <a:pt x="186714" y="146268"/>
                    <a:pt x="193001" y="145947"/>
                    <a:pt x="200204" y="145744"/>
                  </a:cubicBezTo>
                  <a:cubicBezTo>
                    <a:pt x="200347" y="145661"/>
                    <a:pt x="200490" y="145578"/>
                    <a:pt x="200645" y="145494"/>
                  </a:cubicBezTo>
                  <a:cubicBezTo>
                    <a:pt x="201770" y="145488"/>
                    <a:pt x="202904" y="145485"/>
                    <a:pt x="204039" y="145485"/>
                  </a:cubicBezTo>
                  <a:cubicBezTo>
                    <a:pt x="205175" y="145485"/>
                    <a:pt x="206312" y="145488"/>
                    <a:pt x="207443" y="145494"/>
                  </a:cubicBezTo>
                  <a:cubicBezTo>
                    <a:pt x="207443" y="145530"/>
                    <a:pt x="207443" y="145566"/>
                    <a:pt x="207431" y="145601"/>
                  </a:cubicBezTo>
                  <a:cubicBezTo>
                    <a:pt x="209741" y="145566"/>
                    <a:pt x="212253" y="145542"/>
                    <a:pt x="214873" y="145518"/>
                  </a:cubicBezTo>
                  <a:cubicBezTo>
                    <a:pt x="218004" y="145542"/>
                    <a:pt x="220981" y="145578"/>
                    <a:pt x="223683" y="145625"/>
                  </a:cubicBezTo>
                  <a:cubicBezTo>
                    <a:pt x="223671" y="145578"/>
                    <a:pt x="223671" y="145530"/>
                    <a:pt x="223671" y="145494"/>
                  </a:cubicBezTo>
                  <a:cubicBezTo>
                    <a:pt x="224183" y="145494"/>
                    <a:pt x="224695" y="145482"/>
                    <a:pt x="225207" y="145482"/>
                  </a:cubicBezTo>
                  <a:cubicBezTo>
                    <a:pt x="225243" y="145542"/>
                    <a:pt x="225267" y="145601"/>
                    <a:pt x="225291" y="145649"/>
                  </a:cubicBezTo>
                  <a:cubicBezTo>
                    <a:pt x="225517" y="145661"/>
                    <a:pt x="225731" y="145661"/>
                    <a:pt x="225945" y="145661"/>
                  </a:cubicBezTo>
                  <a:cubicBezTo>
                    <a:pt x="225945" y="145601"/>
                    <a:pt x="225934" y="145542"/>
                    <a:pt x="225934" y="145482"/>
                  </a:cubicBezTo>
                  <a:cubicBezTo>
                    <a:pt x="226374" y="145482"/>
                    <a:pt x="226803" y="145482"/>
                    <a:pt x="227243" y="145494"/>
                  </a:cubicBezTo>
                  <a:cubicBezTo>
                    <a:pt x="227267" y="145554"/>
                    <a:pt x="227291" y="145625"/>
                    <a:pt x="227315" y="145697"/>
                  </a:cubicBezTo>
                  <a:cubicBezTo>
                    <a:pt x="235411" y="145875"/>
                    <a:pt x="242376" y="146220"/>
                    <a:pt x="248734" y="146816"/>
                  </a:cubicBezTo>
                  <a:cubicBezTo>
                    <a:pt x="248651" y="146363"/>
                    <a:pt x="248579" y="145899"/>
                    <a:pt x="248508" y="145423"/>
                  </a:cubicBezTo>
                  <a:lnTo>
                    <a:pt x="248508" y="145423"/>
                  </a:lnTo>
                  <a:cubicBezTo>
                    <a:pt x="248532" y="145506"/>
                    <a:pt x="248567" y="145601"/>
                    <a:pt x="248591" y="145697"/>
                  </a:cubicBezTo>
                  <a:cubicBezTo>
                    <a:pt x="256699" y="145875"/>
                    <a:pt x="263664" y="146220"/>
                    <a:pt x="270022" y="146816"/>
                  </a:cubicBezTo>
                  <a:cubicBezTo>
                    <a:pt x="268463" y="138065"/>
                    <a:pt x="268082" y="126123"/>
                    <a:pt x="268606" y="114598"/>
                  </a:cubicBezTo>
                  <a:cubicBezTo>
                    <a:pt x="267939" y="114478"/>
                    <a:pt x="263926" y="114038"/>
                    <a:pt x="266462" y="113466"/>
                  </a:cubicBezTo>
                  <a:cubicBezTo>
                    <a:pt x="266546" y="113288"/>
                    <a:pt x="266808" y="113347"/>
                    <a:pt x="266974" y="113312"/>
                  </a:cubicBezTo>
                  <a:cubicBezTo>
                    <a:pt x="267105" y="113205"/>
                    <a:pt x="267236" y="113109"/>
                    <a:pt x="267367" y="113002"/>
                  </a:cubicBezTo>
                  <a:cubicBezTo>
                    <a:pt x="267391" y="112954"/>
                    <a:pt x="267403" y="112919"/>
                    <a:pt x="267415" y="112871"/>
                  </a:cubicBezTo>
                  <a:cubicBezTo>
                    <a:pt x="258878" y="111740"/>
                    <a:pt x="264557" y="111323"/>
                    <a:pt x="268856" y="110121"/>
                  </a:cubicBezTo>
                  <a:cubicBezTo>
                    <a:pt x="268951" y="108668"/>
                    <a:pt x="269070" y="107228"/>
                    <a:pt x="269189" y="105811"/>
                  </a:cubicBezTo>
                  <a:cubicBezTo>
                    <a:pt x="269463" y="105846"/>
                    <a:pt x="269749" y="105870"/>
                    <a:pt x="270022" y="105894"/>
                  </a:cubicBezTo>
                  <a:cubicBezTo>
                    <a:pt x="269832" y="104834"/>
                    <a:pt x="269653" y="103727"/>
                    <a:pt x="269510" y="102584"/>
                  </a:cubicBezTo>
                  <a:cubicBezTo>
                    <a:pt x="270094" y="97036"/>
                    <a:pt x="270903" y="91940"/>
                    <a:pt x="271904" y="87809"/>
                  </a:cubicBezTo>
                  <a:lnTo>
                    <a:pt x="271904" y="87809"/>
                  </a:lnTo>
                  <a:cubicBezTo>
                    <a:pt x="270725" y="87928"/>
                    <a:pt x="269570" y="88047"/>
                    <a:pt x="268451" y="88154"/>
                  </a:cubicBezTo>
                  <a:cubicBezTo>
                    <a:pt x="268320" y="83427"/>
                    <a:pt x="268379" y="78510"/>
                    <a:pt x="268606" y="73664"/>
                  </a:cubicBezTo>
                  <a:cubicBezTo>
                    <a:pt x="267939" y="73557"/>
                    <a:pt x="263926" y="73104"/>
                    <a:pt x="266462" y="72545"/>
                  </a:cubicBezTo>
                  <a:cubicBezTo>
                    <a:pt x="266546" y="72366"/>
                    <a:pt x="266808" y="72426"/>
                    <a:pt x="266974" y="72390"/>
                  </a:cubicBezTo>
                  <a:cubicBezTo>
                    <a:pt x="267105" y="72283"/>
                    <a:pt x="267236" y="72176"/>
                    <a:pt x="267367" y="72069"/>
                  </a:cubicBezTo>
                  <a:cubicBezTo>
                    <a:pt x="267391" y="72033"/>
                    <a:pt x="267403" y="71985"/>
                    <a:pt x="267415" y="71949"/>
                  </a:cubicBezTo>
                  <a:cubicBezTo>
                    <a:pt x="258878" y="70818"/>
                    <a:pt x="264557" y="70402"/>
                    <a:pt x="268856" y="69199"/>
                  </a:cubicBezTo>
                  <a:cubicBezTo>
                    <a:pt x="269415" y="60770"/>
                    <a:pt x="270463" y="52840"/>
                    <a:pt x="271904" y="46875"/>
                  </a:cubicBezTo>
                  <a:lnTo>
                    <a:pt x="271904" y="46875"/>
                  </a:lnTo>
                  <a:cubicBezTo>
                    <a:pt x="270606" y="47006"/>
                    <a:pt x="269344" y="47137"/>
                    <a:pt x="268105" y="47256"/>
                  </a:cubicBezTo>
                  <a:cubicBezTo>
                    <a:pt x="267713" y="40803"/>
                    <a:pt x="267689" y="33719"/>
                    <a:pt x="268010" y="26789"/>
                  </a:cubicBezTo>
                  <a:cubicBezTo>
                    <a:pt x="267343" y="26670"/>
                    <a:pt x="263331" y="26230"/>
                    <a:pt x="265867" y="25658"/>
                  </a:cubicBezTo>
                  <a:cubicBezTo>
                    <a:pt x="265950" y="25479"/>
                    <a:pt x="266212" y="25539"/>
                    <a:pt x="266379" y="25503"/>
                  </a:cubicBezTo>
                  <a:cubicBezTo>
                    <a:pt x="266510" y="25396"/>
                    <a:pt x="266641" y="25301"/>
                    <a:pt x="266772" y="25194"/>
                  </a:cubicBezTo>
                  <a:cubicBezTo>
                    <a:pt x="266796" y="25146"/>
                    <a:pt x="266808" y="25110"/>
                    <a:pt x="266820" y="25063"/>
                  </a:cubicBezTo>
                  <a:cubicBezTo>
                    <a:pt x="258283" y="23932"/>
                    <a:pt x="263962" y="23515"/>
                    <a:pt x="268260" y="22312"/>
                  </a:cubicBezTo>
                  <a:cubicBezTo>
                    <a:pt x="268415" y="19919"/>
                    <a:pt x="268856" y="15300"/>
                    <a:pt x="268856" y="15300"/>
                  </a:cubicBezTo>
                  <a:lnTo>
                    <a:pt x="254901" y="1453"/>
                  </a:lnTo>
                  <a:cubicBezTo>
                    <a:pt x="254901" y="1453"/>
                    <a:pt x="251413" y="1679"/>
                    <a:pt x="249615" y="1774"/>
                  </a:cubicBezTo>
                  <a:cubicBezTo>
                    <a:pt x="249746" y="1167"/>
                    <a:pt x="249889" y="572"/>
                    <a:pt x="250020" y="0"/>
                  </a:cubicBezTo>
                  <a:lnTo>
                    <a:pt x="250020" y="0"/>
                  </a:lnTo>
                  <a:cubicBezTo>
                    <a:pt x="240828" y="929"/>
                    <a:pt x="233577" y="1572"/>
                    <a:pt x="225017" y="1929"/>
                  </a:cubicBezTo>
                  <a:cubicBezTo>
                    <a:pt x="224814" y="2179"/>
                    <a:pt x="224600" y="2441"/>
                    <a:pt x="224386" y="2715"/>
                  </a:cubicBezTo>
                  <a:cubicBezTo>
                    <a:pt x="223731" y="2953"/>
                    <a:pt x="223112" y="3274"/>
                    <a:pt x="222647" y="3751"/>
                  </a:cubicBezTo>
                  <a:cubicBezTo>
                    <a:pt x="222755" y="3346"/>
                    <a:pt x="222945" y="2774"/>
                    <a:pt x="223219" y="2000"/>
                  </a:cubicBezTo>
                  <a:cubicBezTo>
                    <a:pt x="223094" y="1992"/>
                    <a:pt x="222968" y="1988"/>
                    <a:pt x="222843" y="1988"/>
                  </a:cubicBezTo>
                  <a:cubicBezTo>
                    <a:pt x="221740" y="1988"/>
                    <a:pt x="220632" y="2285"/>
                    <a:pt x="219537" y="2285"/>
                  </a:cubicBezTo>
                  <a:cubicBezTo>
                    <a:pt x="219371" y="2285"/>
                    <a:pt x="219205" y="2278"/>
                    <a:pt x="219040" y="2262"/>
                  </a:cubicBezTo>
                  <a:cubicBezTo>
                    <a:pt x="218567" y="2506"/>
                    <a:pt x="218202" y="2952"/>
                    <a:pt x="217926" y="2952"/>
                  </a:cubicBezTo>
                  <a:cubicBezTo>
                    <a:pt x="217744" y="2952"/>
                    <a:pt x="217601" y="2757"/>
                    <a:pt x="217492" y="2179"/>
                  </a:cubicBezTo>
                  <a:cubicBezTo>
                    <a:pt x="216420" y="2203"/>
                    <a:pt x="215337" y="2227"/>
                    <a:pt x="214218" y="2239"/>
                  </a:cubicBezTo>
                  <a:cubicBezTo>
                    <a:pt x="210515" y="2179"/>
                    <a:pt x="207169" y="2084"/>
                    <a:pt x="204002" y="1965"/>
                  </a:cubicBezTo>
                  <a:cubicBezTo>
                    <a:pt x="203967" y="2131"/>
                    <a:pt x="203943" y="2298"/>
                    <a:pt x="203919" y="2453"/>
                  </a:cubicBezTo>
                  <a:cubicBezTo>
                    <a:pt x="203550" y="2560"/>
                    <a:pt x="203181" y="2679"/>
                    <a:pt x="202824" y="2822"/>
                  </a:cubicBezTo>
                  <a:cubicBezTo>
                    <a:pt x="202776" y="2548"/>
                    <a:pt x="202728" y="2239"/>
                    <a:pt x="202681" y="1905"/>
                  </a:cubicBezTo>
                  <a:cubicBezTo>
                    <a:pt x="194453" y="1524"/>
                    <a:pt x="187357" y="905"/>
                    <a:pt x="178440" y="0"/>
                  </a:cubicBezTo>
                  <a:lnTo>
                    <a:pt x="178440" y="0"/>
                  </a:lnTo>
                  <a:cubicBezTo>
                    <a:pt x="178582" y="572"/>
                    <a:pt x="178713" y="1167"/>
                    <a:pt x="178844" y="1774"/>
                  </a:cubicBezTo>
                  <a:cubicBezTo>
                    <a:pt x="175773" y="1607"/>
                    <a:pt x="172832" y="1417"/>
                    <a:pt x="169831" y="1179"/>
                  </a:cubicBezTo>
                  <a:cubicBezTo>
                    <a:pt x="169927" y="774"/>
                    <a:pt x="170010" y="381"/>
                    <a:pt x="170105" y="0"/>
                  </a:cubicBezTo>
                  <a:lnTo>
                    <a:pt x="170105" y="0"/>
                  </a:lnTo>
                  <a:cubicBezTo>
                    <a:pt x="167843" y="226"/>
                    <a:pt x="165700" y="441"/>
                    <a:pt x="163628" y="631"/>
                  </a:cubicBezTo>
                  <a:cubicBezTo>
                    <a:pt x="161556" y="441"/>
                    <a:pt x="159413" y="226"/>
                    <a:pt x="157163" y="0"/>
                  </a:cubicBezTo>
                  <a:lnTo>
                    <a:pt x="157163" y="0"/>
                  </a:lnTo>
                  <a:cubicBezTo>
                    <a:pt x="157246" y="381"/>
                    <a:pt x="157342" y="774"/>
                    <a:pt x="157425" y="1179"/>
                  </a:cubicBezTo>
                  <a:cubicBezTo>
                    <a:pt x="153377" y="1500"/>
                    <a:pt x="149400" y="1750"/>
                    <a:pt x="145102" y="1929"/>
                  </a:cubicBezTo>
                  <a:cubicBezTo>
                    <a:pt x="144154" y="3043"/>
                    <a:pt x="143049" y="4616"/>
                    <a:pt x="142712" y="4616"/>
                  </a:cubicBezTo>
                  <a:cubicBezTo>
                    <a:pt x="142491" y="4616"/>
                    <a:pt x="142601" y="3936"/>
                    <a:pt x="143304" y="2000"/>
                  </a:cubicBezTo>
                  <a:cubicBezTo>
                    <a:pt x="143179" y="1992"/>
                    <a:pt x="143053" y="1988"/>
                    <a:pt x="142928" y="1988"/>
                  </a:cubicBezTo>
                  <a:cubicBezTo>
                    <a:pt x="141825" y="1988"/>
                    <a:pt x="140718" y="2285"/>
                    <a:pt x="139622" y="2285"/>
                  </a:cubicBezTo>
                  <a:cubicBezTo>
                    <a:pt x="139456" y="2285"/>
                    <a:pt x="139290" y="2278"/>
                    <a:pt x="139125" y="2262"/>
                  </a:cubicBezTo>
                  <a:cubicBezTo>
                    <a:pt x="138780" y="2441"/>
                    <a:pt x="138494" y="2715"/>
                    <a:pt x="138256" y="2858"/>
                  </a:cubicBezTo>
                  <a:lnTo>
                    <a:pt x="138256" y="2250"/>
                  </a:lnTo>
                  <a:cubicBezTo>
                    <a:pt x="138030" y="2250"/>
                    <a:pt x="137803" y="2239"/>
                    <a:pt x="137589" y="2239"/>
                  </a:cubicBezTo>
                  <a:cubicBezTo>
                    <a:pt x="137577" y="2215"/>
                    <a:pt x="137577" y="2203"/>
                    <a:pt x="137565" y="2179"/>
                  </a:cubicBezTo>
                  <a:cubicBezTo>
                    <a:pt x="137041" y="2191"/>
                    <a:pt x="136494" y="2203"/>
                    <a:pt x="135946" y="2215"/>
                  </a:cubicBezTo>
                  <a:cubicBezTo>
                    <a:pt x="135410" y="2203"/>
                    <a:pt x="134863" y="2191"/>
                    <a:pt x="134327" y="2179"/>
                  </a:cubicBezTo>
                  <a:cubicBezTo>
                    <a:pt x="134327" y="2203"/>
                    <a:pt x="134327" y="2215"/>
                    <a:pt x="134315" y="2239"/>
                  </a:cubicBezTo>
                  <a:cubicBezTo>
                    <a:pt x="134089" y="2239"/>
                    <a:pt x="133874" y="2250"/>
                    <a:pt x="133648" y="2250"/>
                  </a:cubicBezTo>
                  <a:lnTo>
                    <a:pt x="133648" y="2858"/>
                  </a:lnTo>
                  <a:cubicBezTo>
                    <a:pt x="133410" y="2715"/>
                    <a:pt x="133124" y="2441"/>
                    <a:pt x="132779" y="2262"/>
                  </a:cubicBezTo>
                  <a:cubicBezTo>
                    <a:pt x="132604" y="2280"/>
                    <a:pt x="132429" y="2288"/>
                    <a:pt x="132254" y="2288"/>
                  </a:cubicBezTo>
                  <a:cubicBezTo>
                    <a:pt x="131165" y="2288"/>
                    <a:pt x="130064" y="1988"/>
                    <a:pt x="128968" y="1988"/>
                  </a:cubicBezTo>
                  <a:cubicBezTo>
                    <a:pt x="128845" y="1988"/>
                    <a:pt x="128723" y="1992"/>
                    <a:pt x="128600" y="2000"/>
                  </a:cubicBezTo>
                  <a:cubicBezTo>
                    <a:pt x="129303" y="3936"/>
                    <a:pt x="129413" y="4616"/>
                    <a:pt x="129192" y="4616"/>
                  </a:cubicBezTo>
                  <a:cubicBezTo>
                    <a:pt x="128855" y="4616"/>
                    <a:pt x="127750" y="3043"/>
                    <a:pt x="126802" y="1929"/>
                  </a:cubicBezTo>
                  <a:cubicBezTo>
                    <a:pt x="122492" y="1750"/>
                    <a:pt x="118527" y="1500"/>
                    <a:pt x="114467" y="1179"/>
                  </a:cubicBezTo>
                  <a:cubicBezTo>
                    <a:pt x="114562" y="774"/>
                    <a:pt x="114646" y="381"/>
                    <a:pt x="114741" y="0"/>
                  </a:cubicBezTo>
                  <a:lnTo>
                    <a:pt x="114741" y="0"/>
                  </a:lnTo>
                  <a:cubicBezTo>
                    <a:pt x="112491" y="226"/>
                    <a:pt x="110348" y="441"/>
                    <a:pt x="108276" y="631"/>
                  </a:cubicBezTo>
                  <a:cubicBezTo>
                    <a:pt x="106192" y="441"/>
                    <a:pt x="104061" y="226"/>
                    <a:pt x="101799" y="0"/>
                  </a:cubicBezTo>
                  <a:lnTo>
                    <a:pt x="101799" y="0"/>
                  </a:lnTo>
                  <a:cubicBezTo>
                    <a:pt x="101894" y="381"/>
                    <a:pt x="101978" y="774"/>
                    <a:pt x="102073" y="1179"/>
                  </a:cubicBezTo>
                  <a:cubicBezTo>
                    <a:pt x="99072" y="1417"/>
                    <a:pt x="96132" y="1607"/>
                    <a:pt x="93060" y="1774"/>
                  </a:cubicBezTo>
                  <a:cubicBezTo>
                    <a:pt x="93191" y="1167"/>
                    <a:pt x="93322" y="572"/>
                    <a:pt x="93465" y="0"/>
                  </a:cubicBezTo>
                  <a:lnTo>
                    <a:pt x="93465" y="0"/>
                  </a:lnTo>
                  <a:cubicBezTo>
                    <a:pt x="84535" y="905"/>
                    <a:pt x="77439" y="1524"/>
                    <a:pt x="69212" y="1905"/>
                  </a:cubicBezTo>
                  <a:cubicBezTo>
                    <a:pt x="69164" y="2239"/>
                    <a:pt x="69116" y="2548"/>
                    <a:pt x="69081" y="2822"/>
                  </a:cubicBezTo>
                  <a:cubicBezTo>
                    <a:pt x="68723" y="2667"/>
                    <a:pt x="68342" y="2548"/>
                    <a:pt x="67973" y="2453"/>
                  </a:cubicBezTo>
                  <a:cubicBezTo>
                    <a:pt x="67950" y="2298"/>
                    <a:pt x="67926" y="2131"/>
                    <a:pt x="67902" y="1953"/>
                  </a:cubicBezTo>
                  <a:cubicBezTo>
                    <a:pt x="64735" y="2084"/>
                    <a:pt x="61377" y="2179"/>
                    <a:pt x="57686" y="2239"/>
                  </a:cubicBezTo>
                  <a:cubicBezTo>
                    <a:pt x="56567" y="2227"/>
                    <a:pt x="55472" y="2203"/>
                    <a:pt x="54412" y="2179"/>
                  </a:cubicBezTo>
                  <a:cubicBezTo>
                    <a:pt x="54303" y="2757"/>
                    <a:pt x="54160" y="2952"/>
                    <a:pt x="53977" y="2952"/>
                  </a:cubicBezTo>
                  <a:cubicBezTo>
                    <a:pt x="53701" y="2952"/>
                    <a:pt x="53333" y="2506"/>
                    <a:pt x="52852" y="2262"/>
                  </a:cubicBezTo>
                  <a:cubicBezTo>
                    <a:pt x="52687" y="2278"/>
                    <a:pt x="52522" y="2285"/>
                    <a:pt x="52356" y="2285"/>
                  </a:cubicBezTo>
                  <a:cubicBezTo>
                    <a:pt x="51262" y="2285"/>
                    <a:pt x="50161" y="1988"/>
                    <a:pt x="49052" y="1988"/>
                  </a:cubicBezTo>
                  <a:cubicBezTo>
                    <a:pt x="48926" y="1988"/>
                    <a:pt x="48800" y="1992"/>
                    <a:pt x="48673" y="2000"/>
                  </a:cubicBezTo>
                  <a:cubicBezTo>
                    <a:pt x="48959" y="2774"/>
                    <a:pt x="49138" y="3346"/>
                    <a:pt x="49257" y="3751"/>
                  </a:cubicBezTo>
                  <a:cubicBezTo>
                    <a:pt x="48792" y="3274"/>
                    <a:pt x="48173" y="2953"/>
                    <a:pt x="47518" y="2703"/>
                  </a:cubicBezTo>
                  <a:cubicBezTo>
                    <a:pt x="47304" y="2441"/>
                    <a:pt x="47090" y="2179"/>
                    <a:pt x="46875" y="1929"/>
                  </a:cubicBezTo>
                  <a:cubicBezTo>
                    <a:pt x="38315" y="1572"/>
                    <a:pt x="31064" y="929"/>
                    <a:pt x="21872" y="0"/>
                  </a:cubicBezTo>
                  <a:lnTo>
                    <a:pt x="21872" y="0"/>
                  </a:lnTo>
                  <a:cubicBezTo>
                    <a:pt x="22015" y="572"/>
                    <a:pt x="22146" y="1167"/>
                    <a:pt x="22277" y="1774"/>
                  </a:cubicBezTo>
                  <a:cubicBezTo>
                    <a:pt x="15098" y="1393"/>
                    <a:pt x="8573" y="810"/>
                    <a:pt x="5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72"/>
            <p:cNvSpPr/>
            <p:nvPr/>
          </p:nvSpPr>
          <p:spPr>
            <a:xfrm>
              <a:off x="283950" y="193150"/>
              <a:ext cx="8615526" cy="4752359"/>
            </a:xfrm>
            <a:custGeom>
              <a:rect b="b" l="l" r="r" t="t"/>
              <a:pathLst>
                <a:path extrusionOk="0" h="146757" w="269046">
                  <a:moveTo>
                    <a:pt x="21241" y="131"/>
                  </a:moveTo>
                  <a:cubicBezTo>
                    <a:pt x="20884" y="346"/>
                    <a:pt x="20527" y="572"/>
                    <a:pt x="20170" y="798"/>
                  </a:cubicBezTo>
                  <a:cubicBezTo>
                    <a:pt x="20217" y="953"/>
                    <a:pt x="20253" y="1120"/>
                    <a:pt x="20289" y="1286"/>
                  </a:cubicBezTo>
                  <a:cubicBezTo>
                    <a:pt x="20860" y="929"/>
                    <a:pt x="21432" y="560"/>
                    <a:pt x="22015" y="203"/>
                  </a:cubicBezTo>
                  <a:cubicBezTo>
                    <a:pt x="21753" y="179"/>
                    <a:pt x="21503" y="155"/>
                    <a:pt x="21241" y="131"/>
                  </a:cubicBezTo>
                  <a:close/>
                  <a:moveTo>
                    <a:pt x="18777" y="1691"/>
                  </a:moveTo>
                  <a:cubicBezTo>
                    <a:pt x="18515" y="1858"/>
                    <a:pt x="18265" y="2012"/>
                    <a:pt x="18015" y="2179"/>
                  </a:cubicBezTo>
                  <a:cubicBezTo>
                    <a:pt x="11788" y="6263"/>
                    <a:pt x="6156" y="10644"/>
                    <a:pt x="1155" y="15252"/>
                  </a:cubicBezTo>
                  <a:cubicBezTo>
                    <a:pt x="1179" y="15455"/>
                    <a:pt x="1203" y="15657"/>
                    <a:pt x="1215" y="15848"/>
                  </a:cubicBezTo>
                  <a:cubicBezTo>
                    <a:pt x="6263" y="11156"/>
                    <a:pt x="11966" y="6727"/>
                    <a:pt x="18277" y="2584"/>
                  </a:cubicBezTo>
                  <a:cubicBezTo>
                    <a:pt x="18705" y="2298"/>
                    <a:pt x="19146" y="2012"/>
                    <a:pt x="19574" y="1739"/>
                  </a:cubicBezTo>
                  <a:cubicBezTo>
                    <a:pt x="19312" y="1727"/>
                    <a:pt x="19039" y="1703"/>
                    <a:pt x="18777" y="1691"/>
                  </a:cubicBezTo>
                  <a:close/>
                  <a:moveTo>
                    <a:pt x="257199" y="5608"/>
                  </a:moveTo>
                  <a:cubicBezTo>
                    <a:pt x="259819" y="11180"/>
                    <a:pt x="262128" y="16943"/>
                    <a:pt x="264105" y="22884"/>
                  </a:cubicBezTo>
                  <a:cubicBezTo>
                    <a:pt x="264307" y="22836"/>
                    <a:pt x="264522" y="22789"/>
                    <a:pt x="264736" y="22741"/>
                  </a:cubicBezTo>
                  <a:cubicBezTo>
                    <a:pt x="262950" y="17360"/>
                    <a:pt x="260890" y="12085"/>
                    <a:pt x="258557" y="6942"/>
                  </a:cubicBezTo>
                  <a:lnTo>
                    <a:pt x="257199" y="5608"/>
                  </a:lnTo>
                  <a:close/>
                  <a:moveTo>
                    <a:pt x="234685" y="1239"/>
                  </a:moveTo>
                  <a:cubicBezTo>
                    <a:pt x="234423" y="1262"/>
                    <a:pt x="234149" y="1286"/>
                    <a:pt x="233887" y="1298"/>
                  </a:cubicBezTo>
                  <a:cubicBezTo>
                    <a:pt x="234554" y="1727"/>
                    <a:pt x="235220" y="2143"/>
                    <a:pt x="235875" y="2584"/>
                  </a:cubicBezTo>
                  <a:cubicBezTo>
                    <a:pt x="245662" y="9001"/>
                    <a:pt x="253961" y="16145"/>
                    <a:pt x="260676" y="23813"/>
                  </a:cubicBezTo>
                  <a:cubicBezTo>
                    <a:pt x="260783" y="23741"/>
                    <a:pt x="260938" y="23682"/>
                    <a:pt x="261140" y="23610"/>
                  </a:cubicBezTo>
                  <a:cubicBezTo>
                    <a:pt x="254377" y="15871"/>
                    <a:pt x="246007" y="8656"/>
                    <a:pt x="236137" y="2179"/>
                  </a:cubicBezTo>
                  <a:cubicBezTo>
                    <a:pt x="235649" y="1870"/>
                    <a:pt x="235173" y="1548"/>
                    <a:pt x="234685" y="1239"/>
                  </a:cubicBezTo>
                  <a:close/>
                  <a:moveTo>
                    <a:pt x="264807" y="25051"/>
                  </a:moveTo>
                  <a:lnTo>
                    <a:pt x="264867" y="25218"/>
                  </a:lnTo>
                  <a:cubicBezTo>
                    <a:pt x="264879" y="25218"/>
                    <a:pt x="264879" y="25206"/>
                    <a:pt x="264891" y="25194"/>
                  </a:cubicBezTo>
                  <a:cubicBezTo>
                    <a:pt x="264914" y="25158"/>
                    <a:pt x="264926" y="25111"/>
                    <a:pt x="264938" y="25075"/>
                  </a:cubicBezTo>
                  <a:cubicBezTo>
                    <a:pt x="264891" y="25063"/>
                    <a:pt x="264855" y="25063"/>
                    <a:pt x="264807" y="25051"/>
                  </a:cubicBezTo>
                  <a:close/>
                  <a:moveTo>
                    <a:pt x="265319" y="26670"/>
                  </a:moveTo>
                  <a:lnTo>
                    <a:pt x="265319" y="26670"/>
                  </a:lnTo>
                  <a:cubicBezTo>
                    <a:pt x="265557" y="27480"/>
                    <a:pt x="265807" y="28290"/>
                    <a:pt x="266034" y="29099"/>
                  </a:cubicBezTo>
                  <a:cubicBezTo>
                    <a:pt x="266057" y="28444"/>
                    <a:pt x="266081" y="27789"/>
                    <a:pt x="266117" y="27135"/>
                  </a:cubicBezTo>
                  <a:cubicBezTo>
                    <a:pt x="266081" y="27016"/>
                    <a:pt x="266046" y="26896"/>
                    <a:pt x="266010" y="26777"/>
                  </a:cubicBezTo>
                  <a:cubicBezTo>
                    <a:pt x="265843" y="26754"/>
                    <a:pt x="265593" y="26718"/>
                    <a:pt x="265319" y="26670"/>
                  </a:cubicBezTo>
                  <a:close/>
                  <a:moveTo>
                    <a:pt x="261188" y="24408"/>
                  </a:moveTo>
                  <a:lnTo>
                    <a:pt x="261188" y="24408"/>
                  </a:lnTo>
                  <a:cubicBezTo>
                    <a:pt x="262902" y="26396"/>
                    <a:pt x="264498" y="28409"/>
                    <a:pt x="265998" y="30456"/>
                  </a:cubicBezTo>
                  <a:cubicBezTo>
                    <a:pt x="265998" y="30195"/>
                    <a:pt x="266010" y="29944"/>
                    <a:pt x="266022" y="29683"/>
                  </a:cubicBezTo>
                  <a:cubicBezTo>
                    <a:pt x="265153" y="28516"/>
                    <a:pt x="264260" y="27361"/>
                    <a:pt x="263331" y="26218"/>
                  </a:cubicBezTo>
                  <a:cubicBezTo>
                    <a:pt x="263200" y="26158"/>
                    <a:pt x="263140" y="26087"/>
                    <a:pt x="263164" y="26015"/>
                  </a:cubicBezTo>
                  <a:cubicBezTo>
                    <a:pt x="262771" y="25539"/>
                    <a:pt x="262378" y="25075"/>
                    <a:pt x="261986" y="24599"/>
                  </a:cubicBezTo>
                  <a:cubicBezTo>
                    <a:pt x="261664" y="24539"/>
                    <a:pt x="261402" y="24468"/>
                    <a:pt x="261188" y="24408"/>
                  </a:cubicBezTo>
                  <a:close/>
                  <a:moveTo>
                    <a:pt x="127076" y="17431"/>
                  </a:moveTo>
                  <a:cubicBezTo>
                    <a:pt x="133339" y="17431"/>
                    <a:pt x="139506" y="17574"/>
                    <a:pt x="145578" y="17848"/>
                  </a:cubicBezTo>
                  <a:cubicBezTo>
                    <a:pt x="146150" y="29278"/>
                    <a:pt x="146554" y="41363"/>
                    <a:pt x="146769" y="53924"/>
                  </a:cubicBezTo>
                  <a:cubicBezTo>
                    <a:pt x="140292" y="53816"/>
                    <a:pt x="133720" y="53769"/>
                    <a:pt x="127076" y="53769"/>
                  </a:cubicBezTo>
                  <a:cubicBezTo>
                    <a:pt x="120432" y="53769"/>
                    <a:pt x="113860" y="53816"/>
                    <a:pt x="107371" y="53924"/>
                  </a:cubicBezTo>
                  <a:cubicBezTo>
                    <a:pt x="107585" y="41363"/>
                    <a:pt x="107990" y="29278"/>
                    <a:pt x="108562" y="17848"/>
                  </a:cubicBezTo>
                  <a:cubicBezTo>
                    <a:pt x="114634" y="17574"/>
                    <a:pt x="120813" y="17431"/>
                    <a:pt x="127076" y="17431"/>
                  </a:cubicBezTo>
                  <a:close/>
                  <a:moveTo>
                    <a:pt x="108359" y="17848"/>
                  </a:moveTo>
                  <a:cubicBezTo>
                    <a:pt x="107776" y="29385"/>
                    <a:pt x="107371" y="41482"/>
                    <a:pt x="107169" y="53924"/>
                  </a:cubicBezTo>
                  <a:cubicBezTo>
                    <a:pt x="94727" y="54138"/>
                    <a:pt x="82630" y="54531"/>
                    <a:pt x="71093" y="55114"/>
                  </a:cubicBezTo>
                  <a:cubicBezTo>
                    <a:pt x="71617" y="43244"/>
                    <a:pt x="72640" y="31766"/>
                    <a:pt x="74117" y="20872"/>
                  </a:cubicBezTo>
                  <a:cubicBezTo>
                    <a:pt x="85011" y="19407"/>
                    <a:pt x="96477" y="18384"/>
                    <a:pt x="108359" y="17848"/>
                  </a:cubicBezTo>
                  <a:close/>
                  <a:moveTo>
                    <a:pt x="145792" y="17860"/>
                  </a:moveTo>
                  <a:lnTo>
                    <a:pt x="145792" y="17860"/>
                  </a:lnTo>
                  <a:cubicBezTo>
                    <a:pt x="157675" y="18384"/>
                    <a:pt x="169141" y="19407"/>
                    <a:pt x="180035" y="20884"/>
                  </a:cubicBezTo>
                  <a:cubicBezTo>
                    <a:pt x="181499" y="31766"/>
                    <a:pt x="182523" y="43244"/>
                    <a:pt x="183059" y="55114"/>
                  </a:cubicBezTo>
                  <a:cubicBezTo>
                    <a:pt x="171522" y="54531"/>
                    <a:pt x="159425" y="54138"/>
                    <a:pt x="146983" y="53924"/>
                  </a:cubicBezTo>
                  <a:cubicBezTo>
                    <a:pt x="146781" y="41482"/>
                    <a:pt x="146376" y="29385"/>
                    <a:pt x="145792" y="17860"/>
                  </a:cubicBezTo>
                  <a:close/>
                  <a:moveTo>
                    <a:pt x="73724" y="20931"/>
                  </a:moveTo>
                  <a:lnTo>
                    <a:pt x="73724" y="20931"/>
                  </a:lnTo>
                  <a:cubicBezTo>
                    <a:pt x="72259" y="31909"/>
                    <a:pt x="71247" y="43375"/>
                    <a:pt x="70724" y="55138"/>
                  </a:cubicBezTo>
                  <a:cubicBezTo>
                    <a:pt x="54805" y="55948"/>
                    <a:pt x="39958" y="57103"/>
                    <a:pt x="26742" y="58579"/>
                  </a:cubicBezTo>
                  <a:cubicBezTo>
                    <a:pt x="27373" y="48816"/>
                    <a:pt x="28599" y="39255"/>
                    <a:pt x="30397" y="29992"/>
                  </a:cubicBezTo>
                  <a:cubicBezTo>
                    <a:pt x="43292" y="26158"/>
                    <a:pt x="57901" y="23086"/>
                    <a:pt x="73724" y="20931"/>
                  </a:cubicBezTo>
                  <a:close/>
                  <a:moveTo>
                    <a:pt x="180416" y="20931"/>
                  </a:moveTo>
                  <a:lnTo>
                    <a:pt x="180416" y="20931"/>
                  </a:lnTo>
                  <a:cubicBezTo>
                    <a:pt x="196251" y="23086"/>
                    <a:pt x="210860" y="26170"/>
                    <a:pt x="223755" y="29992"/>
                  </a:cubicBezTo>
                  <a:cubicBezTo>
                    <a:pt x="225552" y="39255"/>
                    <a:pt x="226779" y="48816"/>
                    <a:pt x="227410" y="58579"/>
                  </a:cubicBezTo>
                  <a:cubicBezTo>
                    <a:pt x="214194" y="57103"/>
                    <a:pt x="199335" y="55948"/>
                    <a:pt x="183416" y="55138"/>
                  </a:cubicBezTo>
                  <a:cubicBezTo>
                    <a:pt x="182904" y="43375"/>
                    <a:pt x="181892" y="31909"/>
                    <a:pt x="180416" y="20931"/>
                  </a:cubicBezTo>
                  <a:close/>
                  <a:moveTo>
                    <a:pt x="70724" y="55352"/>
                  </a:moveTo>
                  <a:cubicBezTo>
                    <a:pt x="70450" y="61436"/>
                    <a:pt x="70319" y="67616"/>
                    <a:pt x="70319" y="73843"/>
                  </a:cubicBezTo>
                  <a:cubicBezTo>
                    <a:pt x="70319" y="80070"/>
                    <a:pt x="70450" y="86237"/>
                    <a:pt x="70724" y="92321"/>
                  </a:cubicBezTo>
                  <a:cubicBezTo>
                    <a:pt x="54543" y="91500"/>
                    <a:pt x="39696" y="90333"/>
                    <a:pt x="26730" y="88892"/>
                  </a:cubicBezTo>
                  <a:cubicBezTo>
                    <a:pt x="26420" y="83915"/>
                    <a:pt x="26254" y="78891"/>
                    <a:pt x="26254" y="73843"/>
                  </a:cubicBezTo>
                  <a:cubicBezTo>
                    <a:pt x="26254" y="68783"/>
                    <a:pt x="26420" y="63758"/>
                    <a:pt x="26730" y="58781"/>
                  </a:cubicBezTo>
                  <a:cubicBezTo>
                    <a:pt x="39696" y="57341"/>
                    <a:pt x="54543" y="56174"/>
                    <a:pt x="70724" y="55352"/>
                  </a:cubicBezTo>
                  <a:close/>
                  <a:moveTo>
                    <a:pt x="183428" y="55352"/>
                  </a:moveTo>
                  <a:cubicBezTo>
                    <a:pt x="199609" y="56174"/>
                    <a:pt x="214444" y="57341"/>
                    <a:pt x="227410" y="58781"/>
                  </a:cubicBezTo>
                  <a:cubicBezTo>
                    <a:pt x="227731" y="63758"/>
                    <a:pt x="227886" y="68783"/>
                    <a:pt x="227886" y="73843"/>
                  </a:cubicBezTo>
                  <a:cubicBezTo>
                    <a:pt x="227886" y="78903"/>
                    <a:pt x="227731" y="83915"/>
                    <a:pt x="227410" y="88892"/>
                  </a:cubicBezTo>
                  <a:cubicBezTo>
                    <a:pt x="214444" y="90333"/>
                    <a:pt x="199609" y="91500"/>
                    <a:pt x="183428" y="92321"/>
                  </a:cubicBezTo>
                  <a:cubicBezTo>
                    <a:pt x="183690" y="86237"/>
                    <a:pt x="183833" y="80070"/>
                    <a:pt x="183833" y="73843"/>
                  </a:cubicBezTo>
                  <a:cubicBezTo>
                    <a:pt x="183833" y="67616"/>
                    <a:pt x="183690" y="61436"/>
                    <a:pt x="183428" y="55352"/>
                  </a:cubicBezTo>
                  <a:close/>
                  <a:moveTo>
                    <a:pt x="107157" y="54138"/>
                  </a:moveTo>
                  <a:cubicBezTo>
                    <a:pt x="107050" y="60627"/>
                    <a:pt x="107002" y="67199"/>
                    <a:pt x="107002" y="73843"/>
                  </a:cubicBezTo>
                  <a:cubicBezTo>
                    <a:pt x="107002" y="80475"/>
                    <a:pt x="107050" y="87047"/>
                    <a:pt x="107157" y="93536"/>
                  </a:cubicBezTo>
                  <a:cubicBezTo>
                    <a:pt x="94596" y="93321"/>
                    <a:pt x="82511" y="92917"/>
                    <a:pt x="71081" y="92345"/>
                  </a:cubicBezTo>
                  <a:cubicBezTo>
                    <a:pt x="70807" y="86273"/>
                    <a:pt x="70676" y="80105"/>
                    <a:pt x="70676" y="73843"/>
                  </a:cubicBezTo>
                  <a:cubicBezTo>
                    <a:pt x="70676" y="67580"/>
                    <a:pt x="70807" y="61401"/>
                    <a:pt x="71081" y="55329"/>
                  </a:cubicBezTo>
                  <a:cubicBezTo>
                    <a:pt x="82511" y="54757"/>
                    <a:pt x="94596" y="54352"/>
                    <a:pt x="107157" y="54138"/>
                  </a:cubicBezTo>
                  <a:close/>
                  <a:moveTo>
                    <a:pt x="146983" y="54138"/>
                  </a:moveTo>
                  <a:cubicBezTo>
                    <a:pt x="159544" y="54352"/>
                    <a:pt x="171641" y="54757"/>
                    <a:pt x="183071" y="55329"/>
                  </a:cubicBezTo>
                  <a:cubicBezTo>
                    <a:pt x="183333" y="61401"/>
                    <a:pt x="183476" y="67568"/>
                    <a:pt x="183476" y="73831"/>
                  </a:cubicBezTo>
                  <a:cubicBezTo>
                    <a:pt x="183476" y="80094"/>
                    <a:pt x="183333" y="86273"/>
                    <a:pt x="183071" y="92345"/>
                  </a:cubicBezTo>
                  <a:cubicBezTo>
                    <a:pt x="171641" y="92917"/>
                    <a:pt x="159544" y="93321"/>
                    <a:pt x="146983" y="93536"/>
                  </a:cubicBezTo>
                  <a:cubicBezTo>
                    <a:pt x="147090" y="87047"/>
                    <a:pt x="147150" y="80475"/>
                    <a:pt x="147150" y="73843"/>
                  </a:cubicBezTo>
                  <a:cubicBezTo>
                    <a:pt x="147150" y="67199"/>
                    <a:pt x="147090" y="60627"/>
                    <a:pt x="146983" y="54138"/>
                  </a:cubicBezTo>
                  <a:close/>
                  <a:moveTo>
                    <a:pt x="127076" y="53971"/>
                  </a:moveTo>
                  <a:cubicBezTo>
                    <a:pt x="133743" y="53971"/>
                    <a:pt x="140327" y="54031"/>
                    <a:pt x="146781" y="54138"/>
                  </a:cubicBezTo>
                  <a:cubicBezTo>
                    <a:pt x="146876" y="60591"/>
                    <a:pt x="146935" y="67163"/>
                    <a:pt x="146935" y="73843"/>
                  </a:cubicBezTo>
                  <a:cubicBezTo>
                    <a:pt x="146935" y="80510"/>
                    <a:pt x="146888" y="87082"/>
                    <a:pt x="146781" y="93536"/>
                  </a:cubicBezTo>
                  <a:cubicBezTo>
                    <a:pt x="140327" y="93643"/>
                    <a:pt x="133743" y="93702"/>
                    <a:pt x="127076" y="93702"/>
                  </a:cubicBezTo>
                  <a:cubicBezTo>
                    <a:pt x="120396" y="93702"/>
                    <a:pt x="113824" y="93643"/>
                    <a:pt x="107371" y="93536"/>
                  </a:cubicBezTo>
                  <a:cubicBezTo>
                    <a:pt x="107264" y="87082"/>
                    <a:pt x="107204" y="80510"/>
                    <a:pt x="107204" y="73843"/>
                  </a:cubicBezTo>
                  <a:cubicBezTo>
                    <a:pt x="107204" y="67163"/>
                    <a:pt x="107264" y="60591"/>
                    <a:pt x="107371" y="54138"/>
                  </a:cubicBezTo>
                  <a:cubicBezTo>
                    <a:pt x="113824" y="54031"/>
                    <a:pt x="120396" y="53971"/>
                    <a:pt x="127076" y="53971"/>
                  </a:cubicBezTo>
                  <a:close/>
                  <a:moveTo>
                    <a:pt x="48" y="105632"/>
                  </a:moveTo>
                  <a:cubicBezTo>
                    <a:pt x="36" y="105716"/>
                    <a:pt x="12" y="105811"/>
                    <a:pt x="0" y="105894"/>
                  </a:cubicBezTo>
                  <a:cubicBezTo>
                    <a:pt x="155" y="105882"/>
                    <a:pt x="310" y="105870"/>
                    <a:pt x="477" y="105859"/>
                  </a:cubicBezTo>
                  <a:cubicBezTo>
                    <a:pt x="334" y="105775"/>
                    <a:pt x="191" y="105704"/>
                    <a:pt x="48" y="105632"/>
                  </a:cubicBezTo>
                  <a:close/>
                  <a:moveTo>
                    <a:pt x="26742" y="89095"/>
                  </a:moveTo>
                  <a:cubicBezTo>
                    <a:pt x="39958" y="90571"/>
                    <a:pt x="54805" y="91726"/>
                    <a:pt x="70724" y="92536"/>
                  </a:cubicBezTo>
                  <a:cubicBezTo>
                    <a:pt x="71247" y="104299"/>
                    <a:pt x="72259" y="115765"/>
                    <a:pt x="73724" y="126742"/>
                  </a:cubicBezTo>
                  <a:cubicBezTo>
                    <a:pt x="57901" y="124587"/>
                    <a:pt x="43292" y="121515"/>
                    <a:pt x="30397" y="117681"/>
                  </a:cubicBezTo>
                  <a:cubicBezTo>
                    <a:pt x="28599" y="108418"/>
                    <a:pt x="27373" y="98858"/>
                    <a:pt x="26742" y="89095"/>
                  </a:cubicBezTo>
                  <a:close/>
                  <a:moveTo>
                    <a:pt x="227410" y="89095"/>
                  </a:moveTo>
                  <a:cubicBezTo>
                    <a:pt x="226779" y="98858"/>
                    <a:pt x="225552" y="108418"/>
                    <a:pt x="223755" y="117681"/>
                  </a:cubicBezTo>
                  <a:cubicBezTo>
                    <a:pt x="210860" y="121515"/>
                    <a:pt x="196251" y="124587"/>
                    <a:pt x="180416" y="126742"/>
                  </a:cubicBezTo>
                  <a:cubicBezTo>
                    <a:pt x="181892" y="115765"/>
                    <a:pt x="182904" y="104299"/>
                    <a:pt x="183416" y="92536"/>
                  </a:cubicBezTo>
                  <a:cubicBezTo>
                    <a:pt x="199347" y="91726"/>
                    <a:pt x="214194" y="90571"/>
                    <a:pt x="227410" y="89095"/>
                  </a:cubicBezTo>
                  <a:close/>
                  <a:moveTo>
                    <a:pt x="71093" y="92559"/>
                  </a:moveTo>
                  <a:lnTo>
                    <a:pt x="71093" y="92559"/>
                  </a:lnTo>
                  <a:cubicBezTo>
                    <a:pt x="82630" y="93143"/>
                    <a:pt x="94715" y="93536"/>
                    <a:pt x="107169" y="93750"/>
                  </a:cubicBezTo>
                  <a:cubicBezTo>
                    <a:pt x="107371" y="106192"/>
                    <a:pt x="107776" y="118289"/>
                    <a:pt x="108347" y="129826"/>
                  </a:cubicBezTo>
                  <a:cubicBezTo>
                    <a:pt x="96477" y="129290"/>
                    <a:pt x="85011" y="128266"/>
                    <a:pt x="74117" y="126790"/>
                  </a:cubicBezTo>
                  <a:cubicBezTo>
                    <a:pt x="72640" y="115907"/>
                    <a:pt x="71617" y="104442"/>
                    <a:pt x="71093" y="92559"/>
                  </a:cubicBezTo>
                  <a:close/>
                  <a:moveTo>
                    <a:pt x="183059" y="92559"/>
                  </a:moveTo>
                  <a:lnTo>
                    <a:pt x="183059" y="92559"/>
                  </a:lnTo>
                  <a:cubicBezTo>
                    <a:pt x="182523" y="104442"/>
                    <a:pt x="181499" y="115907"/>
                    <a:pt x="180035" y="126802"/>
                  </a:cubicBezTo>
                  <a:cubicBezTo>
                    <a:pt x="169141" y="128266"/>
                    <a:pt x="157675" y="129290"/>
                    <a:pt x="145792" y="129826"/>
                  </a:cubicBezTo>
                  <a:cubicBezTo>
                    <a:pt x="146376" y="118289"/>
                    <a:pt x="146769" y="106192"/>
                    <a:pt x="146983" y="93750"/>
                  </a:cubicBezTo>
                  <a:cubicBezTo>
                    <a:pt x="159425" y="93536"/>
                    <a:pt x="171522" y="93143"/>
                    <a:pt x="183059" y="92559"/>
                  </a:cubicBezTo>
                  <a:close/>
                  <a:moveTo>
                    <a:pt x="107371" y="93750"/>
                  </a:moveTo>
                  <a:cubicBezTo>
                    <a:pt x="113860" y="93857"/>
                    <a:pt x="120432" y="93917"/>
                    <a:pt x="127076" y="93917"/>
                  </a:cubicBezTo>
                  <a:cubicBezTo>
                    <a:pt x="133708" y="93917"/>
                    <a:pt x="140292" y="93857"/>
                    <a:pt x="146769" y="93750"/>
                  </a:cubicBezTo>
                  <a:lnTo>
                    <a:pt x="146769" y="93750"/>
                  </a:lnTo>
                  <a:cubicBezTo>
                    <a:pt x="146566" y="106311"/>
                    <a:pt x="146150" y="118396"/>
                    <a:pt x="145578" y="129826"/>
                  </a:cubicBezTo>
                  <a:cubicBezTo>
                    <a:pt x="139506" y="130100"/>
                    <a:pt x="133339" y="130243"/>
                    <a:pt x="127076" y="130243"/>
                  </a:cubicBezTo>
                  <a:cubicBezTo>
                    <a:pt x="120813" y="130243"/>
                    <a:pt x="114634" y="130100"/>
                    <a:pt x="108574" y="129826"/>
                  </a:cubicBezTo>
                  <a:cubicBezTo>
                    <a:pt x="107990" y="118396"/>
                    <a:pt x="107585" y="106311"/>
                    <a:pt x="107371" y="93750"/>
                  </a:cubicBezTo>
                  <a:close/>
                  <a:moveTo>
                    <a:pt x="266653" y="116300"/>
                  </a:moveTo>
                  <a:lnTo>
                    <a:pt x="266653" y="116300"/>
                  </a:lnTo>
                  <a:cubicBezTo>
                    <a:pt x="259152" y="126861"/>
                    <a:pt x="248817" y="136600"/>
                    <a:pt x="235875" y="145101"/>
                  </a:cubicBezTo>
                  <a:cubicBezTo>
                    <a:pt x="235411" y="145399"/>
                    <a:pt x="234946" y="145697"/>
                    <a:pt x="234482" y="145994"/>
                  </a:cubicBezTo>
                  <a:cubicBezTo>
                    <a:pt x="234756" y="146006"/>
                    <a:pt x="235030" y="146018"/>
                    <a:pt x="235304" y="146030"/>
                  </a:cubicBezTo>
                  <a:cubicBezTo>
                    <a:pt x="235577" y="145852"/>
                    <a:pt x="235851" y="145673"/>
                    <a:pt x="236137" y="145494"/>
                  </a:cubicBezTo>
                  <a:cubicBezTo>
                    <a:pt x="248710" y="137243"/>
                    <a:pt x="258854" y="127814"/>
                    <a:pt x="266319" y="117586"/>
                  </a:cubicBezTo>
                  <a:lnTo>
                    <a:pt x="266319" y="117586"/>
                  </a:lnTo>
                  <a:cubicBezTo>
                    <a:pt x="263533" y="127504"/>
                    <a:pt x="259831" y="137005"/>
                    <a:pt x="255306" y="145971"/>
                  </a:cubicBezTo>
                  <a:cubicBezTo>
                    <a:pt x="255544" y="145983"/>
                    <a:pt x="255794" y="145994"/>
                    <a:pt x="256032" y="146006"/>
                  </a:cubicBezTo>
                  <a:cubicBezTo>
                    <a:pt x="260354" y="137374"/>
                    <a:pt x="263879" y="128338"/>
                    <a:pt x="266569" y="118991"/>
                  </a:cubicBezTo>
                  <a:cubicBezTo>
                    <a:pt x="266593" y="118098"/>
                    <a:pt x="266617" y="117193"/>
                    <a:pt x="266653" y="116300"/>
                  </a:cubicBezTo>
                  <a:close/>
                  <a:moveTo>
                    <a:pt x="1798" y="132362"/>
                  </a:moveTo>
                  <a:cubicBezTo>
                    <a:pt x="1774" y="132540"/>
                    <a:pt x="1739" y="132731"/>
                    <a:pt x="1715" y="132933"/>
                  </a:cubicBezTo>
                  <a:cubicBezTo>
                    <a:pt x="6573" y="137362"/>
                    <a:pt x="12014" y="141553"/>
                    <a:pt x="18015" y="145494"/>
                  </a:cubicBezTo>
                  <a:cubicBezTo>
                    <a:pt x="18229" y="145637"/>
                    <a:pt x="18455" y="145780"/>
                    <a:pt x="18669" y="145923"/>
                  </a:cubicBezTo>
                  <a:cubicBezTo>
                    <a:pt x="18681" y="145899"/>
                    <a:pt x="18681" y="145887"/>
                    <a:pt x="18693" y="145875"/>
                  </a:cubicBezTo>
                  <a:lnTo>
                    <a:pt x="18693" y="145875"/>
                  </a:lnTo>
                  <a:cubicBezTo>
                    <a:pt x="18681" y="145899"/>
                    <a:pt x="18693" y="145911"/>
                    <a:pt x="18693" y="145935"/>
                  </a:cubicBezTo>
                  <a:cubicBezTo>
                    <a:pt x="18800" y="146006"/>
                    <a:pt x="18908" y="146066"/>
                    <a:pt x="19015" y="146137"/>
                  </a:cubicBezTo>
                  <a:cubicBezTo>
                    <a:pt x="19348" y="146256"/>
                    <a:pt x="19872" y="146328"/>
                    <a:pt x="20336" y="146423"/>
                  </a:cubicBezTo>
                  <a:cubicBezTo>
                    <a:pt x="19646" y="145983"/>
                    <a:pt x="18955" y="145542"/>
                    <a:pt x="18277" y="145090"/>
                  </a:cubicBezTo>
                  <a:cubicBezTo>
                    <a:pt x="12204" y="141113"/>
                    <a:pt x="6692" y="136850"/>
                    <a:pt x="1798" y="132362"/>
                  </a:cubicBezTo>
                  <a:close/>
                  <a:moveTo>
                    <a:pt x="176558" y="0"/>
                  </a:moveTo>
                  <a:cubicBezTo>
                    <a:pt x="176701" y="572"/>
                    <a:pt x="176832" y="1167"/>
                    <a:pt x="176963" y="1774"/>
                  </a:cubicBezTo>
                  <a:lnTo>
                    <a:pt x="176903" y="1774"/>
                  </a:lnTo>
                  <a:cubicBezTo>
                    <a:pt x="178070" y="7787"/>
                    <a:pt x="179106" y="14038"/>
                    <a:pt x="179975" y="20491"/>
                  </a:cubicBezTo>
                  <a:cubicBezTo>
                    <a:pt x="168998" y="19015"/>
                    <a:pt x="157544" y="18003"/>
                    <a:pt x="145781" y="17491"/>
                  </a:cubicBezTo>
                  <a:cubicBezTo>
                    <a:pt x="145507" y="12157"/>
                    <a:pt x="145197" y="6942"/>
                    <a:pt x="144852" y="1858"/>
                  </a:cubicBezTo>
                  <a:cubicBezTo>
                    <a:pt x="144780" y="1870"/>
                    <a:pt x="144697" y="1870"/>
                    <a:pt x="144626" y="1870"/>
                  </a:cubicBezTo>
                  <a:cubicBezTo>
                    <a:pt x="144971" y="6918"/>
                    <a:pt x="145292" y="12121"/>
                    <a:pt x="145554" y="17479"/>
                  </a:cubicBezTo>
                  <a:cubicBezTo>
                    <a:pt x="139470" y="17217"/>
                    <a:pt x="133303" y="17074"/>
                    <a:pt x="127076" y="17074"/>
                  </a:cubicBezTo>
                  <a:cubicBezTo>
                    <a:pt x="120849" y="17074"/>
                    <a:pt x="114681" y="17217"/>
                    <a:pt x="108585" y="17479"/>
                  </a:cubicBezTo>
                  <a:cubicBezTo>
                    <a:pt x="108895" y="11573"/>
                    <a:pt x="109240" y="5846"/>
                    <a:pt x="109621" y="322"/>
                  </a:cubicBezTo>
                  <a:lnTo>
                    <a:pt x="109621" y="322"/>
                  </a:lnTo>
                  <a:cubicBezTo>
                    <a:pt x="109550" y="334"/>
                    <a:pt x="109478" y="334"/>
                    <a:pt x="109407" y="346"/>
                  </a:cubicBezTo>
                  <a:cubicBezTo>
                    <a:pt x="109014" y="5894"/>
                    <a:pt x="108669" y="11621"/>
                    <a:pt x="108371" y="17491"/>
                  </a:cubicBezTo>
                  <a:cubicBezTo>
                    <a:pt x="96608" y="18003"/>
                    <a:pt x="85142" y="19015"/>
                    <a:pt x="74164" y="20491"/>
                  </a:cubicBezTo>
                  <a:cubicBezTo>
                    <a:pt x="75069" y="13871"/>
                    <a:pt x="76129" y="7454"/>
                    <a:pt x="77343" y="1298"/>
                  </a:cubicBezTo>
                  <a:lnTo>
                    <a:pt x="77343" y="1298"/>
                  </a:lnTo>
                  <a:cubicBezTo>
                    <a:pt x="77212" y="1310"/>
                    <a:pt x="77081" y="1322"/>
                    <a:pt x="76951" y="1334"/>
                  </a:cubicBezTo>
                  <a:cubicBezTo>
                    <a:pt x="75724" y="7537"/>
                    <a:pt x="74665" y="13954"/>
                    <a:pt x="73783" y="20539"/>
                  </a:cubicBezTo>
                  <a:cubicBezTo>
                    <a:pt x="58198" y="22646"/>
                    <a:pt x="43601" y="25682"/>
                    <a:pt x="30480" y="29575"/>
                  </a:cubicBezTo>
                  <a:cubicBezTo>
                    <a:pt x="32374" y="19872"/>
                    <a:pt x="34910" y="10502"/>
                    <a:pt x="38029" y="1560"/>
                  </a:cubicBezTo>
                  <a:cubicBezTo>
                    <a:pt x="37874" y="1548"/>
                    <a:pt x="37708" y="1548"/>
                    <a:pt x="37541" y="1536"/>
                  </a:cubicBezTo>
                  <a:cubicBezTo>
                    <a:pt x="34409" y="10525"/>
                    <a:pt x="31862" y="19955"/>
                    <a:pt x="29968" y="29718"/>
                  </a:cubicBezTo>
                  <a:cubicBezTo>
                    <a:pt x="25849" y="30957"/>
                    <a:pt x="21884" y="32266"/>
                    <a:pt x="18086" y="33659"/>
                  </a:cubicBezTo>
                  <a:cubicBezTo>
                    <a:pt x="12252" y="35802"/>
                    <a:pt x="6942" y="38088"/>
                    <a:pt x="2191" y="40493"/>
                  </a:cubicBezTo>
                  <a:lnTo>
                    <a:pt x="2179" y="40934"/>
                  </a:lnTo>
                  <a:cubicBezTo>
                    <a:pt x="10097" y="36910"/>
                    <a:pt x="19420" y="33278"/>
                    <a:pt x="29885" y="30147"/>
                  </a:cubicBezTo>
                  <a:lnTo>
                    <a:pt x="29885" y="30147"/>
                  </a:lnTo>
                  <a:cubicBezTo>
                    <a:pt x="28111" y="39386"/>
                    <a:pt x="26885" y="48911"/>
                    <a:pt x="26266" y="58627"/>
                  </a:cubicBezTo>
                  <a:cubicBezTo>
                    <a:pt x="23480" y="58948"/>
                    <a:pt x="20765" y="59270"/>
                    <a:pt x="18134" y="59615"/>
                  </a:cubicBezTo>
                  <a:cubicBezTo>
                    <a:pt x="11621" y="60460"/>
                    <a:pt x="5763" y="61365"/>
                    <a:pt x="584" y="62329"/>
                  </a:cubicBezTo>
                  <a:cubicBezTo>
                    <a:pt x="596" y="62389"/>
                    <a:pt x="596" y="62460"/>
                    <a:pt x="608" y="62520"/>
                  </a:cubicBezTo>
                  <a:cubicBezTo>
                    <a:pt x="7942" y="61163"/>
                    <a:pt x="16574" y="59924"/>
                    <a:pt x="26254" y="58841"/>
                  </a:cubicBezTo>
                  <a:lnTo>
                    <a:pt x="26254" y="58841"/>
                  </a:lnTo>
                  <a:cubicBezTo>
                    <a:pt x="25944" y="63794"/>
                    <a:pt x="25777" y="68794"/>
                    <a:pt x="25777" y="73843"/>
                  </a:cubicBezTo>
                  <a:cubicBezTo>
                    <a:pt x="25777" y="78879"/>
                    <a:pt x="25944" y="83880"/>
                    <a:pt x="26254" y="88833"/>
                  </a:cubicBezTo>
                  <a:cubicBezTo>
                    <a:pt x="17014" y="87797"/>
                    <a:pt x="8740" y="86618"/>
                    <a:pt x="1620" y="85332"/>
                  </a:cubicBezTo>
                  <a:cubicBezTo>
                    <a:pt x="1620" y="85404"/>
                    <a:pt x="1620" y="85475"/>
                    <a:pt x="1620" y="85535"/>
                  </a:cubicBezTo>
                  <a:cubicBezTo>
                    <a:pt x="6537" y="86428"/>
                    <a:pt x="12050" y="87273"/>
                    <a:pt x="18134" y="88059"/>
                  </a:cubicBezTo>
                  <a:cubicBezTo>
                    <a:pt x="20765" y="88404"/>
                    <a:pt x="23480" y="88726"/>
                    <a:pt x="26266" y="89047"/>
                  </a:cubicBezTo>
                  <a:cubicBezTo>
                    <a:pt x="26885" y="98762"/>
                    <a:pt x="28099" y="108287"/>
                    <a:pt x="29885" y="117527"/>
                  </a:cubicBezTo>
                  <a:cubicBezTo>
                    <a:pt x="18824" y="114217"/>
                    <a:pt x="9037" y="110359"/>
                    <a:pt x="846" y="106049"/>
                  </a:cubicBezTo>
                  <a:lnTo>
                    <a:pt x="846" y="106049"/>
                  </a:lnTo>
                  <a:cubicBezTo>
                    <a:pt x="858" y="106204"/>
                    <a:pt x="870" y="106359"/>
                    <a:pt x="881" y="106513"/>
                  </a:cubicBezTo>
                  <a:cubicBezTo>
                    <a:pt x="5977" y="109169"/>
                    <a:pt x="11716" y="111669"/>
                    <a:pt x="18086" y="114014"/>
                  </a:cubicBezTo>
                  <a:cubicBezTo>
                    <a:pt x="21884" y="115407"/>
                    <a:pt x="25849" y="116717"/>
                    <a:pt x="29968" y="117955"/>
                  </a:cubicBezTo>
                  <a:cubicBezTo>
                    <a:pt x="31850" y="127611"/>
                    <a:pt x="34350" y="136946"/>
                    <a:pt x="37446" y="145852"/>
                  </a:cubicBezTo>
                  <a:cubicBezTo>
                    <a:pt x="37600" y="145840"/>
                    <a:pt x="37767" y="145840"/>
                    <a:pt x="37934" y="145828"/>
                  </a:cubicBezTo>
                  <a:cubicBezTo>
                    <a:pt x="34862" y="136981"/>
                    <a:pt x="32362" y="127706"/>
                    <a:pt x="30480" y="118098"/>
                  </a:cubicBezTo>
                  <a:lnTo>
                    <a:pt x="30480" y="118098"/>
                  </a:lnTo>
                  <a:cubicBezTo>
                    <a:pt x="43589" y="121992"/>
                    <a:pt x="58198" y="125028"/>
                    <a:pt x="73783" y="127135"/>
                  </a:cubicBezTo>
                  <a:cubicBezTo>
                    <a:pt x="74653" y="133600"/>
                    <a:pt x="75688" y="139910"/>
                    <a:pt x="76879" y="146006"/>
                  </a:cubicBezTo>
                  <a:cubicBezTo>
                    <a:pt x="77010" y="146006"/>
                    <a:pt x="77141" y="146018"/>
                    <a:pt x="77272" y="146018"/>
                  </a:cubicBezTo>
                  <a:cubicBezTo>
                    <a:pt x="76093" y="139970"/>
                    <a:pt x="75046" y="133683"/>
                    <a:pt x="74164" y="127183"/>
                  </a:cubicBezTo>
                  <a:lnTo>
                    <a:pt x="74164" y="127183"/>
                  </a:lnTo>
                  <a:cubicBezTo>
                    <a:pt x="85154" y="128659"/>
                    <a:pt x="96608" y="129659"/>
                    <a:pt x="108371" y="130183"/>
                  </a:cubicBezTo>
                  <a:cubicBezTo>
                    <a:pt x="108657" y="135850"/>
                    <a:pt x="108990" y="141375"/>
                    <a:pt x="109371" y="146733"/>
                  </a:cubicBezTo>
                  <a:cubicBezTo>
                    <a:pt x="109443" y="146745"/>
                    <a:pt x="109514" y="146745"/>
                    <a:pt x="109586" y="146756"/>
                  </a:cubicBezTo>
                  <a:cubicBezTo>
                    <a:pt x="109205" y="141411"/>
                    <a:pt x="108883" y="135886"/>
                    <a:pt x="108585" y="130195"/>
                  </a:cubicBezTo>
                  <a:lnTo>
                    <a:pt x="108585" y="130195"/>
                  </a:lnTo>
                  <a:cubicBezTo>
                    <a:pt x="114681" y="130457"/>
                    <a:pt x="120849" y="130600"/>
                    <a:pt x="127076" y="130600"/>
                  </a:cubicBezTo>
                  <a:cubicBezTo>
                    <a:pt x="133303" y="130600"/>
                    <a:pt x="139470" y="130457"/>
                    <a:pt x="145554" y="130195"/>
                  </a:cubicBezTo>
                  <a:lnTo>
                    <a:pt x="145554" y="130195"/>
                  </a:lnTo>
                  <a:cubicBezTo>
                    <a:pt x="145328" y="134815"/>
                    <a:pt x="145066" y="139327"/>
                    <a:pt x="144769" y="143720"/>
                  </a:cubicBezTo>
                  <a:cubicBezTo>
                    <a:pt x="144828" y="143851"/>
                    <a:pt x="144888" y="143994"/>
                    <a:pt x="144959" y="144161"/>
                  </a:cubicBezTo>
                  <a:cubicBezTo>
                    <a:pt x="145257" y="139613"/>
                    <a:pt x="145531" y="134945"/>
                    <a:pt x="145781" y="130183"/>
                  </a:cubicBezTo>
                  <a:cubicBezTo>
                    <a:pt x="157544" y="129671"/>
                    <a:pt x="168998" y="128659"/>
                    <a:pt x="179975" y="127183"/>
                  </a:cubicBezTo>
                  <a:lnTo>
                    <a:pt x="179975" y="127183"/>
                  </a:lnTo>
                  <a:cubicBezTo>
                    <a:pt x="179106" y="133588"/>
                    <a:pt x="178094" y="139791"/>
                    <a:pt x="176927" y="145756"/>
                  </a:cubicBezTo>
                  <a:lnTo>
                    <a:pt x="177034" y="145756"/>
                  </a:lnTo>
                  <a:cubicBezTo>
                    <a:pt x="177142" y="145697"/>
                    <a:pt x="177249" y="145625"/>
                    <a:pt x="177356" y="145566"/>
                  </a:cubicBezTo>
                  <a:cubicBezTo>
                    <a:pt x="178511" y="139601"/>
                    <a:pt x="179511" y="133445"/>
                    <a:pt x="180368" y="127135"/>
                  </a:cubicBezTo>
                  <a:cubicBezTo>
                    <a:pt x="195953" y="125028"/>
                    <a:pt x="210551" y="121992"/>
                    <a:pt x="223671" y="118098"/>
                  </a:cubicBezTo>
                  <a:lnTo>
                    <a:pt x="223671" y="118098"/>
                  </a:lnTo>
                  <a:cubicBezTo>
                    <a:pt x="221814" y="127599"/>
                    <a:pt x="219337" y="136791"/>
                    <a:pt x="216301" y="145554"/>
                  </a:cubicBezTo>
                  <a:lnTo>
                    <a:pt x="216801" y="145554"/>
                  </a:lnTo>
                  <a:cubicBezTo>
                    <a:pt x="219849" y="136743"/>
                    <a:pt x="222326" y="127504"/>
                    <a:pt x="224183" y="117943"/>
                  </a:cubicBezTo>
                  <a:cubicBezTo>
                    <a:pt x="228291" y="116717"/>
                    <a:pt x="232268" y="115407"/>
                    <a:pt x="236066" y="114002"/>
                  </a:cubicBezTo>
                  <a:cubicBezTo>
                    <a:pt x="249877" y="108930"/>
                    <a:pt x="260747" y="103073"/>
                    <a:pt x="268367" y="96679"/>
                  </a:cubicBezTo>
                  <a:cubicBezTo>
                    <a:pt x="268391" y="96476"/>
                    <a:pt x="268427" y="96286"/>
                    <a:pt x="268451" y="96084"/>
                  </a:cubicBezTo>
                  <a:lnTo>
                    <a:pt x="268451" y="96084"/>
                  </a:lnTo>
                  <a:cubicBezTo>
                    <a:pt x="258592" y="104477"/>
                    <a:pt x="243317" y="111824"/>
                    <a:pt x="224267" y="117527"/>
                  </a:cubicBezTo>
                  <a:cubicBezTo>
                    <a:pt x="226041" y="108287"/>
                    <a:pt x="227267" y="98762"/>
                    <a:pt x="227886" y="89047"/>
                  </a:cubicBezTo>
                  <a:cubicBezTo>
                    <a:pt x="230672" y="88726"/>
                    <a:pt x="233387" y="88404"/>
                    <a:pt x="236018" y="88059"/>
                  </a:cubicBezTo>
                  <a:cubicBezTo>
                    <a:pt x="248770" y="86404"/>
                    <a:pt x="259009" y="84511"/>
                    <a:pt x="266510" y="82451"/>
                  </a:cubicBezTo>
                  <a:cubicBezTo>
                    <a:pt x="266510" y="82379"/>
                    <a:pt x="266510" y="82308"/>
                    <a:pt x="266510" y="82249"/>
                  </a:cubicBezTo>
                  <a:cubicBezTo>
                    <a:pt x="257306" y="84773"/>
                    <a:pt x="244079" y="87023"/>
                    <a:pt x="227898" y="88833"/>
                  </a:cubicBezTo>
                  <a:cubicBezTo>
                    <a:pt x="228208" y="83880"/>
                    <a:pt x="228362" y="78867"/>
                    <a:pt x="228362" y="73831"/>
                  </a:cubicBezTo>
                  <a:cubicBezTo>
                    <a:pt x="228362" y="68794"/>
                    <a:pt x="228208" y="63782"/>
                    <a:pt x="227898" y="58829"/>
                  </a:cubicBezTo>
                  <a:lnTo>
                    <a:pt x="227898" y="58829"/>
                  </a:lnTo>
                  <a:cubicBezTo>
                    <a:pt x="244519" y="60698"/>
                    <a:pt x="258009" y="63008"/>
                    <a:pt x="267248" y="65627"/>
                  </a:cubicBezTo>
                  <a:cubicBezTo>
                    <a:pt x="267248" y="65556"/>
                    <a:pt x="267260" y="65496"/>
                    <a:pt x="267260" y="65425"/>
                  </a:cubicBezTo>
                  <a:cubicBezTo>
                    <a:pt x="259711" y="63282"/>
                    <a:pt x="249210" y="61317"/>
                    <a:pt x="236018" y="59603"/>
                  </a:cubicBezTo>
                  <a:cubicBezTo>
                    <a:pt x="233387" y="59270"/>
                    <a:pt x="230672" y="58936"/>
                    <a:pt x="227886" y="58627"/>
                  </a:cubicBezTo>
                  <a:cubicBezTo>
                    <a:pt x="227267" y="48899"/>
                    <a:pt x="226041" y="39374"/>
                    <a:pt x="224267" y="30135"/>
                  </a:cubicBezTo>
                  <a:lnTo>
                    <a:pt x="224267" y="30135"/>
                  </a:lnTo>
                  <a:cubicBezTo>
                    <a:pt x="243650" y="35945"/>
                    <a:pt x="259116" y="43446"/>
                    <a:pt x="268963" y="52019"/>
                  </a:cubicBezTo>
                  <a:cubicBezTo>
                    <a:pt x="268986" y="51864"/>
                    <a:pt x="269010" y="51709"/>
                    <a:pt x="269046" y="51566"/>
                  </a:cubicBezTo>
                  <a:cubicBezTo>
                    <a:pt x="261390" y="44946"/>
                    <a:pt x="250294" y="38886"/>
                    <a:pt x="236066" y="33659"/>
                  </a:cubicBezTo>
                  <a:cubicBezTo>
                    <a:pt x="232268" y="32266"/>
                    <a:pt x="228291" y="30945"/>
                    <a:pt x="224183" y="29718"/>
                  </a:cubicBezTo>
                  <a:cubicBezTo>
                    <a:pt x="222338" y="20277"/>
                    <a:pt x="219909" y="11133"/>
                    <a:pt x="216908" y="2417"/>
                  </a:cubicBezTo>
                  <a:cubicBezTo>
                    <a:pt x="216766" y="2513"/>
                    <a:pt x="216635" y="2620"/>
                    <a:pt x="216504" y="2715"/>
                  </a:cubicBezTo>
                  <a:cubicBezTo>
                    <a:pt x="219456" y="11299"/>
                    <a:pt x="221850" y="20277"/>
                    <a:pt x="223671" y="29563"/>
                  </a:cubicBezTo>
                  <a:cubicBezTo>
                    <a:pt x="210551" y="25682"/>
                    <a:pt x="195953" y="22646"/>
                    <a:pt x="180368" y="20539"/>
                  </a:cubicBezTo>
                  <a:cubicBezTo>
                    <a:pt x="179416" y="13490"/>
                    <a:pt x="178273" y="6644"/>
                    <a:pt x="176951" y="36"/>
                  </a:cubicBezTo>
                  <a:cubicBezTo>
                    <a:pt x="176820" y="24"/>
                    <a:pt x="176689" y="12"/>
                    <a:pt x="176558" y="0"/>
                  </a:cubicBezTo>
                  <a:close/>
                </a:path>
              </a:pathLst>
            </a:custGeom>
            <a:solidFill>
              <a:srgbClr val="E3C98E">
                <a:alpha val="246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08" name="Google Shape;1308;p72"/>
          <p:cNvSpPr txBox="1"/>
          <p:nvPr>
            <p:ph hasCustomPrompt="1" type="title"/>
          </p:nvPr>
        </p:nvSpPr>
        <p:spPr>
          <a:xfrm>
            <a:off x="2432700" y="638350"/>
            <a:ext cx="4278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09" name="Google Shape;1309;p72"/>
          <p:cNvSpPr txBox="1"/>
          <p:nvPr>
            <p:ph idx="1" type="subTitle"/>
          </p:nvPr>
        </p:nvSpPr>
        <p:spPr>
          <a:xfrm>
            <a:off x="2432700" y="1327272"/>
            <a:ext cx="4278600" cy="42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310" name="Google Shape;1310;p72"/>
          <p:cNvSpPr txBox="1"/>
          <p:nvPr>
            <p:ph hasCustomPrompt="1" idx="2" type="title"/>
          </p:nvPr>
        </p:nvSpPr>
        <p:spPr>
          <a:xfrm>
            <a:off x="2432700" y="1990612"/>
            <a:ext cx="4278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11" name="Google Shape;1311;p72"/>
          <p:cNvSpPr txBox="1"/>
          <p:nvPr>
            <p:ph idx="3" type="subTitle"/>
          </p:nvPr>
        </p:nvSpPr>
        <p:spPr>
          <a:xfrm>
            <a:off x="2432700" y="2674085"/>
            <a:ext cx="4278600" cy="42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312" name="Google Shape;1312;p72"/>
          <p:cNvSpPr txBox="1"/>
          <p:nvPr>
            <p:ph hasCustomPrompt="1" idx="4" type="title"/>
          </p:nvPr>
        </p:nvSpPr>
        <p:spPr>
          <a:xfrm>
            <a:off x="2432700" y="3342875"/>
            <a:ext cx="4278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13" name="Google Shape;1313;p72"/>
          <p:cNvSpPr txBox="1"/>
          <p:nvPr>
            <p:ph idx="5" type="subTitle"/>
          </p:nvPr>
        </p:nvSpPr>
        <p:spPr>
          <a:xfrm>
            <a:off x="2432700" y="4020873"/>
            <a:ext cx="4278600" cy="42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8_1">
    <p:spTree>
      <p:nvGrpSpPr>
        <p:cNvPr id="1314" name="Shape 1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5" name="Google Shape;1315;p73"/>
          <p:cNvGrpSpPr/>
          <p:nvPr/>
        </p:nvGrpSpPr>
        <p:grpSpPr>
          <a:xfrm>
            <a:off x="0" y="0"/>
            <a:ext cx="9144003" cy="5143501"/>
            <a:chOff x="0" y="0"/>
            <a:chExt cx="9144003" cy="5143501"/>
          </a:xfrm>
        </p:grpSpPr>
        <p:pic>
          <p:nvPicPr>
            <p:cNvPr id="1316" name="Google Shape;1316;p73"/>
            <p:cNvPicPr preferRelativeResize="0"/>
            <p:nvPr/>
          </p:nvPicPr>
          <p:blipFill rotWithShape="1">
            <a:blip r:embed="rId2">
              <a:alphaModFix/>
            </a:blip>
            <a:srcRect b="8068" l="0" r="0" t="8060"/>
            <a:stretch/>
          </p:blipFill>
          <p:spPr>
            <a:xfrm>
              <a:off x="0" y="0"/>
              <a:ext cx="9144003" cy="5143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7" name="Google Shape;1317;p73"/>
            <p:cNvSpPr/>
            <p:nvPr/>
          </p:nvSpPr>
          <p:spPr>
            <a:xfrm>
              <a:off x="209980" y="194500"/>
              <a:ext cx="8763466" cy="4752275"/>
            </a:xfrm>
            <a:custGeom>
              <a:rect b="b" l="l" r="r" t="t"/>
              <a:pathLst>
                <a:path extrusionOk="0" h="147209" w="271904">
                  <a:moveTo>
                    <a:pt x="596" y="0"/>
                  </a:moveTo>
                  <a:lnTo>
                    <a:pt x="596" y="0"/>
                  </a:lnTo>
                  <a:cubicBezTo>
                    <a:pt x="2025" y="5965"/>
                    <a:pt x="3072" y="13895"/>
                    <a:pt x="3644" y="22312"/>
                  </a:cubicBezTo>
                  <a:cubicBezTo>
                    <a:pt x="7942" y="23515"/>
                    <a:pt x="13609" y="23932"/>
                    <a:pt x="5085" y="25063"/>
                  </a:cubicBezTo>
                  <a:cubicBezTo>
                    <a:pt x="5096" y="25110"/>
                    <a:pt x="5108" y="25146"/>
                    <a:pt x="5120" y="25194"/>
                  </a:cubicBezTo>
                  <a:cubicBezTo>
                    <a:pt x="5263" y="25301"/>
                    <a:pt x="5394" y="25396"/>
                    <a:pt x="5525" y="25503"/>
                  </a:cubicBezTo>
                  <a:cubicBezTo>
                    <a:pt x="5692" y="25539"/>
                    <a:pt x="5954" y="25479"/>
                    <a:pt x="6037" y="25658"/>
                  </a:cubicBezTo>
                  <a:cubicBezTo>
                    <a:pt x="8561" y="26230"/>
                    <a:pt x="4561" y="26670"/>
                    <a:pt x="3894" y="26789"/>
                  </a:cubicBezTo>
                  <a:cubicBezTo>
                    <a:pt x="4203" y="33719"/>
                    <a:pt x="4192" y="40803"/>
                    <a:pt x="3787" y="47256"/>
                  </a:cubicBezTo>
                  <a:cubicBezTo>
                    <a:pt x="2560" y="47137"/>
                    <a:pt x="1298" y="47006"/>
                    <a:pt x="1" y="46875"/>
                  </a:cubicBezTo>
                  <a:lnTo>
                    <a:pt x="1" y="46875"/>
                  </a:lnTo>
                  <a:cubicBezTo>
                    <a:pt x="1429" y="52840"/>
                    <a:pt x="2477" y="60770"/>
                    <a:pt x="3049" y="69199"/>
                  </a:cubicBezTo>
                  <a:cubicBezTo>
                    <a:pt x="7347" y="70402"/>
                    <a:pt x="13014" y="70818"/>
                    <a:pt x="4489" y="71949"/>
                  </a:cubicBezTo>
                  <a:cubicBezTo>
                    <a:pt x="4501" y="71985"/>
                    <a:pt x="4513" y="72033"/>
                    <a:pt x="4525" y="72069"/>
                  </a:cubicBezTo>
                  <a:cubicBezTo>
                    <a:pt x="4668" y="72176"/>
                    <a:pt x="4787" y="72283"/>
                    <a:pt x="4930" y="72390"/>
                  </a:cubicBezTo>
                  <a:cubicBezTo>
                    <a:pt x="5096" y="72414"/>
                    <a:pt x="5358" y="72366"/>
                    <a:pt x="5442" y="72545"/>
                  </a:cubicBezTo>
                  <a:cubicBezTo>
                    <a:pt x="7966" y="73104"/>
                    <a:pt x="3965" y="73557"/>
                    <a:pt x="3299" y="73664"/>
                  </a:cubicBezTo>
                  <a:cubicBezTo>
                    <a:pt x="3513" y="78510"/>
                    <a:pt x="3572" y="83427"/>
                    <a:pt x="3453" y="88154"/>
                  </a:cubicBezTo>
                  <a:cubicBezTo>
                    <a:pt x="2322" y="88047"/>
                    <a:pt x="1179" y="87928"/>
                    <a:pt x="1" y="87809"/>
                  </a:cubicBezTo>
                  <a:lnTo>
                    <a:pt x="1" y="87809"/>
                  </a:lnTo>
                  <a:cubicBezTo>
                    <a:pt x="989" y="91940"/>
                    <a:pt x="1798" y="97036"/>
                    <a:pt x="2394" y="102584"/>
                  </a:cubicBezTo>
                  <a:cubicBezTo>
                    <a:pt x="2239" y="103727"/>
                    <a:pt x="2072" y="104834"/>
                    <a:pt x="1882" y="105894"/>
                  </a:cubicBezTo>
                  <a:cubicBezTo>
                    <a:pt x="2156" y="105870"/>
                    <a:pt x="2429" y="105846"/>
                    <a:pt x="2715" y="105811"/>
                  </a:cubicBezTo>
                  <a:cubicBezTo>
                    <a:pt x="2834" y="107228"/>
                    <a:pt x="2953" y="108668"/>
                    <a:pt x="3049" y="110121"/>
                  </a:cubicBezTo>
                  <a:cubicBezTo>
                    <a:pt x="7347" y="111323"/>
                    <a:pt x="13014" y="111740"/>
                    <a:pt x="4489" y="112871"/>
                  </a:cubicBezTo>
                  <a:cubicBezTo>
                    <a:pt x="4501" y="112919"/>
                    <a:pt x="4513" y="112954"/>
                    <a:pt x="4525" y="113002"/>
                  </a:cubicBezTo>
                  <a:cubicBezTo>
                    <a:pt x="4668" y="113109"/>
                    <a:pt x="4799" y="113205"/>
                    <a:pt x="4930" y="113312"/>
                  </a:cubicBezTo>
                  <a:cubicBezTo>
                    <a:pt x="5096" y="113347"/>
                    <a:pt x="5358" y="113288"/>
                    <a:pt x="5442" y="113466"/>
                  </a:cubicBezTo>
                  <a:cubicBezTo>
                    <a:pt x="7966" y="114038"/>
                    <a:pt x="3965" y="114478"/>
                    <a:pt x="3299" y="114598"/>
                  </a:cubicBezTo>
                  <a:cubicBezTo>
                    <a:pt x="3822" y="126123"/>
                    <a:pt x="4668" y="127147"/>
                    <a:pt x="3120" y="135886"/>
                  </a:cubicBezTo>
                  <a:cubicBezTo>
                    <a:pt x="4608" y="136338"/>
                    <a:pt x="14133" y="147209"/>
                    <a:pt x="14133" y="147209"/>
                  </a:cubicBezTo>
                  <a:cubicBezTo>
                    <a:pt x="14133" y="147209"/>
                    <a:pt x="16765" y="146220"/>
                    <a:pt x="20479" y="146137"/>
                  </a:cubicBezTo>
                  <a:cubicBezTo>
                    <a:pt x="20503" y="146054"/>
                    <a:pt x="20539" y="145959"/>
                    <a:pt x="20563" y="145875"/>
                  </a:cubicBezTo>
                  <a:lnTo>
                    <a:pt x="20563" y="145875"/>
                  </a:lnTo>
                  <a:cubicBezTo>
                    <a:pt x="20491" y="146340"/>
                    <a:pt x="23242" y="146363"/>
                    <a:pt x="23158" y="146816"/>
                  </a:cubicBezTo>
                  <a:cubicBezTo>
                    <a:pt x="29516" y="146220"/>
                    <a:pt x="36481" y="145875"/>
                    <a:pt x="44589" y="145697"/>
                  </a:cubicBezTo>
                  <a:cubicBezTo>
                    <a:pt x="44613" y="145625"/>
                    <a:pt x="44637" y="145554"/>
                    <a:pt x="44661" y="145494"/>
                  </a:cubicBezTo>
                  <a:cubicBezTo>
                    <a:pt x="45090" y="145494"/>
                    <a:pt x="45530" y="145494"/>
                    <a:pt x="45959" y="145482"/>
                  </a:cubicBezTo>
                  <a:cubicBezTo>
                    <a:pt x="45959" y="145542"/>
                    <a:pt x="45959" y="145601"/>
                    <a:pt x="45959" y="145661"/>
                  </a:cubicBezTo>
                  <a:cubicBezTo>
                    <a:pt x="46173" y="145661"/>
                    <a:pt x="46387" y="145661"/>
                    <a:pt x="46602" y="145649"/>
                  </a:cubicBezTo>
                  <a:cubicBezTo>
                    <a:pt x="46637" y="145601"/>
                    <a:pt x="46661" y="145542"/>
                    <a:pt x="46685" y="145482"/>
                  </a:cubicBezTo>
                  <a:cubicBezTo>
                    <a:pt x="47197" y="145482"/>
                    <a:pt x="47709" y="145482"/>
                    <a:pt x="48221" y="145494"/>
                  </a:cubicBezTo>
                  <a:cubicBezTo>
                    <a:pt x="48221" y="145530"/>
                    <a:pt x="48221" y="145578"/>
                    <a:pt x="48221" y="145625"/>
                  </a:cubicBezTo>
                  <a:cubicBezTo>
                    <a:pt x="50912" y="145578"/>
                    <a:pt x="53900" y="145542"/>
                    <a:pt x="57031" y="145518"/>
                  </a:cubicBezTo>
                  <a:cubicBezTo>
                    <a:pt x="59651" y="145542"/>
                    <a:pt x="62151" y="145566"/>
                    <a:pt x="64461" y="145601"/>
                  </a:cubicBezTo>
                  <a:cubicBezTo>
                    <a:pt x="64461" y="145566"/>
                    <a:pt x="64461" y="145530"/>
                    <a:pt x="64461" y="145494"/>
                  </a:cubicBezTo>
                  <a:cubicBezTo>
                    <a:pt x="65592" y="145488"/>
                    <a:pt x="66726" y="145485"/>
                    <a:pt x="67860" y="145485"/>
                  </a:cubicBezTo>
                  <a:cubicBezTo>
                    <a:pt x="68994" y="145485"/>
                    <a:pt x="70128" y="145488"/>
                    <a:pt x="71259" y="145494"/>
                  </a:cubicBezTo>
                  <a:cubicBezTo>
                    <a:pt x="71402" y="145578"/>
                    <a:pt x="71545" y="145661"/>
                    <a:pt x="71700" y="145744"/>
                  </a:cubicBezTo>
                  <a:cubicBezTo>
                    <a:pt x="78891" y="145947"/>
                    <a:pt x="85190" y="146268"/>
                    <a:pt x="90976" y="146816"/>
                  </a:cubicBezTo>
                  <a:cubicBezTo>
                    <a:pt x="90845" y="146054"/>
                    <a:pt x="90714" y="145256"/>
                    <a:pt x="90595" y="144435"/>
                  </a:cubicBezTo>
                  <a:lnTo>
                    <a:pt x="90595" y="144435"/>
                  </a:lnTo>
                  <a:cubicBezTo>
                    <a:pt x="91429" y="144792"/>
                    <a:pt x="92191" y="145304"/>
                    <a:pt x="92976" y="145744"/>
                  </a:cubicBezTo>
                  <a:cubicBezTo>
                    <a:pt x="96596" y="145851"/>
                    <a:pt x="99989" y="145982"/>
                    <a:pt x="103204" y="146161"/>
                  </a:cubicBezTo>
                  <a:cubicBezTo>
                    <a:pt x="103156" y="146375"/>
                    <a:pt x="103121" y="146601"/>
                    <a:pt x="103085" y="146828"/>
                  </a:cubicBezTo>
                  <a:cubicBezTo>
                    <a:pt x="104573" y="146685"/>
                    <a:pt x="106109" y="146554"/>
                    <a:pt x="107669" y="146447"/>
                  </a:cubicBezTo>
                  <a:cubicBezTo>
                    <a:pt x="109240" y="146554"/>
                    <a:pt x="110764" y="146685"/>
                    <a:pt x="112265" y="146828"/>
                  </a:cubicBezTo>
                  <a:cubicBezTo>
                    <a:pt x="112217" y="146601"/>
                    <a:pt x="112181" y="146375"/>
                    <a:pt x="112146" y="146161"/>
                  </a:cubicBezTo>
                  <a:cubicBezTo>
                    <a:pt x="115979" y="145947"/>
                    <a:pt x="120075" y="145792"/>
                    <a:pt x="124504" y="145697"/>
                  </a:cubicBezTo>
                  <a:cubicBezTo>
                    <a:pt x="125022" y="144156"/>
                    <a:pt x="125413" y="143165"/>
                    <a:pt x="125645" y="143165"/>
                  </a:cubicBezTo>
                  <a:cubicBezTo>
                    <a:pt x="125846" y="143165"/>
                    <a:pt x="125929" y="143902"/>
                    <a:pt x="125873" y="145661"/>
                  </a:cubicBezTo>
                  <a:cubicBezTo>
                    <a:pt x="126100" y="145661"/>
                    <a:pt x="126302" y="145661"/>
                    <a:pt x="126528" y="145649"/>
                  </a:cubicBezTo>
                  <a:cubicBezTo>
                    <a:pt x="127181" y="144357"/>
                    <a:pt x="127670" y="143321"/>
                    <a:pt x="127939" y="143321"/>
                  </a:cubicBezTo>
                  <a:cubicBezTo>
                    <a:pt x="128150" y="143321"/>
                    <a:pt x="128225" y="143963"/>
                    <a:pt x="128136" y="145625"/>
                  </a:cubicBezTo>
                  <a:cubicBezTo>
                    <a:pt x="130541" y="145589"/>
                    <a:pt x="133184" y="145554"/>
                    <a:pt x="135946" y="145530"/>
                  </a:cubicBezTo>
                  <a:cubicBezTo>
                    <a:pt x="138720" y="145554"/>
                    <a:pt x="141352" y="145589"/>
                    <a:pt x="143757" y="145625"/>
                  </a:cubicBezTo>
                  <a:cubicBezTo>
                    <a:pt x="143667" y="143963"/>
                    <a:pt x="143745" y="143321"/>
                    <a:pt x="143959" y="143321"/>
                  </a:cubicBezTo>
                  <a:cubicBezTo>
                    <a:pt x="144230" y="143321"/>
                    <a:pt x="144723" y="144357"/>
                    <a:pt x="145376" y="145649"/>
                  </a:cubicBezTo>
                  <a:cubicBezTo>
                    <a:pt x="145590" y="145661"/>
                    <a:pt x="145804" y="145661"/>
                    <a:pt x="146019" y="145661"/>
                  </a:cubicBezTo>
                  <a:cubicBezTo>
                    <a:pt x="145964" y="143902"/>
                    <a:pt x="146046" y="143165"/>
                    <a:pt x="146247" y="143165"/>
                  </a:cubicBezTo>
                  <a:cubicBezTo>
                    <a:pt x="146479" y="143165"/>
                    <a:pt x="146870" y="144156"/>
                    <a:pt x="147388" y="145697"/>
                  </a:cubicBezTo>
                  <a:cubicBezTo>
                    <a:pt x="151817" y="145792"/>
                    <a:pt x="155913" y="145947"/>
                    <a:pt x="159759" y="146161"/>
                  </a:cubicBezTo>
                  <a:cubicBezTo>
                    <a:pt x="159711" y="146375"/>
                    <a:pt x="159675" y="146601"/>
                    <a:pt x="159640" y="146828"/>
                  </a:cubicBezTo>
                  <a:cubicBezTo>
                    <a:pt x="161128" y="146685"/>
                    <a:pt x="162664" y="146554"/>
                    <a:pt x="164223" y="146447"/>
                  </a:cubicBezTo>
                  <a:cubicBezTo>
                    <a:pt x="165795" y="146554"/>
                    <a:pt x="167319" y="146685"/>
                    <a:pt x="168819" y="146828"/>
                  </a:cubicBezTo>
                  <a:cubicBezTo>
                    <a:pt x="168772" y="146601"/>
                    <a:pt x="168736" y="146375"/>
                    <a:pt x="168700" y="146161"/>
                  </a:cubicBezTo>
                  <a:cubicBezTo>
                    <a:pt x="171915" y="145982"/>
                    <a:pt x="175296" y="145851"/>
                    <a:pt x="178916" y="145744"/>
                  </a:cubicBezTo>
                  <a:cubicBezTo>
                    <a:pt x="179702" y="145304"/>
                    <a:pt x="180464" y="144792"/>
                    <a:pt x="181309" y="144435"/>
                  </a:cubicBezTo>
                  <a:lnTo>
                    <a:pt x="181309" y="144435"/>
                  </a:lnTo>
                  <a:cubicBezTo>
                    <a:pt x="181190" y="145256"/>
                    <a:pt x="181059" y="146054"/>
                    <a:pt x="180916" y="146816"/>
                  </a:cubicBezTo>
                  <a:cubicBezTo>
                    <a:pt x="186714" y="146268"/>
                    <a:pt x="193001" y="145947"/>
                    <a:pt x="200204" y="145744"/>
                  </a:cubicBezTo>
                  <a:cubicBezTo>
                    <a:pt x="200347" y="145661"/>
                    <a:pt x="200490" y="145578"/>
                    <a:pt x="200645" y="145494"/>
                  </a:cubicBezTo>
                  <a:cubicBezTo>
                    <a:pt x="201770" y="145488"/>
                    <a:pt x="202904" y="145485"/>
                    <a:pt x="204039" y="145485"/>
                  </a:cubicBezTo>
                  <a:cubicBezTo>
                    <a:pt x="205175" y="145485"/>
                    <a:pt x="206312" y="145488"/>
                    <a:pt x="207443" y="145494"/>
                  </a:cubicBezTo>
                  <a:cubicBezTo>
                    <a:pt x="207443" y="145530"/>
                    <a:pt x="207443" y="145566"/>
                    <a:pt x="207431" y="145601"/>
                  </a:cubicBezTo>
                  <a:cubicBezTo>
                    <a:pt x="209741" y="145566"/>
                    <a:pt x="212253" y="145542"/>
                    <a:pt x="214873" y="145518"/>
                  </a:cubicBezTo>
                  <a:cubicBezTo>
                    <a:pt x="218004" y="145542"/>
                    <a:pt x="220981" y="145578"/>
                    <a:pt x="223683" y="145625"/>
                  </a:cubicBezTo>
                  <a:cubicBezTo>
                    <a:pt x="223671" y="145578"/>
                    <a:pt x="223671" y="145530"/>
                    <a:pt x="223671" y="145494"/>
                  </a:cubicBezTo>
                  <a:cubicBezTo>
                    <a:pt x="224183" y="145494"/>
                    <a:pt x="224695" y="145482"/>
                    <a:pt x="225207" y="145482"/>
                  </a:cubicBezTo>
                  <a:cubicBezTo>
                    <a:pt x="225243" y="145542"/>
                    <a:pt x="225267" y="145601"/>
                    <a:pt x="225291" y="145649"/>
                  </a:cubicBezTo>
                  <a:cubicBezTo>
                    <a:pt x="225517" y="145661"/>
                    <a:pt x="225731" y="145661"/>
                    <a:pt x="225945" y="145661"/>
                  </a:cubicBezTo>
                  <a:cubicBezTo>
                    <a:pt x="225945" y="145601"/>
                    <a:pt x="225934" y="145542"/>
                    <a:pt x="225934" y="145482"/>
                  </a:cubicBezTo>
                  <a:cubicBezTo>
                    <a:pt x="226374" y="145482"/>
                    <a:pt x="226803" y="145482"/>
                    <a:pt x="227243" y="145494"/>
                  </a:cubicBezTo>
                  <a:cubicBezTo>
                    <a:pt x="227267" y="145554"/>
                    <a:pt x="227291" y="145625"/>
                    <a:pt x="227315" y="145697"/>
                  </a:cubicBezTo>
                  <a:cubicBezTo>
                    <a:pt x="235411" y="145875"/>
                    <a:pt x="242376" y="146220"/>
                    <a:pt x="248734" y="146816"/>
                  </a:cubicBezTo>
                  <a:cubicBezTo>
                    <a:pt x="248651" y="146363"/>
                    <a:pt x="248579" y="145899"/>
                    <a:pt x="248508" y="145423"/>
                  </a:cubicBezTo>
                  <a:lnTo>
                    <a:pt x="248508" y="145423"/>
                  </a:lnTo>
                  <a:cubicBezTo>
                    <a:pt x="248532" y="145506"/>
                    <a:pt x="248567" y="145601"/>
                    <a:pt x="248591" y="145697"/>
                  </a:cubicBezTo>
                  <a:cubicBezTo>
                    <a:pt x="256699" y="145875"/>
                    <a:pt x="263664" y="146220"/>
                    <a:pt x="270022" y="146816"/>
                  </a:cubicBezTo>
                  <a:cubicBezTo>
                    <a:pt x="268463" y="138065"/>
                    <a:pt x="268082" y="126123"/>
                    <a:pt x="268606" y="114598"/>
                  </a:cubicBezTo>
                  <a:cubicBezTo>
                    <a:pt x="267939" y="114478"/>
                    <a:pt x="263926" y="114038"/>
                    <a:pt x="266462" y="113466"/>
                  </a:cubicBezTo>
                  <a:cubicBezTo>
                    <a:pt x="266546" y="113288"/>
                    <a:pt x="266808" y="113347"/>
                    <a:pt x="266974" y="113312"/>
                  </a:cubicBezTo>
                  <a:cubicBezTo>
                    <a:pt x="267105" y="113205"/>
                    <a:pt x="267236" y="113109"/>
                    <a:pt x="267367" y="113002"/>
                  </a:cubicBezTo>
                  <a:cubicBezTo>
                    <a:pt x="267391" y="112954"/>
                    <a:pt x="267403" y="112919"/>
                    <a:pt x="267415" y="112871"/>
                  </a:cubicBezTo>
                  <a:cubicBezTo>
                    <a:pt x="258878" y="111740"/>
                    <a:pt x="264557" y="111323"/>
                    <a:pt x="268856" y="110121"/>
                  </a:cubicBezTo>
                  <a:cubicBezTo>
                    <a:pt x="268951" y="108668"/>
                    <a:pt x="269070" y="107228"/>
                    <a:pt x="269189" y="105811"/>
                  </a:cubicBezTo>
                  <a:cubicBezTo>
                    <a:pt x="269463" y="105846"/>
                    <a:pt x="269749" y="105870"/>
                    <a:pt x="270022" y="105894"/>
                  </a:cubicBezTo>
                  <a:cubicBezTo>
                    <a:pt x="269832" y="104834"/>
                    <a:pt x="269653" y="103727"/>
                    <a:pt x="269510" y="102584"/>
                  </a:cubicBezTo>
                  <a:cubicBezTo>
                    <a:pt x="270094" y="97036"/>
                    <a:pt x="270903" y="91940"/>
                    <a:pt x="271904" y="87809"/>
                  </a:cubicBezTo>
                  <a:lnTo>
                    <a:pt x="271904" y="87809"/>
                  </a:lnTo>
                  <a:cubicBezTo>
                    <a:pt x="270725" y="87928"/>
                    <a:pt x="269570" y="88047"/>
                    <a:pt x="268451" y="88154"/>
                  </a:cubicBezTo>
                  <a:cubicBezTo>
                    <a:pt x="268320" y="83427"/>
                    <a:pt x="268379" y="78510"/>
                    <a:pt x="268606" y="73664"/>
                  </a:cubicBezTo>
                  <a:cubicBezTo>
                    <a:pt x="267939" y="73557"/>
                    <a:pt x="263926" y="73104"/>
                    <a:pt x="266462" y="72545"/>
                  </a:cubicBezTo>
                  <a:cubicBezTo>
                    <a:pt x="266546" y="72366"/>
                    <a:pt x="266808" y="72426"/>
                    <a:pt x="266974" y="72390"/>
                  </a:cubicBezTo>
                  <a:cubicBezTo>
                    <a:pt x="267105" y="72283"/>
                    <a:pt x="267236" y="72176"/>
                    <a:pt x="267367" y="72069"/>
                  </a:cubicBezTo>
                  <a:cubicBezTo>
                    <a:pt x="267391" y="72033"/>
                    <a:pt x="267403" y="71985"/>
                    <a:pt x="267415" y="71949"/>
                  </a:cubicBezTo>
                  <a:cubicBezTo>
                    <a:pt x="258878" y="70818"/>
                    <a:pt x="264557" y="70402"/>
                    <a:pt x="268856" y="69199"/>
                  </a:cubicBezTo>
                  <a:cubicBezTo>
                    <a:pt x="269415" y="60770"/>
                    <a:pt x="270463" y="52840"/>
                    <a:pt x="271904" y="46875"/>
                  </a:cubicBezTo>
                  <a:lnTo>
                    <a:pt x="271904" y="46875"/>
                  </a:lnTo>
                  <a:cubicBezTo>
                    <a:pt x="270606" y="47006"/>
                    <a:pt x="269344" y="47137"/>
                    <a:pt x="268105" y="47256"/>
                  </a:cubicBezTo>
                  <a:cubicBezTo>
                    <a:pt x="267713" y="40803"/>
                    <a:pt x="267689" y="33719"/>
                    <a:pt x="268010" y="26789"/>
                  </a:cubicBezTo>
                  <a:cubicBezTo>
                    <a:pt x="267343" y="26670"/>
                    <a:pt x="263331" y="26230"/>
                    <a:pt x="265867" y="25658"/>
                  </a:cubicBezTo>
                  <a:cubicBezTo>
                    <a:pt x="265950" y="25479"/>
                    <a:pt x="266212" y="25539"/>
                    <a:pt x="266379" y="25503"/>
                  </a:cubicBezTo>
                  <a:cubicBezTo>
                    <a:pt x="266510" y="25396"/>
                    <a:pt x="266641" y="25301"/>
                    <a:pt x="266772" y="25194"/>
                  </a:cubicBezTo>
                  <a:cubicBezTo>
                    <a:pt x="266796" y="25146"/>
                    <a:pt x="266808" y="25110"/>
                    <a:pt x="266820" y="25063"/>
                  </a:cubicBezTo>
                  <a:cubicBezTo>
                    <a:pt x="258283" y="23932"/>
                    <a:pt x="263962" y="23515"/>
                    <a:pt x="268260" y="22312"/>
                  </a:cubicBezTo>
                  <a:cubicBezTo>
                    <a:pt x="268415" y="19919"/>
                    <a:pt x="268856" y="15300"/>
                    <a:pt x="268856" y="15300"/>
                  </a:cubicBezTo>
                  <a:lnTo>
                    <a:pt x="254901" y="1453"/>
                  </a:lnTo>
                  <a:cubicBezTo>
                    <a:pt x="254901" y="1453"/>
                    <a:pt x="251413" y="1679"/>
                    <a:pt x="249615" y="1774"/>
                  </a:cubicBezTo>
                  <a:cubicBezTo>
                    <a:pt x="249746" y="1167"/>
                    <a:pt x="249889" y="572"/>
                    <a:pt x="250020" y="0"/>
                  </a:cubicBezTo>
                  <a:lnTo>
                    <a:pt x="250020" y="0"/>
                  </a:lnTo>
                  <a:cubicBezTo>
                    <a:pt x="240828" y="929"/>
                    <a:pt x="233577" y="1572"/>
                    <a:pt x="225017" y="1929"/>
                  </a:cubicBezTo>
                  <a:cubicBezTo>
                    <a:pt x="224814" y="2179"/>
                    <a:pt x="224600" y="2441"/>
                    <a:pt x="224386" y="2715"/>
                  </a:cubicBezTo>
                  <a:cubicBezTo>
                    <a:pt x="223731" y="2953"/>
                    <a:pt x="223112" y="3274"/>
                    <a:pt x="222647" y="3751"/>
                  </a:cubicBezTo>
                  <a:cubicBezTo>
                    <a:pt x="222755" y="3346"/>
                    <a:pt x="222945" y="2774"/>
                    <a:pt x="223219" y="2000"/>
                  </a:cubicBezTo>
                  <a:cubicBezTo>
                    <a:pt x="223094" y="1992"/>
                    <a:pt x="222968" y="1988"/>
                    <a:pt x="222843" y="1988"/>
                  </a:cubicBezTo>
                  <a:cubicBezTo>
                    <a:pt x="221740" y="1988"/>
                    <a:pt x="220632" y="2285"/>
                    <a:pt x="219537" y="2285"/>
                  </a:cubicBezTo>
                  <a:cubicBezTo>
                    <a:pt x="219371" y="2285"/>
                    <a:pt x="219205" y="2278"/>
                    <a:pt x="219040" y="2262"/>
                  </a:cubicBezTo>
                  <a:cubicBezTo>
                    <a:pt x="218567" y="2506"/>
                    <a:pt x="218202" y="2952"/>
                    <a:pt x="217926" y="2952"/>
                  </a:cubicBezTo>
                  <a:cubicBezTo>
                    <a:pt x="217744" y="2952"/>
                    <a:pt x="217601" y="2757"/>
                    <a:pt x="217492" y="2179"/>
                  </a:cubicBezTo>
                  <a:cubicBezTo>
                    <a:pt x="216420" y="2203"/>
                    <a:pt x="215337" y="2227"/>
                    <a:pt x="214218" y="2239"/>
                  </a:cubicBezTo>
                  <a:cubicBezTo>
                    <a:pt x="210515" y="2179"/>
                    <a:pt x="207169" y="2084"/>
                    <a:pt x="204002" y="1965"/>
                  </a:cubicBezTo>
                  <a:cubicBezTo>
                    <a:pt x="203967" y="2131"/>
                    <a:pt x="203943" y="2298"/>
                    <a:pt x="203919" y="2453"/>
                  </a:cubicBezTo>
                  <a:cubicBezTo>
                    <a:pt x="203550" y="2560"/>
                    <a:pt x="203181" y="2679"/>
                    <a:pt x="202824" y="2822"/>
                  </a:cubicBezTo>
                  <a:cubicBezTo>
                    <a:pt x="202776" y="2548"/>
                    <a:pt x="202728" y="2239"/>
                    <a:pt x="202681" y="1905"/>
                  </a:cubicBezTo>
                  <a:cubicBezTo>
                    <a:pt x="194453" y="1524"/>
                    <a:pt x="187357" y="905"/>
                    <a:pt x="178440" y="0"/>
                  </a:cubicBezTo>
                  <a:lnTo>
                    <a:pt x="178440" y="0"/>
                  </a:lnTo>
                  <a:cubicBezTo>
                    <a:pt x="178582" y="572"/>
                    <a:pt x="178713" y="1167"/>
                    <a:pt x="178844" y="1774"/>
                  </a:cubicBezTo>
                  <a:cubicBezTo>
                    <a:pt x="175773" y="1607"/>
                    <a:pt x="172832" y="1417"/>
                    <a:pt x="169831" y="1179"/>
                  </a:cubicBezTo>
                  <a:cubicBezTo>
                    <a:pt x="169927" y="774"/>
                    <a:pt x="170010" y="381"/>
                    <a:pt x="170105" y="0"/>
                  </a:cubicBezTo>
                  <a:lnTo>
                    <a:pt x="170105" y="0"/>
                  </a:lnTo>
                  <a:cubicBezTo>
                    <a:pt x="167843" y="226"/>
                    <a:pt x="165700" y="441"/>
                    <a:pt x="163628" y="631"/>
                  </a:cubicBezTo>
                  <a:cubicBezTo>
                    <a:pt x="161556" y="441"/>
                    <a:pt x="159413" y="226"/>
                    <a:pt x="157163" y="0"/>
                  </a:cubicBezTo>
                  <a:lnTo>
                    <a:pt x="157163" y="0"/>
                  </a:lnTo>
                  <a:cubicBezTo>
                    <a:pt x="157246" y="381"/>
                    <a:pt x="157342" y="774"/>
                    <a:pt x="157425" y="1179"/>
                  </a:cubicBezTo>
                  <a:cubicBezTo>
                    <a:pt x="153377" y="1500"/>
                    <a:pt x="149400" y="1750"/>
                    <a:pt x="145102" y="1929"/>
                  </a:cubicBezTo>
                  <a:cubicBezTo>
                    <a:pt x="144154" y="3043"/>
                    <a:pt x="143049" y="4616"/>
                    <a:pt x="142712" y="4616"/>
                  </a:cubicBezTo>
                  <a:cubicBezTo>
                    <a:pt x="142491" y="4616"/>
                    <a:pt x="142601" y="3936"/>
                    <a:pt x="143304" y="2000"/>
                  </a:cubicBezTo>
                  <a:cubicBezTo>
                    <a:pt x="143179" y="1992"/>
                    <a:pt x="143053" y="1988"/>
                    <a:pt x="142928" y="1988"/>
                  </a:cubicBezTo>
                  <a:cubicBezTo>
                    <a:pt x="141825" y="1988"/>
                    <a:pt x="140718" y="2285"/>
                    <a:pt x="139622" y="2285"/>
                  </a:cubicBezTo>
                  <a:cubicBezTo>
                    <a:pt x="139456" y="2285"/>
                    <a:pt x="139290" y="2278"/>
                    <a:pt x="139125" y="2262"/>
                  </a:cubicBezTo>
                  <a:cubicBezTo>
                    <a:pt x="138780" y="2441"/>
                    <a:pt x="138494" y="2715"/>
                    <a:pt x="138256" y="2858"/>
                  </a:cubicBezTo>
                  <a:lnTo>
                    <a:pt x="138256" y="2250"/>
                  </a:lnTo>
                  <a:cubicBezTo>
                    <a:pt x="138030" y="2250"/>
                    <a:pt x="137803" y="2239"/>
                    <a:pt x="137589" y="2239"/>
                  </a:cubicBezTo>
                  <a:cubicBezTo>
                    <a:pt x="137577" y="2215"/>
                    <a:pt x="137577" y="2203"/>
                    <a:pt x="137565" y="2179"/>
                  </a:cubicBezTo>
                  <a:cubicBezTo>
                    <a:pt x="137041" y="2191"/>
                    <a:pt x="136494" y="2203"/>
                    <a:pt x="135946" y="2215"/>
                  </a:cubicBezTo>
                  <a:cubicBezTo>
                    <a:pt x="135410" y="2203"/>
                    <a:pt x="134863" y="2191"/>
                    <a:pt x="134327" y="2179"/>
                  </a:cubicBezTo>
                  <a:cubicBezTo>
                    <a:pt x="134327" y="2203"/>
                    <a:pt x="134327" y="2215"/>
                    <a:pt x="134315" y="2239"/>
                  </a:cubicBezTo>
                  <a:cubicBezTo>
                    <a:pt x="134089" y="2239"/>
                    <a:pt x="133874" y="2250"/>
                    <a:pt x="133648" y="2250"/>
                  </a:cubicBezTo>
                  <a:lnTo>
                    <a:pt x="133648" y="2858"/>
                  </a:lnTo>
                  <a:cubicBezTo>
                    <a:pt x="133410" y="2715"/>
                    <a:pt x="133124" y="2441"/>
                    <a:pt x="132779" y="2262"/>
                  </a:cubicBezTo>
                  <a:cubicBezTo>
                    <a:pt x="132604" y="2280"/>
                    <a:pt x="132429" y="2288"/>
                    <a:pt x="132254" y="2288"/>
                  </a:cubicBezTo>
                  <a:cubicBezTo>
                    <a:pt x="131165" y="2288"/>
                    <a:pt x="130064" y="1988"/>
                    <a:pt x="128968" y="1988"/>
                  </a:cubicBezTo>
                  <a:cubicBezTo>
                    <a:pt x="128845" y="1988"/>
                    <a:pt x="128723" y="1992"/>
                    <a:pt x="128600" y="2000"/>
                  </a:cubicBezTo>
                  <a:cubicBezTo>
                    <a:pt x="129303" y="3936"/>
                    <a:pt x="129413" y="4616"/>
                    <a:pt x="129192" y="4616"/>
                  </a:cubicBezTo>
                  <a:cubicBezTo>
                    <a:pt x="128855" y="4616"/>
                    <a:pt x="127750" y="3043"/>
                    <a:pt x="126802" y="1929"/>
                  </a:cubicBezTo>
                  <a:cubicBezTo>
                    <a:pt x="122492" y="1750"/>
                    <a:pt x="118527" y="1500"/>
                    <a:pt x="114467" y="1179"/>
                  </a:cubicBezTo>
                  <a:cubicBezTo>
                    <a:pt x="114562" y="774"/>
                    <a:pt x="114646" y="381"/>
                    <a:pt x="114741" y="0"/>
                  </a:cubicBezTo>
                  <a:lnTo>
                    <a:pt x="114741" y="0"/>
                  </a:lnTo>
                  <a:cubicBezTo>
                    <a:pt x="112491" y="226"/>
                    <a:pt x="110348" y="441"/>
                    <a:pt x="108276" y="631"/>
                  </a:cubicBezTo>
                  <a:cubicBezTo>
                    <a:pt x="106192" y="441"/>
                    <a:pt x="104061" y="226"/>
                    <a:pt x="101799" y="0"/>
                  </a:cubicBezTo>
                  <a:lnTo>
                    <a:pt x="101799" y="0"/>
                  </a:lnTo>
                  <a:cubicBezTo>
                    <a:pt x="101894" y="381"/>
                    <a:pt x="101978" y="774"/>
                    <a:pt x="102073" y="1179"/>
                  </a:cubicBezTo>
                  <a:cubicBezTo>
                    <a:pt x="99072" y="1417"/>
                    <a:pt x="96132" y="1607"/>
                    <a:pt x="93060" y="1774"/>
                  </a:cubicBezTo>
                  <a:cubicBezTo>
                    <a:pt x="93191" y="1167"/>
                    <a:pt x="93322" y="572"/>
                    <a:pt x="93465" y="0"/>
                  </a:cubicBezTo>
                  <a:lnTo>
                    <a:pt x="93465" y="0"/>
                  </a:lnTo>
                  <a:cubicBezTo>
                    <a:pt x="84535" y="905"/>
                    <a:pt x="77439" y="1524"/>
                    <a:pt x="69212" y="1905"/>
                  </a:cubicBezTo>
                  <a:cubicBezTo>
                    <a:pt x="69164" y="2239"/>
                    <a:pt x="69116" y="2548"/>
                    <a:pt x="69081" y="2822"/>
                  </a:cubicBezTo>
                  <a:cubicBezTo>
                    <a:pt x="68723" y="2667"/>
                    <a:pt x="68342" y="2548"/>
                    <a:pt x="67973" y="2453"/>
                  </a:cubicBezTo>
                  <a:cubicBezTo>
                    <a:pt x="67950" y="2298"/>
                    <a:pt x="67926" y="2131"/>
                    <a:pt x="67902" y="1953"/>
                  </a:cubicBezTo>
                  <a:cubicBezTo>
                    <a:pt x="64735" y="2084"/>
                    <a:pt x="61377" y="2179"/>
                    <a:pt x="57686" y="2239"/>
                  </a:cubicBezTo>
                  <a:cubicBezTo>
                    <a:pt x="56567" y="2227"/>
                    <a:pt x="55472" y="2203"/>
                    <a:pt x="54412" y="2179"/>
                  </a:cubicBezTo>
                  <a:cubicBezTo>
                    <a:pt x="54303" y="2757"/>
                    <a:pt x="54160" y="2952"/>
                    <a:pt x="53977" y="2952"/>
                  </a:cubicBezTo>
                  <a:cubicBezTo>
                    <a:pt x="53701" y="2952"/>
                    <a:pt x="53333" y="2506"/>
                    <a:pt x="52852" y="2262"/>
                  </a:cubicBezTo>
                  <a:cubicBezTo>
                    <a:pt x="52687" y="2278"/>
                    <a:pt x="52522" y="2285"/>
                    <a:pt x="52356" y="2285"/>
                  </a:cubicBezTo>
                  <a:cubicBezTo>
                    <a:pt x="51262" y="2285"/>
                    <a:pt x="50161" y="1988"/>
                    <a:pt x="49052" y="1988"/>
                  </a:cubicBezTo>
                  <a:cubicBezTo>
                    <a:pt x="48926" y="1988"/>
                    <a:pt x="48800" y="1992"/>
                    <a:pt x="48673" y="2000"/>
                  </a:cubicBezTo>
                  <a:cubicBezTo>
                    <a:pt x="48959" y="2774"/>
                    <a:pt x="49138" y="3346"/>
                    <a:pt x="49257" y="3751"/>
                  </a:cubicBezTo>
                  <a:cubicBezTo>
                    <a:pt x="48792" y="3274"/>
                    <a:pt x="48173" y="2953"/>
                    <a:pt x="47518" y="2703"/>
                  </a:cubicBezTo>
                  <a:cubicBezTo>
                    <a:pt x="47304" y="2441"/>
                    <a:pt x="47090" y="2179"/>
                    <a:pt x="46875" y="1929"/>
                  </a:cubicBezTo>
                  <a:cubicBezTo>
                    <a:pt x="38315" y="1572"/>
                    <a:pt x="31064" y="929"/>
                    <a:pt x="21872" y="0"/>
                  </a:cubicBezTo>
                  <a:lnTo>
                    <a:pt x="21872" y="0"/>
                  </a:lnTo>
                  <a:cubicBezTo>
                    <a:pt x="22015" y="572"/>
                    <a:pt x="22146" y="1167"/>
                    <a:pt x="22277" y="1774"/>
                  </a:cubicBezTo>
                  <a:cubicBezTo>
                    <a:pt x="15098" y="1393"/>
                    <a:pt x="8573" y="810"/>
                    <a:pt x="5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8" name="Google Shape;1318;p73"/>
            <p:cNvSpPr/>
            <p:nvPr/>
          </p:nvSpPr>
          <p:spPr>
            <a:xfrm>
              <a:off x="283950" y="193150"/>
              <a:ext cx="8615526" cy="4752359"/>
            </a:xfrm>
            <a:custGeom>
              <a:rect b="b" l="l" r="r" t="t"/>
              <a:pathLst>
                <a:path extrusionOk="0" h="146757" w="269046">
                  <a:moveTo>
                    <a:pt x="21241" y="131"/>
                  </a:moveTo>
                  <a:cubicBezTo>
                    <a:pt x="20884" y="346"/>
                    <a:pt x="20527" y="572"/>
                    <a:pt x="20170" y="798"/>
                  </a:cubicBezTo>
                  <a:cubicBezTo>
                    <a:pt x="20217" y="953"/>
                    <a:pt x="20253" y="1120"/>
                    <a:pt x="20289" y="1286"/>
                  </a:cubicBezTo>
                  <a:cubicBezTo>
                    <a:pt x="20860" y="929"/>
                    <a:pt x="21432" y="560"/>
                    <a:pt x="22015" y="203"/>
                  </a:cubicBezTo>
                  <a:cubicBezTo>
                    <a:pt x="21753" y="179"/>
                    <a:pt x="21503" y="155"/>
                    <a:pt x="21241" y="131"/>
                  </a:cubicBezTo>
                  <a:close/>
                  <a:moveTo>
                    <a:pt x="18777" y="1691"/>
                  </a:moveTo>
                  <a:cubicBezTo>
                    <a:pt x="18515" y="1858"/>
                    <a:pt x="18265" y="2012"/>
                    <a:pt x="18015" y="2179"/>
                  </a:cubicBezTo>
                  <a:cubicBezTo>
                    <a:pt x="11788" y="6263"/>
                    <a:pt x="6156" y="10644"/>
                    <a:pt x="1155" y="15252"/>
                  </a:cubicBezTo>
                  <a:cubicBezTo>
                    <a:pt x="1179" y="15455"/>
                    <a:pt x="1203" y="15657"/>
                    <a:pt x="1215" y="15848"/>
                  </a:cubicBezTo>
                  <a:cubicBezTo>
                    <a:pt x="6263" y="11156"/>
                    <a:pt x="11966" y="6727"/>
                    <a:pt x="18277" y="2584"/>
                  </a:cubicBezTo>
                  <a:cubicBezTo>
                    <a:pt x="18705" y="2298"/>
                    <a:pt x="19146" y="2012"/>
                    <a:pt x="19574" y="1739"/>
                  </a:cubicBezTo>
                  <a:cubicBezTo>
                    <a:pt x="19312" y="1727"/>
                    <a:pt x="19039" y="1703"/>
                    <a:pt x="18777" y="1691"/>
                  </a:cubicBezTo>
                  <a:close/>
                  <a:moveTo>
                    <a:pt x="257199" y="5608"/>
                  </a:moveTo>
                  <a:cubicBezTo>
                    <a:pt x="259819" y="11180"/>
                    <a:pt x="262128" y="16943"/>
                    <a:pt x="264105" y="22884"/>
                  </a:cubicBezTo>
                  <a:cubicBezTo>
                    <a:pt x="264307" y="22836"/>
                    <a:pt x="264522" y="22789"/>
                    <a:pt x="264736" y="22741"/>
                  </a:cubicBezTo>
                  <a:cubicBezTo>
                    <a:pt x="262950" y="17360"/>
                    <a:pt x="260890" y="12085"/>
                    <a:pt x="258557" y="6942"/>
                  </a:cubicBezTo>
                  <a:lnTo>
                    <a:pt x="257199" y="5608"/>
                  </a:lnTo>
                  <a:close/>
                  <a:moveTo>
                    <a:pt x="234685" y="1239"/>
                  </a:moveTo>
                  <a:cubicBezTo>
                    <a:pt x="234423" y="1262"/>
                    <a:pt x="234149" y="1286"/>
                    <a:pt x="233887" y="1298"/>
                  </a:cubicBezTo>
                  <a:cubicBezTo>
                    <a:pt x="234554" y="1727"/>
                    <a:pt x="235220" y="2143"/>
                    <a:pt x="235875" y="2584"/>
                  </a:cubicBezTo>
                  <a:cubicBezTo>
                    <a:pt x="245662" y="9001"/>
                    <a:pt x="253961" y="16145"/>
                    <a:pt x="260676" y="23813"/>
                  </a:cubicBezTo>
                  <a:cubicBezTo>
                    <a:pt x="260783" y="23741"/>
                    <a:pt x="260938" y="23682"/>
                    <a:pt x="261140" y="23610"/>
                  </a:cubicBezTo>
                  <a:cubicBezTo>
                    <a:pt x="254377" y="15871"/>
                    <a:pt x="246007" y="8656"/>
                    <a:pt x="236137" y="2179"/>
                  </a:cubicBezTo>
                  <a:cubicBezTo>
                    <a:pt x="235649" y="1870"/>
                    <a:pt x="235173" y="1548"/>
                    <a:pt x="234685" y="1239"/>
                  </a:cubicBezTo>
                  <a:close/>
                  <a:moveTo>
                    <a:pt x="264807" y="25051"/>
                  </a:moveTo>
                  <a:lnTo>
                    <a:pt x="264867" y="25218"/>
                  </a:lnTo>
                  <a:cubicBezTo>
                    <a:pt x="264879" y="25218"/>
                    <a:pt x="264879" y="25206"/>
                    <a:pt x="264891" y="25194"/>
                  </a:cubicBezTo>
                  <a:cubicBezTo>
                    <a:pt x="264914" y="25158"/>
                    <a:pt x="264926" y="25111"/>
                    <a:pt x="264938" y="25075"/>
                  </a:cubicBezTo>
                  <a:cubicBezTo>
                    <a:pt x="264891" y="25063"/>
                    <a:pt x="264855" y="25063"/>
                    <a:pt x="264807" y="25051"/>
                  </a:cubicBezTo>
                  <a:close/>
                  <a:moveTo>
                    <a:pt x="265319" y="26670"/>
                  </a:moveTo>
                  <a:lnTo>
                    <a:pt x="265319" y="26670"/>
                  </a:lnTo>
                  <a:cubicBezTo>
                    <a:pt x="265557" y="27480"/>
                    <a:pt x="265807" y="28290"/>
                    <a:pt x="266034" y="29099"/>
                  </a:cubicBezTo>
                  <a:cubicBezTo>
                    <a:pt x="266057" y="28444"/>
                    <a:pt x="266081" y="27789"/>
                    <a:pt x="266117" y="27135"/>
                  </a:cubicBezTo>
                  <a:cubicBezTo>
                    <a:pt x="266081" y="27016"/>
                    <a:pt x="266046" y="26896"/>
                    <a:pt x="266010" y="26777"/>
                  </a:cubicBezTo>
                  <a:cubicBezTo>
                    <a:pt x="265843" y="26754"/>
                    <a:pt x="265593" y="26718"/>
                    <a:pt x="265319" y="26670"/>
                  </a:cubicBezTo>
                  <a:close/>
                  <a:moveTo>
                    <a:pt x="261188" y="24408"/>
                  </a:moveTo>
                  <a:lnTo>
                    <a:pt x="261188" y="24408"/>
                  </a:lnTo>
                  <a:cubicBezTo>
                    <a:pt x="262902" y="26396"/>
                    <a:pt x="264498" y="28409"/>
                    <a:pt x="265998" y="30456"/>
                  </a:cubicBezTo>
                  <a:cubicBezTo>
                    <a:pt x="265998" y="30195"/>
                    <a:pt x="266010" y="29944"/>
                    <a:pt x="266022" y="29683"/>
                  </a:cubicBezTo>
                  <a:cubicBezTo>
                    <a:pt x="265153" y="28516"/>
                    <a:pt x="264260" y="27361"/>
                    <a:pt x="263331" y="26218"/>
                  </a:cubicBezTo>
                  <a:cubicBezTo>
                    <a:pt x="263200" y="26158"/>
                    <a:pt x="263140" y="26087"/>
                    <a:pt x="263164" y="26015"/>
                  </a:cubicBezTo>
                  <a:cubicBezTo>
                    <a:pt x="262771" y="25539"/>
                    <a:pt x="262378" y="25075"/>
                    <a:pt x="261986" y="24599"/>
                  </a:cubicBezTo>
                  <a:cubicBezTo>
                    <a:pt x="261664" y="24539"/>
                    <a:pt x="261402" y="24468"/>
                    <a:pt x="261188" y="24408"/>
                  </a:cubicBezTo>
                  <a:close/>
                  <a:moveTo>
                    <a:pt x="127076" y="17431"/>
                  </a:moveTo>
                  <a:cubicBezTo>
                    <a:pt x="133339" y="17431"/>
                    <a:pt x="139506" y="17574"/>
                    <a:pt x="145578" y="17848"/>
                  </a:cubicBezTo>
                  <a:cubicBezTo>
                    <a:pt x="146150" y="29278"/>
                    <a:pt x="146554" y="41363"/>
                    <a:pt x="146769" y="53924"/>
                  </a:cubicBezTo>
                  <a:cubicBezTo>
                    <a:pt x="140292" y="53816"/>
                    <a:pt x="133720" y="53769"/>
                    <a:pt x="127076" y="53769"/>
                  </a:cubicBezTo>
                  <a:cubicBezTo>
                    <a:pt x="120432" y="53769"/>
                    <a:pt x="113860" y="53816"/>
                    <a:pt x="107371" y="53924"/>
                  </a:cubicBezTo>
                  <a:cubicBezTo>
                    <a:pt x="107585" y="41363"/>
                    <a:pt x="107990" y="29278"/>
                    <a:pt x="108562" y="17848"/>
                  </a:cubicBezTo>
                  <a:cubicBezTo>
                    <a:pt x="114634" y="17574"/>
                    <a:pt x="120813" y="17431"/>
                    <a:pt x="127076" y="17431"/>
                  </a:cubicBezTo>
                  <a:close/>
                  <a:moveTo>
                    <a:pt x="108359" y="17848"/>
                  </a:moveTo>
                  <a:cubicBezTo>
                    <a:pt x="107776" y="29385"/>
                    <a:pt x="107371" y="41482"/>
                    <a:pt x="107169" y="53924"/>
                  </a:cubicBezTo>
                  <a:cubicBezTo>
                    <a:pt x="94727" y="54138"/>
                    <a:pt x="82630" y="54531"/>
                    <a:pt x="71093" y="55114"/>
                  </a:cubicBezTo>
                  <a:cubicBezTo>
                    <a:pt x="71617" y="43244"/>
                    <a:pt x="72640" y="31766"/>
                    <a:pt x="74117" y="20872"/>
                  </a:cubicBezTo>
                  <a:cubicBezTo>
                    <a:pt x="85011" y="19407"/>
                    <a:pt x="96477" y="18384"/>
                    <a:pt x="108359" y="17848"/>
                  </a:cubicBezTo>
                  <a:close/>
                  <a:moveTo>
                    <a:pt x="145792" y="17860"/>
                  </a:moveTo>
                  <a:lnTo>
                    <a:pt x="145792" y="17860"/>
                  </a:lnTo>
                  <a:cubicBezTo>
                    <a:pt x="157675" y="18384"/>
                    <a:pt x="169141" y="19407"/>
                    <a:pt x="180035" y="20884"/>
                  </a:cubicBezTo>
                  <a:cubicBezTo>
                    <a:pt x="181499" y="31766"/>
                    <a:pt x="182523" y="43244"/>
                    <a:pt x="183059" y="55114"/>
                  </a:cubicBezTo>
                  <a:cubicBezTo>
                    <a:pt x="171522" y="54531"/>
                    <a:pt x="159425" y="54138"/>
                    <a:pt x="146983" y="53924"/>
                  </a:cubicBezTo>
                  <a:cubicBezTo>
                    <a:pt x="146781" y="41482"/>
                    <a:pt x="146376" y="29385"/>
                    <a:pt x="145792" y="17860"/>
                  </a:cubicBezTo>
                  <a:close/>
                  <a:moveTo>
                    <a:pt x="73724" y="20931"/>
                  </a:moveTo>
                  <a:lnTo>
                    <a:pt x="73724" y="20931"/>
                  </a:lnTo>
                  <a:cubicBezTo>
                    <a:pt x="72259" y="31909"/>
                    <a:pt x="71247" y="43375"/>
                    <a:pt x="70724" y="55138"/>
                  </a:cubicBezTo>
                  <a:cubicBezTo>
                    <a:pt x="54805" y="55948"/>
                    <a:pt x="39958" y="57103"/>
                    <a:pt x="26742" y="58579"/>
                  </a:cubicBezTo>
                  <a:cubicBezTo>
                    <a:pt x="27373" y="48816"/>
                    <a:pt x="28599" y="39255"/>
                    <a:pt x="30397" y="29992"/>
                  </a:cubicBezTo>
                  <a:cubicBezTo>
                    <a:pt x="43292" y="26158"/>
                    <a:pt x="57901" y="23086"/>
                    <a:pt x="73724" y="20931"/>
                  </a:cubicBezTo>
                  <a:close/>
                  <a:moveTo>
                    <a:pt x="180416" y="20931"/>
                  </a:moveTo>
                  <a:lnTo>
                    <a:pt x="180416" y="20931"/>
                  </a:lnTo>
                  <a:cubicBezTo>
                    <a:pt x="196251" y="23086"/>
                    <a:pt x="210860" y="26170"/>
                    <a:pt x="223755" y="29992"/>
                  </a:cubicBezTo>
                  <a:cubicBezTo>
                    <a:pt x="225552" y="39255"/>
                    <a:pt x="226779" y="48816"/>
                    <a:pt x="227410" y="58579"/>
                  </a:cubicBezTo>
                  <a:cubicBezTo>
                    <a:pt x="214194" y="57103"/>
                    <a:pt x="199335" y="55948"/>
                    <a:pt x="183416" y="55138"/>
                  </a:cubicBezTo>
                  <a:cubicBezTo>
                    <a:pt x="182904" y="43375"/>
                    <a:pt x="181892" y="31909"/>
                    <a:pt x="180416" y="20931"/>
                  </a:cubicBezTo>
                  <a:close/>
                  <a:moveTo>
                    <a:pt x="70724" y="55352"/>
                  </a:moveTo>
                  <a:cubicBezTo>
                    <a:pt x="70450" y="61436"/>
                    <a:pt x="70319" y="67616"/>
                    <a:pt x="70319" y="73843"/>
                  </a:cubicBezTo>
                  <a:cubicBezTo>
                    <a:pt x="70319" y="80070"/>
                    <a:pt x="70450" y="86237"/>
                    <a:pt x="70724" y="92321"/>
                  </a:cubicBezTo>
                  <a:cubicBezTo>
                    <a:pt x="54543" y="91500"/>
                    <a:pt x="39696" y="90333"/>
                    <a:pt x="26730" y="88892"/>
                  </a:cubicBezTo>
                  <a:cubicBezTo>
                    <a:pt x="26420" y="83915"/>
                    <a:pt x="26254" y="78891"/>
                    <a:pt x="26254" y="73843"/>
                  </a:cubicBezTo>
                  <a:cubicBezTo>
                    <a:pt x="26254" y="68783"/>
                    <a:pt x="26420" y="63758"/>
                    <a:pt x="26730" y="58781"/>
                  </a:cubicBezTo>
                  <a:cubicBezTo>
                    <a:pt x="39696" y="57341"/>
                    <a:pt x="54543" y="56174"/>
                    <a:pt x="70724" y="55352"/>
                  </a:cubicBezTo>
                  <a:close/>
                  <a:moveTo>
                    <a:pt x="183428" y="55352"/>
                  </a:moveTo>
                  <a:cubicBezTo>
                    <a:pt x="199609" y="56174"/>
                    <a:pt x="214444" y="57341"/>
                    <a:pt x="227410" y="58781"/>
                  </a:cubicBezTo>
                  <a:cubicBezTo>
                    <a:pt x="227731" y="63758"/>
                    <a:pt x="227886" y="68783"/>
                    <a:pt x="227886" y="73843"/>
                  </a:cubicBezTo>
                  <a:cubicBezTo>
                    <a:pt x="227886" y="78903"/>
                    <a:pt x="227731" y="83915"/>
                    <a:pt x="227410" y="88892"/>
                  </a:cubicBezTo>
                  <a:cubicBezTo>
                    <a:pt x="214444" y="90333"/>
                    <a:pt x="199609" y="91500"/>
                    <a:pt x="183428" y="92321"/>
                  </a:cubicBezTo>
                  <a:cubicBezTo>
                    <a:pt x="183690" y="86237"/>
                    <a:pt x="183833" y="80070"/>
                    <a:pt x="183833" y="73843"/>
                  </a:cubicBezTo>
                  <a:cubicBezTo>
                    <a:pt x="183833" y="67616"/>
                    <a:pt x="183690" y="61436"/>
                    <a:pt x="183428" y="55352"/>
                  </a:cubicBezTo>
                  <a:close/>
                  <a:moveTo>
                    <a:pt x="107157" y="54138"/>
                  </a:moveTo>
                  <a:cubicBezTo>
                    <a:pt x="107050" y="60627"/>
                    <a:pt x="107002" y="67199"/>
                    <a:pt x="107002" y="73843"/>
                  </a:cubicBezTo>
                  <a:cubicBezTo>
                    <a:pt x="107002" y="80475"/>
                    <a:pt x="107050" y="87047"/>
                    <a:pt x="107157" y="93536"/>
                  </a:cubicBezTo>
                  <a:cubicBezTo>
                    <a:pt x="94596" y="93321"/>
                    <a:pt x="82511" y="92917"/>
                    <a:pt x="71081" y="92345"/>
                  </a:cubicBezTo>
                  <a:cubicBezTo>
                    <a:pt x="70807" y="86273"/>
                    <a:pt x="70676" y="80105"/>
                    <a:pt x="70676" y="73843"/>
                  </a:cubicBezTo>
                  <a:cubicBezTo>
                    <a:pt x="70676" y="67580"/>
                    <a:pt x="70807" y="61401"/>
                    <a:pt x="71081" y="55329"/>
                  </a:cubicBezTo>
                  <a:cubicBezTo>
                    <a:pt x="82511" y="54757"/>
                    <a:pt x="94596" y="54352"/>
                    <a:pt x="107157" y="54138"/>
                  </a:cubicBezTo>
                  <a:close/>
                  <a:moveTo>
                    <a:pt x="146983" y="54138"/>
                  </a:moveTo>
                  <a:cubicBezTo>
                    <a:pt x="159544" y="54352"/>
                    <a:pt x="171641" y="54757"/>
                    <a:pt x="183071" y="55329"/>
                  </a:cubicBezTo>
                  <a:cubicBezTo>
                    <a:pt x="183333" y="61401"/>
                    <a:pt x="183476" y="67568"/>
                    <a:pt x="183476" y="73831"/>
                  </a:cubicBezTo>
                  <a:cubicBezTo>
                    <a:pt x="183476" y="80094"/>
                    <a:pt x="183333" y="86273"/>
                    <a:pt x="183071" y="92345"/>
                  </a:cubicBezTo>
                  <a:cubicBezTo>
                    <a:pt x="171641" y="92917"/>
                    <a:pt x="159544" y="93321"/>
                    <a:pt x="146983" y="93536"/>
                  </a:cubicBezTo>
                  <a:cubicBezTo>
                    <a:pt x="147090" y="87047"/>
                    <a:pt x="147150" y="80475"/>
                    <a:pt x="147150" y="73843"/>
                  </a:cubicBezTo>
                  <a:cubicBezTo>
                    <a:pt x="147150" y="67199"/>
                    <a:pt x="147090" y="60627"/>
                    <a:pt x="146983" y="54138"/>
                  </a:cubicBezTo>
                  <a:close/>
                  <a:moveTo>
                    <a:pt x="127076" y="53971"/>
                  </a:moveTo>
                  <a:cubicBezTo>
                    <a:pt x="133743" y="53971"/>
                    <a:pt x="140327" y="54031"/>
                    <a:pt x="146781" y="54138"/>
                  </a:cubicBezTo>
                  <a:cubicBezTo>
                    <a:pt x="146876" y="60591"/>
                    <a:pt x="146935" y="67163"/>
                    <a:pt x="146935" y="73843"/>
                  </a:cubicBezTo>
                  <a:cubicBezTo>
                    <a:pt x="146935" y="80510"/>
                    <a:pt x="146888" y="87082"/>
                    <a:pt x="146781" y="93536"/>
                  </a:cubicBezTo>
                  <a:cubicBezTo>
                    <a:pt x="140327" y="93643"/>
                    <a:pt x="133743" y="93702"/>
                    <a:pt x="127076" y="93702"/>
                  </a:cubicBezTo>
                  <a:cubicBezTo>
                    <a:pt x="120396" y="93702"/>
                    <a:pt x="113824" y="93643"/>
                    <a:pt x="107371" y="93536"/>
                  </a:cubicBezTo>
                  <a:cubicBezTo>
                    <a:pt x="107264" y="87082"/>
                    <a:pt x="107204" y="80510"/>
                    <a:pt x="107204" y="73843"/>
                  </a:cubicBezTo>
                  <a:cubicBezTo>
                    <a:pt x="107204" y="67163"/>
                    <a:pt x="107264" y="60591"/>
                    <a:pt x="107371" y="54138"/>
                  </a:cubicBezTo>
                  <a:cubicBezTo>
                    <a:pt x="113824" y="54031"/>
                    <a:pt x="120396" y="53971"/>
                    <a:pt x="127076" y="53971"/>
                  </a:cubicBezTo>
                  <a:close/>
                  <a:moveTo>
                    <a:pt x="48" y="105632"/>
                  </a:moveTo>
                  <a:cubicBezTo>
                    <a:pt x="36" y="105716"/>
                    <a:pt x="12" y="105811"/>
                    <a:pt x="0" y="105894"/>
                  </a:cubicBezTo>
                  <a:cubicBezTo>
                    <a:pt x="155" y="105882"/>
                    <a:pt x="310" y="105870"/>
                    <a:pt x="477" y="105859"/>
                  </a:cubicBezTo>
                  <a:cubicBezTo>
                    <a:pt x="334" y="105775"/>
                    <a:pt x="191" y="105704"/>
                    <a:pt x="48" y="105632"/>
                  </a:cubicBezTo>
                  <a:close/>
                  <a:moveTo>
                    <a:pt x="26742" y="89095"/>
                  </a:moveTo>
                  <a:cubicBezTo>
                    <a:pt x="39958" y="90571"/>
                    <a:pt x="54805" y="91726"/>
                    <a:pt x="70724" y="92536"/>
                  </a:cubicBezTo>
                  <a:cubicBezTo>
                    <a:pt x="71247" y="104299"/>
                    <a:pt x="72259" y="115765"/>
                    <a:pt x="73724" y="126742"/>
                  </a:cubicBezTo>
                  <a:cubicBezTo>
                    <a:pt x="57901" y="124587"/>
                    <a:pt x="43292" y="121515"/>
                    <a:pt x="30397" y="117681"/>
                  </a:cubicBezTo>
                  <a:cubicBezTo>
                    <a:pt x="28599" y="108418"/>
                    <a:pt x="27373" y="98858"/>
                    <a:pt x="26742" y="89095"/>
                  </a:cubicBezTo>
                  <a:close/>
                  <a:moveTo>
                    <a:pt x="227410" y="89095"/>
                  </a:moveTo>
                  <a:cubicBezTo>
                    <a:pt x="226779" y="98858"/>
                    <a:pt x="225552" y="108418"/>
                    <a:pt x="223755" y="117681"/>
                  </a:cubicBezTo>
                  <a:cubicBezTo>
                    <a:pt x="210860" y="121515"/>
                    <a:pt x="196251" y="124587"/>
                    <a:pt x="180416" y="126742"/>
                  </a:cubicBezTo>
                  <a:cubicBezTo>
                    <a:pt x="181892" y="115765"/>
                    <a:pt x="182904" y="104299"/>
                    <a:pt x="183416" y="92536"/>
                  </a:cubicBezTo>
                  <a:cubicBezTo>
                    <a:pt x="199347" y="91726"/>
                    <a:pt x="214194" y="90571"/>
                    <a:pt x="227410" y="89095"/>
                  </a:cubicBezTo>
                  <a:close/>
                  <a:moveTo>
                    <a:pt x="71093" y="92559"/>
                  </a:moveTo>
                  <a:lnTo>
                    <a:pt x="71093" y="92559"/>
                  </a:lnTo>
                  <a:cubicBezTo>
                    <a:pt x="82630" y="93143"/>
                    <a:pt x="94715" y="93536"/>
                    <a:pt x="107169" y="93750"/>
                  </a:cubicBezTo>
                  <a:cubicBezTo>
                    <a:pt x="107371" y="106192"/>
                    <a:pt x="107776" y="118289"/>
                    <a:pt x="108347" y="129826"/>
                  </a:cubicBezTo>
                  <a:cubicBezTo>
                    <a:pt x="96477" y="129290"/>
                    <a:pt x="85011" y="128266"/>
                    <a:pt x="74117" y="126790"/>
                  </a:cubicBezTo>
                  <a:cubicBezTo>
                    <a:pt x="72640" y="115907"/>
                    <a:pt x="71617" y="104442"/>
                    <a:pt x="71093" y="92559"/>
                  </a:cubicBezTo>
                  <a:close/>
                  <a:moveTo>
                    <a:pt x="183059" y="92559"/>
                  </a:moveTo>
                  <a:lnTo>
                    <a:pt x="183059" y="92559"/>
                  </a:lnTo>
                  <a:cubicBezTo>
                    <a:pt x="182523" y="104442"/>
                    <a:pt x="181499" y="115907"/>
                    <a:pt x="180035" y="126802"/>
                  </a:cubicBezTo>
                  <a:cubicBezTo>
                    <a:pt x="169141" y="128266"/>
                    <a:pt x="157675" y="129290"/>
                    <a:pt x="145792" y="129826"/>
                  </a:cubicBezTo>
                  <a:cubicBezTo>
                    <a:pt x="146376" y="118289"/>
                    <a:pt x="146769" y="106192"/>
                    <a:pt x="146983" y="93750"/>
                  </a:cubicBezTo>
                  <a:cubicBezTo>
                    <a:pt x="159425" y="93536"/>
                    <a:pt x="171522" y="93143"/>
                    <a:pt x="183059" y="92559"/>
                  </a:cubicBezTo>
                  <a:close/>
                  <a:moveTo>
                    <a:pt x="107371" y="93750"/>
                  </a:moveTo>
                  <a:cubicBezTo>
                    <a:pt x="113860" y="93857"/>
                    <a:pt x="120432" y="93917"/>
                    <a:pt x="127076" y="93917"/>
                  </a:cubicBezTo>
                  <a:cubicBezTo>
                    <a:pt x="133708" y="93917"/>
                    <a:pt x="140292" y="93857"/>
                    <a:pt x="146769" y="93750"/>
                  </a:cubicBezTo>
                  <a:lnTo>
                    <a:pt x="146769" y="93750"/>
                  </a:lnTo>
                  <a:cubicBezTo>
                    <a:pt x="146566" y="106311"/>
                    <a:pt x="146150" y="118396"/>
                    <a:pt x="145578" y="129826"/>
                  </a:cubicBezTo>
                  <a:cubicBezTo>
                    <a:pt x="139506" y="130100"/>
                    <a:pt x="133339" y="130243"/>
                    <a:pt x="127076" y="130243"/>
                  </a:cubicBezTo>
                  <a:cubicBezTo>
                    <a:pt x="120813" y="130243"/>
                    <a:pt x="114634" y="130100"/>
                    <a:pt x="108574" y="129826"/>
                  </a:cubicBezTo>
                  <a:cubicBezTo>
                    <a:pt x="107990" y="118396"/>
                    <a:pt x="107585" y="106311"/>
                    <a:pt x="107371" y="93750"/>
                  </a:cubicBezTo>
                  <a:close/>
                  <a:moveTo>
                    <a:pt x="266653" y="116300"/>
                  </a:moveTo>
                  <a:lnTo>
                    <a:pt x="266653" y="116300"/>
                  </a:lnTo>
                  <a:cubicBezTo>
                    <a:pt x="259152" y="126861"/>
                    <a:pt x="248817" y="136600"/>
                    <a:pt x="235875" y="145101"/>
                  </a:cubicBezTo>
                  <a:cubicBezTo>
                    <a:pt x="235411" y="145399"/>
                    <a:pt x="234946" y="145697"/>
                    <a:pt x="234482" y="145994"/>
                  </a:cubicBezTo>
                  <a:cubicBezTo>
                    <a:pt x="234756" y="146006"/>
                    <a:pt x="235030" y="146018"/>
                    <a:pt x="235304" y="146030"/>
                  </a:cubicBezTo>
                  <a:cubicBezTo>
                    <a:pt x="235577" y="145852"/>
                    <a:pt x="235851" y="145673"/>
                    <a:pt x="236137" y="145494"/>
                  </a:cubicBezTo>
                  <a:cubicBezTo>
                    <a:pt x="248710" y="137243"/>
                    <a:pt x="258854" y="127814"/>
                    <a:pt x="266319" y="117586"/>
                  </a:cubicBezTo>
                  <a:lnTo>
                    <a:pt x="266319" y="117586"/>
                  </a:lnTo>
                  <a:cubicBezTo>
                    <a:pt x="263533" y="127504"/>
                    <a:pt x="259831" y="137005"/>
                    <a:pt x="255306" y="145971"/>
                  </a:cubicBezTo>
                  <a:cubicBezTo>
                    <a:pt x="255544" y="145983"/>
                    <a:pt x="255794" y="145994"/>
                    <a:pt x="256032" y="146006"/>
                  </a:cubicBezTo>
                  <a:cubicBezTo>
                    <a:pt x="260354" y="137374"/>
                    <a:pt x="263879" y="128338"/>
                    <a:pt x="266569" y="118991"/>
                  </a:cubicBezTo>
                  <a:cubicBezTo>
                    <a:pt x="266593" y="118098"/>
                    <a:pt x="266617" y="117193"/>
                    <a:pt x="266653" y="116300"/>
                  </a:cubicBezTo>
                  <a:close/>
                  <a:moveTo>
                    <a:pt x="1798" y="132362"/>
                  </a:moveTo>
                  <a:cubicBezTo>
                    <a:pt x="1774" y="132540"/>
                    <a:pt x="1739" y="132731"/>
                    <a:pt x="1715" y="132933"/>
                  </a:cubicBezTo>
                  <a:cubicBezTo>
                    <a:pt x="6573" y="137362"/>
                    <a:pt x="12014" y="141553"/>
                    <a:pt x="18015" y="145494"/>
                  </a:cubicBezTo>
                  <a:cubicBezTo>
                    <a:pt x="18229" y="145637"/>
                    <a:pt x="18455" y="145780"/>
                    <a:pt x="18669" y="145923"/>
                  </a:cubicBezTo>
                  <a:cubicBezTo>
                    <a:pt x="18681" y="145899"/>
                    <a:pt x="18681" y="145887"/>
                    <a:pt x="18693" y="145875"/>
                  </a:cubicBezTo>
                  <a:lnTo>
                    <a:pt x="18693" y="145875"/>
                  </a:lnTo>
                  <a:cubicBezTo>
                    <a:pt x="18681" y="145899"/>
                    <a:pt x="18693" y="145911"/>
                    <a:pt x="18693" y="145935"/>
                  </a:cubicBezTo>
                  <a:cubicBezTo>
                    <a:pt x="18800" y="146006"/>
                    <a:pt x="18908" y="146066"/>
                    <a:pt x="19015" y="146137"/>
                  </a:cubicBezTo>
                  <a:cubicBezTo>
                    <a:pt x="19348" y="146256"/>
                    <a:pt x="19872" y="146328"/>
                    <a:pt x="20336" y="146423"/>
                  </a:cubicBezTo>
                  <a:cubicBezTo>
                    <a:pt x="19646" y="145983"/>
                    <a:pt x="18955" y="145542"/>
                    <a:pt x="18277" y="145090"/>
                  </a:cubicBezTo>
                  <a:cubicBezTo>
                    <a:pt x="12204" y="141113"/>
                    <a:pt x="6692" y="136850"/>
                    <a:pt x="1798" y="132362"/>
                  </a:cubicBezTo>
                  <a:close/>
                  <a:moveTo>
                    <a:pt x="176558" y="0"/>
                  </a:moveTo>
                  <a:cubicBezTo>
                    <a:pt x="176701" y="572"/>
                    <a:pt x="176832" y="1167"/>
                    <a:pt x="176963" y="1774"/>
                  </a:cubicBezTo>
                  <a:lnTo>
                    <a:pt x="176903" y="1774"/>
                  </a:lnTo>
                  <a:cubicBezTo>
                    <a:pt x="178070" y="7787"/>
                    <a:pt x="179106" y="14038"/>
                    <a:pt x="179975" y="20491"/>
                  </a:cubicBezTo>
                  <a:cubicBezTo>
                    <a:pt x="168998" y="19015"/>
                    <a:pt x="157544" y="18003"/>
                    <a:pt x="145781" y="17491"/>
                  </a:cubicBezTo>
                  <a:cubicBezTo>
                    <a:pt x="145507" y="12157"/>
                    <a:pt x="145197" y="6942"/>
                    <a:pt x="144852" y="1858"/>
                  </a:cubicBezTo>
                  <a:cubicBezTo>
                    <a:pt x="144780" y="1870"/>
                    <a:pt x="144697" y="1870"/>
                    <a:pt x="144626" y="1870"/>
                  </a:cubicBezTo>
                  <a:cubicBezTo>
                    <a:pt x="144971" y="6918"/>
                    <a:pt x="145292" y="12121"/>
                    <a:pt x="145554" y="17479"/>
                  </a:cubicBezTo>
                  <a:cubicBezTo>
                    <a:pt x="139470" y="17217"/>
                    <a:pt x="133303" y="17074"/>
                    <a:pt x="127076" y="17074"/>
                  </a:cubicBezTo>
                  <a:cubicBezTo>
                    <a:pt x="120849" y="17074"/>
                    <a:pt x="114681" y="17217"/>
                    <a:pt x="108585" y="17479"/>
                  </a:cubicBezTo>
                  <a:cubicBezTo>
                    <a:pt x="108895" y="11573"/>
                    <a:pt x="109240" y="5846"/>
                    <a:pt x="109621" y="322"/>
                  </a:cubicBezTo>
                  <a:lnTo>
                    <a:pt x="109621" y="322"/>
                  </a:lnTo>
                  <a:cubicBezTo>
                    <a:pt x="109550" y="334"/>
                    <a:pt x="109478" y="334"/>
                    <a:pt x="109407" y="346"/>
                  </a:cubicBezTo>
                  <a:cubicBezTo>
                    <a:pt x="109014" y="5894"/>
                    <a:pt x="108669" y="11621"/>
                    <a:pt x="108371" y="17491"/>
                  </a:cubicBezTo>
                  <a:cubicBezTo>
                    <a:pt x="96608" y="18003"/>
                    <a:pt x="85142" y="19015"/>
                    <a:pt x="74164" y="20491"/>
                  </a:cubicBezTo>
                  <a:cubicBezTo>
                    <a:pt x="75069" y="13871"/>
                    <a:pt x="76129" y="7454"/>
                    <a:pt x="77343" y="1298"/>
                  </a:cubicBezTo>
                  <a:lnTo>
                    <a:pt x="77343" y="1298"/>
                  </a:lnTo>
                  <a:cubicBezTo>
                    <a:pt x="77212" y="1310"/>
                    <a:pt x="77081" y="1322"/>
                    <a:pt x="76951" y="1334"/>
                  </a:cubicBezTo>
                  <a:cubicBezTo>
                    <a:pt x="75724" y="7537"/>
                    <a:pt x="74665" y="13954"/>
                    <a:pt x="73783" y="20539"/>
                  </a:cubicBezTo>
                  <a:cubicBezTo>
                    <a:pt x="58198" y="22646"/>
                    <a:pt x="43601" y="25682"/>
                    <a:pt x="30480" y="29575"/>
                  </a:cubicBezTo>
                  <a:cubicBezTo>
                    <a:pt x="32374" y="19872"/>
                    <a:pt x="34910" y="10502"/>
                    <a:pt x="38029" y="1560"/>
                  </a:cubicBezTo>
                  <a:cubicBezTo>
                    <a:pt x="37874" y="1548"/>
                    <a:pt x="37708" y="1548"/>
                    <a:pt x="37541" y="1536"/>
                  </a:cubicBezTo>
                  <a:cubicBezTo>
                    <a:pt x="34409" y="10525"/>
                    <a:pt x="31862" y="19955"/>
                    <a:pt x="29968" y="29718"/>
                  </a:cubicBezTo>
                  <a:cubicBezTo>
                    <a:pt x="25849" y="30957"/>
                    <a:pt x="21884" y="32266"/>
                    <a:pt x="18086" y="33659"/>
                  </a:cubicBezTo>
                  <a:cubicBezTo>
                    <a:pt x="12252" y="35802"/>
                    <a:pt x="6942" y="38088"/>
                    <a:pt x="2191" y="40493"/>
                  </a:cubicBezTo>
                  <a:lnTo>
                    <a:pt x="2179" y="40934"/>
                  </a:lnTo>
                  <a:cubicBezTo>
                    <a:pt x="10097" y="36910"/>
                    <a:pt x="19420" y="33278"/>
                    <a:pt x="29885" y="30147"/>
                  </a:cubicBezTo>
                  <a:lnTo>
                    <a:pt x="29885" y="30147"/>
                  </a:lnTo>
                  <a:cubicBezTo>
                    <a:pt x="28111" y="39386"/>
                    <a:pt x="26885" y="48911"/>
                    <a:pt x="26266" y="58627"/>
                  </a:cubicBezTo>
                  <a:cubicBezTo>
                    <a:pt x="23480" y="58948"/>
                    <a:pt x="20765" y="59270"/>
                    <a:pt x="18134" y="59615"/>
                  </a:cubicBezTo>
                  <a:cubicBezTo>
                    <a:pt x="11621" y="60460"/>
                    <a:pt x="5763" y="61365"/>
                    <a:pt x="584" y="62329"/>
                  </a:cubicBezTo>
                  <a:cubicBezTo>
                    <a:pt x="596" y="62389"/>
                    <a:pt x="596" y="62460"/>
                    <a:pt x="608" y="62520"/>
                  </a:cubicBezTo>
                  <a:cubicBezTo>
                    <a:pt x="7942" y="61163"/>
                    <a:pt x="16574" y="59924"/>
                    <a:pt x="26254" y="58841"/>
                  </a:cubicBezTo>
                  <a:lnTo>
                    <a:pt x="26254" y="58841"/>
                  </a:lnTo>
                  <a:cubicBezTo>
                    <a:pt x="25944" y="63794"/>
                    <a:pt x="25777" y="68794"/>
                    <a:pt x="25777" y="73843"/>
                  </a:cubicBezTo>
                  <a:cubicBezTo>
                    <a:pt x="25777" y="78879"/>
                    <a:pt x="25944" y="83880"/>
                    <a:pt x="26254" y="88833"/>
                  </a:cubicBezTo>
                  <a:cubicBezTo>
                    <a:pt x="17014" y="87797"/>
                    <a:pt x="8740" y="86618"/>
                    <a:pt x="1620" y="85332"/>
                  </a:cubicBezTo>
                  <a:cubicBezTo>
                    <a:pt x="1620" y="85404"/>
                    <a:pt x="1620" y="85475"/>
                    <a:pt x="1620" y="85535"/>
                  </a:cubicBezTo>
                  <a:cubicBezTo>
                    <a:pt x="6537" y="86428"/>
                    <a:pt x="12050" y="87273"/>
                    <a:pt x="18134" y="88059"/>
                  </a:cubicBezTo>
                  <a:cubicBezTo>
                    <a:pt x="20765" y="88404"/>
                    <a:pt x="23480" y="88726"/>
                    <a:pt x="26266" y="89047"/>
                  </a:cubicBezTo>
                  <a:cubicBezTo>
                    <a:pt x="26885" y="98762"/>
                    <a:pt x="28099" y="108287"/>
                    <a:pt x="29885" y="117527"/>
                  </a:cubicBezTo>
                  <a:cubicBezTo>
                    <a:pt x="18824" y="114217"/>
                    <a:pt x="9037" y="110359"/>
                    <a:pt x="846" y="106049"/>
                  </a:cubicBezTo>
                  <a:lnTo>
                    <a:pt x="846" y="106049"/>
                  </a:lnTo>
                  <a:cubicBezTo>
                    <a:pt x="858" y="106204"/>
                    <a:pt x="870" y="106359"/>
                    <a:pt x="881" y="106513"/>
                  </a:cubicBezTo>
                  <a:cubicBezTo>
                    <a:pt x="5977" y="109169"/>
                    <a:pt x="11716" y="111669"/>
                    <a:pt x="18086" y="114014"/>
                  </a:cubicBezTo>
                  <a:cubicBezTo>
                    <a:pt x="21884" y="115407"/>
                    <a:pt x="25849" y="116717"/>
                    <a:pt x="29968" y="117955"/>
                  </a:cubicBezTo>
                  <a:cubicBezTo>
                    <a:pt x="31850" y="127611"/>
                    <a:pt x="34350" y="136946"/>
                    <a:pt x="37446" y="145852"/>
                  </a:cubicBezTo>
                  <a:cubicBezTo>
                    <a:pt x="37600" y="145840"/>
                    <a:pt x="37767" y="145840"/>
                    <a:pt x="37934" y="145828"/>
                  </a:cubicBezTo>
                  <a:cubicBezTo>
                    <a:pt x="34862" y="136981"/>
                    <a:pt x="32362" y="127706"/>
                    <a:pt x="30480" y="118098"/>
                  </a:cubicBezTo>
                  <a:lnTo>
                    <a:pt x="30480" y="118098"/>
                  </a:lnTo>
                  <a:cubicBezTo>
                    <a:pt x="43589" y="121992"/>
                    <a:pt x="58198" y="125028"/>
                    <a:pt x="73783" y="127135"/>
                  </a:cubicBezTo>
                  <a:cubicBezTo>
                    <a:pt x="74653" y="133600"/>
                    <a:pt x="75688" y="139910"/>
                    <a:pt x="76879" y="146006"/>
                  </a:cubicBezTo>
                  <a:cubicBezTo>
                    <a:pt x="77010" y="146006"/>
                    <a:pt x="77141" y="146018"/>
                    <a:pt x="77272" y="146018"/>
                  </a:cubicBezTo>
                  <a:cubicBezTo>
                    <a:pt x="76093" y="139970"/>
                    <a:pt x="75046" y="133683"/>
                    <a:pt x="74164" y="127183"/>
                  </a:cubicBezTo>
                  <a:lnTo>
                    <a:pt x="74164" y="127183"/>
                  </a:lnTo>
                  <a:cubicBezTo>
                    <a:pt x="85154" y="128659"/>
                    <a:pt x="96608" y="129659"/>
                    <a:pt x="108371" y="130183"/>
                  </a:cubicBezTo>
                  <a:cubicBezTo>
                    <a:pt x="108657" y="135850"/>
                    <a:pt x="108990" y="141375"/>
                    <a:pt x="109371" y="146733"/>
                  </a:cubicBezTo>
                  <a:cubicBezTo>
                    <a:pt x="109443" y="146745"/>
                    <a:pt x="109514" y="146745"/>
                    <a:pt x="109586" y="146756"/>
                  </a:cubicBezTo>
                  <a:cubicBezTo>
                    <a:pt x="109205" y="141411"/>
                    <a:pt x="108883" y="135886"/>
                    <a:pt x="108585" y="130195"/>
                  </a:cubicBezTo>
                  <a:lnTo>
                    <a:pt x="108585" y="130195"/>
                  </a:lnTo>
                  <a:cubicBezTo>
                    <a:pt x="114681" y="130457"/>
                    <a:pt x="120849" y="130600"/>
                    <a:pt x="127076" y="130600"/>
                  </a:cubicBezTo>
                  <a:cubicBezTo>
                    <a:pt x="133303" y="130600"/>
                    <a:pt x="139470" y="130457"/>
                    <a:pt x="145554" y="130195"/>
                  </a:cubicBezTo>
                  <a:lnTo>
                    <a:pt x="145554" y="130195"/>
                  </a:lnTo>
                  <a:cubicBezTo>
                    <a:pt x="145328" y="134815"/>
                    <a:pt x="145066" y="139327"/>
                    <a:pt x="144769" y="143720"/>
                  </a:cubicBezTo>
                  <a:cubicBezTo>
                    <a:pt x="144828" y="143851"/>
                    <a:pt x="144888" y="143994"/>
                    <a:pt x="144959" y="144161"/>
                  </a:cubicBezTo>
                  <a:cubicBezTo>
                    <a:pt x="145257" y="139613"/>
                    <a:pt x="145531" y="134945"/>
                    <a:pt x="145781" y="130183"/>
                  </a:cubicBezTo>
                  <a:cubicBezTo>
                    <a:pt x="157544" y="129671"/>
                    <a:pt x="168998" y="128659"/>
                    <a:pt x="179975" y="127183"/>
                  </a:cubicBezTo>
                  <a:lnTo>
                    <a:pt x="179975" y="127183"/>
                  </a:lnTo>
                  <a:cubicBezTo>
                    <a:pt x="179106" y="133588"/>
                    <a:pt x="178094" y="139791"/>
                    <a:pt x="176927" y="145756"/>
                  </a:cubicBezTo>
                  <a:lnTo>
                    <a:pt x="177034" y="145756"/>
                  </a:lnTo>
                  <a:cubicBezTo>
                    <a:pt x="177142" y="145697"/>
                    <a:pt x="177249" y="145625"/>
                    <a:pt x="177356" y="145566"/>
                  </a:cubicBezTo>
                  <a:cubicBezTo>
                    <a:pt x="178511" y="139601"/>
                    <a:pt x="179511" y="133445"/>
                    <a:pt x="180368" y="127135"/>
                  </a:cubicBezTo>
                  <a:cubicBezTo>
                    <a:pt x="195953" y="125028"/>
                    <a:pt x="210551" y="121992"/>
                    <a:pt x="223671" y="118098"/>
                  </a:cubicBezTo>
                  <a:lnTo>
                    <a:pt x="223671" y="118098"/>
                  </a:lnTo>
                  <a:cubicBezTo>
                    <a:pt x="221814" y="127599"/>
                    <a:pt x="219337" y="136791"/>
                    <a:pt x="216301" y="145554"/>
                  </a:cubicBezTo>
                  <a:lnTo>
                    <a:pt x="216801" y="145554"/>
                  </a:lnTo>
                  <a:cubicBezTo>
                    <a:pt x="219849" y="136743"/>
                    <a:pt x="222326" y="127504"/>
                    <a:pt x="224183" y="117943"/>
                  </a:cubicBezTo>
                  <a:cubicBezTo>
                    <a:pt x="228291" y="116717"/>
                    <a:pt x="232268" y="115407"/>
                    <a:pt x="236066" y="114002"/>
                  </a:cubicBezTo>
                  <a:cubicBezTo>
                    <a:pt x="249877" y="108930"/>
                    <a:pt x="260747" y="103073"/>
                    <a:pt x="268367" y="96679"/>
                  </a:cubicBezTo>
                  <a:cubicBezTo>
                    <a:pt x="268391" y="96476"/>
                    <a:pt x="268427" y="96286"/>
                    <a:pt x="268451" y="96084"/>
                  </a:cubicBezTo>
                  <a:lnTo>
                    <a:pt x="268451" y="96084"/>
                  </a:lnTo>
                  <a:cubicBezTo>
                    <a:pt x="258592" y="104477"/>
                    <a:pt x="243317" y="111824"/>
                    <a:pt x="224267" y="117527"/>
                  </a:cubicBezTo>
                  <a:cubicBezTo>
                    <a:pt x="226041" y="108287"/>
                    <a:pt x="227267" y="98762"/>
                    <a:pt x="227886" y="89047"/>
                  </a:cubicBezTo>
                  <a:cubicBezTo>
                    <a:pt x="230672" y="88726"/>
                    <a:pt x="233387" y="88404"/>
                    <a:pt x="236018" y="88059"/>
                  </a:cubicBezTo>
                  <a:cubicBezTo>
                    <a:pt x="248770" y="86404"/>
                    <a:pt x="259009" y="84511"/>
                    <a:pt x="266510" y="82451"/>
                  </a:cubicBezTo>
                  <a:cubicBezTo>
                    <a:pt x="266510" y="82379"/>
                    <a:pt x="266510" y="82308"/>
                    <a:pt x="266510" y="82249"/>
                  </a:cubicBezTo>
                  <a:cubicBezTo>
                    <a:pt x="257306" y="84773"/>
                    <a:pt x="244079" y="87023"/>
                    <a:pt x="227898" y="88833"/>
                  </a:cubicBezTo>
                  <a:cubicBezTo>
                    <a:pt x="228208" y="83880"/>
                    <a:pt x="228362" y="78867"/>
                    <a:pt x="228362" y="73831"/>
                  </a:cubicBezTo>
                  <a:cubicBezTo>
                    <a:pt x="228362" y="68794"/>
                    <a:pt x="228208" y="63782"/>
                    <a:pt x="227898" y="58829"/>
                  </a:cubicBezTo>
                  <a:lnTo>
                    <a:pt x="227898" y="58829"/>
                  </a:lnTo>
                  <a:cubicBezTo>
                    <a:pt x="244519" y="60698"/>
                    <a:pt x="258009" y="63008"/>
                    <a:pt x="267248" y="65627"/>
                  </a:cubicBezTo>
                  <a:cubicBezTo>
                    <a:pt x="267248" y="65556"/>
                    <a:pt x="267260" y="65496"/>
                    <a:pt x="267260" y="65425"/>
                  </a:cubicBezTo>
                  <a:cubicBezTo>
                    <a:pt x="259711" y="63282"/>
                    <a:pt x="249210" y="61317"/>
                    <a:pt x="236018" y="59603"/>
                  </a:cubicBezTo>
                  <a:cubicBezTo>
                    <a:pt x="233387" y="59270"/>
                    <a:pt x="230672" y="58936"/>
                    <a:pt x="227886" y="58627"/>
                  </a:cubicBezTo>
                  <a:cubicBezTo>
                    <a:pt x="227267" y="48899"/>
                    <a:pt x="226041" y="39374"/>
                    <a:pt x="224267" y="30135"/>
                  </a:cubicBezTo>
                  <a:lnTo>
                    <a:pt x="224267" y="30135"/>
                  </a:lnTo>
                  <a:cubicBezTo>
                    <a:pt x="243650" y="35945"/>
                    <a:pt x="259116" y="43446"/>
                    <a:pt x="268963" y="52019"/>
                  </a:cubicBezTo>
                  <a:cubicBezTo>
                    <a:pt x="268986" y="51864"/>
                    <a:pt x="269010" y="51709"/>
                    <a:pt x="269046" y="51566"/>
                  </a:cubicBezTo>
                  <a:cubicBezTo>
                    <a:pt x="261390" y="44946"/>
                    <a:pt x="250294" y="38886"/>
                    <a:pt x="236066" y="33659"/>
                  </a:cubicBezTo>
                  <a:cubicBezTo>
                    <a:pt x="232268" y="32266"/>
                    <a:pt x="228291" y="30945"/>
                    <a:pt x="224183" y="29718"/>
                  </a:cubicBezTo>
                  <a:cubicBezTo>
                    <a:pt x="222338" y="20277"/>
                    <a:pt x="219909" y="11133"/>
                    <a:pt x="216908" y="2417"/>
                  </a:cubicBezTo>
                  <a:cubicBezTo>
                    <a:pt x="216766" y="2513"/>
                    <a:pt x="216635" y="2620"/>
                    <a:pt x="216504" y="2715"/>
                  </a:cubicBezTo>
                  <a:cubicBezTo>
                    <a:pt x="219456" y="11299"/>
                    <a:pt x="221850" y="20277"/>
                    <a:pt x="223671" y="29563"/>
                  </a:cubicBezTo>
                  <a:cubicBezTo>
                    <a:pt x="210551" y="25682"/>
                    <a:pt x="195953" y="22646"/>
                    <a:pt x="180368" y="20539"/>
                  </a:cubicBezTo>
                  <a:cubicBezTo>
                    <a:pt x="179416" y="13490"/>
                    <a:pt x="178273" y="6644"/>
                    <a:pt x="176951" y="36"/>
                  </a:cubicBezTo>
                  <a:cubicBezTo>
                    <a:pt x="176820" y="24"/>
                    <a:pt x="176689" y="12"/>
                    <a:pt x="176558" y="0"/>
                  </a:cubicBezTo>
                  <a:close/>
                </a:path>
              </a:pathLst>
            </a:custGeom>
            <a:solidFill>
              <a:srgbClr val="E3C98E">
                <a:alpha val="246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9" name="Google Shape;1319;p73"/>
          <p:cNvSpPr txBox="1"/>
          <p:nvPr>
            <p:ph hasCustomPrompt="1" type="title"/>
          </p:nvPr>
        </p:nvSpPr>
        <p:spPr>
          <a:xfrm>
            <a:off x="1471001" y="1866150"/>
            <a:ext cx="1050300" cy="406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27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20" name="Google Shape;1320;p73"/>
          <p:cNvSpPr txBox="1"/>
          <p:nvPr>
            <p:ph idx="1" type="subTitle"/>
          </p:nvPr>
        </p:nvSpPr>
        <p:spPr>
          <a:xfrm>
            <a:off x="881651" y="3629175"/>
            <a:ext cx="2229000" cy="8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321" name="Google Shape;1321;p73"/>
          <p:cNvSpPr txBox="1"/>
          <p:nvPr>
            <p:ph idx="2" type="subTitle"/>
          </p:nvPr>
        </p:nvSpPr>
        <p:spPr>
          <a:xfrm>
            <a:off x="880601" y="3284550"/>
            <a:ext cx="22311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Sansita"/>
                <a:ea typeface="Sansita"/>
                <a:cs typeface="Sansita"/>
                <a:sym typeface="Sansit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322" name="Google Shape;1322;p73"/>
          <p:cNvSpPr txBox="1"/>
          <p:nvPr>
            <p:ph hasCustomPrompt="1" idx="3" type="title"/>
          </p:nvPr>
        </p:nvSpPr>
        <p:spPr>
          <a:xfrm>
            <a:off x="4089550" y="1866150"/>
            <a:ext cx="1049400" cy="406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27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23" name="Google Shape;1323;p73"/>
          <p:cNvSpPr txBox="1"/>
          <p:nvPr>
            <p:ph idx="4" type="subTitle"/>
          </p:nvPr>
        </p:nvSpPr>
        <p:spPr>
          <a:xfrm>
            <a:off x="3499750" y="3629175"/>
            <a:ext cx="2229000" cy="8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324" name="Google Shape;1324;p73"/>
          <p:cNvSpPr txBox="1"/>
          <p:nvPr>
            <p:ph idx="5" type="subTitle"/>
          </p:nvPr>
        </p:nvSpPr>
        <p:spPr>
          <a:xfrm>
            <a:off x="3498700" y="3284550"/>
            <a:ext cx="22311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Sansita"/>
                <a:ea typeface="Sansita"/>
                <a:cs typeface="Sansita"/>
                <a:sym typeface="Sansit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325" name="Google Shape;1325;p73"/>
          <p:cNvSpPr txBox="1"/>
          <p:nvPr>
            <p:ph hasCustomPrompt="1" idx="6" type="title"/>
          </p:nvPr>
        </p:nvSpPr>
        <p:spPr>
          <a:xfrm>
            <a:off x="6623149" y="1866150"/>
            <a:ext cx="1049400" cy="406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27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26" name="Google Shape;1326;p73"/>
          <p:cNvSpPr txBox="1"/>
          <p:nvPr>
            <p:ph idx="7" type="subTitle"/>
          </p:nvPr>
        </p:nvSpPr>
        <p:spPr>
          <a:xfrm>
            <a:off x="6033349" y="3629175"/>
            <a:ext cx="2229000" cy="8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327" name="Google Shape;1327;p73"/>
          <p:cNvSpPr txBox="1"/>
          <p:nvPr>
            <p:ph idx="8" type="subTitle"/>
          </p:nvPr>
        </p:nvSpPr>
        <p:spPr>
          <a:xfrm>
            <a:off x="6032299" y="3284550"/>
            <a:ext cx="22311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Sansita"/>
                <a:ea typeface="Sansita"/>
                <a:cs typeface="Sansita"/>
                <a:sym typeface="Sansit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328" name="Google Shape;1328;p73"/>
          <p:cNvSpPr txBox="1"/>
          <p:nvPr>
            <p:ph idx="9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329" name="Google Shape;1329;p73"/>
          <p:cNvGrpSpPr/>
          <p:nvPr/>
        </p:nvGrpSpPr>
        <p:grpSpPr>
          <a:xfrm>
            <a:off x="119887" y="4190637"/>
            <a:ext cx="705998" cy="695388"/>
            <a:chOff x="119887" y="4190637"/>
            <a:chExt cx="705998" cy="695388"/>
          </a:xfrm>
        </p:grpSpPr>
        <p:sp>
          <p:nvSpPr>
            <p:cNvPr id="1330" name="Google Shape;1330;p73"/>
            <p:cNvSpPr/>
            <p:nvPr/>
          </p:nvSpPr>
          <p:spPr>
            <a:xfrm flipH="1">
              <a:off x="242622" y="4782525"/>
              <a:ext cx="510600" cy="103500"/>
            </a:xfrm>
            <a:prstGeom prst="ellipse">
              <a:avLst/>
            </a:prstGeom>
            <a:solidFill>
              <a:srgbClr val="033342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31" name="Google Shape;1331;p73"/>
            <p:cNvGrpSpPr/>
            <p:nvPr/>
          </p:nvGrpSpPr>
          <p:grpSpPr>
            <a:xfrm flipH="1">
              <a:off x="119887" y="4190637"/>
              <a:ext cx="705998" cy="666982"/>
              <a:chOff x="1623700" y="6514438"/>
              <a:chExt cx="416150" cy="393175"/>
            </a:xfrm>
          </p:grpSpPr>
          <p:sp>
            <p:nvSpPr>
              <p:cNvPr id="1332" name="Google Shape;1332;p73"/>
              <p:cNvSpPr/>
              <p:nvPr/>
            </p:nvSpPr>
            <p:spPr>
              <a:xfrm>
                <a:off x="1748700" y="6514438"/>
                <a:ext cx="291150" cy="253050"/>
              </a:xfrm>
              <a:custGeom>
                <a:rect b="b" l="l" r="r" t="t"/>
                <a:pathLst>
                  <a:path extrusionOk="0" h="10122" w="11646">
                    <a:moveTo>
                      <a:pt x="5043" y="1"/>
                    </a:moveTo>
                    <a:cubicBezTo>
                      <a:pt x="2976" y="1"/>
                      <a:pt x="1171" y="1041"/>
                      <a:pt x="596" y="2763"/>
                    </a:cubicBezTo>
                    <a:cubicBezTo>
                      <a:pt x="1" y="4538"/>
                      <a:pt x="882" y="6514"/>
                      <a:pt x="2632" y="7752"/>
                    </a:cubicBezTo>
                    <a:lnTo>
                      <a:pt x="2227" y="8943"/>
                    </a:lnTo>
                    <a:lnTo>
                      <a:pt x="2811" y="9133"/>
                    </a:lnTo>
                    <a:lnTo>
                      <a:pt x="3156" y="8086"/>
                    </a:lnTo>
                    <a:cubicBezTo>
                      <a:pt x="3525" y="8300"/>
                      <a:pt x="3930" y="8478"/>
                      <a:pt x="4359" y="8621"/>
                    </a:cubicBezTo>
                    <a:cubicBezTo>
                      <a:pt x="4418" y="8645"/>
                      <a:pt x="4490" y="8669"/>
                      <a:pt x="4561" y="8693"/>
                    </a:cubicBezTo>
                    <a:lnTo>
                      <a:pt x="3692" y="9645"/>
                    </a:lnTo>
                    <a:lnTo>
                      <a:pt x="4359" y="10122"/>
                    </a:lnTo>
                    <a:lnTo>
                      <a:pt x="5192" y="8848"/>
                    </a:lnTo>
                    <a:cubicBezTo>
                      <a:pt x="5609" y="8929"/>
                      <a:pt x="6023" y="8969"/>
                      <a:pt x="6427" y="8969"/>
                    </a:cubicBezTo>
                    <a:cubicBezTo>
                      <a:pt x="8501" y="8969"/>
                      <a:pt x="10305" y="7928"/>
                      <a:pt x="10883" y="6204"/>
                    </a:cubicBezTo>
                    <a:cubicBezTo>
                      <a:pt x="11645" y="3918"/>
                      <a:pt x="9967" y="1299"/>
                      <a:pt x="7121" y="347"/>
                    </a:cubicBezTo>
                    <a:cubicBezTo>
                      <a:pt x="6423" y="112"/>
                      <a:pt x="5719" y="1"/>
                      <a:pt x="50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3" name="Google Shape;1333;p73"/>
              <p:cNvSpPr/>
              <p:nvPr/>
            </p:nvSpPr>
            <p:spPr>
              <a:xfrm>
                <a:off x="1623700" y="6722188"/>
                <a:ext cx="251550" cy="185425"/>
              </a:xfrm>
              <a:custGeom>
                <a:rect b="b" l="l" r="r" t="t"/>
                <a:pathLst>
                  <a:path extrusionOk="0" h="7417" w="10062">
                    <a:moveTo>
                      <a:pt x="5711" y="0"/>
                    </a:moveTo>
                    <a:cubicBezTo>
                      <a:pt x="5372" y="0"/>
                      <a:pt x="5008" y="23"/>
                      <a:pt x="4620" y="73"/>
                    </a:cubicBezTo>
                    <a:cubicBezTo>
                      <a:pt x="560" y="597"/>
                      <a:pt x="0" y="4145"/>
                      <a:pt x="0" y="4145"/>
                    </a:cubicBezTo>
                    <a:lnTo>
                      <a:pt x="631" y="6395"/>
                    </a:lnTo>
                    <a:cubicBezTo>
                      <a:pt x="631" y="6395"/>
                      <a:pt x="2005" y="7416"/>
                      <a:pt x="4122" y="7416"/>
                    </a:cubicBezTo>
                    <a:cubicBezTo>
                      <a:pt x="5756" y="7416"/>
                      <a:pt x="7832" y="6809"/>
                      <a:pt x="10061" y="4657"/>
                    </a:cubicBezTo>
                    <a:lnTo>
                      <a:pt x="9990" y="2026"/>
                    </a:lnTo>
                    <a:cubicBezTo>
                      <a:pt x="9990" y="2026"/>
                      <a:pt x="8919" y="0"/>
                      <a:pt x="571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4" name="Google Shape;1334;p73"/>
              <p:cNvSpPr/>
              <p:nvPr/>
            </p:nvSpPr>
            <p:spPr>
              <a:xfrm>
                <a:off x="1634700" y="6733238"/>
                <a:ext cx="227450" cy="125750"/>
              </a:xfrm>
              <a:custGeom>
                <a:rect b="b" l="l" r="r" t="t"/>
                <a:pathLst>
                  <a:path extrusionOk="0" h="5030" w="9098">
                    <a:moveTo>
                      <a:pt x="5107" y="0"/>
                    </a:moveTo>
                    <a:cubicBezTo>
                      <a:pt x="4824" y="0"/>
                      <a:pt x="4523" y="19"/>
                      <a:pt x="4204" y="60"/>
                    </a:cubicBezTo>
                    <a:cubicBezTo>
                      <a:pt x="584" y="536"/>
                      <a:pt x="1" y="3846"/>
                      <a:pt x="1" y="3846"/>
                    </a:cubicBezTo>
                    <a:cubicBezTo>
                      <a:pt x="1" y="3846"/>
                      <a:pt x="1876" y="5029"/>
                      <a:pt x="4104" y="5029"/>
                    </a:cubicBezTo>
                    <a:cubicBezTo>
                      <a:pt x="5785" y="5029"/>
                      <a:pt x="7668" y="4355"/>
                      <a:pt x="9097" y="1989"/>
                    </a:cubicBezTo>
                    <a:cubicBezTo>
                      <a:pt x="9097" y="1989"/>
                      <a:pt x="8029" y="0"/>
                      <a:pt x="510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5" name="Google Shape;1335;p73"/>
              <p:cNvSpPr/>
              <p:nvPr/>
            </p:nvSpPr>
            <p:spPr>
              <a:xfrm>
                <a:off x="1731150" y="6749613"/>
                <a:ext cx="82175" cy="54250"/>
              </a:xfrm>
              <a:custGeom>
                <a:rect b="b" l="l" r="r" t="t"/>
                <a:pathLst>
                  <a:path extrusionOk="0" h="2170" w="3287">
                    <a:moveTo>
                      <a:pt x="3287" y="0"/>
                    </a:moveTo>
                    <a:lnTo>
                      <a:pt x="1132" y="893"/>
                    </a:lnTo>
                    <a:lnTo>
                      <a:pt x="1072" y="1488"/>
                    </a:lnTo>
                    <a:lnTo>
                      <a:pt x="1929" y="1560"/>
                    </a:lnTo>
                    <a:lnTo>
                      <a:pt x="3287" y="0"/>
                    </a:lnTo>
                    <a:close/>
                    <a:moveTo>
                      <a:pt x="377" y="1486"/>
                    </a:moveTo>
                    <a:cubicBezTo>
                      <a:pt x="212" y="1486"/>
                      <a:pt x="89" y="1537"/>
                      <a:pt x="60" y="1631"/>
                    </a:cubicBezTo>
                    <a:cubicBezTo>
                      <a:pt x="1" y="1786"/>
                      <a:pt x="215" y="2000"/>
                      <a:pt x="536" y="2108"/>
                    </a:cubicBezTo>
                    <a:cubicBezTo>
                      <a:pt x="661" y="2149"/>
                      <a:pt x="782" y="2169"/>
                      <a:pt x="887" y="2169"/>
                    </a:cubicBezTo>
                    <a:cubicBezTo>
                      <a:pt x="1053" y="2169"/>
                      <a:pt x="1178" y="2119"/>
                      <a:pt x="1215" y="2024"/>
                    </a:cubicBezTo>
                    <a:cubicBezTo>
                      <a:pt x="1263" y="1869"/>
                      <a:pt x="1048" y="1655"/>
                      <a:pt x="727" y="1548"/>
                    </a:cubicBezTo>
                    <a:cubicBezTo>
                      <a:pt x="602" y="1506"/>
                      <a:pt x="481" y="1486"/>
                      <a:pt x="377" y="14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6" name="Google Shape;1336;p73"/>
              <p:cNvSpPr/>
              <p:nvPr/>
            </p:nvSpPr>
            <p:spPr>
              <a:xfrm>
                <a:off x="1688300" y="6757338"/>
                <a:ext cx="113125" cy="78025"/>
              </a:xfrm>
              <a:custGeom>
                <a:rect b="b" l="l" r="r" t="t"/>
                <a:pathLst>
                  <a:path extrusionOk="0" h="3121" w="4525">
                    <a:moveTo>
                      <a:pt x="0" y="1"/>
                    </a:moveTo>
                    <a:lnTo>
                      <a:pt x="1203" y="1382"/>
                    </a:lnTo>
                    <a:lnTo>
                      <a:pt x="1691" y="1299"/>
                    </a:lnTo>
                    <a:lnTo>
                      <a:pt x="1607" y="870"/>
                    </a:lnTo>
                    <a:lnTo>
                      <a:pt x="0" y="1"/>
                    </a:lnTo>
                    <a:close/>
                    <a:moveTo>
                      <a:pt x="3358" y="1822"/>
                    </a:moveTo>
                    <a:lnTo>
                      <a:pt x="2858" y="1918"/>
                    </a:lnTo>
                    <a:lnTo>
                      <a:pt x="3012" y="2370"/>
                    </a:lnTo>
                    <a:lnTo>
                      <a:pt x="4524" y="3013"/>
                    </a:lnTo>
                    <a:lnTo>
                      <a:pt x="3358" y="1822"/>
                    </a:lnTo>
                    <a:close/>
                    <a:moveTo>
                      <a:pt x="1369" y="1715"/>
                    </a:moveTo>
                    <a:lnTo>
                      <a:pt x="167" y="3120"/>
                    </a:lnTo>
                    <a:lnTo>
                      <a:pt x="1965" y="2156"/>
                    </a:lnTo>
                    <a:lnTo>
                      <a:pt x="1893" y="1787"/>
                    </a:lnTo>
                    <a:lnTo>
                      <a:pt x="1369" y="1715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7" name="Google Shape;1337;p73"/>
              <p:cNvSpPr/>
              <p:nvPr/>
            </p:nvSpPr>
            <p:spPr>
              <a:xfrm>
                <a:off x="1668650" y="6739313"/>
                <a:ext cx="169375" cy="107950"/>
              </a:xfrm>
              <a:custGeom>
                <a:rect b="b" l="l" r="r" t="t"/>
                <a:pathLst>
                  <a:path extrusionOk="0" h="4318" w="6775">
                    <a:moveTo>
                      <a:pt x="3689" y="0"/>
                    </a:moveTo>
                    <a:cubicBezTo>
                      <a:pt x="2372" y="0"/>
                      <a:pt x="1374" y="547"/>
                      <a:pt x="1358" y="555"/>
                    </a:cubicBezTo>
                    <a:lnTo>
                      <a:pt x="1417" y="650"/>
                    </a:lnTo>
                    <a:cubicBezTo>
                      <a:pt x="1425" y="650"/>
                      <a:pt x="2398" y="117"/>
                      <a:pt x="3685" y="117"/>
                    </a:cubicBezTo>
                    <a:cubicBezTo>
                      <a:pt x="4213" y="117"/>
                      <a:pt x="4793" y="207"/>
                      <a:pt x="5382" y="460"/>
                    </a:cubicBezTo>
                    <a:lnTo>
                      <a:pt x="5429" y="353"/>
                    </a:lnTo>
                    <a:cubicBezTo>
                      <a:pt x="4826" y="92"/>
                      <a:pt x="4230" y="0"/>
                      <a:pt x="3689" y="0"/>
                    </a:cubicBezTo>
                    <a:close/>
                    <a:moveTo>
                      <a:pt x="5846" y="615"/>
                    </a:moveTo>
                    <a:lnTo>
                      <a:pt x="5799" y="722"/>
                    </a:lnTo>
                    <a:cubicBezTo>
                      <a:pt x="6251" y="936"/>
                      <a:pt x="6501" y="1210"/>
                      <a:pt x="6537" y="1543"/>
                    </a:cubicBezTo>
                    <a:cubicBezTo>
                      <a:pt x="6644" y="2377"/>
                      <a:pt x="5489" y="3341"/>
                      <a:pt x="5477" y="3353"/>
                    </a:cubicBezTo>
                    <a:lnTo>
                      <a:pt x="5549" y="3448"/>
                    </a:lnTo>
                    <a:cubicBezTo>
                      <a:pt x="5596" y="3401"/>
                      <a:pt x="6775" y="2424"/>
                      <a:pt x="6656" y="1531"/>
                    </a:cubicBezTo>
                    <a:cubicBezTo>
                      <a:pt x="6608" y="1150"/>
                      <a:pt x="6334" y="841"/>
                      <a:pt x="5846" y="615"/>
                    </a:cubicBezTo>
                    <a:close/>
                    <a:moveTo>
                      <a:pt x="655" y="1138"/>
                    </a:moveTo>
                    <a:cubicBezTo>
                      <a:pt x="631" y="1162"/>
                      <a:pt x="0" y="1817"/>
                      <a:pt x="48" y="2603"/>
                    </a:cubicBezTo>
                    <a:cubicBezTo>
                      <a:pt x="72" y="3020"/>
                      <a:pt x="274" y="3389"/>
                      <a:pt x="667" y="3710"/>
                    </a:cubicBezTo>
                    <a:lnTo>
                      <a:pt x="738" y="3615"/>
                    </a:lnTo>
                    <a:cubicBezTo>
                      <a:pt x="381" y="3317"/>
                      <a:pt x="179" y="2972"/>
                      <a:pt x="167" y="2591"/>
                    </a:cubicBezTo>
                    <a:cubicBezTo>
                      <a:pt x="119" y="1865"/>
                      <a:pt x="726" y="1222"/>
                      <a:pt x="738" y="1222"/>
                    </a:cubicBezTo>
                    <a:lnTo>
                      <a:pt x="655" y="1138"/>
                    </a:lnTo>
                    <a:close/>
                    <a:moveTo>
                      <a:pt x="4882" y="3782"/>
                    </a:moveTo>
                    <a:cubicBezTo>
                      <a:pt x="4344" y="4105"/>
                      <a:pt x="3718" y="4205"/>
                      <a:pt x="3148" y="4205"/>
                    </a:cubicBezTo>
                    <a:cubicBezTo>
                      <a:pt x="2228" y="4205"/>
                      <a:pt x="1456" y="3944"/>
                      <a:pt x="1441" y="3936"/>
                    </a:cubicBezTo>
                    <a:lnTo>
                      <a:pt x="1405" y="4044"/>
                    </a:lnTo>
                    <a:cubicBezTo>
                      <a:pt x="1417" y="4055"/>
                      <a:pt x="2203" y="4317"/>
                      <a:pt x="3143" y="4317"/>
                    </a:cubicBezTo>
                    <a:cubicBezTo>
                      <a:pt x="3727" y="4317"/>
                      <a:pt x="4382" y="4222"/>
                      <a:pt x="4941" y="3877"/>
                    </a:cubicBezTo>
                    <a:lnTo>
                      <a:pt x="4882" y="378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8" name="Google Shape;1338;p73"/>
              <p:cNvSpPr/>
              <p:nvPr/>
            </p:nvSpPr>
            <p:spPr>
              <a:xfrm>
                <a:off x="1624875" y="6771038"/>
                <a:ext cx="247400" cy="88725"/>
              </a:xfrm>
              <a:custGeom>
                <a:rect b="b" l="l" r="r" t="t"/>
                <a:pathLst>
                  <a:path extrusionOk="0" h="3549" w="9896">
                    <a:moveTo>
                      <a:pt x="9788" y="0"/>
                    </a:moveTo>
                    <a:cubicBezTo>
                      <a:pt x="8800" y="1751"/>
                      <a:pt x="7478" y="2846"/>
                      <a:pt x="5871" y="3251"/>
                    </a:cubicBezTo>
                    <a:cubicBezTo>
                      <a:pt x="5376" y="3377"/>
                      <a:pt x="4881" y="3430"/>
                      <a:pt x="4401" y="3430"/>
                    </a:cubicBezTo>
                    <a:cubicBezTo>
                      <a:pt x="2075" y="3430"/>
                      <a:pt x="90" y="2199"/>
                      <a:pt x="61" y="2179"/>
                    </a:cubicBezTo>
                    <a:lnTo>
                      <a:pt x="1" y="2286"/>
                    </a:lnTo>
                    <a:cubicBezTo>
                      <a:pt x="25" y="2298"/>
                      <a:pt x="2049" y="3548"/>
                      <a:pt x="4418" y="3548"/>
                    </a:cubicBezTo>
                    <a:cubicBezTo>
                      <a:pt x="4906" y="3548"/>
                      <a:pt x="5406" y="3489"/>
                      <a:pt x="5906" y="3370"/>
                    </a:cubicBezTo>
                    <a:cubicBezTo>
                      <a:pt x="7538" y="2953"/>
                      <a:pt x="8883" y="1846"/>
                      <a:pt x="9895" y="60"/>
                    </a:cubicBezTo>
                    <a:lnTo>
                      <a:pt x="9788" y="0"/>
                    </a:lnTo>
                    <a:close/>
                  </a:path>
                </a:pathLst>
              </a:custGeom>
              <a:solidFill>
                <a:srgbClr val="FFB31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9" name="Google Shape;1339;p73"/>
              <p:cNvSpPr/>
              <p:nvPr/>
            </p:nvSpPr>
            <p:spPr>
              <a:xfrm>
                <a:off x="1643925" y="6857813"/>
                <a:ext cx="30100" cy="19675"/>
              </a:xfrm>
              <a:custGeom>
                <a:rect b="b" l="l" r="r" t="t"/>
                <a:pathLst>
                  <a:path extrusionOk="0" h="787" w="1204">
                    <a:moveTo>
                      <a:pt x="460" y="0"/>
                    </a:moveTo>
                    <a:cubicBezTo>
                      <a:pt x="268" y="0"/>
                      <a:pt x="111" y="78"/>
                      <a:pt x="61" y="220"/>
                    </a:cubicBezTo>
                    <a:cubicBezTo>
                      <a:pt x="1" y="411"/>
                      <a:pt x="191" y="649"/>
                      <a:pt x="489" y="744"/>
                    </a:cubicBezTo>
                    <a:cubicBezTo>
                      <a:pt x="574" y="773"/>
                      <a:pt x="661" y="786"/>
                      <a:pt x="741" y="786"/>
                    </a:cubicBezTo>
                    <a:cubicBezTo>
                      <a:pt x="931" y="786"/>
                      <a:pt x="1090" y="711"/>
                      <a:pt x="1132" y="578"/>
                    </a:cubicBezTo>
                    <a:cubicBezTo>
                      <a:pt x="1204" y="387"/>
                      <a:pt x="1013" y="149"/>
                      <a:pt x="715" y="42"/>
                    </a:cubicBezTo>
                    <a:cubicBezTo>
                      <a:pt x="628" y="14"/>
                      <a:pt x="541" y="0"/>
                      <a:pt x="46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0" name="Google Shape;1340;p73"/>
              <p:cNvSpPr/>
              <p:nvPr/>
            </p:nvSpPr>
            <p:spPr>
              <a:xfrm>
                <a:off x="1696025" y="6871588"/>
                <a:ext cx="25325" cy="16200"/>
              </a:xfrm>
              <a:custGeom>
                <a:rect b="b" l="l" r="r" t="t"/>
                <a:pathLst>
                  <a:path extrusionOk="0" h="648" w="1013">
                    <a:moveTo>
                      <a:pt x="377" y="1"/>
                    </a:moveTo>
                    <a:cubicBezTo>
                      <a:pt x="216" y="1"/>
                      <a:pt x="89" y="62"/>
                      <a:pt x="48" y="169"/>
                    </a:cubicBezTo>
                    <a:cubicBezTo>
                      <a:pt x="1" y="324"/>
                      <a:pt x="155" y="527"/>
                      <a:pt x="417" y="610"/>
                    </a:cubicBezTo>
                    <a:cubicBezTo>
                      <a:pt x="494" y="636"/>
                      <a:pt x="571" y="648"/>
                      <a:pt x="642" y="648"/>
                    </a:cubicBezTo>
                    <a:cubicBezTo>
                      <a:pt x="802" y="648"/>
                      <a:pt x="932" y="586"/>
                      <a:pt x="965" y="479"/>
                    </a:cubicBezTo>
                    <a:cubicBezTo>
                      <a:pt x="1013" y="324"/>
                      <a:pt x="858" y="122"/>
                      <a:pt x="608" y="38"/>
                    </a:cubicBezTo>
                    <a:cubicBezTo>
                      <a:pt x="527" y="13"/>
                      <a:pt x="449" y="1"/>
                      <a:pt x="3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1" name="Google Shape;1341;p73"/>
              <p:cNvSpPr/>
              <p:nvPr/>
            </p:nvSpPr>
            <p:spPr>
              <a:xfrm>
                <a:off x="1752575" y="6870788"/>
                <a:ext cx="27125" cy="18000"/>
              </a:xfrm>
              <a:custGeom>
                <a:rect b="b" l="l" r="r" t="t"/>
                <a:pathLst>
                  <a:path extrusionOk="0" h="720" w="1085">
                    <a:moveTo>
                      <a:pt x="427" y="0"/>
                    </a:moveTo>
                    <a:cubicBezTo>
                      <a:pt x="250" y="0"/>
                      <a:pt x="103" y="73"/>
                      <a:pt x="60" y="201"/>
                    </a:cubicBezTo>
                    <a:cubicBezTo>
                      <a:pt x="1" y="380"/>
                      <a:pt x="167" y="594"/>
                      <a:pt x="429" y="678"/>
                    </a:cubicBezTo>
                    <a:cubicBezTo>
                      <a:pt x="512" y="706"/>
                      <a:pt x="594" y="720"/>
                      <a:pt x="669" y="720"/>
                    </a:cubicBezTo>
                    <a:cubicBezTo>
                      <a:pt x="843" y="720"/>
                      <a:pt x="983" y="648"/>
                      <a:pt x="1025" y="523"/>
                    </a:cubicBezTo>
                    <a:cubicBezTo>
                      <a:pt x="1084" y="344"/>
                      <a:pt x="918" y="130"/>
                      <a:pt x="644" y="35"/>
                    </a:cubicBezTo>
                    <a:cubicBezTo>
                      <a:pt x="570" y="11"/>
                      <a:pt x="496" y="0"/>
                      <a:pt x="42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2" name="Google Shape;1342;p73"/>
              <p:cNvSpPr/>
              <p:nvPr/>
            </p:nvSpPr>
            <p:spPr>
              <a:xfrm>
                <a:off x="1804675" y="6855538"/>
                <a:ext cx="18775" cy="12600"/>
              </a:xfrm>
              <a:custGeom>
                <a:rect b="b" l="l" r="r" t="t"/>
                <a:pathLst>
                  <a:path extrusionOk="0" h="504" w="751">
                    <a:moveTo>
                      <a:pt x="300" y="0"/>
                    </a:moveTo>
                    <a:cubicBezTo>
                      <a:pt x="178" y="0"/>
                      <a:pt x="73" y="51"/>
                      <a:pt x="48" y="145"/>
                    </a:cubicBezTo>
                    <a:cubicBezTo>
                      <a:pt x="0" y="264"/>
                      <a:pt x="119" y="419"/>
                      <a:pt x="298" y="478"/>
                    </a:cubicBezTo>
                    <a:cubicBezTo>
                      <a:pt x="353" y="495"/>
                      <a:pt x="406" y="503"/>
                      <a:pt x="456" y="503"/>
                    </a:cubicBezTo>
                    <a:cubicBezTo>
                      <a:pt x="580" y="503"/>
                      <a:pt x="681" y="452"/>
                      <a:pt x="715" y="359"/>
                    </a:cubicBezTo>
                    <a:cubicBezTo>
                      <a:pt x="750" y="240"/>
                      <a:pt x="643" y="85"/>
                      <a:pt x="453" y="26"/>
                    </a:cubicBezTo>
                    <a:cubicBezTo>
                      <a:pt x="402" y="9"/>
                      <a:pt x="349" y="0"/>
                      <a:pt x="3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3" name="Google Shape;1343;p73"/>
              <p:cNvSpPr/>
              <p:nvPr/>
            </p:nvSpPr>
            <p:spPr>
              <a:xfrm>
                <a:off x="1838300" y="6828688"/>
                <a:ext cx="22050" cy="16275"/>
              </a:xfrm>
              <a:custGeom>
                <a:rect b="b" l="l" r="r" t="t"/>
                <a:pathLst>
                  <a:path extrusionOk="0" h="651" w="882">
                    <a:moveTo>
                      <a:pt x="371" y="0"/>
                    </a:moveTo>
                    <a:cubicBezTo>
                      <a:pt x="221" y="0"/>
                      <a:pt x="92" y="72"/>
                      <a:pt x="48" y="195"/>
                    </a:cubicBezTo>
                    <a:cubicBezTo>
                      <a:pt x="1" y="361"/>
                      <a:pt x="120" y="552"/>
                      <a:pt x="334" y="623"/>
                    </a:cubicBezTo>
                    <a:cubicBezTo>
                      <a:pt x="390" y="642"/>
                      <a:pt x="446" y="651"/>
                      <a:pt x="499" y="651"/>
                    </a:cubicBezTo>
                    <a:cubicBezTo>
                      <a:pt x="650" y="651"/>
                      <a:pt x="778" y="580"/>
                      <a:pt x="822" y="457"/>
                    </a:cubicBezTo>
                    <a:cubicBezTo>
                      <a:pt x="882" y="290"/>
                      <a:pt x="751" y="99"/>
                      <a:pt x="537" y="28"/>
                    </a:cubicBezTo>
                    <a:cubicBezTo>
                      <a:pt x="481" y="9"/>
                      <a:pt x="424" y="0"/>
                      <a:pt x="37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4" name="Google Shape;1344;p73"/>
              <p:cNvSpPr/>
              <p:nvPr/>
            </p:nvSpPr>
            <p:spPr>
              <a:xfrm>
                <a:off x="1847825" y="6523088"/>
                <a:ext cx="175950" cy="216725"/>
              </a:xfrm>
              <a:custGeom>
                <a:rect b="b" l="l" r="r" t="t"/>
                <a:pathLst>
                  <a:path extrusionOk="0" h="8669" w="7038">
                    <a:moveTo>
                      <a:pt x="3037" y="1"/>
                    </a:moveTo>
                    <a:lnTo>
                      <a:pt x="2977" y="108"/>
                    </a:lnTo>
                    <a:cubicBezTo>
                      <a:pt x="5156" y="1286"/>
                      <a:pt x="6275" y="3525"/>
                      <a:pt x="5644" y="5430"/>
                    </a:cubicBezTo>
                    <a:cubicBezTo>
                      <a:pt x="5076" y="7115"/>
                      <a:pt x="3321" y="8158"/>
                      <a:pt x="1248" y="8158"/>
                    </a:cubicBezTo>
                    <a:cubicBezTo>
                      <a:pt x="846" y="8158"/>
                      <a:pt x="432" y="8118"/>
                      <a:pt x="13" y="8037"/>
                    </a:cubicBezTo>
                    <a:lnTo>
                      <a:pt x="1" y="8144"/>
                    </a:lnTo>
                    <a:cubicBezTo>
                      <a:pt x="429" y="8240"/>
                      <a:pt x="858" y="8275"/>
                      <a:pt x="1263" y="8275"/>
                    </a:cubicBezTo>
                    <a:cubicBezTo>
                      <a:pt x="1406" y="8275"/>
                      <a:pt x="1537" y="8275"/>
                      <a:pt x="1668" y="8263"/>
                    </a:cubicBezTo>
                    <a:lnTo>
                      <a:pt x="2311" y="8668"/>
                    </a:lnTo>
                    <a:lnTo>
                      <a:pt x="2370" y="8573"/>
                    </a:lnTo>
                    <a:lnTo>
                      <a:pt x="1858" y="8252"/>
                    </a:lnTo>
                    <a:cubicBezTo>
                      <a:pt x="2370" y="8192"/>
                      <a:pt x="2858" y="8085"/>
                      <a:pt x="3311" y="7906"/>
                    </a:cubicBezTo>
                    <a:lnTo>
                      <a:pt x="3846" y="8442"/>
                    </a:lnTo>
                    <a:lnTo>
                      <a:pt x="3930" y="8359"/>
                    </a:lnTo>
                    <a:lnTo>
                      <a:pt x="3430" y="7859"/>
                    </a:lnTo>
                    <a:cubicBezTo>
                      <a:pt x="3811" y="7704"/>
                      <a:pt x="4156" y="7501"/>
                      <a:pt x="4466" y="7251"/>
                    </a:cubicBezTo>
                    <a:lnTo>
                      <a:pt x="5228" y="7918"/>
                    </a:lnTo>
                    <a:lnTo>
                      <a:pt x="5311" y="7835"/>
                    </a:lnTo>
                    <a:lnTo>
                      <a:pt x="4561" y="7180"/>
                    </a:lnTo>
                    <a:cubicBezTo>
                      <a:pt x="4847" y="6942"/>
                      <a:pt x="5097" y="6668"/>
                      <a:pt x="5311" y="6370"/>
                    </a:cubicBezTo>
                    <a:lnTo>
                      <a:pt x="6311" y="6978"/>
                    </a:lnTo>
                    <a:lnTo>
                      <a:pt x="6371" y="6882"/>
                    </a:lnTo>
                    <a:lnTo>
                      <a:pt x="5370" y="6263"/>
                    </a:lnTo>
                    <a:cubicBezTo>
                      <a:pt x="5525" y="6013"/>
                      <a:pt x="5656" y="5751"/>
                      <a:pt x="5751" y="5465"/>
                    </a:cubicBezTo>
                    <a:cubicBezTo>
                      <a:pt x="5799" y="5323"/>
                      <a:pt x="5835" y="5180"/>
                      <a:pt x="5871" y="5037"/>
                    </a:cubicBezTo>
                    <a:lnTo>
                      <a:pt x="6978" y="5585"/>
                    </a:lnTo>
                    <a:lnTo>
                      <a:pt x="7037" y="5477"/>
                    </a:lnTo>
                    <a:lnTo>
                      <a:pt x="5882" y="4918"/>
                    </a:lnTo>
                    <a:cubicBezTo>
                      <a:pt x="5978" y="4370"/>
                      <a:pt x="5942" y="3822"/>
                      <a:pt x="5787" y="3275"/>
                    </a:cubicBezTo>
                    <a:lnTo>
                      <a:pt x="5787" y="3275"/>
                    </a:lnTo>
                    <a:lnTo>
                      <a:pt x="6835" y="3572"/>
                    </a:lnTo>
                    <a:lnTo>
                      <a:pt x="6859" y="3465"/>
                    </a:lnTo>
                    <a:lnTo>
                      <a:pt x="5751" y="3144"/>
                    </a:lnTo>
                    <a:cubicBezTo>
                      <a:pt x="5609" y="2668"/>
                      <a:pt x="5370" y="2203"/>
                      <a:pt x="5073" y="1775"/>
                    </a:cubicBezTo>
                    <a:lnTo>
                      <a:pt x="5073" y="1775"/>
                    </a:lnTo>
                    <a:lnTo>
                      <a:pt x="6002" y="2072"/>
                    </a:lnTo>
                    <a:lnTo>
                      <a:pt x="6037" y="1965"/>
                    </a:lnTo>
                    <a:lnTo>
                      <a:pt x="4954" y="1620"/>
                    </a:lnTo>
                    <a:cubicBezTo>
                      <a:pt x="4466" y="989"/>
                      <a:pt x="3823" y="429"/>
                      <a:pt x="303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4_1_3">
    <p:spTree>
      <p:nvGrpSpPr>
        <p:cNvPr id="1345" name="Shape 1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6" name="Google Shape;1346;p74"/>
          <p:cNvGrpSpPr/>
          <p:nvPr/>
        </p:nvGrpSpPr>
        <p:grpSpPr>
          <a:xfrm>
            <a:off x="0" y="0"/>
            <a:ext cx="9144003" cy="5143501"/>
            <a:chOff x="0" y="0"/>
            <a:chExt cx="9144003" cy="5143501"/>
          </a:xfrm>
        </p:grpSpPr>
        <p:pic>
          <p:nvPicPr>
            <p:cNvPr id="1347" name="Google Shape;1347;p74"/>
            <p:cNvPicPr preferRelativeResize="0"/>
            <p:nvPr/>
          </p:nvPicPr>
          <p:blipFill rotWithShape="1">
            <a:blip r:embed="rId2">
              <a:alphaModFix/>
            </a:blip>
            <a:srcRect b="8068" l="0" r="0" t="8060"/>
            <a:stretch/>
          </p:blipFill>
          <p:spPr>
            <a:xfrm>
              <a:off x="0" y="0"/>
              <a:ext cx="9144003" cy="5143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8" name="Google Shape;1348;p74"/>
            <p:cNvSpPr/>
            <p:nvPr/>
          </p:nvSpPr>
          <p:spPr>
            <a:xfrm>
              <a:off x="209980" y="194500"/>
              <a:ext cx="8763466" cy="4752275"/>
            </a:xfrm>
            <a:custGeom>
              <a:rect b="b" l="l" r="r" t="t"/>
              <a:pathLst>
                <a:path extrusionOk="0" h="147209" w="271904">
                  <a:moveTo>
                    <a:pt x="596" y="0"/>
                  </a:moveTo>
                  <a:lnTo>
                    <a:pt x="596" y="0"/>
                  </a:lnTo>
                  <a:cubicBezTo>
                    <a:pt x="2025" y="5965"/>
                    <a:pt x="3072" y="13895"/>
                    <a:pt x="3644" y="22312"/>
                  </a:cubicBezTo>
                  <a:cubicBezTo>
                    <a:pt x="7942" y="23515"/>
                    <a:pt x="13609" y="23932"/>
                    <a:pt x="5085" y="25063"/>
                  </a:cubicBezTo>
                  <a:cubicBezTo>
                    <a:pt x="5096" y="25110"/>
                    <a:pt x="5108" y="25146"/>
                    <a:pt x="5120" y="25194"/>
                  </a:cubicBezTo>
                  <a:cubicBezTo>
                    <a:pt x="5263" y="25301"/>
                    <a:pt x="5394" y="25396"/>
                    <a:pt x="5525" y="25503"/>
                  </a:cubicBezTo>
                  <a:cubicBezTo>
                    <a:pt x="5692" y="25539"/>
                    <a:pt x="5954" y="25479"/>
                    <a:pt x="6037" y="25658"/>
                  </a:cubicBezTo>
                  <a:cubicBezTo>
                    <a:pt x="8561" y="26230"/>
                    <a:pt x="4561" y="26670"/>
                    <a:pt x="3894" y="26789"/>
                  </a:cubicBezTo>
                  <a:cubicBezTo>
                    <a:pt x="4203" y="33719"/>
                    <a:pt x="4192" y="40803"/>
                    <a:pt x="3787" y="47256"/>
                  </a:cubicBezTo>
                  <a:cubicBezTo>
                    <a:pt x="2560" y="47137"/>
                    <a:pt x="1298" y="47006"/>
                    <a:pt x="1" y="46875"/>
                  </a:cubicBezTo>
                  <a:lnTo>
                    <a:pt x="1" y="46875"/>
                  </a:lnTo>
                  <a:cubicBezTo>
                    <a:pt x="1429" y="52840"/>
                    <a:pt x="2477" y="60770"/>
                    <a:pt x="3049" y="69199"/>
                  </a:cubicBezTo>
                  <a:cubicBezTo>
                    <a:pt x="7347" y="70402"/>
                    <a:pt x="13014" y="70818"/>
                    <a:pt x="4489" y="71949"/>
                  </a:cubicBezTo>
                  <a:cubicBezTo>
                    <a:pt x="4501" y="71985"/>
                    <a:pt x="4513" y="72033"/>
                    <a:pt x="4525" y="72069"/>
                  </a:cubicBezTo>
                  <a:cubicBezTo>
                    <a:pt x="4668" y="72176"/>
                    <a:pt x="4787" y="72283"/>
                    <a:pt x="4930" y="72390"/>
                  </a:cubicBezTo>
                  <a:cubicBezTo>
                    <a:pt x="5096" y="72414"/>
                    <a:pt x="5358" y="72366"/>
                    <a:pt x="5442" y="72545"/>
                  </a:cubicBezTo>
                  <a:cubicBezTo>
                    <a:pt x="7966" y="73104"/>
                    <a:pt x="3965" y="73557"/>
                    <a:pt x="3299" y="73664"/>
                  </a:cubicBezTo>
                  <a:cubicBezTo>
                    <a:pt x="3513" y="78510"/>
                    <a:pt x="3572" y="83427"/>
                    <a:pt x="3453" y="88154"/>
                  </a:cubicBezTo>
                  <a:cubicBezTo>
                    <a:pt x="2322" y="88047"/>
                    <a:pt x="1179" y="87928"/>
                    <a:pt x="1" y="87809"/>
                  </a:cubicBezTo>
                  <a:lnTo>
                    <a:pt x="1" y="87809"/>
                  </a:lnTo>
                  <a:cubicBezTo>
                    <a:pt x="989" y="91940"/>
                    <a:pt x="1798" y="97036"/>
                    <a:pt x="2394" y="102584"/>
                  </a:cubicBezTo>
                  <a:cubicBezTo>
                    <a:pt x="2239" y="103727"/>
                    <a:pt x="2072" y="104834"/>
                    <a:pt x="1882" y="105894"/>
                  </a:cubicBezTo>
                  <a:cubicBezTo>
                    <a:pt x="2156" y="105870"/>
                    <a:pt x="2429" y="105846"/>
                    <a:pt x="2715" y="105811"/>
                  </a:cubicBezTo>
                  <a:cubicBezTo>
                    <a:pt x="2834" y="107228"/>
                    <a:pt x="2953" y="108668"/>
                    <a:pt x="3049" y="110121"/>
                  </a:cubicBezTo>
                  <a:cubicBezTo>
                    <a:pt x="7347" y="111323"/>
                    <a:pt x="13014" y="111740"/>
                    <a:pt x="4489" y="112871"/>
                  </a:cubicBezTo>
                  <a:cubicBezTo>
                    <a:pt x="4501" y="112919"/>
                    <a:pt x="4513" y="112954"/>
                    <a:pt x="4525" y="113002"/>
                  </a:cubicBezTo>
                  <a:cubicBezTo>
                    <a:pt x="4668" y="113109"/>
                    <a:pt x="4799" y="113205"/>
                    <a:pt x="4930" y="113312"/>
                  </a:cubicBezTo>
                  <a:cubicBezTo>
                    <a:pt x="5096" y="113347"/>
                    <a:pt x="5358" y="113288"/>
                    <a:pt x="5442" y="113466"/>
                  </a:cubicBezTo>
                  <a:cubicBezTo>
                    <a:pt x="7966" y="114038"/>
                    <a:pt x="3965" y="114478"/>
                    <a:pt x="3299" y="114598"/>
                  </a:cubicBezTo>
                  <a:cubicBezTo>
                    <a:pt x="3822" y="126123"/>
                    <a:pt x="4668" y="127147"/>
                    <a:pt x="3120" y="135886"/>
                  </a:cubicBezTo>
                  <a:cubicBezTo>
                    <a:pt x="4608" y="136338"/>
                    <a:pt x="14133" y="147209"/>
                    <a:pt x="14133" y="147209"/>
                  </a:cubicBezTo>
                  <a:cubicBezTo>
                    <a:pt x="14133" y="147209"/>
                    <a:pt x="16765" y="146220"/>
                    <a:pt x="20479" y="146137"/>
                  </a:cubicBezTo>
                  <a:cubicBezTo>
                    <a:pt x="20503" y="146054"/>
                    <a:pt x="20539" y="145959"/>
                    <a:pt x="20563" y="145875"/>
                  </a:cubicBezTo>
                  <a:lnTo>
                    <a:pt x="20563" y="145875"/>
                  </a:lnTo>
                  <a:cubicBezTo>
                    <a:pt x="20491" y="146340"/>
                    <a:pt x="23242" y="146363"/>
                    <a:pt x="23158" y="146816"/>
                  </a:cubicBezTo>
                  <a:cubicBezTo>
                    <a:pt x="29516" y="146220"/>
                    <a:pt x="36481" y="145875"/>
                    <a:pt x="44589" y="145697"/>
                  </a:cubicBezTo>
                  <a:cubicBezTo>
                    <a:pt x="44613" y="145625"/>
                    <a:pt x="44637" y="145554"/>
                    <a:pt x="44661" y="145494"/>
                  </a:cubicBezTo>
                  <a:cubicBezTo>
                    <a:pt x="45090" y="145494"/>
                    <a:pt x="45530" y="145494"/>
                    <a:pt x="45959" y="145482"/>
                  </a:cubicBezTo>
                  <a:cubicBezTo>
                    <a:pt x="45959" y="145542"/>
                    <a:pt x="45959" y="145601"/>
                    <a:pt x="45959" y="145661"/>
                  </a:cubicBezTo>
                  <a:cubicBezTo>
                    <a:pt x="46173" y="145661"/>
                    <a:pt x="46387" y="145661"/>
                    <a:pt x="46602" y="145649"/>
                  </a:cubicBezTo>
                  <a:cubicBezTo>
                    <a:pt x="46637" y="145601"/>
                    <a:pt x="46661" y="145542"/>
                    <a:pt x="46685" y="145482"/>
                  </a:cubicBezTo>
                  <a:cubicBezTo>
                    <a:pt x="47197" y="145482"/>
                    <a:pt x="47709" y="145482"/>
                    <a:pt x="48221" y="145494"/>
                  </a:cubicBezTo>
                  <a:cubicBezTo>
                    <a:pt x="48221" y="145530"/>
                    <a:pt x="48221" y="145578"/>
                    <a:pt x="48221" y="145625"/>
                  </a:cubicBezTo>
                  <a:cubicBezTo>
                    <a:pt x="50912" y="145578"/>
                    <a:pt x="53900" y="145542"/>
                    <a:pt x="57031" y="145518"/>
                  </a:cubicBezTo>
                  <a:cubicBezTo>
                    <a:pt x="59651" y="145542"/>
                    <a:pt x="62151" y="145566"/>
                    <a:pt x="64461" y="145601"/>
                  </a:cubicBezTo>
                  <a:cubicBezTo>
                    <a:pt x="64461" y="145566"/>
                    <a:pt x="64461" y="145530"/>
                    <a:pt x="64461" y="145494"/>
                  </a:cubicBezTo>
                  <a:cubicBezTo>
                    <a:pt x="65592" y="145488"/>
                    <a:pt x="66726" y="145485"/>
                    <a:pt x="67860" y="145485"/>
                  </a:cubicBezTo>
                  <a:cubicBezTo>
                    <a:pt x="68994" y="145485"/>
                    <a:pt x="70128" y="145488"/>
                    <a:pt x="71259" y="145494"/>
                  </a:cubicBezTo>
                  <a:cubicBezTo>
                    <a:pt x="71402" y="145578"/>
                    <a:pt x="71545" y="145661"/>
                    <a:pt x="71700" y="145744"/>
                  </a:cubicBezTo>
                  <a:cubicBezTo>
                    <a:pt x="78891" y="145947"/>
                    <a:pt x="85190" y="146268"/>
                    <a:pt x="90976" y="146816"/>
                  </a:cubicBezTo>
                  <a:cubicBezTo>
                    <a:pt x="90845" y="146054"/>
                    <a:pt x="90714" y="145256"/>
                    <a:pt x="90595" y="144435"/>
                  </a:cubicBezTo>
                  <a:lnTo>
                    <a:pt x="90595" y="144435"/>
                  </a:lnTo>
                  <a:cubicBezTo>
                    <a:pt x="91429" y="144792"/>
                    <a:pt x="92191" y="145304"/>
                    <a:pt x="92976" y="145744"/>
                  </a:cubicBezTo>
                  <a:cubicBezTo>
                    <a:pt x="96596" y="145851"/>
                    <a:pt x="99989" y="145982"/>
                    <a:pt x="103204" y="146161"/>
                  </a:cubicBezTo>
                  <a:cubicBezTo>
                    <a:pt x="103156" y="146375"/>
                    <a:pt x="103121" y="146601"/>
                    <a:pt x="103085" y="146828"/>
                  </a:cubicBezTo>
                  <a:cubicBezTo>
                    <a:pt x="104573" y="146685"/>
                    <a:pt x="106109" y="146554"/>
                    <a:pt x="107669" y="146447"/>
                  </a:cubicBezTo>
                  <a:cubicBezTo>
                    <a:pt x="109240" y="146554"/>
                    <a:pt x="110764" y="146685"/>
                    <a:pt x="112265" y="146828"/>
                  </a:cubicBezTo>
                  <a:cubicBezTo>
                    <a:pt x="112217" y="146601"/>
                    <a:pt x="112181" y="146375"/>
                    <a:pt x="112146" y="146161"/>
                  </a:cubicBezTo>
                  <a:cubicBezTo>
                    <a:pt x="115979" y="145947"/>
                    <a:pt x="120075" y="145792"/>
                    <a:pt x="124504" y="145697"/>
                  </a:cubicBezTo>
                  <a:cubicBezTo>
                    <a:pt x="125022" y="144156"/>
                    <a:pt x="125413" y="143165"/>
                    <a:pt x="125645" y="143165"/>
                  </a:cubicBezTo>
                  <a:cubicBezTo>
                    <a:pt x="125846" y="143165"/>
                    <a:pt x="125929" y="143902"/>
                    <a:pt x="125873" y="145661"/>
                  </a:cubicBezTo>
                  <a:cubicBezTo>
                    <a:pt x="126100" y="145661"/>
                    <a:pt x="126302" y="145661"/>
                    <a:pt x="126528" y="145649"/>
                  </a:cubicBezTo>
                  <a:cubicBezTo>
                    <a:pt x="127181" y="144357"/>
                    <a:pt x="127670" y="143321"/>
                    <a:pt x="127939" y="143321"/>
                  </a:cubicBezTo>
                  <a:cubicBezTo>
                    <a:pt x="128150" y="143321"/>
                    <a:pt x="128225" y="143963"/>
                    <a:pt x="128136" y="145625"/>
                  </a:cubicBezTo>
                  <a:cubicBezTo>
                    <a:pt x="130541" y="145589"/>
                    <a:pt x="133184" y="145554"/>
                    <a:pt x="135946" y="145530"/>
                  </a:cubicBezTo>
                  <a:cubicBezTo>
                    <a:pt x="138720" y="145554"/>
                    <a:pt x="141352" y="145589"/>
                    <a:pt x="143757" y="145625"/>
                  </a:cubicBezTo>
                  <a:cubicBezTo>
                    <a:pt x="143667" y="143963"/>
                    <a:pt x="143745" y="143321"/>
                    <a:pt x="143959" y="143321"/>
                  </a:cubicBezTo>
                  <a:cubicBezTo>
                    <a:pt x="144230" y="143321"/>
                    <a:pt x="144723" y="144357"/>
                    <a:pt x="145376" y="145649"/>
                  </a:cubicBezTo>
                  <a:cubicBezTo>
                    <a:pt x="145590" y="145661"/>
                    <a:pt x="145804" y="145661"/>
                    <a:pt x="146019" y="145661"/>
                  </a:cubicBezTo>
                  <a:cubicBezTo>
                    <a:pt x="145964" y="143902"/>
                    <a:pt x="146046" y="143165"/>
                    <a:pt x="146247" y="143165"/>
                  </a:cubicBezTo>
                  <a:cubicBezTo>
                    <a:pt x="146479" y="143165"/>
                    <a:pt x="146870" y="144156"/>
                    <a:pt x="147388" y="145697"/>
                  </a:cubicBezTo>
                  <a:cubicBezTo>
                    <a:pt x="151817" y="145792"/>
                    <a:pt x="155913" y="145947"/>
                    <a:pt x="159759" y="146161"/>
                  </a:cubicBezTo>
                  <a:cubicBezTo>
                    <a:pt x="159711" y="146375"/>
                    <a:pt x="159675" y="146601"/>
                    <a:pt x="159640" y="146828"/>
                  </a:cubicBezTo>
                  <a:cubicBezTo>
                    <a:pt x="161128" y="146685"/>
                    <a:pt x="162664" y="146554"/>
                    <a:pt x="164223" y="146447"/>
                  </a:cubicBezTo>
                  <a:cubicBezTo>
                    <a:pt x="165795" y="146554"/>
                    <a:pt x="167319" y="146685"/>
                    <a:pt x="168819" y="146828"/>
                  </a:cubicBezTo>
                  <a:cubicBezTo>
                    <a:pt x="168772" y="146601"/>
                    <a:pt x="168736" y="146375"/>
                    <a:pt x="168700" y="146161"/>
                  </a:cubicBezTo>
                  <a:cubicBezTo>
                    <a:pt x="171915" y="145982"/>
                    <a:pt x="175296" y="145851"/>
                    <a:pt x="178916" y="145744"/>
                  </a:cubicBezTo>
                  <a:cubicBezTo>
                    <a:pt x="179702" y="145304"/>
                    <a:pt x="180464" y="144792"/>
                    <a:pt x="181309" y="144435"/>
                  </a:cubicBezTo>
                  <a:lnTo>
                    <a:pt x="181309" y="144435"/>
                  </a:lnTo>
                  <a:cubicBezTo>
                    <a:pt x="181190" y="145256"/>
                    <a:pt x="181059" y="146054"/>
                    <a:pt x="180916" y="146816"/>
                  </a:cubicBezTo>
                  <a:cubicBezTo>
                    <a:pt x="186714" y="146268"/>
                    <a:pt x="193001" y="145947"/>
                    <a:pt x="200204" y="145744"/>
                  </a:cubicBezTo>
                  <a:cubicBezTo>
                    <a:pt x="200347" y="145661"/>
                    <a:pt x="200490" y="145578"/>
                    <a:pt x="200645" y="145494"/>
                  </a:cubicBezTo>
                  <a:cubicBezTo>
                    <a:pt x="201770" y="145488"/>
                    <a:pt x="202904" y="145485"/>
                    <a:pt x="204039" y="145485"/>
                  </a:cubicBezTo>
                  <a:cubicBezTo>
                    <a:pt x="205175" y="145485"/>
                    <a:pt x="206312" y="145488"/>
                    <a:pt x="207443" y="145494"/>
                  </a:cubicBezTo>
                  <a:cubicBezTo>
                    <a:pt x="207443" y="145530"/>
                    <a:pt x="207443" y="145566"/>
                    <a:pt x="207431" y="145601"/>
                  </a:cubicBezTo>
                  <a:cubicBezTo>
                    <a:pt x="209741" y="145566"/>
                    <a:pt x="212253" y="145542"/>
                    <a:pt x="214873" y="145518"/>
                  </a:cubicBezTo>
                  <a:cubicBezTo>
                    <a:pt x="218004" y="145542"/>
                    <a:pt x="220981" y="145578"/>
                    <a:pt x="223683" y="145625"/>
                  </a:cubicBezTo>
                  <a:cubicBezTo>
                    <a:pt x="223671" y="145578"/>
                    <a:pt x="223671" y="145530"/>
                    <a:pt x="223671" y="145494"/>
                  </a:cubicBezTo>
                  <a:cubicBezTo>
                    <a:pt x="224183" y="145494"/>
                    <a:pt x="224695" y="145482"/>
                    <a:pt x="225207" y="145482"/>
                  </a:cubicBezTo>
                  <a:cubicBezTo>
                    <a:pt x="225243" y="145542"/>
                    <a:pt x="225267" y="145601"/>
                    <a:pt x="225291" y="145649"/>
                  </a:cubicBezTo>
                  <a:cubicBezTo>
                    <a:pt x="225517" y="145661"/>
                    <a:pt x="225731" y="145661"/>
                    <a:pt x="225945" y="145661"/>
                  </a:cubicBezTo>
                  <a:cubicBezTo>
                    <a:pt x="225945" y="145601"/>
                    <a:pt x="225934" y="145542"/>
                    <a:pt x="225934" y="145482"/>
                  </a:cubicBezTo>
                  <a:cubicBezTo>
                    <a:pt x="226374" y="145482"/>
                    <a:pt x="226803" y="145482"/>
                    <a:pt x="227243" y="145494"/>
                  </a:cubicBezTo>
                  <a:cubicBezTo>
                    <a:pt x="227267" y="145554"/>
                    <a:pt x="227291" y="145625"/>
                    <a:pt x="227315" y="145697"/>
                  </a:cubicBezTo>
                  <a:cubicBezTo>
                    <a:pt x="235411" y="145875"/>
                    <a:pt x="242376" y="146220"/>
                    <a:pt x="248734" y="146816"/>
                  </a:cubicBezTo>
                  <a:cubicBezTo>
                    <a:pt x="248651" y="146363"/>
                    <a:pt x="248579" y="145899"/>
                    <a:pt x="248508" y="145423"/>
                  </a:cubicBezTo>
                  <a:lnTo>
                    <a:pt x="248508" y="145423"/>
                  </a:lnTo>
                  <a:cubicBezTo>
                    <a:pt x="248532" y="145506"/>
                    <a:pt x="248567" y="145601"/>
                    <a:pt x="248591" y="145697"/>
                  </a:cubicBezTo>
                  <a:cubicBezTo>
                    <a:pt x="256699" y="145875"/>
                    <a:pt x="263664" y="146220"/>
                    <a:pt x="270022" y="146816"/>
                  </a:cubicBezTo>
                  <a:cubicBezTo>
                    <a:pt x="268463" y="138065"/>
                    <a:pt x="268082" y="126123"/>
                    <a:pt x="268606" y="114598"/>
                  </a:cubicBezTo>
                  <a:cubicBezTo>
                    <a:pt x="267939" y="114478"/>
                    <a:pt x="263926" y="114038"/>
                    <a:pt x="266462" y="113466"/>
                  </a:cubicBezTo>
                  <a:cubicBezTo>
                    <a:pt x="266546" y="113288"/>
                    <a:pt x="266808" y="113347"/>
                    <a:pt x="266974" y="113312"/>
                  </a:cubicBezTo>
                  <a:cubicBezTo>
                    <a:pt x="267105" y="113205"/>
                    <a:pt x="267236" y="113109"/>
                    <a:pt x="267367" y="113002"/>
                  </a:cubicBezTo>
                  <a:cubicBezTo>
                    <a:pt x="267391" y="112954"/>
                    <a:pt x="267403" y="112919"/>
                    <a:pt x="267415" y="112871"/>
                  </a:cubicBezTo>
                  <a:cubicBezTo>
                    <a:pt x="258878" y="111740"/>
                    <a:pt x="264557" y="111323"/>
                    <a:pt x="268856" y="110121"/>
                  </a:cubicBezTo>
                  <a:cubicBezTo>
                    <a:pt x="268951" y="108668"/>
                    <a:pt x="269070" y="107228"/>
                    <a:pt x="269189" y="105811"/>
                  </a:cubicBezTo>
                  <a:cubicBezTo>
                    <a:pt x="269463" y="105846"/>
                    <a:pt x="269749" y="105870"/>
                    <a:pt x="270022" y="105894"/>
                  </a:cubicBezTo>
                  <a:cubicBezTo>
                    <a:pt x="269832" y="104834"/>
                    <a:pt x="269653" y="103727"/>
                    <a:pt x="269510" y="102584"/>
                  </a:cubicBezTo>
                  <a:cubicBezTo>
                    <a:pt x="270094" y="97036"/>
                    <a:pt x="270903" y="91940"/>
                    <a:pt x="271904" y="87809"/>
                  </a:cubicBezTo>
                  <a:lnTo>
                    <a:pt x="271904" y="87809"/>
                  </a:lnTo>
                  <a:cubicBezTo>
                    <a:pt x="270725" y="87928"/>
                    <a:pt x="269570" y="88047"/>
                    <a:pt x="268451" y="88154"/>
                  </a:cubicBezTo>
                  <a:cubicBezTo>
                    <a:pt x="268320" y="83427"/>
                    <a:pt x="268379" y="78510"/>
                    <a:pt x="268606" y="73664"/>
                  </a:cubicBezTo>
                  <a:cubicBezTo>
                    <a:pt x="267939" y="73557"/>
                    <a:pt x="263926" y="73104"/>
                    <a:pt x="266462" y="72545"/>
                  </a:cubicBezTo>
                  <a:cubicBezTo>
                    <a:pt x="266546" y="72366"/>
                    <a:pt x="266808" y="72426"/>
                    <a:pt x="266974" y="72390"/>
                  </a:cubicBezTo>
                  <a:cubicBezTo>
                    <a:pt x="267105" y="72283"/>
                    <a:pt x="267236" y="72176"/>
                    <a:pt x="267367" y="72069"/>
                  </a:cubicBezTo>
                  <a:cubicBezTo>
                    <a:pt x="267391" y="72033"/>
                    <a:pt x="267403" y="71985"/>
                    <a:pt x="267415" y="71949"/>
                  </a:cubicBezTo>
                  <a:cubicBezTo>
                    <a:pt x="258878" y="70818"/>
                    <a:pt x="264557" y="70402"/>
                    <a:pt x="268856" y="69199"/>
                  </a:cubicBezTo>
                  <a:cubicBezTo>
                    <a:pt x="269415" y="60770"/>
                    <a:pt x="270463" y="52840"/>
                    <a:pt x="271904" y="46875"/>
                  </a:cubicBezTo>
                  <a:lnTo>
                    <a:pt x="271904" y="46875"/>
                  </a:lnTo>
                  <a:cubicBezTo>
                    <a:pt x="270606" y="47006"/>
                    <a:pt x="269344" y="47137"/>
                    <a:pt x="268105" y="47256"/>
                  </a:cubicBezTo>
                  <a:cubicBezTo>
                    <a:pt x="267713" y="40803"/>
                    <a:pt x="267689" y="33719"/>
                    <a:pt x="268010" y="26789"/>
                  </a:cubicBezTo>
                  <a:cubicBezTo>
                    <a:pt x="267343" y="26670"/>
                    <a:pt x="263331" y="26230"/>
                    <a:pt x="265867" y="25658"/>
                  </a:cubicBezTo>
                  <a:cubicBezTo>
                    <a:pt x="265950" y="25479"/>
                    <a:pt x="266212" y="25539"/>
                    <a:pt x="266379" y="25503"/>
                  </a:cubicBezTo>
                  <a:cubicBezTo>
                    <a:pt x="266510" y="25396"/>
                    <a:pt x="266641" y="25301"/>
                    <a:pt x="266772" y="25194"/>
                  </a:cubicBezTo>
                  <a:cubicBezTo>
                    <a:pt x="266796" y="25146"/>
                    <a:pt x="266808" y="25110"/>
                    <a:pt x="266820" y="25063"/>
                  </a:cubicBezTo>
                  <a:cubicBezTo>
                    <a:pt x="258283" y="23932"/>
                    <a:pt x="263962" y="23515"/>
                    <a:pt x="268260" y="22312"/>
                  </a:cubicBezTo>
                  <a:cubicBezTo>
                    <a:pt x="268415" y="19919"/>
                    <a:pt x="268856" y="15300"/>
                    <a:pt x="268856" y="15300"/>
                  </a:cubicBezTo>
                  <a:lnTo>
                    <a:pt x="254901" y="1453"/>
                  </a:lnTo>
                  <a:cubicBezTo>
                    <a:pt x="254901" y="1453"/>
                    <a:pt x="251413" y="1679"/>
                    <a:pt x="249615" y="1774"/>
                  </a:cubicBezTo>
                  <a:cubicBezTo>
                    <a:pt x="249746" y="1167"/>
                    <a:pt x="249889" y="572"/>
                    <a:pt x="250020" y="0"/>
                  </a:cubicBezTo>
                  <a:lnTo>
                    <a:pt x="250020" y="0"/>
                  </a:lnTo>
                  <a:cubicBezTo>
                    <a:pt x="240828" y="929"/>
                    <a:pt x="233577" y="1572"/>
                    <a:pt x="225017" y="1929"/>
                  </a:cubicBezTo>
                  <a:cubicBezTo>
                    <a:pt x="224814" y="2179"/>
                    <a:pt x="224600" y="2441"/>
                    <a:pt x="224386" y="2715"/>
                  </a:cubicBezTo>
                  <a:cubicBezTo>
                    <a:pt x="223731" y="2953"/>
                    <a:pt x="223112" y="3274"/>
                    <a:pt x="222647" y="3751"/>
                  </a:cubicBezTo>
                  <a:cubicBezTo>
                    <a:pt x="222755" y="3346"/>
                    <a:pt x="222945" y="2774"/>
                    <a:pt x="223219" y="2000"/>
                  </a:cubicBezTo>
                  <a:cubicBezTo>
                    <a:pt x="223094" y="1992"/>
                    <a:pt x="222968" y="1988"/>
                    <a:pt x="222843" y="1988"/>
                  </a:cubicBezTo>
                  <a:cubicBezTo>
                    <a:pt x="221740" y="1988"/>
                    <a:pt x="220632" y="2285"/>
                    <a:pt x="219537" y="2285"/>
                  </a:cubicBezTo>
                  <a:cubicBezTo>
                    <a:pt x="219371" y="2285"/>
                    <a:pt x="219205" y="2278"/>
                    <a:pt x="219040" y="2262"/>
                  </a:cubicBezTo>
                  <a:cubicBezTo>
                    <a:pt x="218567" y="2506"/>
                    <a:pt x="218202" y="2952"/>
                    <a:pt x="217926" y="2952"/>
                  </a:cubicBezTo>
                  <a:cubicBezTo>
                    <a:pt x="217744" y="2952"/>
                    <a:pt x="217601" y="2757"/>
                    <a:pt x="217492" y="2179"/>
                  </a:cubicBezTo>
                  <a:cubicBezTo>
                    <a:pt x="216420" y="2203"/>
                    <a:pt x="215337" y="2227"/>
                    <a:pt x="214218" y="2239"/>
                  </a:cubicBezTo>
                  <a:cubicBezTo>
                    <a:pt x="210515" y="2179"/>
                    <a:pt x="207169" y="2084"/>
                    <a:pt x="204002" y="1965"/>
                  </a:cubicBezTo>
                  <a:cubicBezTo>
                    <a:pt x="203967" y="2131"/>
                    <a:pt x="203943" y="2298"/>
                    <a:pt x="203919" y="2453"/>
                  </a:cubicBezTo>
                  <a:cubicBezTo>
                    <a:pt x="203550" y="2560"/>
                    <a:pt x="203181" y="2679"/>
                    <a:pt x="202824" y="2822"/>
                  </a:cubicBezTo>
                  <a:cubicBezTo>
                    <a:pt x="202776" y="2548"/>
                    <a:pt x="202728" y="2239"/>
                    <a:pt x="202681" y="1905"/>
                  </a:cubicBezTo>
                  <a:cubicBezTo>
                    <a:pt x="194453" y="1524"/>
                    <a:pt x="187357" y="905"/>
                    <a:pt x="178440" y="0"/>
                  </a:cubicBezTo>
                  <a:lnTo>
                    <a:pt x="178440" y="0"/>
                  </a:lnTo>
                  <a:cubicBezTo>
                    <a:pt x="178582" y="572"/>
                    <a:pt x="178713" y="1167"/>
                    <a:pt x="178844" y="1774"/>
                  </a:cubicBezTo>
                  <a:cubicBezTo>
                    <a:pt x="175773" y="1607"/>
                    <a:pt x="172832" y="1417"/>
                    <a:pt x="169831" y="1179"/>
                  </a:cubicBezTo>
                  <a:cubicBezTo>
                    <a:pt x="169927" y="774"/>
                    <a:pt x="170010" y="381"/>
                    <a:pt x="170105" y="0"/>
                  </a:cubicBezTo>
                  <a:lnTo>
                    <a:pt x="170105" y="0"/>
                  </a:lnTo>
                  <a:cubicBezTo>
                    <a:pt x="167843" y="226"/>
                    <a:pt x="165700" y="441"/>
                    <a:pt x="163628" y="631"/>
                  </a:cubicBezTo>
                  <a:cubicBezTo>
                    <a:pt x="161556" y="441"/>
                    <a:pt x="159413" y="226"/>
                    <a:pt x="157163" y="0"/>
                  </a:cubicBezTo>
                  <a:lnTo>
                    <a:pt x="157163" y="0"/>
                  </a:lnTo>
                  <a:cubicBezTo>
                    <a:pt x="157246" y="381"/>
                    <a:pt x="157342" y="774"/>
                    <a:pt x="157425" y="1179"/>
                  </a:cubicBezTo>
                  <a:cubicBezTo>
                    <a:pt x="153377" y="1500"/>
                    <a:pt x="149400" y="1750"/>
                    <a:pt x="145102" y="1929"/>
                  </a:cubicBezTo>
                  <a:cubicBezTo>
                    <a:pt x="144154" y="3043"/>
                    <a:pt x="143049" y="4616"/>
                    <a:pt x="142712" y="4616"/>
                  </a:cubicBezTo>
                  <a:cubicBezTo>
                    <a:pt x="142491" y="4616"/>
                    <a:pt x="142601" y="3936"/>
                    <a:pt x="143304" y="2000"/>
                  </a:cubicBezTo>
                  <a:cubicBezTo>
                    <a:pt x="143179" y="1992"/>
                    <a:pt x="143053" y="1988"/>
                    <a:pt x="142928" y="1988"/>
                  </a:cubicBezTo>
                  <a:cubicBezTo>
                    <a:pt x="141825" y="1988"/>
                    <a:pt x="140718" y="2285"/>
                    <a:pt x="139622" y="2285"/>
                  </a:cubicBezTo>
                  <a:cubicBezTo>
                    <a:pt x="139456" y="2285"/>
                    <a:pt x="139290" y="2278"/>
                    <a:pt x="139125" y="2262"/>
                  </a:cubicBezTo>
                  <a:cubicBezTo>
                    <a:pt x="138780" y="2441"/>
                    <a:pt x="138494" y="2715"/>
                    <a:pt x="138256" y="2858"/>
                  </a:cubicBezTo>
                  <a:lnTo>
                    <a:pt x="138256" y="2250"/>
                  </a:lnTo>
                  <a:cubicBezTo>
                    <a:pt x="138030" y="2250"/>
                    <a:pt x="137803" y="2239"/>
                    <a:pt x="137589" y="2239"/>
                  </a:cubicBezTo>
                  <a:cubicBezTo>
                    <a:pt x="137577" y="2215"/>
                    <a:pt x="137577" y="2203"/>
                    <a:pt x="137565" y="2179"/>
                  </a:cubicBezTo>
                  <a:cubicBezTo>
                    <a:pt x="137041" y="2191"/>
                    <a:pt x="136494" y="2203"/>
                    <a:pt x="135946" y="2215"/>
                  </a:cubicBezTo>
                  <a:cubicBezTo>
                    <a:pt x="135410" y="2203"/>
                    <a:pt x="134863" y="2191"/>
                    <a:pt x="134327" y="2179"/>
                  </a:cubicBezTo>
                  <a:cubicBezTo>
                    <a:pt x="134327" y="2203"/>
                    <a:pt x="134327" y="2215"/>
                    <a:pt x="134315" y="2239"/>
                  </a:cubicBezTo>
                  <a:cubicBezTo>
                    <a:pt x="134089" y="2239"/>
                    <a:pt x="133874" y="2250"/>
                    <a:pt x="133648" y="2250"/>
                  </a:cubicBezTo>
                  <a:lnTo>
                    <a:pt x="133648" y="2858"/>
                  </a:lnTo>
                  <a:cubicBezTo>
                    <a:pt x="133410" y="2715"/>
                    <a:pt x="133124" y="2441"/>
                    <a:pt x="132779" y="2262"/>
                  </a:cubicBezTo>
                  <a:cubicBezTo>
                    <a:pt x="132604" y="2280"/>
                    <a:pt x="132429" y="2288"/>
                    <a:pt x="132254" y="2288"/>
                  </a:cubicBezTo>
                  <a:cubicBezTo>
                    <a:pt x="131165" y="2288"/>
                    <a:pt x="130064" y="1988"/>
                    <a:pt x="128968" y="1988"/>
                  </a:cubicBezTo>
                  <a:cubicBezTo>
                    <a:pt x="128845" y="1988"/>
                    <a:pt x="128723" y="1992"/>
                    <a:pt x="128600" y="2000"/>
                  </a:cubicBezTo>
                  <a:cubicBezTo>
                    <a:pt x="129303" y="3936"/>
                    <a:pt x="129413" y="4616"/>
                    <a:pt x="129192" y="4616"/>
                  </a:cubicBezTo>
                  <a:cubicBezTo>
                    <a:pt x="128855" y="4616"/>
                    <a:pt x="127750" y="3043"/>
                    <a:pt x="126802" y="1929"/>
                  </a:cubicBezTo>
                  <a:cubicBezTo>
                    <a:pt x="122492" y="1750"/>
                    <a:pt x="118527" y="1500"/>
                    <a:pt x="114467" y="1179"/>
                  </a:cubicBezTo>
                  <a:cubicBezTo>
                    <a:pt x="114562" y="774"/>
                    <a:pt x="114646" y="381"/>
                    <a:pt x="114741" y="0"/>
                  </a:cubicBezTo>
                  <a:lnTo>
                    <a:pt x="114741" y="0"/>
                  </a:lnTo>
                  <a:cubicBezTo>
                    <a:pt x="112491" y="226"/>
                    <a:pt x="110348" y="441"/>
                    <a:pt x="108276" y="631"/>
                  </a:cubicBezTo>
                  <a:cubicBezTo>
                    <a:pt x="106192" y="441"/>
                    <a:pt x="104061" y="226"/>
                    <a:pt x="101799" y="0"/>
                  </a:cubicBezTo>
                  <a:lnTo>
                    <a:pt x="101799" y="0"/>
                  </a:lnTo>
                  <a:cubicBezTo>
                    <a:pt x="101894" y="381"/>
                    <a:pt x="101978" y="774"/>
                    <a:pt x="102073" y="1179"/>
                  </a:cubicBezTo>
                  <a:cubicBezTo>
                    <a:pt x="99072" y="1417"/>
                    <a:pt x="96132" y="1607"/>
                    <a:pt x="93060" y="1774"/>
                  </a:cubicBezTo>
                  <a:cubicBezTo>
                    <a:pt x="93191" y="1167"/>
                    <a:pt x="93322" y="572"/>
                    <a:pt x="93465" y="0"/>
                  </a:cubicBezTo>
                  <a:lnTo>
                    <a:pt x="93465" y="0"/>
                  </a:lnTo>
                  <a:cubicBezTo>
                    <a:pt x="84535" y="905"/>
                    <a:pt x="77439" y="1524"/>
                    <a:pt x="69212" y="1905"/>
                  </a:cubicBezTo>
                  <a:cubicBezTo>
                    <a:pt x="69164" y="2239"/>
                    <a:pt x="69116" y="2548"/>
                    <a:pt x="69081" y="2822"/>
                  </a:cubicBezTo>
                  <a:cubicBezTo>
                    <a:pt x="68723" y="2667"/>
                    <a:pt x="68342" y="2548"/>
                    <a:pt x="67973" y="2453"/>
                  </a:cubicBezTo>
                  <a:cubicBezTo>
                    <a:pt x="67950" y="2298"/>
                    <a:pt x="67926" y="2131"/>
                    <a:pt x="67902" y="1953"/>
                  </a:cubicBezTo>
                  <a:cubicBezTo>
                    <a:pt x="64735" y="2084"/>
                    <a:pt x="61377" y="2179"/>
                    <a:pt x="57686" y="2239"/>
                  </a:cubicBezTo>
                  <a:cubicBezTo>
                    <a:pt x="56567" y="2227"/>
                    <a:pt x="55472" y="2203"/>
                    <a:pt x="54412" y="2179"/>
                  </a:cubicBezTo>
                  <a:cubicBezTo>
                    <a:pt x="54303" y="2757"/>
                    <a:pt x="54160" y="2952"/>
                    <a:pt x="53977" y="2952"/>
                  </a:cubicBezTo>
                  <a:cubicBezTo>
                    <a:pt x="53701" y="2952"/>
                    <a:pt x="53333" y="2506"/>
                    <a:pt x="52852" y="2262"/>
                  </a:cubicBezTo>
                  <a:cubicBezTo>
                    <a:pt x="52687" y="2278"/>
                    <a:pt x="52522" y="2285"/>
                    <a:pt x="52356" y="2285"/>
                  </a:cubicBezTo>
                  <a:cubicBezTo>
                    <a:pt x="51262" y="2285"/>
                    <a:pt x="50161" y="1988"/>
                    <a:pt x="49052" y="1988"/>
                  </a:cubicBezTo>
                  <a:cubicBezTo>
                    <a:pt x="48926" y="1988"/>
                    <a:pt x="48800" y="1992"/>
                    <a:pt x="48673" y="2000"/>
                  </a:cubicBezTo>
                  <a:cubicBezTo>
                    <a:pt x="48959" y="2774"/>
                    <a:pt x="49138" y="3346"/>
                    <a:pt x="49257" y="3751"/>
                  </a:cubicBezTo>
                  <a:cubicBezTo>
                    <a:pt x="48792" y="3274"/>
                    <a:pt x="48173" y="2953"/>
                    <a:pt x="47518" y="2703"/>
                  </a:cubicBezTo>
                  <a:cubicBezTo>
                    <a:pt x="47304" y="2441"/>
                    <a:pt x="47090" y="2179"/>
                    <a:pt x="46875" y="1929"/>
                  </a:cubicBezTo>
                  <a:cubicBezTo>
                    <a:pt x="38315" y="1572"/>
                    <a:pt x="31064" y="929"/>
                    <a:pt x="21872" y="0"/>
                  </a:cubicBezTo>
                  <a:lnTo>
                    <a:pt x="21872" y="0"/>
                  </a:lnTo>
                  <a:cubicBezTo>
                    <a:pt x="22015" y="572"/>
                    <a:pt x="22146" y="1167"/>
                    <a:pt x="22277" y="1774"/>
                  </a:cubicBezTo>
                  <a:cubicBezTo>
                    <a:pt x="15098" y="1393"/>
                    <a:pt x="8573" y="810"/>
                    <a:pt x="5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9" name="Google Shape;1349;p74"/>
            <p:cNvSpPr/>
            <p:nvPr/>
          </p:nvSpPr>
          <p:spPr>
            <a:xfrm>
              <a:off x="283950" y="193150"/>
              <a:ext cx="8615526" cy="4752359"/>
            </a:xfrm>
            <a:custGeom>
              <a:rect b="b" l="l" r="r" t="t"/>
              <a:pathLst>
                <a:path extrusionOk="0" h="146757" w="269046">
                  <a:moveTo>
                    <a:pt x="21241" y="131"/>
                  </a:moveTo>
                  <a:cubicBezTo>
                    <a:pt x="20884" y="346"/>
                    <a:pt x="20527" y="572"/>
                    <a:pt x="20170" y="798"/>
                  </a:cubicBezTo>
                  <a:cubicBezTo>
                    <a:pt x="20217" y="953"/>
                    <a:pt x="20253" y="1120"/>
                    <a:pt x="20289" y="1286"/>
                  </a:cubicBezTo>
                  <a:cubicBezTo>
                    <a:pt x="20860" y="929"/>
                    <a:pt x="21432" y="560"/>
                    <a:pt x="22015" y="203"/>
                  </a:cubicBezTo>
                  <a:cubicBezTo>
                    <a:pt x="21753" y="179"/>
                    <a:pt x="21503" y="155"/>
                    <a:pt x="21241" y="131"/>
                  </a:cubicBezTo>
                  <a:close/>
                  <a:moveTo>
                    <a:pt x="18777" y="1691"/>
                  </a:moveTo>
                  <a:cubicBezTo>
                    <a:pt x="18515" y="1858"/>
                    <a:pt x="18265" y="2012"/>
                    <a:pt x="18015" y="2179"/>
                  </a:cubicBezTo>
                  <a:cubicBezTo>
                    <a:pt x="11788" y="6263"/>
                    <a:pt x="6156" y="10644"/>
                    <a:pt x="1155" y="15252"/>
                  </a:cubicBezTo>
                  <a:cubicBezTo>
                    <a:pt x="1179" y="15455"/>
                    <a:pt x="1203" y="15657"/>
                    <a:pt x="1215" y="15848"/>
                  </a:cubicBezTo>
                  <a:cubicBezTo>
                    <a:pt x="6263" y="11156"/>
                    <a:pt x="11966" y="6727"/>
                    <a:pt x="18277" y="2584"/>
                  </a:cubicBezTo>
                  <a:cubicBezTo>
                    <a:pt x="18705" y="2298"/>
                    <a:pt x="19146" y="2012"/>
                    <a:pt x="19574" y="1739"/>
                  </a:cubicBezTo>
                  <a:cubicBezTo>
                    <a:pt x="19312" y="1727"/>
                    <a:pt x="19039" y="1703"/>
                    <a:pt x="18777" y="1691"/>
                  </a:cubicBezTo>
                  <a:close/>
                  <a:moveTo>
                    <a:pt x="257199" y="5608"/>
                  </a:moveTo>
                  <a:cubicBezTo>
                    <a:pt x="259819" y="11180"/>
                    <a:pt x="262128" y="16943"/>
                    <a:pt x="264105" y="22884"/>
                  </a:cubicBezTo>
                  <a:cubicBezTo>
                    <a:pt x="264307" y="22836"/>
                    <a:pt x="264522" y="22789"/>
                    <a:pt x="264736" y="22741"/>
                  </a:cubicBezTo>
                  <a:cubicBezTo>
                    <a:pt x="262950" y="17360"/>
                    <a:pt x="260890" y="12085"/>
                    <a:pt x="258557" y="6942"/>
                  </a:cubicBezTo>
                  <a:lnTo>
                    <a:pt x="257199" y="5608"/>
                  </a:lnTo>
                  <a:close/>
                  <a:moveTo>
                    <a:pt x="234685" y="1239"/>
                  </a:moveTo>
                  <a:cubicBezTo>
                    <a:pt x="234423" y="1262"/>
                    <a:pt x="234149" y="1286"/>
                    <a:pt x="233887" y="1298"/>
                  </a:cubicBezTo>
                  <a:cubicBezTo>
                    <a:pt x="234554" y="1727"/>
                    <a:pt x="235220" y="2143"/>
                    <a:pt x="235875" y="2584"/>
                  </a:cubicBezTo>
                  <a:cubicBezTo>
                    <a:pt x="245662" y="9001"/>
                    <a:pt x="253961" y="16145"/>
                    <a:pt x="260676" y="23813"/>
                  </a:cubicBezTo>
                  <a:cubicBezTo>
                    <a:pt x="260783" y="23741"/>
                    <a:pt x="260938" y="23682"/>
                    <a:pt x="261140" y="23610"/>
                  </a:cubicBezTo>
                  <a:cubicBezTo>
                    <a:pt x="254377" y="15871"/>
                    <a:pt x="246007" y="8656"/>
                    <a:pt x="236137" y="2179"/>
                  </a:cubicBezTo>
                  <a:cubicBezTo>
                    <a:pt x="235649" y="1870"/>
                    <a:pt x="235173" y="1548"/>
                    <a:pt x="234685" y="1239"/>
                  </a:cubicBezTo>
                  <a:close/>
                  <a:moveTo>
                    <a:pt x="264807" y="25051"/>
                  </a:moveTo>
                  <a:lnTo>
                    <a:pt x="264867" y="25218"/>
                  </a:lnTo>
                  <a:cubicBezTo>
                    <a:pt x="264879" y="25218"/>
                    <a:pt x="264879" y="25206"/>
                    <a:pt x="264891" y="25194"/>
                  </a:cubicBezTo>
                  <a:cubicBezTo>
                    <a:pt x="264914" y="25158"/>
                    <a:pt x="264926" y="25111"/>
                    <a:pt x="264938" y="25075"/>
                  </a:cubicBezTo>
                  <a:cubicBezTo>
                    <a:pt x="264891" y="25063"/>
                    <a:pt x="264855" y="25063"/>
                    <a:pt x="264807" y="25051"/>
                  </a:cubicBezTo>
                  <a:close/>
                  <a:moveTo>
                    <a:pt x="265319" y="26670"/>
                  </a:moveTo>
                  <a:lnTo>
                    <a:pt x="265319" y="26670"/>
                  </a:lnTo>
                  <a:cubicBezTo>
                    <a:pt x="265557" y="27480"/>
                    <a:pt x="265807" y="28290"/>
                    <a:pt x="266034" y="29099"/>
                  </a:cubicBezTo>
                  <a:cubicBezTo>
                    <a:pt x="266057" y="28444"/>
                    <a:pt x="266081" y="27789"/>
                    <a:pt x="266117" y="27135"/>
                  </a:cubicBezTo>
                  <a:cubicBezTo>
                    <a:pt x="266081" y="27016"/>
                    <a:pt x="266046" y="26896"/>
                    <a:pt x="266010" y="26777"/>
                  </a:cubicBezTo>
                  <a:cubicBezTo>
                    <a:pt x="265843" y="26754"/>
                    <a:pt x="265593" y="26718"/>
                    <a:pt x="265319" y="26670"/>
                  </a:cubicBezTo>
                  <a:close/>
                  <a:moveTo>
                    <a:pt x="261188" y="24408"/>
                  </a:moveTo>
                  <a:lnTo>
                    <a:pt x="261188" y="24408"/>
                  </a:lnTo>
                  <a:cubicBezTo>
                    <a:pt x="262902" y="26396"/>
                    <a:pt x="264498" y="28409"/>
                    <a:pt x="265998" y="30456"/>
                  </a:cubicBezTo>
                  <a:cubicBezTo>
                    <a:pt x="265998" y="30195"/>
                    <a:pt x="266010" y="29944"/>
                    <a:pt x="266022" y="29683"/>
                  </a:cubicBezTo>
                  <a:cubicBezTo>
                    <a:pt x="265153" y="28516"/>
                    <a:pt x="264260" y="27361"/>
                    <a:pt x="263331" y="26218"/>
                  </a:cubicBezTo>
                  <a:cubicBezTo>
                    <a:pt x="263200" y="26158"/>
                    <a:pt x="263140" y="26087"/>
                    <a:pt x="263164" y="26015"/>
                  </a:cubicBezTo>
                  <a:cubicBezTo>
                    <a:pt x="262771" y="25539"/>
                    <a:pt x="262378" y="25075"/>
                    <a:pt x="261986" y="24599"/>
                  </a:cubicBezTo>
                  <a:cubicBezTo>
                    <a:pt x="261664" y="24539"/>
                    <a:pt x="261402" y="24468"/>
                    <a:pt x="261188" y="24408"/>
                  </a:cubicBezTo>
                  <a:close/>
                  <a:moveTo>
                    <a:pt x="127076" y="17431"/>
                  </a:moveTo>
                  <a:cubicBezTo>
                    <a:pt x="133339" y="17431"/>
                    <a:pt x="139506" y="17574"/>
                    <a:pt x="145578" y="17848"/>
                  </a:cubicBezTo>
                  <a:cubicBezTo>
                    <a:pt x="146150" y="29278"/>
                    <a:pt x="146554" y="41363"/>
                    <a:pt x="146769" y="53924"/>
                  </a:cubicBezTo>
                  <a:cubicBezTo>
                    <a:pt x="140292" y="53816"/>
                    <a:pt x="133720" y="53769"/>
                    <a:pt x="127076" y="53769"/>
                  </a:cubicBezTo>
                  <a:cubicBezTo>
                    <a:pt x="120432" y="53769"/>
                    <a:pt x="113860" y="53816"/>
                    <a:pt x="107371" y="53924"/>
                  </a:cubicBezTo>
                  <a:cubicBezTo>
                    <a:pt x="107585" y="41363"/>
                    <a:pt x="107990" y="29278"/>
                    <a:pt x="108562" y="17848"/>
                  </a:cubicBezTo>
                  <a:cubicBezTo>
                    <a:pt x="114634" y="17574"/>
                    <a:pt x="120813" y="17431"/>
                    <a:pt x="127076" y="17431"/>
                  </a:cubicBezTo>
                  <a:close/>
                  <a:moveTo>
                    <a:pt x="108359" y="17848"/>
                  </a:moveTo>
                  <a:cubicBezTo>
                    <a:pt x="107776" y="29385"/>
                    <a:pt x="107371" y="41482"/>
                    <a:pt x="107169" y="53924"/>
                  </a:cubicBezTo>
                  <a:cubicBezTo>
                    <a:pt x="94727" y="54138"/>
                    <a:pt x="82630" y="54531"/>
                    <a:pt x="71093" y="55114"/>
                  </a:cubicBezTo>
                  <a:cubicBezTo>
                    <a:pt x="71617" y="43244"/>
                    <a:pt x="72640" y="31766"/>
                    <a:pt x="74117" y="20872"/>
                  </a:cubicBezTo>
                  <a:cubicBezTo>
                    <a:pt x="85011" y="19407"/>
                    <a:pt x="96477" y="18384"/>
                    <a:pt x="108359" y="17848"/>
                  </a:cubicBezTo>
                  <a:close/>
                  <a:moveTo>
                    <a:pt x="145792" y="17860"/>
                  </a:moveTo>
                  <a:lnTo>
                    <a:pt x="145792" y="17860"/>
                  </a:lnTo>
                  <a:cubicBezTo>
                    <a:pt x="157675" y="18384"/>
                    <a:pt x="169141" y="19407"/>
                    <a:pt x="180035" y="20884"/>
                  </a:cubicBezTo>
                  <a:cubicBezTo>
                    <a:pt x="181499" y="31766"/>
                    <a:pt x="182523" y="43244"/>
                    <a:pt x="183059" y="55114"/>
                  </a:cubicBezTo>
                  <a:cubicBezTo>
                    <a:pt x="171522" y="54531"/>
                    <a:pt x="159425" y="54138"/>
                    <a:pt x="146983" y="53924"/>
                  </a:cubicBezTo>
                  <a:cubicBezTo>
                    <a:pt x="146781" y="41482"/>
                    <a:pt x="146376" y="29385"/>
                    <a:pt x="145792" y="17860"/>
                  </a:cubicBezTo>
                  <a:close/>
                  <a:moveTo>
                    <a:pt x="73724" y="20931"/>
                  </a:moveTo>
                  <a:lnTo>
                    <a:pt x="73724" y="20931"/>
                  </a:lnTo>
                  <a:cubicBezTo>
                    <a:pt x="72259" y="31909"/>
                    <a:pt x="71247" y="43375"/>
                    <a:pt x="70724" y="55138"/>
                  </a:cubicBezTo>
                  <a:cubicBezTo>
                    <a:pt x="54805" y="55948"/>
                    <a:pt x="39958" y="57103"/>
                    <a:pt x="26742" y="58579"/>
                  </a:cubicBezTo>
                  <a:cubicBezTo>
                    <a:pt x="27373" y="48816"/>
                    <a:pt x="28599" y="39255"/>
                    <a:pt x="30397" y="29992"/>
                  </a:cubicBezTo>
                  <a:cubicBezTo>
                    <a:pt x="43292" y="26158"/>
                    <a:pt x="57901" y="23086"/>
                    <a:pt x="73724" y="20931"/>
                  </a:cubicBezTo>
                  <a:close/>
                  <a:moveTo>
                    <a:pt x="180416" y="20931"/>
                  </a:moveTo>
                  <a:lnTo>
                    <a:pt x="180416" y="20931"/>
                  </a:lnTo>
                  <a:cubicBezTo>
                    <a:pt x="196251" y="23086"/>
                    <a:pt x="210860" y="26170"/>
                    <a:pt x="223755" y="29992"/>
                  </a:cubicBezTo>
                  <a:cubicBezTo>
                    <a:pt x="225552" y="39255"/>
                    <a:pt x="226779" y="48816"/>
                    <a:pt x="227410" y="58579"/>
                  </a:cubicBezTo>
                  <a:cubicBezTo>
                    <a:pt x="214194" y="57103"/>
                    <a:pt x="199335" y="55948"/>
                    <a:pt x="183416" y="55138"/>
                  </a:cubicBezTo>
                  <a:cubicBezTo>
                    <a:pt x="182904" y="43375"/>
                    <a:pt x="181892" y="31909"/>
                    <a:pt x="180416" y="20931"/>
                  </a:cubicBezTo>
                  <a:close/>
                  <a:moveTo>
                    <a:pt x="70724" y="55352"/>
                  </a:moveTo>
                  <a:cubicBezTo>
                    <a:pt x="70450" y="61436"/>
                    <a:pt x="70319" y="67616"/>
                    <a:pt x="70319" y="73843"/>
                  </a:cubicBezTo>
                  <a:cubicBezTo>
                    <a:pt x="70319" y="80070"/>
                    <a:pt x="70450" y="86237"/>
                    <a:pt x="70724" y="92321"/>
                  </a:cubicBezTo>
                  <a:cubicBezTo>
                    <a:pt x="54543" y="91500"/>
                    <a:pt x="39696" y="90333"/>
                    <a:pt x="26730" y="88892"/>
                  </a:cubicBezTo>
                  <a:cubicBezTo>
                    <a:pt x="26420" y="83915"/>
                    <a:pt x="26254" y="78891"/>
                    <a:pt x="26254" y="73843"/>
                  </a:cubicBezTo>
                  <a:cubicBezTo>
                    <a:pt x="26254" y="68783"/>
                    <a:pt x="26420" y="63758"/>
                    <a:pt x="26730" y="58781"/>
                  </a:cubicBezTo>
                  <a:cubicBezTo>
                    <a:pt x="39696" y="57341"/>
                    <a:pt x="54543" y="56174"/>
                    <a:pt x="70724" y="55352"/>
                  </a:cubicBezTo>
                  <a:close/>
                  <a:moveTo>
                    <a:pt x="183428" y="55352"/>
                  </a:moveTo>
                  <a:cubicBezTo>
                    <a:pt x="199609" y="56174"/>
                    <a:pt x="214444" y="57341"/>
                    <a:pt x="227410" y="58781"/>
                  </a:cubicBezTo>
                  <a:cubicBezTo>
                    <a:pt x="227731" y="63758"/>
                    <a:pt x="227886" y="68783"/>
                    <a:pt x="227886" y="73843"/>
                  </a:cubicBezTo>
                  <a:cubicBezTo>
                    <a:pt x="227886" y="78903"/>
                    <a:pt x="227731" y="83915"/>
                    <a:pt x="227410" y="88892"/>
                  </a:cubicBezTo>
                  <a:cubicBezTo>
                    <a:pt x="214444" y="90333"/>
                    <a:pt x="199609" y="91500"/>
                    <a:pt x="183428" y="92321"/>
                  </a:cubicBezTo>
                  <a:cubicBezTo>
                    <a:pt x="183690" y="86237"/>
                    <a:pt x="183833" y="80070"/>
                    <a:pt x="183833" y="73843"/>
                  </a:cubicBezTo>
                  <a:cubicBezTo>
                    <a:pt x="183833" y="67616"/>
                    <a:pt x="183690" y="61436"/>
                    <a:pt x="183428" y="55352"/>
                  </a:cubicBezTo>
                  <a:close/>
                  <a:moveTo>
                    <a:pt x="107157" y="54138"/>
                  </a:moveTo>
                  <a:cubicBezTo>
                    <a:pt x="107050" y="60627"/>
                    <a:pt x="107002" y="67199"/>
                    <a:pt x="107002" y="73843"/>
                  </a:cubicBezTo>
                  <a:cubicBezTo>
                    <a:pt x="107002" y="80475"/>
                    <a:pt x="107050" y="87047"/>
                    <a:pt x="107157" y="93536"/>
                  </a:cubicBezTo>
                  <a:cubicBezTo>
                    <a:pt x="94596" y="93321"/>
                    <a:pt x="82511" y="92917"/>
                    <a:pt x="71081" y="92345"/>
                  </a:cubicBezTo>
                  <a:cubicBezTo>
                    <a:pt x="70807" y="86273"/>
                    <a:pt x="70676" y="80105"/>
                    <a:pt x="70676" y="73843"/>
                  </a:cubicBezTo>
                  <a:cubicBezTo>
                    <a:pt x="70676" y="67580"/>
                    <a:pt x="70807" y="61401"/>
                    <a:pt x="71081" y="55329"/>
                  </a:cubicBezTo>
                  <a:cubicBezTo>
                    <a:pt x="82511" y="54757"/>
                    <a:pt x="94596" y="54352"/>
                    <a:pt x="107157" y="54138"/>
                  </a:cubicBezTo>
                  <a:close/>
                  <a:moveTo>
                    <a:pt x="146983" y="54138"/>
                  </a:moveTo>
                  <a:cubicBezTo>
                    <a:pt x="159544" y="54352"/>
                    <a:pt x="171641" y="54757"/>
                    <a:pt x="183071" y="55329"/>
                  </a:cubicBezTo>
                  <a:cubicBezTo>
                    <a:pt x="183333" y="61401"/>
                    <a:pt x="183476" y="67568"/>
                    <a:pt x="183476" y="73831"/>
                  </a:cubicBezTo>
                  <a:cubicBezTo>
                    <a:pt x="183476" y="80094"/>
                    <a:pt x="183333" y="86273"/>
                    <a:pt x="183071" y="92345"/>
                  </a:cubicBezTo>
                  <a:cubicBezTo>
                    <a:pt x="171641" y="92917"/>
                    <a:pt x="159544" y="93321"/>
                    <a:pt x="146983" y="93536"/>
                  </a:cubicBezTo>
                  <a:cubicBezTo>
                    <a:pt x="147090" y="87047"/>
                    <a:pt x="147150" y="80475"/>
                    <a:pt x="147150" y="73843"/>
                  </a:cubicBezTo>
                  <a:cubicBezTo>
                    <a:pt x="147150" y="67199"/>
                    <a:pt x="147090" y="60627"/>
                    <a:pt x="146983" y="54138"/>
                  </a:cubicBezTo>
                  <a:close/>
                  <a:moveTo>
                    <a:pt x="127076" y="53971"/>
                  </a:moveTo>
                  <a:cubicBezTo>
                    <a:pt x="133743" y="53971"/>
                    <a:pt x="140327" y="54031"/>
                    <a:pt x="146781" y="54138"/>
                  </a:cubicBezTo>
                  <a:cubicBezTo>
                    <a:pt x="146876" y="60591"/>
                    <a:pt x="146935" y="67163"/>
                    <a:pt x="146935" y="73843"/>
                  </a:cubicBezTo>
                  <a:cubicBezTo>
                    <a:pt x="146935" y="80510"/>
                    <a:pt x="146888" y="87082"/>
                    <a:pt x="146781" y="93536"/>
                  </a:cubicBezTo>
                  <a:cubicBezTo>
                    <a:pt x="140327" y="93643"/>
                    <a:pt x="133743" y="93702"/>
                    <a:pt x="127076" y="93702"/>
                  </a:cubicBezTo>
                  <a:cubicBezTo>
                    <a:pt x="120396" y="93702"/>
                    <a:pt x="113824" y="93643"/>
                    <a:pt x="107371" y="93536"/>
                  </a:cubicBezTo>
                  <a:cubicBezTo>
                    <a:pt x="107264" y="87082"/>
                    <a:pt x="107204" y="80510"/>
                    <a:pt x="107204" y="73843"/>
                  </a:cubicBezTo>
                  <a:cubicBezTo>
                    <a:pt x="107204" y="67163"/>
                    <a:pt x="107264" y="60591"/>
                    <a:pt x="107371" y="54138"/>
                  </a:cubicBezTo>
                  <a:cubicBezTo>
                    <a:pt x="113824" y="54031"/>
                    <a:pt x="120396" y="53971"/>
                    <a:pt x="127076" y="53971"/>
                  </a:cubicBezTo>
                  <a:close/>
                  <a:moveTo>
                    <a:pt x="48" y="105632"/>
                  </a:moveTo>
                  <a:cubicBezTo>
                    <a:pt x="36" y="105716"/>
                    <a:pt x="12" y="105811"/>
                    <a:pt x="0" y="105894"/>
                  </a:cubicBezTo>
                  <a:cubicBezTo>
                    <a:pt x="155" y="105882"/>
                    <a:pt x="310" y="105870"/>
                    <a:pt x="477" y="105859"/>
                  </a:cubicBezTo>
                  <a:cubicBezTo>
                    <a:pt x="334" y="105775"/>
                    <a:pt x="191" y="105704"/>
                    <a:pt x="48" y="105632"/>
                  </a:cubicBezTo>
                  <a:close/>
                  <a:moveTo>
                    <a:pt x="26742" y="89095"/>
                  </a:moveTo>
                  <a:cubicBezTo>
                    <a:pt x="39958" y="90571"/>
                    <a:pt x="54805" y="91726"/>
                    <a:pt x="70724" y="92536"/>
                  </a:cubicBezTo>
                  <a:cubicBezTo>
                    <a:pt x="71247" y="104299"/>
                    <a:pt x="72259" y="115765"/>
                    <a:pt x="73724" y="126742"/>
                  </a:cubicBezTo>
                  <a:cubicBezTo>
                    <a:pt x="57901" y="124587"/>
                    <a:pt x="43292" y="121515"/>
                    <a:pt x="30397" y="117681"/>
                  </a:cubicBezTo>
                  <a:cubicBezTo>
                    <a:pt x="28599" y="108418"/>
                    <a:pt x="27373" y="98858"/>
                    <a:pt x="26742" y="89095"/>
                  </a:cubicBezTo>
                  <a:close/>
                  <a:moveTo>
                    <a:pt x="227410" y="89095"/>
                  </a:moveTo>
                  <a:cubicBezTo>
                    <a:pt x="226779" y="98858"/>
                    <a:pt x="225552" y="108418"/>
                    <a:pt x="223755" y="117681"/>
                  </a:cubicBezTo>
                  <a:cubicBezTo>
                    <a:pt x="210860" y="121515"/>
                    <a:pt x="196251" y="124587"/>
                    <a:pt x="180416" y="126742"/>
                  </a:cubicBezTo>
                  <a:cubicBezTo>
                    <a:pt x="181892" y="115765"/>
                    <a:pt x="182904" y="104299"/>
                    <a:pt x="183416" y="92536"/>
                  </a:cubicBezTo>
                  <a:cubicBezTo>
                    <a:pt x="199347" y="91726"/>
                    <a:pt x="214194" y="90571"/>
                    <a:pt x="227410" y="89095"/>
                  </a:cubicBezTo>
                  <a:close/>
                  <a:moveTo>
                    <a:pt x="71093" y="92559"/>
                  </a:moveTo>
                  <a:lnTo>
                    <a:pt x="71093" y="92559"/>
                  </a:lnTo>
                  <a:cubicBezTo>
                    <a:pt x="82630" y="93143"/>
                    <a:pt x="94715" y="93536"/>
                    <a:pt x="107169" y="93750"/>
                  </a:cubicBezTo>
                  <a:cubicBezTo>
                    <a:pt x="107371" y="106192"/>
                    <a:pt x="107776" y="118289"/>
                    <a:pt x="108347" y="129826"/>
                  </a:cubicBezTo>
                  <a:cubicBezTo>
                    <a:pt x="96477" y="129290"/>
                    <a:pt x="85011" y="128266"/>
                    <a:pt x="74117" y="126790"/>
                  </a:cubicBezTo>
                  <a:cubicBezTo>
                    <a:pt x="72640" y="115907"/>
                    <a:pt x="71617" y="104442"/>
                    <a:pt x="71093" y="92559"/>
                  </a:cubicBezTo>
                  <a:close/>
                  <a:moveTo>
                    <a:pt x="183059" y="92559"/>
                  </a:moveTo>
                  <a:lnTo>
                    <a:pt x="183059" y="92559"/>
                  </a:lnTo>
                  <a:cubicBezTo>
                    <a:pt x="182523" y="104442"/>
                    <a:pt x="181499" y="115907"/>
                    <a:pt x="180035" y="126802"/>
                  </a:cubicBezTo>
                  <a:cubicBezTo>
                    <a:pt x="169141" y="128266"/>
                    <a:pt x="157675" y="129290"/>
                    <a:pt x="145792" y="129826"/>
                  </a:cubicBezTo>
                  <a:cubicBezTo>
                    <a:pt x="146376" y="118289"/>
                    <a:pt x="146769" y="106192"/>
                    <a:pt x="146983" y="93750"/>
                  </a:cubicBezTo>
                  <a:cubicBezTo>
                    <a:pt x="159425" y="93536"/>
                    <a:pt x="171522" y="93143"/>
                    <a:pt x="183059" y="92559"/>
                  </a:cubicBezTo>
                  <a:close/>
                  <a:moveTo>
                    <a:pt x="107371" y="93750"/>
                  </a:moveTo>
                  <a:cubicBezTo>
                    <a:pt x="113860" y="93857"/>
                    <a:pt x="120432" y="93917"/>
                    <a:pt x="127076" y="93917"/>
                  </a:cubicBezTo>
                  <a:cubicBezTo>
                    <a:pt x="133708" y="93917"/>
                    <a:pt x="140292" y="93857"/>
                    <a:pt x="146769" y="93750"/>
                  </a:cubicBezTo>
                  <a:lnTo>
                    <a:pt x="146769" y="93750"/>
                  </a:lnTo>
                  <a:cubicBezTo>
                    <a:pt x="146566" y="106311"/>
                    <a:pt x="146150" y="118396"/>
                    <a:pt x="145578" y="129826"/>
                  </a:cubicBezTo>
                  <a:cubicBezTo>
                    <a:pt x="139506" y="130100"/>
                    <a:pt x="133339" y="130243"/>
                    <a:pt x="127076" y="130243"/>
                  </a:cubicBezTo>
                  <a:cubicBezTo>
                    <a:pt x="120813" y="130243"/>
                    <a:pt x="114634" y="130100"/>
                    <a:pt x="108574" y="129826"/>
                  </a:cubicBezTo>
                  <a:cubicBezTo>
                    <a:pt x="107990" y="118396"/>
                    <a:pt x="107585" y="106311"/>
                    <a:pt x="107371" y="93750"/>
                  </a:cubicBezTo>
                  <a:close/>
                  <a:moveTo>
                    <a:pt x="266653" y="116300"/>
                  </a:moveTo>
                  <a:lnTo>
                    <a:pt x="266653" y="116300"/>
                  </a:lnTo>
                  <a:cubicBezTo>
                    <a:pt x="259152" y="126861"/>
                    <a:pt x="248817" y="136600"/>
                    <a:pt x="235875" y="145101"/>
                  </a:cubicBezTo>
                  <a:cubicBezTo>
                    <a:pt x="235411" y="145399"/>
                    <a:pt x="234946" y="145697"/>
                    <a:pt x="234482" y="145994"/>
                  </a:cubicBezTo>
                  <a:cubicBezTo>
                    <a:pt x="234756" y="146006"/>
                    <a:pt x="235030" y="146018"/>
                    <a:pt x="235304" y="146030"/>
                  </a:cubicBezTo>
                  <a:cubicBezTo>
                    <a:pt x="235577" y="145852"/>
                    <a:pt x="235851" y="145673"/>
                    <a:pt x="236137" y="145494"/>
                  </a:cubicBezTo>
                  <a:cubicBezTo>
                    <a:pt x="248710" y="137243"/>
                    <a:pt x="258854" y="127814"/>
                    <a:pt x="266319" y="117586"/>
                  </a:cubicBezTo>
                  <a:lnTo>
                    <a:pt x="266319" y="117586"/>
                  </a:lnTo>
                  <a:cubicBezTo>
                    <a:pt x="263533" y="127504"/>
                    <a:pt x="259831" y="137005"/>
                    <a:pt x="255306" y="145971"/>
                  </a:cubicBezTo>
                  <a:cubicBezTo>
                    <a:pt x="255544" y="145983"/>
                    <a:pt x="255794" y="145994"/>
                    <a:pt x="256032" y="146006"/>
                  </a:cubicBezTo>
                  <a:cubicBezTo>
                    <a:pt x="260354" y="137374"/>
                    <a:pt x="263879" y="128338"/>
                    <a:pt x="266569" y="118991"/>
                  </a:cubicBezTo>
                  <a:cubicBezTo>
                    <a:pt x="266593" y="118098"/>
                    <a:pt x="266617" y="117193"/>
                    <a:pt x="266653" y="116300"/>
                  </a:cubicBezTo>
                  <a:close/>
                  <a:moveTo>
                    <a:pt x="1798" y="132362"/>
                  </a:moveTo>
                  <a:cubicBezTo>
                    <a:pt x="1774" y="132540"/>
                    <a:pt x="1739" y="132731"/>
                    <a:pt x="1715" y="132933"/>
                  </a:cubicBezTo>
                  <a:cubicBezTo>
                    <a:pt x="6573" y="137362"/>
                    <a:pt x="12014" y="141553"/>
                    <a:pt x="18015" y="145494"/>
                  </a:cubicBezTo>
                  <a:cubicBezTo>
                    <a:pt x="18229" y="145637"/>
                    <a:pt x="18455" y="145780"/>
                    <a:pt x="18669" y="145923"/>
                  </a:cubicBezTo>
                  <a:cubicBezTo>
                    <a:pt x="18681" y="145899"/>
                    <a:pt x="18681" y="145887"/>
                    <a:pt x="18693" y="145875"/>
                  </a:cubicBezTo>
                  <a:lnTo>
                    <a:pt x="18693" y="145875"/>
                  </a:lnTo>
                  <a:cubicBezTo>
                    <a:pt x="18681" y="145899"/>
                    <a:pt x="18693" y="145911"/>
                    <a:pt x="18693" y="145935"/>
                  </a:cubicBezTo>
                  <a:cubicBezTo>
                    <a:pt x="18800" y="146006"/>
                    <a:pt x="18908" y="146066"/>
                    <a:pt x="19015" y="146137"/>
                  </a:cubicBezTo>
                  <a:cubicBezTo>
                    <a:pt x="19348" y="146256"/>
                    <a:pt x="19872" y="146328"/>
                    <a:pt x="20336" y="146423"/>
                  </a:cubicBezTo>
                  <a:cubicBezTo>
                    <a:pt x="19646" y="145983"/>
                    <a:pt x="18955" y="145542"/>
                    <a:pt x="18277" y="145090"/>
                  </a:cubicBezTo>
                  <a:cubicBezTo>
                    <a:pt x="12204" y="141113"/>
                    <a:pt x="6692" y="136850"/>
                    <a:pt x="1798" y="132362"/>
                  </a:cubicBezTo>
                  <a:close/>
                  <a:moveTo>
                    <a:pt x="176558" y="0"/>
                  </a:moveTo>
                  <a:cubicBezTo>
                    <a:pt x="176701" y="572"/>
                    <a:pt x="176832" y="1167"/>
                    <a:pt x="176963" y="1774"/>
                  </a:cubicBezTo>
                  <a:lnTo>
                    <a:pt x="176903" y="1774"/>
                  </a:lnTo>
                  <a:cubicBezTo>
                    <a:pt x="178070" y="7787"/>
                    <a:pt x="179106" y="14038"/>
                    <a:pt x="179975" y="20491"/>
                  </a:cubicBezTo>
                  <a:cubicBezTo>
                    <a:pt x="168998" y="19015"/>
                    <a:pt x="157544" y="18003"/>
                    <a:pt x="145781" y="17491"/>
                  </a:cubicBezTo>
                  <a:cubicBezTo>
                    <a:pt x="145507" y="12157"/>
                    <a:pt x="145197" y="6942"/>
                    <a:pt x="144852" y="1858"/>
                  </a:cubicBezTo>
                  <a:cubicBezTo>
                    <a:pt x="144780" y="1870"/>
                    <a:pt x="144697" y="1870"/>
                    <a:pt x="144626" y="1870"/>
                  </a:cubicBezTo>
                  <a:cubicBezTo>
                    <a:pt x="144971" y="6918"/>
                    <a:pt x="145292" y="12121"/>
                    <a:pt x="145554" y="17479"/>
                  </a:cubicBezTo>
                  <a:cubicBezTo>
                    <a:pt x="139470" y="17217"/>
                    <a:pt x="133303" y="17074"/>
                    <a:pt x="127076" y="17074"/>
                  </a:cubicBezTo>
                  <a:cubicBezTo>
                    <a:pt x="120849" y="17074"/>
                    <a:pt x="114681" y="17217"/>
                    <a:pt x="108585" y="17479"/>
                  </a:cubicBezTo>
                  <a:cubicBezTo>
                    <a:pt x="108895" y="11573"/>
                    <a:pt x="109240" y="5846"/>
                    <a:pt x="109621" y="322"/>
                  </a:cubicBezTo>
                  <a:lnTo>
                    <a:pt x="109621" y="322"/>
                  </a:lnTo>
                  <a:cubicBezTo>
                    <a:pt x="109550" y="334"/>
                    <a:pt x="109478" y="334"/>
                    <a:pt x="109407" y="346"/>
                  </a:cubicBezTo>
                  <a:cubicBezTo>
                    <a:pt x="109014" y="5894"/>
                    <a:pt x="108669" y="11621"/>
                    <a:pt x="108371" y="17491"/>
                  </a:cubicBezTo>
                  <a:cubicBezTo>
                    <a:pt x="96608" y="18003"/>
                    <a:pt x="85142" y="19015"/>
                    <a:pt x="74164" y="20491"/>
                  </a:cubicBezTo>
                  <a:cubicBezTo>
                    <a:pt x="75069" y="13871"/>
                    <a:pt x="76129" y="7454"/>
                    <a:pt x="77343" y="1298"/>
                  </a:cubicBezTo>
                  <a:lnTo>
                    <a:pt x="77343" y="1298"/>
                  </a:lnTo>
                  <a:cubicBezTo>
                    <a:pt x="77212" y="1310"/>
                    <a:pt x="77081" y="1322"/>
                    <a:pt x="76951" y="1334"/>
                  </a:cubicBezTo>
                  <a:cubicBezTo>
                    <a:pt x="75724" y="7537"/>
                    <a:pt x="74665" y="13954"/>
                    <a:pt x="73783" y="20539"/>
                  </a:cubicBezTo>
                  <a:cubicBezTo>
                    <a:pt x="58198" y="22646"/>
                    <a:pt x="43601" y="25682"/>
                    <a:pt x="30480" y="29575"/>
                  </a:cubicBezTo>
                  <a:cubicBezTo>
                    <a:pt x="32374" y="19872"/>
                    <a:pt x="34910" y="10502"/>
                    <a:pt x="38029" y="1560"/>
                  </a:cubicBezTo>
                  <a:cubicBezTo>
                    <a:pt x="37874" y="1548"/>
                    <a:pt x="37708" y="1548"/>
                    <a:pt x="37541" y="1536"/>
                  </a:cubicBezTo>
                  <a:cubicBezTo>
                    <a:pt x="34409" y="10525"/>
                    <a:pt x="31862" y="19955"/>
                    <a:pt x="29968" y="29718"/>
                  </a:cubicBezTo>
                  <a:cubicBezTo>
                    <a:pt x="25849" y="30957"/>
                    <a:pt x="21884" y="32266"/>
                    <a:pt x="18086" y="33659"/>
                  </a:cubicBezTo>
                  <a:cubicBezTo>
                    <a:pt x="12252" y="35802"/>
                    <a:pt x="6942" y="38088"/>
                    <a:pt x="2191" y="40493"/>
                  </a:cubicBezTo>
                  <a:lnTo>
                    <a:pt x="2179" y="40934"/>
                  </a:lnTo>
                  <a:cubicBezTo>
                    <a:pt x="10097" y="36910"/>
                    <a:pt x="19420" y="33278"/>
                    <a:pt x="29885" y="30147"/>
                  </a:cubicBezTo>
                  <a:lnTo>
                    <a:pt x="29885" y="30147"/>
                  </a:lnTo>
                  <a:cubicBezTo>
                    <a:pt x="28111" y="39386"/>
                    <a:pt x="26885" y="48911"/>
                    <a:pt x="26266" y="58627"/>
                  </a:cubicBezTo>
                  <a:cubicBezTo>
                    <a:pt x="23480" y="58948"/>
                    <a:pt x="20765" y="59270"/>
                    <a:pt x="18134" y="59615"/>
                  </a:cubicBezTo>
                  <a:cubicBezTo>
                    <a:pt x="11621" y="60460"/>
                    <a:pt x="5763" y="61365"/>
                    <a:pt x="584" y="62329"/>
                  </a:cubicBezTo>
                  <a:cubicBezTo>
                    <a:pt x="596" y="62389"/>
                    <a:pt x="596" y="62460"/>
                    <a:pt x="608" y="62520"/>
                  </a:cubicBezTo>
                  <a:cubicBezTo>
                    <a:pt x="7942" y="61163"/>
                    <a:pt x="16574" y="59924"/>
                    <a:pt x="26254" y="58841"/>
                  </a:cubicBezTo>
                  <a:lnTo>
                    <a:pt x="26254" y="58841"/>
                  </a:lnTo>
                  <a:cubicBezTo>
                    <a:pt x="25944" y="63794"/>
                    <a:pt x="25777" y="68794"/>
                    <a:pt x="25777" y="73843"/>
                  </a:cubicBezTo>
                  <a:cubicBezTo>
                    <a:pt x="25777" y="78879"/>
                    <a:pt x="25944" y="83880"/>
                    <a:pt x="26254" y="88833"/>
                  </a:cubicBezTo>
                  <a:cubicBezTo>
                    <a:pt x="17014" y="87797"/>
                    <a:pt x="8740" y="86618"/>
                    <a:pt x="1620" y="85332"/>
                  </a:cubicBezTo>
                  <a:cubicBezTo>
                    <a:pt x="1620" y="85404"/>
                    <a:pt x="1620" y="85475"/>
                    <a:pt x="1620" y="85535"/>
                  </a:cubicBezTo>
                  <a:cubicBezTo>
                    <a:pt x="6537" y="86428"/>
                    <a:pt x="12050" y="87273"/>
                    <a:pt x="18134" y="88059"/>
                  </a:cubicBezTo>
                  <a:cubicBezTo>
                    <a:pt x="20765" y="88404"/>
                    <a:pt x="23480" y="88726"/>
                    <a:pt x="26266" y="89047"/>
                  </a:cubicBezTo>
                  <a:cubicBezTo>
                    <a:pt x="26885" y="98762"/>
                    <a:pt x="28099" y="108287"/>
                    <a:pt x="29885" y="117527"/>
                  </a:cubicBezTo>
                  <a:cubicBezTo>
                    <a:pt x="18824" y="114217"/>
                    <a:pt x="9037" y="110359"/>
                    <a:pt x="846" y="106049"/>
                  </a:cubicBezTo>
                  <a:lnTo>
                    <a:pt x="846" y="106049"/>
                  </a:lnTo>
                  <a:cubicBezTo>
                    <a:pt x="858" y="106204"/>
                    <a:pt x="870" y="106359"/>
                    <a:pt x="881" y="106513"/>
                  </a:cubicBezTo>
                  <a:cubicBezTo>
                    <a:pt x="5977" y="109169"/>
                    <a:pt x="11716" y="111669"/>
                    <a:pt x="18086" y="114014"/>
                  </a:cubicBezTo>
                  <a:cubicBezTo>
                    <a:pt x="21884" y="115407"/>
                    <a:pt x="25849" y="116717"/>
                    <a:pt x="29968" y="117955"/>
                  </a:cubicBezTo>
                  <a:cubicBezTo>
                    <a:pt x="31850" y="127611"/>
                    <a:pt x="34350" y="136946"/>
                    <a:pt x="37446" y="145852"/>
                  </a:cubicBezTo>
                  <a:cubicBezTo>
                    <a:pt x="37600" y="145840"/>
                    <a:pt x="37767" y="145840"/>
                    <a:pt x="37934" y="145828"/>
                  </a:cubicBezTo>
                  <a:cubicBezTo>
                    <a:pt x="34862" y="136981"/>
                    <a:pt x="32362" y="127706"/>
                    <a:pt x="30480" y="118098"/>
                  </a:cubicBezTo>
                  <a:lnTo>
                    <a:pt x="30480" y="118098"/>
                  </a:lnTo>
                  <a:cubicBezTo>
                    <a:pt x="43589" y="121992"/>
                    <a:pt x="58198" y="125028"/>
                    <a:pt x="73783" y="127135"/>
                  </a:cubicBezTo>
                  <a:cubicBezTo>
                    <a:pt x="74653" y="133600"/>
                    <a:pt x="75688" y="139910"/>
                    <a:pt x="76879" y="146006"/>
                  </a:cubicBezTo>
                  <a:cubicBezTo>
                    <a:pt x="77010" y="146006"/>
                    <a:pt x="77141" y="146018"/>
                    <a:pt x="77272" y="146018"/>
                  </a:cubicBezTo>
                  <a:cubicBezTo>
                    <a:pt x="76093" y="139970"/>
                    <a:pt x="75046" y="133683"/>
                    <a:pt x="74164" y="127183"/>
                  </a:cubicBezTo>
                  <a:lnTo>
                    <a:pt x="74164" y="127183"/>
                  </a:lnTo>
                  <a:cubicBezTo>
                    <a:pt x="85154" y="128659"/>
                    <a:pt x="96608" y="129659"/>
                    <a:pt x="108371" y="130183"/>
                  </a:cubicBezTo>
                  <a:cubicBezTo>
                    <a:pt x="108657" y="135850"/>
                    <a:pt x="108990" y="141375"/>
                    <a:pt x="109371" y="146733"/>
                  </a:cubicBezTo>
                  <a:cubicBezTo>
                    <a:pt x="109443" y="146745"/>
                    <a:pt x="109514" y="146745"/>
                    <a:pt x="109586" y="146756"/>
                  </a:cubicBezTo>
                  <a:cubicBezTo>
                    <a:pt x="109205" y="141411"/>
                    <a:pt x="108883" y="135886"/>
                    <a:pt x="108585" y="130195"/>
                  </a:cubicBezTo>
                  <a:lnTo>
                    <a:pt x="108585" y="130195"/>
                  </a:lnTo>
                  <a:cubicBezTo>
                    <a:pt x="114681" y="130457"/>
                    <a:pt x="120849" y="130600"/>
                    <a:pt x="127076" y="130600"/>
                  </a:cubicBezTo>
                  <a:cubicBezTo>
                    <a:pt x="133303" y="130600"/>
                    <a:pt x="139470" y="130457"/>
                    <a:pt x="145554" y="130195"/>
                  </a:cubicBezTo>
                  <a:lnTo>
                    <a:pt x="145554" y="130195"/>
                  </a:lnTo>
                  <a:cubicBezTo>
                    <a:pt x="145328" y="134815"/>
                    <a:pt x="145066" y="139327"/>
                    <a:pt x="144769" y="143720"/>
                  </a:cubicBezTo>
                  <a:cubicBezTo>
                    <a:pt x="144828" y="143851"/>
                    <a:pt x="144888" y="143994"/>
                    <a:pt x="144959" y="144161"/>
                  </a:cubicBezTo>
                  <a:cubicBezTo>
                    <a:pt x="145257" y="139613"/>
                    <a:pt x="145531" y="134945"/>
                    <a:pt x="145781" y="130183"/>
                  </a:cubicBezTo>
                  <a:cubicBezTo>
                    <a:pt x="157544" y="129671"/>
                    <a:pt x="168998" y="128659"/>
                    <a:pt x="179975" y="127183"/>
                  </a:cubicBezTo>
                  <a:lnTo>
                    <a:pt x="179975" y="127183"/>
                  </a:lnTo>
                  <a:cubicBezTo>
                    <a:pt x="179106" y="133588"/>
                    <a:pt x="178094" y="139791"/>
                    <a:pt x="176927" y="145756"/>
                  </a:cubicBezTo>
                  <a:lnTo>
                    <a:pt x="177034" y="145756"/>
                  </a:lnTo>
                  <a:cubicBezTo>
                    <a:pt x="177142" y="145697"/>
                    <a:pt x="177249" y="145625"/>
                    <a:pt x="177356" y="145566"/>
                  </a:cubicBezTo>
                  <a:cubicBezTo>
                    <a:pt x="178511" y="139601"/>
                    <a:pt x="179511" y="133445"/>
                    <a:pt x="180368" y="127135"/>
                  </a:cubicBezTo>
                  <a:cubicBezTo>
                    <a:pt x="195953" y="125028"/>
                    <a:pt x="210551" y="121992"/>
                    <a:pt x="223671" y="118098"/>
                  </a:cubicBezTo>
                  <a:lnTo>
                    <a:pt x="223671" y="118098"/>
                  </a:lnTo>
                  <a:cubicBezTo>
                    <a:pt x="221814" y="127599"/>
                    <a:pt x="219337" y="136791"/>
                    <a:pt x="216301" y="145554"/>
                  </a:cubicBezTo>
                  <a:lnTo>
                    <a:pt x="216801" y="145554"/>
                  </a:lnTo>
                  <a:cubicBezTo>
                    <a:pt x="219849" y="136743"/>
                    <a:pt x="222326" y="127504"/>
                    <a:pt x="224183" y="117943"/>
                  </a:cubicBezTo>
                  <a:cubicBezTo>
                    <a:pt x="228291" y="116717"/>
                    <a:pt x="232268" y="115407"/>
                    <a:pt x="236066" y="114002"/>
                  </a:cubicBezTo>
                  <a:cubicBezTo>
                    <a:pt x="249877" y="108930"/>
                    <a:pt x="260747" y="103073"/>
                    <a:pt x="268367" y="96679"/>
                  </a:cubicBezTo>
                  <a:cubicBezTo>
                    <a:pt x="268391" y="96476"/>
                    <a:pt x="268427" y="96286"/>
                    <a:pt x="268451" y="96084"/>
                  </a:cubicBezTo>
                  <a:lnTo>
                    <a:pt x="268451" y="96084"/>
                  </a:lnTo>
                  <a:cubicBezTo>
                    <a:pt x="258592" y="104477"/>
                    <a:pt x="243317" y="111824"/>
                    <a:pt x="224267" y="117527"/>
                  </a:cubicBezTo>
                  <a:cubicBezTo>
                    <a:pt x="226041" y="108287"/>
                    <a:pt x="227267" y="98762"/>
                    <a:pt x="227886" y="89047"/>
                  </a:cubicBezTo>
                  <a:cubicBezTo>
                    <a:pt x="230672" y="88726"/>
                    <a:pt x="233387" y="88404"/>
                    <a:pt x="236018" y="88059"/>
                  </a:cubicBezTo>
                  <a:cubicBezTo>
                    <a:pt x="248770" y="86404"/>
                    <a:pt x="259009" y="84511"/>
                    <a:pt x="266510" y="82451"/>
                  </a:cubicBezTo>
                  <a:cubicBezTo>
                    <a:pt x="266510" y="82379"/>
                    <a:pt x="266510" y="82308"/>
                    <a:pt x="266510" y="82249"/>
                  </a:cubicBezTo>
                  <a:cubicBezTo>
                    <a:pt x="257306" y="84773"/>
                    <a:pt x="244079" y="87023"/>
                    <a:pt x="227898" y="88833"/>
                  </a:cubicBezTo>
                  <a:cubicBezTo>
                    <a:pt x="228208" y="83880"/>
                    <a:pt x="228362" y="78867"/>
                    <a:pt x="228362" y="73831"/>
                  </a:cubicBezTo>
                  <a:cubicBezTo>
                    <a:pt x="228362" y="68794"/>
                    <a:pt x="228208" y="63782"/>
                    <a:pt x="227898" y="58829"/>
                  </a:cubicBezTo>
                  <a:lnTo>
                    <a:pt x="227898" y="58829"/>
                  </a:lnTo>
                  <a:cubicBezTo>
                    <a:pt x="244519" y="60698"/>
                    <a:pt x="258009" y="63008"/>
                    <a:pt x="267248" y="65627"/>
                  </a:cubicBezTo>
                  <a:cubicBezTo>
                    <a:pt x="267248" y="65556"/>
                    <a:pt x="267260" y="65496"/>
                    <a:pt x="267260" y="65425"/>
                  </a:cubicBezTo>
                  <a:cubicBezTo>
                    <a:pt x="259711" y="63282"/>
                    <a:pt x="249210" y="61317"/>
                    <a:pt x="236018" y="59603"/>
                  </a:cubicBezTo>
                  <a:cubicBezTo>
                    <a:pt x="233387" y="59270"/>
                    <a:pt x="230672" y="58936"/>
                    <a:pt x="227886" y="58627"/>
                  </a:cubicBezTo>
                  <a:cubicBezTo>
                    <a:pt x="227267" y="48899"/>
                    <a:pt x="226041" y="39374"/>
                    <a:pt x="224267" y="30135"/>
                  </a:cubicBezTo>
                  <a:lnTo>
                    <a:pt x="224267" y="30135"/>
                  </a:lnTo>
                  <a:cubicBezTo>
                    <a:pt x="243650" y="35945"/>
                    <a:pt x="259116" y="43446"/>
                    <a:pt x="268963" y="52019"/>
                  </a:cubicBezTo>
                  <a:cubicBezTo>
                    <a:pt x="268986" y="51864"/>
                    <a:pt x="269010" y="51709"/>
                    <a:pt x="269046" y="51566"/>
                  </a:cubicBezTo>
                  <a:cubicBezTo>
                    <a:pt x="261390" y="44946"/>
                    <a:pt x="250294" y="38886"/>
                    <a:pt x="236066" y="33659"/>
                  </a:cubicBezTo>
                  <a:cubicBezTo>
                    <a:pt x="232268" y="32266"/>
                    <a:pt x="228291" y="30945"/>
                    <a:pt x="224183" y="29718"/>
                  </a:cubicBezTo>
                  <a:cubicBezTo>
                    <a:pt x="222338" y="20277"/>
                    <a:pt x="219909" y="11133"/>
                    <a:pt x="216908" y="2417"/>
                  </a:cubicBezTo>
                  <a:cubicBezTo>
                    <a:pt x="216766" y="2513"/>
                    <a:pt x="216635" y="2620"/>
                    <a:pt x="216504" y="2715"/>
                  </a:cubicBezTo>
                  <a:cubicBezTo>
                    <a:pt x="219456" y="11299"/>
                    <a:pt x="221850" y="20277"/>
                    <a:pt x="223671" y="29563"/>
                  </a:cubicBezTo>
                  <a:cubicBezTo>
                    <a:pt x="210551" y="25682"/>
                    <a:pt x="195953" y="22646"/>
                    <a:pt x="180368" y="20539"/>
                  </a:cubicBezTo>
                  <a:cubicBezTo>
                    <a:pt x="179416" y="13490"/>
                    <a:pt x="178273" y="6644"/>
                    <a:pt x="176951" y="36"/>
                  </a:cubicBezTo>
                  <a:cubicBezTo>
                    <a:pt x="176820" y="24"/>
                    <a:pt x="176689" y="12"/>
                    <a:pt x="176558" y="0"/>
                  </a:cubicBezTo>
                  <a:close/>
                </a:path>
              </a:pathLst>
            </a:custGeom>
            <a:solidFill>
              <a:srgbClr val="E3C98E">
                <a:alpha val="246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50" name="Google Shape;1350;p7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351" name="Google Shape;1351;p74"/>
          <p:cNvSpPr txBox="1"/>
          <p:nvPr>
            <p:ph idx="1" type="subTitle"/>
          </p:nvPr>
        </p:nvSpPr>
        <p:spPr>
          <a:xfrm>
            <a:off x="713225" y="1266475"/>
            <a:ext cx="7561200" cy="21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5">
  <p:cSld name="CUSTOM_4_1_2">
    <p:spTree>
      <p:nvGrpSpPr>
        <p:cNvPr id="1352" name="Shape 1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3" name="Google Shape;1353;p75"/>
          <p:cNvGrpSpPr/>
          <p:nvPr/>
        </p:nvGrpSpPr>
        <p:grpSpPr>
          <a:xfrm>
            <a:off x="0" y="0"/>
            <a:ext cx="9144003" cy="5143501"/>
            <a:chOff x="0" y="0"/>
            <a:chExt cx="9144003" cy="5143501"/>
          </a:xfrm>
        </p:grpSpPr>
        <p:pic>
          <p:nvPicPr>
            <p:cNvPr id="1354" name="Google Shape;1354;p75"/>
            <p:cNvPicPr preferRelativeResize="0"/>
            <p:nvPr/>
          </p:nvPicPr>
          <p:blipFill rotWithShape="1">
            <a:blip r:embed="rId2">
              <a:alphaModFix/>
            </a:blip>
            <a:srcRect b="8068" l="0" r="0" t="8060"/>
            <a:stretch/>
          </p:blipFill>
          <p:spPr>
            <a:xfrm>
              <a:off x="0" y="0"/>
              <a:ext cx="9144003" cy="5143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5" name="Google Shape;1355;p75"/>
            <p:cNvSpPr/>
            <p:nvPr/>
          </p:nvSpPr>
          <p:spPr>
            <a:xfrm>
              <a:off x="209980" y="194500"/>
              <a:ext cx="8763466" cy="4752275"/>
            </a:xfrm>
            <a:custGeom>
              <a:rect b="b" l="l" r="r" t="t"/>
              <a:pathLst>
                <a:path extrusionOk="0" h="147209" w="271904">
                  <a:moveTo>
                    <a:pt x="596" y="0"/>
                  </a:moveTo>
                  <a:lnTo>
                    <a:pt x="596" y="0"/>
                  </a:lnTo>
                  <a:cubicBezTo>
                    <a:pt x="2025" y="5965"/>
                    <a:pt x="3072" y="13895"/>
                    <a:pt x="3644" y="22312"/>
                  </a:cubicBezTo>
                  <a:cubicBezTo>
                    <a:pt x="7942" y="23515"/>
                    <a:pt x="13609" y="23932"/>
                    <a:pt x="5085" y="25063"/>
                  </a:cubicBezTo>
                  <a:cubicBezTo>
                    <a:pt x="5096" y="25110"/>
                    <a:pt x="5108" y="25146"/>
                    <a:pt x="5120" y="25194"/>
                  </a:cubicBezTo>
                  <a:cubicBezTo>
                    <a:pt x="5263" y="25301"/>
                    <a:pt x="5394" y="25396"/>
                    <a:pt x="5525" y="25503"/>
                  </a:cubicBezTo>
                  <a:cubicBezTo>
                    <a:pt x="5692" y="25539"/>
                    <a:pt x="5954" y="25479"/>
                    <a:pt x="6037" y="25658"/>
                  </a:cubicBezTo>
                  <a:cubicBezTo>
                    <a:pt x="8561" y="26230"/>
                    <a:pt x="4561" y="26670"/>
                    <a:pt x="3894" y="26789"/>
                  </a:cubicBezTo>
                  <a:cubicBezTo>
                    <a:pt x="4203" y="33719"/>
                    <a:pt x="4192" y="40803"/>
                    <a:pt x="3787" y="47256"/>
                  </a:cubicBezTo>
                  <a:cubicBezTo>
                    <a:pt x="2560" y="47137"/>
                    <a:pt x="1298" y="47006"/>
                    <a:pt x="1" y="46875"/>
                  </a:cubicBezTo>
                  <a:lnTo>
                    <a:pt x="1" y="46875"/>
                  </a:lnTo>
                  <a:cubicBezTo>
                    <a:pt x="1429" y="52840"/>
                    <a:pt x="2477" y="60770"/>
                    <a:pt x="3049" y="69199"/>
                  </a:cubicBezTo>
                  <a:cubicBezTo>
                    <a:pt x="7347" y="70402"/>
                    <a:pt x="13014" y="70818"/>
                    <a:pt x="4489" y="71949"/>
                  </a:cubicBezTo>
                  <a:cubicBezTo>
                    <a:pt x="4501" y="71985"/>
                    <a:pt x="4513" y="72033"/>
                    <a:pt x="4525" y="72069"/>
                  </a:cubicBezTo>
                  <a:cubicBezTo>
                    <a:pt x="4668" y="72176"/>
                    <a:pt x="4787" y="72283"/>
                    <a:pt x="4930" y="72390"/>
                  </a:cubicBezTo>
                  <a:cubicBezTo>
                    <a:pt x="5096" y="72414"/>
                    <a:pt x="5358" y="72366"/>
                    <a:pt x="5442" y="72545"/>
                  </a:cubicBezTo>
                  <a:cubicBezTo>
                    <a:pt x="7966" y="73104"/>
                    <a:pt x="3965" y="73557"/>
                    <a:pt x="3299" y="73664"/>
                  </a:cubicBezTo>
                  <a:cubicBezTo>
                    <a:pt x="3513" y="78510"/>
                    <a:pt x="3572" y="83427"/>
                    <a:pt x="3453" y="88154"/>
                  </a:cubicBezTo>
                  <a:cubicBezTo>
                    <a:pt x="2322" y="88047"/>
                    <a:pt x="1179" y="87928"/>
                    <a:pt x="1" y="87809"/>
                  </a:cubicBezTo>
                  <a:lnTo>
                    <a:pt x="1" y="87809"/>
                  </a:lnTo>
                  <a:cubicBezTo>
                    <a:pt x="989" y="91940"/>
                    <a:pt x="1798" y="97036"/>
                    <a:pt x="2394" y="102584"/>
                  </a:cubicBezTo>
                  <a:cubicBezTo>
                    <a:pt x="2239" y="103727"/>
                    <a:pt x="2072" y="104834"/>
                    <a:pt x="1882" y="105894"/>
                  </a:cubicBezTo>
                  <a:cubicBezTo>
                    <a:pt x="2156" y="105870"/>
                    <a:pt x="2429" y="105846"/>
                    <a:pt x="2715" y="105811"/>
                  </a:cubicBezTo>
                  <a:cubicBezTo>
                    <a:pt x="2834" y="107228"/>
                    <a:pt x="2953" y="108668"/>
                    <a:pt x="3049" y="110121"/>
                  </a:cubicBezTo>
                  <a:cubicBezTo>
                    <a:pt x="7347" y="111323"/>
                    <a:pt x="13014" y="111740"/>
                    <a:pt x="4489" y="112871"/>
                  </a:cubicBezTo>
                  <a:cubicBezTo>
                    <a:pt x="4501" y="112919"/>
                    <a:pt x="4513" y="112954"/>
                    <a:pt x="4525" y="113002"/>
                  </a:cubicBezTo>
                  <a:cubicBezTo>
                    <a:pt x="4668" y="113109"/>
                    <a:pt x="4799" y="113205"/>
                    <a:pt x="4930" y="113312"/>
                  </a:cubicBezTo>
                  <a:cubicBezTo>
                    <a:pt x="5096" y="113347"/>
                    <a:pt x="5358" y="113288"/>
                    <a:pt x="5442" y="113466"/>
                  </a:cubicBezTo>
                  <a:cubicBezTo>
                    <a:pt x="7966" y="114038"/>
                    <a:pt x="3965" y="114478"/>
                    <a:pt x="3299" y="114598"/>
                  </a:cubicBezTo>
                  <a:cubicBezTo>
                    <a:pt x="3822" y="126123"/>
                    <a:pt x="4668" y="127147"/>
                    <a:pt x="3120" y="135886"/>
                  </a:cubicBezTo>
                  <a:cubicBezTo>
                    <a:pt x="4608" y="136338"/>
                    <a:pt x="14133" y="147209"/>
                    <a:pt x="14133" y="147209"/>
                  </a:cubicBezTo>
                  <a:cubicBezTo>
                    <a:pt x="14133" y="147209"/>
                    <a:pt x="16765" y="146220"/>
                    <a:pt x="20479" y="146137"/>
                  </a:cubicBezTo>
                  <a:cubicBezTo>
                    <a:pt x="20503" y="146054"/>
                    <a:pt x="20539" y="145959"/>
                    <a:pt x="20563" y="145875"/>
                  </a:cubicBezTo>
                  <a:lnTo>
                    <a:pt x="20563" y="145875"/>
                  </a:lnTo>
                  <a:cubicBezTo>
                    <a:pt x="20491" y="146340"/>
                    <a:pt x="23242" y="146363"/>
                    <a:pt x="23158" y="146816"/>
                  </a:cubicBezTo>
                  <a:cubicBezTo>
                    <a:pt x="29516" y="146220"/>
                    <a:pt x="36481" y="145875"/>
                    <a:pt x="44589" y="145697"/>
                  </a:cubicBezTo>
                  <a:cubicBezTo>
                    <a:pt x="44613" y="145625"/>
                    <a:pt x="44637" y="145554"/>
                    <a:pt x="44661" y="145494"/>
                  </a:cubicBezTo>
                  <a:cubicBezTo>
                    <a:pt x="45090" y="145494"/>
                    <a:pt x="45530" y="145494"/>
                    <a:pt x="45959" y="145482"/>
                  </a:cubicBezTo>
                  <a:cubicBezTo>
                    <a:pt x="45959" y="145542"/>
                    <a:pt x="45959" y="145601"/>
                    <a:pt x="45959" y="145661"/>
                  </a:cubicBezTo>
                  <a:cubicBezTo>
                    <a:pt x="46173" y="145661"/>
                    <a:pt x="46387" y="145661"/>
                    <a:pt x="46602" y="145649"/>
                  </a:cubicBezTo>
                  <a:cubicBezTo>
                    <a:pt x="46637" y="145601"/>
                    <a:pt x="46661" y="145542"/>
                    <a:pt x="46685" y="145482"/>
                  </a:cubicBezTo>
                  <a:cubicBezTo>
                    <a:pt x="47197" y="145482"/>
                    <a:pt x="47709" y="145482"/>
                    <a:pt x="48221" y="145494"/>
                  </a:cubicBezTo>
                  <a:cubicBezTo>
                    <a:pt x="48221" y="145530"/>
                    <a:pt x="48221" y="145578"/>
                    <a:pt x="48221" y="145625"/>
                  </a:cubicBezTo>
                  <a:cubicBezTo>
                    <a:pt x="50912" y="145578"/>
                    <a:pt x="53900" y="145542"/>
                    <a:pt x="57031" y="145518"/>
                  </a:cubicBezTo>
                  <a:cubicBezTo>
                    <a:pt x="59651" y="145542"/>
                    <a:pt x="62151" y="145566"/>
                    <a:pt x="64461" y="145601"/>
                  </a:cubicBezTo>
                  <a:cubicBezTo>
                    <a:pt x="64461" y="145566"/>
                    <a:pt x="64461" y="145530"/>
                    <a:pt x="64461" y="145494"/>
                  </a:cubicBezTo>
                  <a:cubicBezTo>
                    <a:pt x="65592" y="145488"/>
                    <a:pt x="66726" y="145485"/>
                    <a:pt x="67860" y="145485"/>
                  </a:cubicBezTo>
                  <a:cubicBezTo>
                    <a:pt x="68994" y="145485"/>
                    <a:pt x="70128" y="145488"/>
                    <a:pt x="71259" y="145494"/>
                  </a:cubicBezTo>
                  <a:cubicBezTo>
                    <a:pt x="71402" y="145578"/>
                    <a:pt x="71545" y="145661"/>
                    <a:pt x="71700" y="145744"/>
                  </a:cubicBezTo>
                  <a:cubicBezTo>
                    <a:pt x="78891" y="145947"/>
                    <a:pt x="85190" y="146268"/>
                    <a:pt x="90976" y="146816"/>
                  </a:cubicBezTo>
                  <a:cubicBezTo>
                    <a:pt x="90845" y="146054"/>
                    <a:pt x="90714" y="145256"/>
                    <a:pt x="90595" y="144435"/>
                  </a:cubicBezTo>
                  <a:lnTo>
                    <a:pt x="90595" y="144435"/>
                  </a:lnTo>
                  <a:cubicBezTo>
                    <a:pt x="91429" y="144792"/>
                    <a:pt x="92191" y="145304"/>
                    <a:pt x="92976" y="145744"/>
                  </a:cubicBezTo>
                  <a:cubicBezTo>
                    <a:pt x="96596" y="145851"/>
                    <a:pt x="99989" y="145982"/>
                    <a:pt x="103204" y="146161"/>
                  </a:cubicBezTo>
                  <a:cubicBezTo>
                    <a:pt x="103156" y="146375"/>
                    <a:pt x="103121" y="146601"/>
                    <a:pt x="103085" y="146828"/>
                  </a:cubicBezTo>
                  <a:cubicBezTo>
                    <a:pt x="104573" y="146685"/>
                    <a:pt x="106109" y="146554"/>
                    <a:pt x="107669" y="146447"/>
                  </a:cubicBezTo>
                  <a:cubicBezTo>
                    <a:pt x="109240" y="146554"/>
                    <a:pt x="110764" y="146685"/>
                    <a:pt x="112265" y="146828"/>
                  </a:cubicBezTo>
                  <a:cubicBezTo>
                    <a:pt x="112217" y="146601"/>
                    <a:pt x="112181" y="146375"/>
                    <a:pt x="112146" y="146161"/>
                  </a:cubicBezTo>
                  <a:cubicBezTo>
                    <a:pt x="115979" y="145947"/>
                    <a:pt x="120075" y="145792"/>
                    <a:pt x="124504" y="145697"/>
                  </a:cubicBezTo>
                  <a:cubicBezTo>
                    <a:pt x="125022" y="144156"/>
                    <a:pt x="125413" y="143165"/>
                    <a:pt x="125645" y="143165"/>
                  </a:cubicBezTo>
                  <a:cubicBezTo>
                    <a:pt x="125846" y="143165"/>
                    <a:pt x="125929" y="143902"/>
                    <a:pt x="125873" y="145661"/>
                  </a:cubicBezTo>
                  <a:cubicBezTo>
                    <a:pt x="126100" y="145661"/>
                    <a:pt x="126302" y="145661"/>
                    <a:pt x="126528" y="145649"/>
                  </a:cubicBezTo>
                  <a:cubicBezTo>
                    <a:pt x="127181" y="144357"/>
                    <a:pt x="127670" y="143321"/>
                    <a:pt x="127939" y="143321"/>
                  </a:cubicBezTo>
                  <a:cubicBezTo>
                    <a:pt x="128150" y="143321"/>
                    <a:pt x="128225" y="143963"/>
                    <a:pt x="128136" y="145625"/>
                  </a:cubicBezTo>
                  <a:cubicBezTo>
                    <a:pt x="130541" y="145589"/>
                    <a:pt x="133184" y="145554"/>
                    <a:pt x="135946" y="145530"/>
                  </a:cubicBezTo>
                  <a:cubicBezTo>
                    <a:pt x="138720" y="145554"/>
                    <a:pt x="141352" y="145589"/>
                    <a:pt x="143757" y="145625"/>
                  </a:cubicBezTo>
                  <a:cubicBezTo>
                    <a:pt x="143667" y="143963"/>
                    <a:pt x="143745" y="143321"/>
                    <a:pt x="143959" y="143321"/>
                  </a:cubicBezTo>
                  <a:cubicBezTo>
                    <a:pt x="144230" y="143321"/>
                    <a:pt x="144723" y="144357"/>
                    <a:pt x="145376" y="145649"/>
                  </a:cubicBezTo>
                  <a:cubicBezTo>
                    <a:pt x="145590" y="145661"/>
                    <a:pt x="145804" y="145661"/>
                    <a:pt x="146019" y="145661"/>
                  </a:cubicBezTo>
                  <a:cubicBezTo>
                    <a:pt x="145964" y="143902"/>
                    <a:pt x="146046" y="143165"/>
                    <a:pt x="146247" y="143165"/>
                  </a:cubicBezTo>
                  <a:cubicBezTo>
                    <a:pt x="146479" y="143165"/>
                    <a:pt x="146870" y="144156"/>
                    <a:pt x="147388" y="145697"/>
                  </a:cubicBezTo>
                  <a:cubicBezTo>
                    <a:pt x="151817" y="145792"/>
                    <a:pt x="155913" y="145947"/>
                    <a:pt x="159759" y="146161"/>
                  </a:cubicBezTo>
                  <a:cubicBezTo>
                    <a:pt x="159711" y="146375"/>
                    <a:pt x="159675" y="146601"/>
                    <a:pt x="159640" y="146828"/>
                  </a:cubicBezTo>
                  <a:cubicBezTo>
                    <a:pt x="161128" y="146685"/>
                    <a:pt x="162664" y="146554"/>
                    <a:pt x="164223" y="146447"/>
                  </a:cubicBezTo>
                  <a:cubicBezTo>
                    <a:pt x="165795" y="146554"/>
                    <a:pt x="167319" y="146685"/>
                    <a:pt x="168819" y="146828"/>
                  </a:cubicBezTo>
                  <a:cubicBezTo>
                    <a:pt x="168772" y="146601"/>
                    <a:pt x="168736" y="146375"/>
                    <a:pt x="168700" y="146161"/>
                  </a:cubicBezTo>
                  <a:cubicBezTo>
                    <a:pt x="171915" y="145982"/>
                    <a:pt x="175296" y="145851"/>
                    <a:pt x="178916" y="145744"/>
                  </a:cubicBezTo>
                  <a:cubicBezTo>
                    <a:pt x="179702" y="145304"/>
                    <a:pt x="180464" y="144792"/>
                    <a:pt x="181309" y="144435"/>
                  </a:cubicBezTo>
                  <a:lnTo>
                    <a:pt x="181309" y="144435"/>
                  </a:lnTo>
                  <a:cubicBezTo>
                    <a:pt x="181190" y="145256"/>
                    <a:pt x="181059" y="146054"/>
                    <a:pt x="180916" y="146816"/>
                  </a:cubicBezTo>
                  <a:cubicBezTo>
                    <a:pt x="186714" y="146268"/>
                    <a:pt x="193001" y="145947"/>
                    <a:pt x="200204" y="145744"/>
                  </a:cubicBezTo>
                  <a:cubicBezTo>
                    <a:pt x="200347" y="145661"/>
                    <a:pt x="200490" y="145578"/>
                    <a:pt x="200645" y="145494"/>
                  </a:cubicBezTo>
                  <a:cubicBezTo>
                    <a:pt x="201770" y="145488"/>
                    <a:pt x="202904" y="145485"/>
                    <a:pt x="204039" y="145485"/>
                  </a:cubicBezTo>
                  <a:cubicBezTo>
                    <a:pt x="205175" y="145485"/>
                    <a:pt x="206312" y="145488"/>
                    <a:pt x="207443" y="145494"/>
                  </a:cubicBezTo>
                  <a:cubicBezTo>
                    <a:pt x="207443" y="145530"/>
                    <a:pt x="207443" y="145566"/>
                    <a:pt x="207431" y="145601"/>
                  </a:cubicBezTo>
                  <a:cubicBezTo>
                    <a:pt x="209741" y="145566"/>
                    <a:pt x="212253" y="145542"/>
                    <a:pt x="214873" y="145518"/>
                  </a:cubicBezTo>
                  <a:cubicBezTo>
                    <a:pt x="218004" y="145542"/>
                    <a:pt x="220981" y="145578"/>
                    <a:pt x="223683" y="145625"/>
                  </a:cubicBezTo>
                  <a:cubicBezTo>
                    <a:pt x="223671" y="145578"/>
                    <a:pt x="223671" y="145530"/>
                    <a:pt x="223671" y="145494"/>
                  </a:cubicBezTo>
                  <a:cubicBezTo>
                    <a:pt x="224183" y="145494"/>
                    <a:pt x="224695" y="145482"/>
                    <a:pt x="225207" y="145482"/>
                  </a:cubicBezTo>
                  <a:cubicBezTo>
                    <a:pt x="225243" y="145542"/>
                    <a:pt x="225267" y="145601"/>
                    <a:pt x="225291" y="145649"/>
                  </a:cubicBezTo>
                  <a:cubicBezTo>
                    <a:pt x="225517" y="145661"/>
                    <a:pt x="225731" y="145661"/>
                    <a:pt x="225945" y="145661"/>
                  </a:cubicBezTo>
                  <a:cubicBezTo>
                    <a:pt x="225945" y="145601"/>
                    <a:pt x="225934" y="145542"/>
                    <a:pt x="225934" y="145482"/>
                  </a:cubicBezTo>
                  <a:cubicBezTo>
                    <a:pt x="226374" y="145482"/>
                    <a:pt x="226803" y="145482"/>
                    <a:pt x="227243" y="145494"/>
                  </a:cubicBezTo>
                  <a:cubicBezTo>
                    <a:pt x="227267" y="145554"/>
                    <a:pt x="227291" y="145625"/>
                    <a:pt x="227315" y="145697"/>
                  </a:cubicBezTo>
                  <a:cubicBezTo>
                    <a:pt x="235411" y="145875"/>
                    <a:pt x="242376" y="146220"/>
                    <a:pt x="248734" y="146816"/>
                  </a:cubicBezTo>
                  <a:cubicBezTo>
                    <a:pt x="248651" y="146363"/>
                    <a:pt x="248579" y="145899"/>
                    <a:pt x="248508" y="145423"/>
                  </a:cubicBezTo>
                  <a:lnTo>
                    <a:pt x="248508" y="145423"/>
                  </a:lnTo>
                  <a:cubicBezTo>
                    <a:pt x="248532" y="145506"/>
                    <a:pt x="248567" y="145601"/>
                    <a:pt x="248591" y="145697"/>
                  </a:cubicBezTo>
                  <a:cubicBezTo>
                    <a:pt x="256699" y="145875"/>
                    <a:pt x="263664" y="146220"/>
                    <a:pt x="270022" y="146816"/>
                  </a:cubicBezTo>
                  <a:cubicBezTo>
                    <a:pt x="268463" y="138065"/>
                    <a:pt x="268082" y="126123"/>
                    <a:pt x="268606" y="114598"/>
                  </a:cubicBezTo>
                  <a:cubicBezTo>
                    <a:pt x="267939" y="114478"/>
                    <a:pt x="263926" y="114038"/>
                    <a:pt x="266462" y="113466"/>
                  </a:cubicBezTo>
                  <a:cubicBezTo>
                    <a:pt x="266546" y="113288"/>
                    <a:pt x="266808" y="113347"/>
                    <a:pt x="266974" y="113312"/>
                  </a:cubicBezTo>
                  <a:cubicBezTo>
                    <a:pt x="267105" y="113205"/>
                    <a:pt x="267236" y="113109"/>
                    <a:pt x="267367" y="113002"/>
                  </a:cubicBezTo>
                  <a:cubicBezTo>
                    <a:pt x="267391" y="112954"/>
                    <a:pt x="267403" y="112919"/>
                    <a:pt x="267415" y="112871"/>
                  </a:cubicBezTo>
                  <a:cubicBezTo>
                    <a:pt x="258878" y="111740"/>
                    <a:pt x="264557" y="111323"/>
                    <a:pt x="268856" y="110121"/>
                  </a:cubicBezTo>
                  <a:cubicBezTo>
                    <a:pt x="268951" y="108668"/>
                    <a:pt x="269070" y="107228"/>
                    <a:pt x="269189" y="105811"/>
                  </a:cubicBezTo>
                  <a:cubicBezTo>
                    <a:pt x="269463" y="105846"/>
                    <a:pt x="269749" y="105870"/>
                    <a:pt x="270022" y="105894"/>
                  </a:cubicBezTo>
                  <a:cubicBezTo>
                    <a:pt x="269832" y="104834"/>
                    <a:pt x="269653" y="103727"/>
                    <a:pt x="269510" y="102584"/>
                  </a:cubicBezTo>
                  <a:cubicBezTo>
                    <a:pt x="270094" y="97036"/>
                    <a:pt x="270903" y="91940"/>
                    <a:pt x="271904" y="87809"/>
                  </a:cubicBezTo>
                  <a:lnTo>
                    <a:pt x="271904" y="87809"/>
                  </a:lnTo>
                  <a:cubicBezTo>
                    <a:pt x="270725" y="87928"/>
                    <a:pt x="269570" y="88047"/>
                    <a:pt x="268451" y="88154"/>
                  </a:cubicBezTo>
                  <a:cubicBezTo>
                    <a:pt x="268320" y="83427"/>
                    <a:pt x="268379" y="78510"/>
                    <a:pt x="268606" y="73664"/>
                  </a:cubicBezTo>
                  <a:cubicBezTo>
                    <a:pt x="267939" y="73557"/>
                    <a:pt x="263926" y="73104"/>
                    <a:pt x="266462" y="72545"/>
                  </a:cubicBezTo>
                  <a:cubicBezTo>
                    <a:pt x="266546" y="72366"/>
                    <a:pt x="266808" y="72426"/>
                    <a:pt x="266974" y="72390"/>
                  </a:cubicBezTo>
                  <a:cubicBezTo>
                    <a:pt x="267105" y="72283"/>
                    <a:pt x="267236" y="72176"/>
                    <a:pt x="267367" y="72069"/>
                  </a:cubicBezTo>
                  <a:cubicBezTo>
                    <a:pt x="267391" y="72033"/>
                    <a:pt x="267403" y="71985"/>
                    <a:pt x="267415" y="71949"/>
                  </a:cubicBezTo>
                  <a:cubicBezTo>
                    <a:pt x="258878" y="70818"/>
                    <a:pt x="264557" y="70402"/>
                    <a:pt x="268856" y="69199"/>
                  </a:cubicBezTo>
                  <a:cubicBezTo>
                    <a:pt x="269415" y="60770"/>
                    <a:pt x="270463" y="52840"/>
                    <a:pt x="271904" y="46875"/>
                  </a:cubicBezTo>
                  <a:lnTo>
                    <a:pt x="271904" y="46875"/>
                  </a:lnTo>
                  <a:cubicBezTo>
                    <a:pt x="270606" y="47006"/>
                    <a:pt x="269344" y="47137"/>
                    <a:pt x="268105" y="47256"/>
                  </a:cubicBezTo>
                  <a:cubicBezTo>
                    <a:pt x="267713" y="40803"/>
                    <a:pt x="267689" y="33719"/>
                    <a:pt x="268010" y="26789"/>
                  </a:cubicBezTo>
                  <a:cubicBezTo>
                    <a:pt x="267343" y="26670"/>
                    <a:pt x="263331" y="26230"/>
                    <a:pt x="265867" y="25658"/>
                  </a:cubicBezTo>
                  <a:cubicBezTo>
                    <a:pt x="265950" y="25479"/>
                    <a:pt x="266212" y="25539"/>
                    <a:pt x="266379" y="25503"/>
                  </a:cubicBezTo>
                  <a:cubicBezTo>
                    <a:pt x="266510" y="25396"/>
                    <a:pt x="266641" y="25301"/>
                    <a:pt x="266772" y="25194"/>
                  </a:cubicBezTo>
                  <a:cubicBezTo>
                    <a:pt x="266796" y="25146"/>
                    <a:pt x="266808" y="25110"/>
                    <a:pt x="266820" y="25063"/>
                  </a:cubicBezTo>
                  <a:cubicBezTo>
                    <a:pt x="258283" y="23932"/>
                    <a:pt x="263962" y="23515"/>
                    <a:pt x="268260" y="22312"/>
                  </a:cubicBezTo>
                  <a:cubicBezTo>
                    <a:pt x="268415" y="19919"/>
                    <a:pt x="268856" y="15300"/>
                    <a:pt x="268856" y="15300"/>
                  </a:cubicBezTo>
                  <a:lnTo>
                    <a:pt x="254901" y="1453"/>
                  </a:lnTo>
                  <a:cubicBezTo>
                    <a:pt x="254901" y="1453"/>
                    <a:pt x="251413" y="1679"/>
                    <a:pt x="249615" y="1774"/>
                  </a:cubicBezTo>
                  <a:cubicBezTo>
                    <a:pt x="249746" y="1167"/>
                    <a:pt x="249889" y="572"/>
                    <a:pt x="250020" y="0"/>
                  </a:cubicBezTo>
                  <a:lnTo>
                    <a:pt x="250020" y="0"/>
                  </a:lnTo>
                  <a:cubicBezTo>
                    <a:pt x="240828" y="929"/>
                    <a:pt x="233577" y="1572"/>
                    <a:pt x="225017" y="1929"/>
                  </a:cubicBezTo>
                  <a:cubicBezTo>
                    <a:pt x="224814" y="2179"/>
                    <a:pt x="224600" y="2441"/>
                    <a:pt x="224386" y="2715"/>
                  </a:cubicBezTo>
                  <a:cubicBezTo>
                    <a:pt x="223731" y="2953"/>
                    <a:pt x="223112" y="3274"/>
                    <a:pt x="222647" y="3751"/>
                  </a:cubicBezTo>
                  <a:cubicBezTo>
                    <a:pt x="222755" y="3346"/>
                    <a:pt x="222945" y="2774"/>
                    <a:pt x="223219" y="2000"/>
                  </a:cubicBezTo>
                  <a:cubicBezTo>
                    <a:pt x="223094" y="1992"/>
                    <a:pt x="222968" y="1988"/>
                    <a:pt x="222843" y="1988"/>
                  </a:cubicBezTo>
                  <a:cubicBezTo>
                    <a:pt x="221740" y="1988"/>
                    <a:pt x="220632" y="2285"/>
                    <a:pt x="219537" y="2285"/>
                  </a:cubicBezTo>
                  <a:cubicBezTo>
                    <a:pt x="219371" y="2285"/>
                    <a:pt x="219205" y="2278"/>
                    <a:pt x="219040" y="2262"/>
                  </a:cubicBezTo>
                  <a:cubicBezTo>
                    <a:pt x="218567" y="2506"/>
                    <a:pt x="218202" y="2952"/>
                    <a:pt x="217926" y="2952"/>
                  </a:cubicBezTo>
                  <a:cubicBezTo>
                    <a:pt x="217744" y="2952"/>
                    <a:pt x="217601" y="2757"/>
                    <a:pt x="217492" y="2179"/>
                  </a:cubicBezTo>
                  <a:cubicBezTo>
                    <a:pt x="216420" y="2203"/>
                    <a:pt x="215337" y="2227"/>
                    <a:pt x="214218" y="2239"/>
                  </a:cubicBezTo>
                  <a:cubicBezTo>
                    <a:pt x="210515" y="2179"/>
                    <a:pt x="207169" y="2084"/>
                    <a:pt x="204002" y="1965"/>
                  </a:cubicBezTo>
                  <a:cubicBezTo>
                    <a:pt x="203967" y="2131"/>
                    <a:pt x="203943" y="2298"/>
                    <a:pt x="203919" y="2453"/>
                  </a:cubicBezTo>
                  <a:cubicBezTo>
                    <a:pt x="203550" y="2560"/>
                    <a:pt x="203181" y="2679"/>
                    <a:pt x="202824" y="2822"/>
                  </a:cubicBezTo>
                  <a:cubicBezTo>
                    <a:pt x="202776" y="2548"/>
                    <a:pt x="202728" y="2239"/>
                    <a:pt x="202681" y="1905"/>
                  </a:cubicBezTo>
                  <a:cubicBezTo>
                    <a:pt x="194453" y="1524"/>
                    <a:pt x="187357" y="905"/>
                    <a:pt x="178440" y="0"/>
                  </a:cubicBezTo>
                  <a:lnTo>
                    <a:pt x="178440" y="0"/>
                  </a:lnTo>
                  <a:cubicBezTo>
                    <a:pt x="178582" y="572"/>
                    <a:pt x="178713" y="1167"/>
                    <a:pt x="178844" y="1774"/>
                  </a:cubicBezTo>
                  <a:cubicBezTo>
                    <a:pt x="175773" y="1607"/>
                    <a:pt x="172832" y="1417"/>
                    <a:pt x="169831" y="1179"/>
                  </a:cubicBezTo>
                  <a:cubicBezTo>
                    <a:pt x="169927" y="774"/>
                    <a:pt x="170010" y="381"/>
                    <a:pt x="170105" y="0"/>
                  </a:cubicBezTo>
                  <a:lnTo>
                    <a:pt x="170105" y="0"/>
                  </a:lnTo>
                  <a:cubicBezTo>
                    <a:pt x="167843" y="226"/>
                    <a:pt x="165700" y="441"/>
                    <a:pt x="163628" y="631"/>
                  </a:cubicBezTo>
                  <a:cubicBezTo>
                    <a:pt x="161556" y="441"/>
                    <a:pt x="159413" y="226"/>
                    <a:pt x="157163" y="0"/>
                  </a:cubicBezTo>
                  <a:lnTo>
                    <a:pt x="157163" y="0"/>
                  </a:lnTo>
                  <a:cubicBezTo>
                    <a:pt x="157246" y="381"/>
                    <a:pt x="157342" y="774"/>
                    <a:pt x="157425" y="1179"/>
                  </a:cubicBezTo>
                  <a:cubicBezTo>
                    <a:pt x="153377" y="1500"/>
                    <a:pt x="149400" y="1750"/>
                    <a:pt x="145102" y="1929"/>
                  </a:cubicBezTo>
                  <a:cubicBezTo>
                    <a:pt x="144154" y="3043"/>
                    <a:pt x="143049" y="4616"/>
                    <a:pt x="142712" y="4616"/>
                  </a:cubicBezTo>
                  <a:cubicBezTo>
                    <a:pt x="142491" y="4616"/>
                    <a:pt x="142601" y="3936"/>
                    <a:pt x="143304" y="2000"/>
                  </a:cubicBezTo>
                  <a:cubicBezTo>
                    <a:pt x="143179" y="1992"/>
                    <a:pt x="143053" y="1988"/>
                    <a:pt x="142928" y="1988"/>
                  </a:cubicBezTo>
                  <a:cubicBezTo>
                    <a:pt x="141825" y="1988"/>
                    <a:pt x="140718" y="2285"/>
                    <a:pt x="139622" y="2285"/>
                  </a:cubicBezTo>
                  <a:cubicBezTo>
                    <a:pt x="139456" y="2285"/>
                    <a:pt x="139290" y="2278"/>
                    <a:pt x="139125" y="2262"/>
                  </a:cubicBezTo>
                  <a:cubicBezTo>
                    <a:pt x="138780" y="2441"/>
                    <a:pt x="138494" y="2715"/>
                    <a:pt x="138256" y="2858"/>
                  </a:cubicBezTo>
                  <a:lnTo>
                    <a:pt x="138256" y="2250"/>
                  </a:lnTo>
                  <a:cubicBezTo>
                    <a:pt x="138030" y="2250"/>
                    <a:pt x="137803" y="2239"/>
                    <a:pt x="137589" y="2239"/>
                  </a:cubicBezTo>
                  <a:cubicBezTo>
                    <a:pt x="137577" y="2215"/>
                    <a:pt x="137577" y="2203"/>
                    <a:pt x="137565" y="2179"/>
                  </a:cubicBezTo>
                  <a:cubicBezTo>
                    <a:pt x="137041" y="2191"/>
                    <a:pt x="136494" y="2203"/>
                    <a:pt x="135946" y="2215"/>
                  </a:cubicBezTo>
                  <a:cubicBezTo>
                    <a:pt x="135410" y="2203"/>
                    <a:pt x="134863" y="2191"/>
                    <a:pt x="134327" y="2179"/>
                  </a:cubicBezTo>
                  <a:cubicBezTo>
                    <a:pt x="134327" y="2203"/>
                    <a:pt x="134327" y="2215"/>
                    <a:pt x="134315" y="2239"/>
                  </a:cubicBezTo>
                  <a:cubicBezTo>
                    <a:pt x="134089" y="2239"/>
                    <a:pt x="133874" y="2250"/>
                    <a:pt x="133648" y="2250"/>
                  </a:cubicBezTo>
                  <a:lnTo>
                    <a:pt x="133648" y="2858"/>
                  </a:lnTo>
                  <a:cubicBezTo>
                    <a:pt x="133410" y="2715"/>
                    <a:pt x="133124" y="2441"/>
                    <a:pt x="132779" y="2262"/>
                  </a:cubicBezTo>
                  <a:cubicBezTo>
                    <a:pt x="132604" y="2280"/>
                    <a:pt x="132429" y="2288"/>
                    <a:pt x="132254" y="2288"/>
                  </a:cubicBezTo>
                  <a:cubicBezTo>
                    <a:pt x="131165" y="2288"/>
                    <a:pt x="130064" y="1988"/>
                    <a:pt x="128968" y="1988"/>
                  </a:cubicBezTo>
                  <a:cubicBezTo>
                    <a:pt x="128845" y="1988"/>
                    <a:pt x="128723" y="1992"/>
                    <a:pt x="128600" y="2000"/>
                  </a:cubicBezTo>
                  <a:cubicBezTo>
                    <a:pt x="129303" y="3936"/>
                    <a:pt x="129413" y="4616"/>
                    <a:pt x="129192" y="4616"/>
                  </a:cubicBezTo>
                  <a:cubicBezTo>
                    <a:pt x="128855" y="4616"/>
                    <a:pt x="127750" y="3043"/>
                    <a:pt x="126802" y="1929"/>
                  </a:cubicBezTo>
                  <a:cubicBezTo>
                    <a:pt x="122492" y="1750"/>
                    <a:pt x="118527" y="1500"/>
                    <a:pt x="114467" y="1179"/>
                  </a:cubicBezTo>
                  <a:cubicBezTo>
                    <a:pt x="114562" y="774"/>
                    <a:pt x="114646" y="381"/>
                    <a:pt x="114741" y="0"/>
                  </a:cubicBezTo>
                  <a:lnTo>
                    <a:pt x="114741" y="0"/>
                  </a:lnTo>
                  <a:cubicBezTo>
                    <a:pt x="112491" y="226"/>
                    <a:pt x="110348" y="441"/>
                    <a:pt x="108276" y="631"/>
                  </a:cubicBezTo>
                  <a:cubicBezTo>
                    <a:pt x="106192" y="441"/>
                    <a:pt x="104061" y="226"/>
                    <a:pt x="101799" y="0"/>
                  </a:cubicBezTo>
                  <a:lnTo>
                    <a:pt x="101799" y="0"/>
                  </a:lnTo>
                  <a:cubicBezTo>
                    <a:pt x="101894" y="381"/>
                    <a:pt x="101978" y="774"/>
                    <a:pt x="102073" y="1179"/>
                  </a:cubicBezTo>
                  <a:cubicBezTo>
                    <a:pt x="99072" y="1417"/>
                    <a:pt x="96132" y="1607"/>
                    <a:pt x="93060" y="1774"/>
                  </a:cubicBezTo>
                  <a:cubicBezTo>
                    <a:pt x="93191" y="1167"/>
                    <a:pt x="93322" y="572"/>
                    <a:pt x="93465" y="0"/>
                  </a:cubicBezTo>
                  <a:lnTo>
                    <a:pt x="93465" y="0"/>
                  </a:lnTo>
                  <a:cubicBezTo>
                    <a:pt x="84535" y="905"/>
                    <a:pt x="77439" y="1524"/>
                    <a:pt x="69212" y="1905"/>
                  </a:cubicBezTo>
                  <a:cubicBezTo>
                    <a:pt x="69164" y="2239"/>
                    <a:pt x="69116" y="2548"/>
                    <a:pt x="69081" y="2822"/>
                  </a:cubicBezTo>
                  <a:cubicBezTo>
                    <a:pt x="68723" y="2667"/>
                    <a:pt x="68342" y="2548"/>
                    <a:pt x="67973" y="2453"/>
                  </a:cubicBezTo>
                  <a:cubicBezTo>
                    <a:pt x="67950" y="2298"/>
                    <a:pt x="67926" y="2131"/>
                    <a:pt x="67902" y="1953"/>
                  </a:cubicBezTo>
                  <a:cubicBezTo>
                    <a:pt x="64735" y="2084"/>
                    <a:pt x="61377" y="2179"/>
                    <a:pt x="57686" y="2239"/>
                  </a:cubicBezTo>
                  <a:cubicBezTo>
                    <a:pt x="56567" y="2227"/>
                    <a:pt x="55472" y="2203"/>
                    <a:pt x="54412" y="2179"/>
                  </a:cubicBezTo>
                  <a:cubicBezTo>
                    <a:pt x="54303" y="2757"/>
                    <a:pt x="54160" y="2952"/>
                    <a:pt x="53977" y="2952"/>
                  </a:cubicBezTo>
                  <a:cubicBezTo>
                    <a:pt x="53701" y="2952"/>
                    <a:pt x="53333" y="2506"/>
                    <a:pt x="52852" y="2262"/>
                  </a:cubicBezTo>
                  <a:cubicBezTo>
                    <a:pt x="52687" y="2278"/>
                    <a:pt x="52522" y="2285"/>
                    <a:pt x="52356" y="2285"/>
                  </a:cubicBezTo>
                  <a:cubicBezTo>
                    <a:pt x="51262" y="2285"/>
                    <a:pt x="50161" y="1988"/>
                    <a:pt x="49052" y="1988"/>
                  </a:cubicBezTo>
                  <a:cubicBezTo>
                    <a:pt x="48926" y="1988"/>
                    <a:pt x="48800" y="1992"/>
                    <a:pt x="48673" y="2000"/>
                  </a:cubicBezTo>
                  <a:cubicBezTo>
                    <a:pt x="48959" y="2774"/>
                    <a:pt x="49138" y="3346"/>
                    <a:pt x="49257" y="3751"/>
                  </a:cubicBezTo>
                  <a:cubicBezTo>
                    <a:pt x="48792" y="3274"/>
                    <a:pt x="48173" y="2953"/>
                    <a:pt x="47518" y="2703"/>
                  </a:cubicBezTo>
                  <a:cubicBezTo>
                    <a:pt x="47304" y="2441"/>
                    <a:pt x="47090" y="2179"/>
                    <a:pt x="46875" y="1929"/>
                  </a:cubicBezTo>
                  <a:cubicBezTo>
                    <a:pt x="38315" y="1572"/>
                    <a:pt x="31064" y="929"/>
                    <a:pt x="21872" y="0"/>
                  </a:cubicBezTo>
                  <a:lnTo>
                    <a:pt x="21872" y="0"/>
                  </a:lnTo>
                  <a:cubicBezTo>
                    <a:pt x="22015" y="572"/>
                    <a:pt x="22146" y="1167"/>
                    <a:pt x="22277" y="1774"/>
                  </a:cubicBezTo>
                  <a:cubicBezTo>
                    <a:pt x="15098" y="1393"/>
                    <a:pt x="8573" y="810"/>
                    <a:pt x="5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6" name="Google Shape;1356;p75"/>
            <p:cNvSpPr/>
            <p:nvPr/>
          </p:nvSpPr>
          <p:spPr>
            <a:xfrm>
              <a:off x="283950" y="193150"/>
              <a:ext cx="8615526" cy="4752359"/>
            </a:xfrm>
            <a:custGeom>
              <a:rect b="b" l="l" r="r" t="t"/>
              <a:pathLst>
                <a:path extrusionOk="0" h="146757" w="269046">
                  <a:moveTo>
                    <a:pt x="21241" y="131"/>
                  </a:moveTo>
                  <a:cubicBezTo>
                    <a:pt x="20884" y="346"/>
                    <a:pt x="20527" y="572"/>
                    <a:pt x="20170" y="798"/>
                  </a:cubicBezTo>
                  <a:cubicBezTo>
                    <a:pt x="20217" y="953"/>
                    <a:pt x="20253" y="1120"/>
                    <a:pt x="20289" y="1286"/>
                  </a:cubicBezTo>
                  <a:cubicBezTo>
                    <a:pt x="20860" y="929"/>
                    <a:pt x="21432" y="560"/>
                    <a:pt x="22015" y="203"/>
                  </a:cubicBezTo>
                  <a:cubicBezTo>
                    <a:pt x="21753" y="179"/>
                    <a:pt x="21503" y="155"/>
                    <a:pt x="21241" y="131"/>
                  </a:cubicBezTo>
                  <a:close/>
                  <a:moveTo>
                    <a:pt x="18777" y="1691"/>
                  </a:moveTo>
                  <a:cubicBezTo>
                    <a:pt x="18515" y="1858"/>
                    <a:pt x="18265" y="2012"/>
                    <a:pt x="18015" y="2179"/>
                  </a:cubicBezTo>
                  <a:cubicBezTo>
                    <a:pt x="11788" y="6263"/>
                    <a:pt x="6156" y="10644"/>
                    <a:pt x="1155" y="15252"/>
                  </a:cubicBezTo>
                  <a:cubicBezTo>
                    <a:pt x="1179" y="15455"/>
                    <a:pt x="1203" y="15657"/>
                    <a:pt x="1215" y="15848"/>
                  </a:cubicBezTo>
                  <a:cubicBezTo>
                    <a:pt x="6263" y="11156"/>
                    <a:pt x="11966" y="6727"/>
                    <a:pt x="18277" y="2584"/>
                  </a:cubicBezTo>
                  <a:cubicBezTo>
                    <a:pt x="18705" y="2298"/>
                    <a:pt x="19146" y="2012"/>
                    <a:pt x="19574" y="1739"/>
                  </a:cubicBezTo>
                  <a:cubicBezTo>
                    <a:pt x="19312" y="1727"/>
                    <a:pt x="19039" y="1703"/>
                    <a:pt x="18777" y="1691"/>
                  </a:cubicBezTo>
                  <a:close/>
                  <a:moveTo>
                    <a:pt x="257199" y="5608"/>
                  </a:moveTo>
                  <a:cubicBezTo>
                    <a:pt x="259819" y="11180"/>
                    <a:pt x="262128" y="16943"/>
                    <a:pt x="264105" y="22884"/>
                  </a:cubicBezTo>
                  <a:cubicBezTo>
                    <a:pt x="264307" y="22836"/>
                    <a:pt x="264522" y="22789"/>
                    <a:pt x="264736" y="22741"/>
                  </a:cubicBezTo>
                  <a:cubicBezTo>
                    <a:pt x="262950" y="17360"/>
                    <a:pt x="260890" y="12085"/>
                    <a:pt x="258557" y="6942"/>
                  </a:cubicBezTo>
                  <a:lnTo>
                    <a:pt x="257199" y="5608"/>
                  </a:lnTo>
                  <a:close/>
                  <a:moveTo>
                    <a:pt x="234685" y="1239"/>
                  </a:moveTo>
                  <a:cubicBezTo>
                    <a:pt x="234423" y="1262"/>
                    <a:pt x="234149" y="1286"/>
                    <a:pt x="233887" y="1298"/>
                  </a:cubicBezTo>
                  <a:cubicBezTo>
                    <a:pt x="234554" y="1727"/>
                    <a:pt x="235220" y="2143"/>
                    <a:pt x="235875" y="2584"/>
                  </a:cubicBezTo>
                  <a:cubicBezTo>
                    <a:pt x="245662" y="9001"/>
                    <a:pt x="253961" y="16145"/>
                    <a:pt x="260676" y="23813"/>
                  </a:cubicBezTo>
                  <a:cubicBezTo>
                    <a:pt x="260783" y="23741"/>
                    <a:pt x="260938" y="23682"/>
                    <a:pt x="261140" y="23610"/>
                  </a:cubicBezTo>
                  <a:cubicBezTo>
                    <a:pt x="254377" y="15871"/>
                    <a:pt x="246007" y="8656"/>
                    <a:pt x="236137" y="2179"/>
                  </a:cubicBezTo>
                  <a:cubicBezTo>
                    <a:pt x="235649" y="1870"/>
                    <a:pt x="235173" y="1548"/>
                    <a:pt x="234685" y="1239"/>
                  </a:cubicBezTo>
                  <a:close/>
                  <a:moveTo>
                    <a:pt x="264807" y="25051"/>
                  </a:moveTo>
                  <a:lnTo>
                    <a:pt x="264867" y="25218"/>
                  </a:lnTo>
                  <a:cubicBezTo>
                    <a:pt x="264879" y="25218"/>
                    <a:pt x="264879" y="25206"/>
                    <a:pt x="264891" y="25194"/>
                  </a:cubicBezTo>
                  <a:cubicBezTo>
                    <a:pt x="264914" y="25158"/>
                    <a:pt x="264926" y="25111"/>
                    <a:pt x="264938" y="25075"/>
                  </a:cubicBezTo>
                  <a:cubicBezTo>
                    <a:pt x="264891" y="25063"/>
                    <a:pt x="264855" y="25063"/>
                    <a:pt x="264807" y="25051"/>
                  </a:cubicBezTo>
                  <a:close/>
                  <a:moveTo>
                    <a:pt x="265319" y="26670"/>
                  </a:moveTo>
                  <a:lnTo>
                    <a:pt x="265319" y="26670"/>
                  </a:lnTo>
                  <a:cubicBezTo>
                    <a:pt x="265557" y="27480"/>
                    <a:pt x="265807" y="28290"/>
                    <a:pt x="266034" y="29099"/>
                  </a:cubicBezTo>
                  <a:cubicBezTo>
                    <a:pt x="266057" y="28444"/>
                    <a:pt x="266081" y="27789"/>
                    <a:pt x="266117" y="27135"/>
                  </a:cubicBezTo>
                  <a:cubicBezTo>
                    <a:pt x="266081" y="27016"/>
                    <a:pt x="266046" y="26896"/>
                    <a:pt x="266010" y="26777"/>
                  </a:cubicBezTo>
                  <a:cubicBezTo>
                    <a:pt x="265843" y="26754"/>
                    <a:pt x="265593" y="26718"/>
                    <a:pt x="265319" y="26670"/>
                  </a:cubicBezTo>
                  <a:close/>
                  <a:moveTo>
                    <a:pt x="261188" y="24408"/>
                  </a:moveTo>
                  <a:lnTo>
                    <a:pt x="261188" y="24408"/>
                  </a:lnTo>
                  <a:cubicBezTo>
                    <a:pt x="262902" y="26396"/>
                    <a:pt x="264498" y="28409"/>
                    <a:pt x="265998" y="30456"/>
                  </a:cubicBezTo>
                  <a:cubicBezTo>
                    <a:pt x="265998" y="30195"/>
                    <a:pt x="266010" y="29944"/>
                    <a:pt x="266022" y="29683"/>
                  </a:cubicBezTo>
                  <a:cubicBezTo>
                    <a:pt x="265153" y="28516"/>
                    <a:pt x="264260" y="27361"/>
                    <a:pt x="263331" y="26218"/>
                  </a:cubicBezTo>
                  <a:cubicBezTo>
                    <a:pt x="263200" y="26158"/>
                    <a:pt x="263140" y="26087"/>
                    <a:pt x="263164" y="26015"/>
                  </a:cubicBezTo>
                  <a:cubicBezTo>
                    <a:pt x="262771" y="25539"/>
                    <a:pt x="262378" y="25075"/>
                    <a:pt x="261986" y="24599"/>
                  </a:cubicBezTo>
                  <a:cubicBezTo>
                    <a:pt x="261664" y="24539"/>
                    <a:pt x="261402" y="24468"/>
                    <a:pt x="261188" y="24408"/>
                  </a:cubicBezTo>
                  <a:close/>
                  <a:moveTo>
                    <a:pt x="127076" y="17431"/>
                  </a:moveTo>
                  <a:cubicBezTo>
                    <a:pt x="133339" y="17431"/>
                    <a:pt x="139506" y="17574"/>
                    <a:pt x="145578" y="17848"/>
                  </a:cubicBezTo>
                  <a:cubicBezTo>
                    <a:pt x="146150" y="29278"/>
                    <a:pt x="146554" y="41363"/>
                    <a:pt x="146769" y="53924"/>
                  </a:cubicBezTo>
                  <a:cubicBezTo>
                    <a:pt x="140292" y="53816"/>
                    <a:pt x="133720" y="53769"/>
                    <a:pt x="127076" y="53769"/>
                  </a:cubicBezTo>
                  <a:cubicBezTo>
                    <a:pt x="120432" y="53769"/>
                    <a:pt x="113860" y="53816"/>
                    <a:pt x="107371" y="53924"/>
                  </a:cubicBezTo>
                  <a:cubicBezTo>
                    <a:pt x="107585" y="41363"/>
                    <a:pt x="107990" y="29278"/>
                    <a:pt x="108562" y="17848"/>
                  </a:cubicBezTo>
                  <a:cubicBezTo>
                    <a:pt x="114634" y="17574"/>
                    <a:pt x="120813" y="17431"/>
                    <a:pt x="127076" y="17431"/>
                  </a:cubicBezTo>
                  <a:close/>
                  <a:moveTo>
                    <a:pt x="108359" y="17848"/>
                  </a:moveTo>
                  <a:cubicBezTo>
                    <a:pt x="107776" y="29385"/>
                    <a:pt x="107371" y="41482"/>
                    <a:pt x="107169" y="53924"/>
                  </a:cubicBezTo>
                  <a:cubicBezTo>
                    <a:pt x="94727" y="54138"/>
                    <a:pt x="82630" y="54531"/>
                    <a:pt x="71093" y="55114"/>
                  </a:cubicBezTo>
                  <a:cubicBezTo>
                    <a:pt x="71617" y="43244"/>
                    <a:pt x="72640" y="31766"/>
                    <a:pt x="74117" y="20872"/>
                  </a:cubicBezTo>
                  <a:cubicBezTo>
                    <a:pt x="85011" y="19407"/>
                    <a:pt x="96477" y="18384"/>
                    <a:pt x="108359" y="17848"/>
                  </a:cubicBezTo>
                  <a:close/>
                  <a:moveTo>
                    <a:pt x="145792" y="17860"/>
                  </a:moveTo>
                  <a:lnTo>
                    <a:pt x="145792" y="17860"/>
                  </a:lnTo>
                  <a:cubicBezTo>
                    <a:pt x="157675" y="18384"/>
                    <a:pt x="169141" y="19407"/>
                    <a:pt x="180035" y="20884"/>
                  </a:cubicBezTo>
                  <a:cubicBezTo>
                    <a:pt x="181499" y="31766"/>
                    <a:pt x="182523" y="43244"/>
                    <a:pt x="183059" y="55114"/>
                  </a:cubicBezTo>
                  <a:cubicBezTo>
                    <a:pt x="171522" y="54531"/>
                    <a:pt x="159425" y="54138"/>
                    <a:pt x="146983" y="53924"/>
                  </a:cubicBezTo>
                  <a:cubicBezTo>
                    <a:pt x="146781" y="41482"/>
                    <a:pt x="146376" y="29385"/>
                    <a:pt x="145792" y="17860"/>
                  </a:cubicBezTo>
                  <a:close/>
                  <a:moveTo>
                    <a:pt x="73724" y="20931"/>
                  </a:moveTo>
                  <a:lnTo>
                    <a:pt x="73724" y="20931"/>
                  </a:lnTo>
                  <a:cubicBezTo>
                    <a:pt x="72259" y="31909"/>
                    <a:pt x="71247" y="43375"/>
                    <a:pt x="70724" y="55138"/>
                  </a:cubicBezTo>
                  <a:cubicBezTo>
                    <a:pt x="54805" y="55948"/>
                    <a:pt x="39958" y="57103"/>
                    <a:pt x="26742" y="58579"/>
                  </a:cubicBezTo>
                  <a:cubicBezTo>
                    <a:pt x="27373" y="48816"/>
                    <a:pt x="28599" y="39255"/>
                    <a:pt x="30397" y="29992"/>
                  </a:cubicBezTo>
                  <a:cubicBezTo>
                    <a:pt x="43292" y="26158"/>
                    <a:pt x="57901" y="23086"/>
                    <a:pt x="73724" y="20931"/>
                  </a:cubicBezTo>
                  <a:close/>
                  <a:moveTo>
                    <a:pt x="180416" y="20931"/>
                  </a:moveTo>
                  <a:lnTo>
                    <a:pt x="180416" y="20931"/>
                  </a:lnTo>
                  <a:cubicBezTo>
                    <a:pt x="196251" y="23086"/>
                    <a:pt x="210860" y="26170"/>
                    <a:pt x="223755" y="29992"/>
                  </a:cubicBezTo>
                  <a:cubicBezTo>
                    <a:pt x="225552" y="39255"/>
                    <a:pt x="226779" y="48816"/>
                    <a:pt x="227410" y="58579"/>
                  </a:cubicBezTo>
                  <a:cubicBezTo>
                    <a:pt x="214194" y="57103"/>
                    <a:pt x="199335" y="55948"/>
                    <a:pt x="183416" y="55138"/>
                  </a:cubicBezTo>
                  <a:cubicBezTo>
                    <a:pt x="182904" y="43375"/>
                    <a:pt x="181892" y="31909"/>
                    <a:pt x="180416" y="20931"/>
                  </a:cubicBezTo>
                  <a:close/>
                  <a:moveTo>
                    <a:pt x="70724" y="55352"/>
                  </a:moveTo>
                  <a:cubicBezTo>
                    <a:pt x="70450" y="61436"/>
                    <a:pt x="70319" y="67616"/>
                    <a:pt x="70319" y="73843"/>
                  </a:cubicBezTo>
                  <a:cubicBezTo>
                    <a:pt x="70319" y="80070"/>
                    <a:pt x="70450" y="86237"/>
                    <a:pt x="70724" y="92321"/>
                  </a:cubicBezTo>
                  <a:cubicBezTo>
                    <a:pt x="54543" y="91500"/>
                    <a:pt x="39696" y="90333"/>
                    <a:pt x="26730" y="88892"/>
                  </a:cubicBezTo>
                  <a:cubicBezTo>
                    <a:pt x="26420" y="83915"/>
                    <a:pt x="26254" y="78891"/>
                    <a:pt x="26254" y="73843"/>
                  </a:cubicBezTo>
                  <a:cubicBezTo>
                    <a:pt x="26254" y="68783"/>
                    <a:pt x="26420" y="63758"/>
                    <a:pt x="26730" y="58781"/>
                  </a:cubicBezTo>
                  <a:cubicBezTo>
                    <a:pt x="39696" y="57341"/>
                    <a:pt x="54543" y="56174"/>
                    <a:pt x="70724" y="55352"/>
                  </a:cubicBezTo>
                  <a:close/>
                  <a:moveTo>
                    <a:pt x="183428" y="55352"/>
                  </a:moveTo>
                  <a:cubicBezTo>
                    <a:pt x="199609" y="56174"/>
                    <a:pt x="214444" y="57341"/>
                    <a:pt x="227410" y="58781"/>
                  </a:cubicBezTo>
                  <a:cubicBezTo>
                    <a:pt x="227731" y="63758"/>
                    <a:pt x="227886" y="68783"/>
                    <a:pt x="227886" y="73843"/>
                  </a:cubicBezTo>
                  <a:cubicBezTo>
                    <a:pt x="227886" y="78903"/>
                    <a:pt x="227731" y="83915"/>
                    <a:pt x="227410" y="88892"/>
                  </a:cubicBezTo>
                  <a:cubicBezTo>
                    <a:pt x="214444" y="90333"/>
                    <a:pt x="199609" y="91500"/>
                    <a:pt x="183428" y="92321"/>
                  </a:cubicBezTo>
                  <a:cubicBezTo>
                    <a:pt x="183690" y="86237"/>
                    <a:pt x="183833" y="80070"/>
                    <a:pt x="183833" y="73843"/>
                  </a:cubicBezTo>
                  <a:cubicBezTo>
                    <a:pt x="183833" y="67616"/>
                    <a:pt x="183690" y="61436"/>
                    <a:pt x="183428" y="55352"/>
                  </a:cubicBezTo>
                  <a:close/>
                  <a:moveTo>
                    <a:pt x="107157" y="54138"/>
                  </a:moveTo>
                  <a:cubicBezTo>
                    <a:pt x="107050" y="60627"/>
                    <a:pt x="107002" y="67199"/>
                    <a:pt x="107002" y="73843"/>
                  </a:cubicBezTo>
                  <a:cubicBezTo>
                    <a:pt x="107002" y="80475"/>
                    <a:pt x="107050" y="87047"/>
                    <a:pt x="107157" y="93536"/>
                  </a:cubicBezTo>
                  <a:cubicBezTo>
                    <a:pt x="94596" y="93321"/>
                    <a:pt x="82511" y="92917"/>
                    <a:pt x="71081" y="92345"/>
                  </a:cubicBezTo>
                  <a:cubicBezTo>
                    <a:pt x="70807" y="86273"/>
                    <a:pt x="70676" y="80105"/>
                    <a:pt x="70676" y="73843"/>
                  </a:cubicBezTo>
                  <a:cubicBezTo>
                    <a:pt x="70676" y="67580"/>
                    <a:pt x="70807" y="61401"/>
                    <a:pt x="71081" y="55329"/>
                  </a:cubicBezTo>
                  <a:cubicBezTo>
                    <a:pt x="82511" y="54757"/>
                    <a:pt x="94596" y="54352"/>
                    <a:pt x="107157" y="54138"/>
                  </a:cubicBezTo>
                  <a:close/>
                  <a:moveTo>
                    <a:pt x="146983" y="54138"/>
                  </a:moveTo>
                  <a:cubicBezTo>
                    <a:pt x="159544" y="54352"/>
                    <a:pt x="171641" y="54757"/>
                    <a:pt x="183071" y="55329"/>
                  </a:cubicBezTo>
                  <a:cubicBezTo>
                    <a:pt x="183333" y="61401"/>
                    <a:pt x="183476" y="67568"/>
                    <a:pt x="183476" y="73831"/>
                  </a:cubicBezTo>
                  <a:cubicBezTo>
                    <a:pt x="183476" y="80094"/>
                    <a:pt x="183333" y="86273"/>
                    <a:pt x="183071" y="92345"/>
                  </a:cubicBezTo>
                  <a:cubicBezTo>
                    <a:pt x="171641" y="92917"/>
                    <a:pt x="159544" y="93321"/>
                    <a:pt x="146983" y="93536"/>
                  </a:cubicBezTo>
                  <a:cubicBezTo>
                    <a:pt x="147090" y="87047"/>
                    <a:pt x="147150" y="80475"/>
                    <a:pt x="147150" y="73843"/>
                  </a:cubicBezTo>
                  <a:cubicBezTo>
                    <a:pt x="147150" y="67199"/>
                    <a:pt x="147090" y="60627"/>
                    <a:pt x="146983" y="54138"/>
                  </a:cubicBezTo>
                  <a:close/>
                  <a:moveTo>
                    <a:pt x="127076" y="53971"/>
                  </a:moveTo>
                  <a:cubicBezTo>
                    <a:pt x="133743" y="53971"/>
                    <a:pt x="140327" y="54031"/>
                    <a:pt x="146781" y="54138"/>
                  </a:cubicBezTo>
                  <a:cubicBezTo>
                    <a:pt x="146876" y="60591"/>
                    <a:pt x="146935" y="67163"/>
                    <a:pt x="146935" y="73843"/>
                  </a:cubicBezTo>
                  <a:cubicBezTo>
                    <a:pt x="146935" y="80510"/>
                    <a:pt x="146888" y="87082"/>
                    <a:pt x="146781" y="93536"/>
                  </a:cubicBezTo>
                  <a:cubicBezTo>
                    <a:pt x="140327" y="93643"/>
                    <a:pt x="133743" y="93702"/>
                    <a:pt x="127076" y="93702"/>
                  </a:cubicBezTo>
                  <a:cubicBezTo>
                    <a:pt x="120396" y="93702"/>
                    <a:pt x="113824" y="93643"/>
                    <a:pt x="107371" y="93536"/>
                  </a:cubicBezTo>
                  <a:cubicBezTo>
                    <a:pt x="107264" y="87082"/>
                    <a:pt x="107204" y="80510"/>
                    <a:pt x="107204" y="73843"/>
                  </a:cubicBezTo>
                  <a:cubicBezTo>
                    <a:pt x="107204" y="67163"/>
                    <a:pt x="107264" y="60591"/>
                    <a:pt x="107371" y="54138"/>
                  </a:cubicBezTo>
                  <a:cubicBezTo>
                    <a:pt x="113824" y="54031"/>
                    <a:pt x="120396" y="53971"/>
                    <a:pt x="127076" y="53971"/>
                  </a:cubicBezTo>
                  <a:close/>
                  <a:moveTo>
                    <a:pt x="48" y="105632"/>
                  </a:moveTo>
                  <a:cubicBezTo>
                    <a:pt x="36" y="105716"/>
                    <a:pt x="12" y="105811"/>
                    <a:pt x="0" y="105894"/>
                  </a:cubicBezTo>
                  <a:cubicBezTo>
                    <a:pt x="155" y="105882"/>
                    <a:pt x="310" y="105870"/>
                    <a:pt x="477" y="105859"/>
                  </a:cubicBezTo>
                  <a:cubicBezTo>
                    <a:pt x="334" y="105775"/>
                    <a:pt x="191" y="105704"/>
                    <a:pt x="48" y="105632"/>
                  </a:cubicBezTo>
                  <a:close/>
                  <a:moveTo>
                    <a:pt x="26742" y="89095"/>
                  </a:moveTo>
                  <a:cubicBezTo>
                    <a:pt x="39958" y="90571"/>
                    <a:pt x="54805" y="91726"/>
                    <a:pt x="70724" y="92536"/>
                  </a:cubicBezTo>
                  <a:cubicBezTo>
                    <a:pt x="71247" y="104299"/>
                    <a:pt x="72259" y="115765"/>
                    <a:pt x="73724" y="126742"/>
                  </a:cubicBezTo>
                  <a:cubicBezTo>
                    <a:pt x="57901" y="124587"/>
                    <a:pt x="43292" y="121515"/>
                    <a:pt x="30397" y="117681"/>
                  </a:cubicBezTo>
                  <a:cubicBezTo>
                    <a:pt x="28599" y="108418"/>
                    <a:pt x="27373" y="98858"/>
                    <a:pt x="26742" y="89095"/>
                  </a:cubicBezTo>
                  <a:close/>
                  <a:moveTo>
                    <a:pt x="227410" y="89095"/>
                  </a:moveTo>
                  <a:cubicBezTo>
                    <a:pt x="226779" y="98858"/>
                    <a:pt x="225552" y="108418"/>
                    <a:pt x="223755" y="117681"/>
                  </a:cubicBezTo>
                  <a:cubicBezTo>
                    <a:pt x="210860" y="121515"/>
                    <a:pt x="196251" y="124587"/>
                    <a:pt x="180416" y="126742"/>
                  </a:cubicBezTo>
                  <a:cubicBezTo>
                    <a:pt x="181892" y="115765"/>
                    <a:pt x="182904" y="104299"/>
                    <a:pt x="183416" y="92536"/>
                  </a:cubicBezTo>
                  <a:cubicBezTo>
                    <a:pt x="199347" y="91726"/>
                    <a:pt x="214194" y="90571"/>
                    <a:pt x="227410" y="89095"/>
                  </a:cubicBezTo>
                  <a:close/>
                  <a:moveTo>
                    <a:pt x="71093" y="92559"/>
                  </a:moveTo>
                  <a:lnTo>
                    <a:pt x="71093" y="92559"/>
                  </a:lnTo>
                  <a:cubicBezTo>
                    <a:pt x="82630" y="93143"/>
                    <a:pt x="94715" y="93536"/>
                    <a:pt x="107169" y="93750"/>
                  </a:cubicBezTo>
                  <a:cubicBezTo>
                    <a:pt x="107371" y="106192"/>
                    <a:pt x="107776" y="118289"/>
                    <a:pt x="108347" y="129826"/>
                  </a:cubicBezTo>
                  <a:cubicBezTo>
                    <a:pt x="96477" y="129290"/>
                    <a:pt x="85011" y="128266"/>
                    <a:pt x="74117" y="126790"/>
                  </a:cubicBezTo>
                  <a:cubicBezTo>
                    <a:pt x="72640" y="115907"/>
                    <a:pt x="71617" y="104442"/>
                    <a:pt x="71093" y="92559"/>
                  </a:cubicBezTo>
                  <a:close/>
                  <a:moveTo>
                    <a:pt x="183059" y="92559"/>
                  </a:moveTo>
                  <a:lnTo>
                    <a:pt x="183059" y="92559"/>
                  </a:lnTo>
                  <a:cubicBezTo>
                    <a:pt x="182523" y="104442"/>
                    <a:pt x="181499" y="115907"/>
                    <a:pt x="180035" y="126802"/>
                  </a:cubicBezTo>
                  <a:cubicBezTo>
                    <a:pt x="169141" y="128266"/>
                    <a:pt x="157675" y="129290"/>
                    <a:pt x="145792" y="129826"/>
                  </a:cubicBezTo>
                  <a:cubicBezTo>
                    <a:pt x="146376" y="118289"/>
                    <a:pt x="146769" y="106192"/>
                    <a:pt x="146983" y="93750"/>
                  </a:cubicBezTo>
                  <a:cubicBezTo>
                    <a:pt x="159425" y="93536"/>
                    <a:pt x="171522" y="93143"/>
                    <a:pt x="183059" y="92559"/>
                  </a:cubicBezTo>
                  <a:close/>
                  <a:moveTo>
                    <a:pt x="107371" y="93750"/>
                  </a:moveTo>
                  <a:cubicBezTo>
                    <a:pt x="113860" y="93857"/>
                    <a:pt x="120432" y="93917"/>
                    <a:pt x="127076" y="93917"/>
                  </a:cubicBezTo>
                  <a:cubicBezTo>
                    <a:pt x="133708" y="93917"/>
                    <a:pt x="140292" y="93857"/>
                    <a:pt x="146769" y="93750"/>
                  </a:cubicBezTo>
                  <a:lnTo>
                    <a:pt x="146769" y="93750"/>
                  </a:lnTo>
                  <a:cubicBezTo>
                    <a:pt x="146566" y="106311"/>
                    <a:pt x="146150" y="118396"/>
                    <a:pt x="145578" y="129826"/>
                  </a:cubicBezTo>
                  <a:cubicBezTo>
                    <a:pt x="139506" y="130100"/>
                    <a:pt x="133339" y="130243"/>
                    <a:pt x="127076" y="130243"/>
                  </a:cubicBezTo>
                  <a:cubicBezTo>
                    <a:pt x="120813" y="130243"/>
                    <a:pt x="114634" y="130100"/>
                    <a:pt x="108574" y="129826"/>
                  </a:cubicBezTo>
                  <a:cubicBezTo>
                    <a:pt x="107990" y="118396"/>
                    <a:pt x="107585" y="106311"/>
                    <a:pt x="107371" y="93750"/>
                  </a:cubicBezTo>
                  <a:close/>
                  <a:moveTo>
                    <a:pt x="266653" y="116300"/>
                  </a:moveTo>
                  <a:lnTo>
                    <a:pt x="266653" y="116300"/>
                  </a:lnTo>
                  <a:cubicBezTo>
                    <a:pt x="259152" y="126861"/>
                    <a:pt x="248817" y="136600"/>
                    <a:pt x="235875" y="145101"/>
                  </a:cubicBezTo>
                  <a:cubicBezTo>
                    <a:pt x="235411" y="145399"/>
                    <a:pt x="234946" y="145697"/>
                    <a:pt x="234482" y="145994"/>
                  </a:cubicBezTo>
                  <a:cubicBezTo>
                    <a:pt x="234756" y="146006"/>
                    <a:pt x="235030" y="146018"/>
                    <a:pt x="235304" y="146030"/>
                  </a:cubicBezTo>
                  <a:cubicBezTo>
                    <a:pt x="235577" y="145852"/>
                    <a:pt x="235851" y="145673"/>
                    <a:pt x="236137" y="145494"/>
                  </a:cubicBezTo>
                  <a:cubicBezTo>
                    <a:pt x="248710" y="137243"/>
                    <a:pt x="258854" y="127814"/>
                    <a:pt x="266319" y="117586"/>
                  </a:cubicBezTo>
                  <a:lnTo>
                    <a:pt x="266319" y="117586"/>
                  </a:lnTo>
                  <a:cubicBezTo>
                    <a:pt x="263533" y="127504"/>
                    <a:pt x="259831" y="137005"/>
                    <a:pt x="255306" y="145971"/>
                  </a:cubicBezTo>
                  <a:cubicBezTo>
                    <a:pt x="255544" y="145983"/>
                    <a:pt x="255794" y="145994"/>
                    <a:pt x="256032" y="146006"/>
                  </a:cubicBezTo>
                  <a:cubicBezTo>
                    <a:pt x="260354" y="137374"/>
                    <a:pt x="263879" y="128338"/>
                    <a:pt x="266569" y="118991"/>
                  </a:cubicBezTo>
                  <a:cubicBezTo>
                    <a:pt x="266593" y="118098"/>
                    <a:pt x="266617" y="117193"/>
                    <a:pt x="266653" y="116300"/>
                  </a:cubicBezTo>
                  <a:close/>
                  <a:moveTo>
                    <a:pt x="1798" y="132362"/>
                  </a:moveTo>
                  <a:cubicBezTo>
                    <a:pt x="1774" y="132540"/>
                    <a:pt x="1739" y="132731"/>
                    <a:pt x="1715" y="132933"/>
                  </a:cubicBezTo>
                  <a:cubicBezTo>
                    <a:pt x="6573" y="137362"/>
                    <a:pt x="12014" y="141553"/>
                    <a:pt x="18015" y="145494"/>
                  </a:cubicBezTo>
                  <a:cubicBezTo>
                    <a:pt x="18229" y="145637"/>
                    <a:pt x="18455" y="145780"/>
                    <a:pt x="18669" y="145923"/>
                  </a:cubicBezTo>
                  <a:cubicBezTo>
                    <a:pt x="18681" y="145899"/>
                    <a:pt x="18681" y="145887"/>
                    <a:pt x="18693" y="145875"/>
                  </a:cubicBezTo>
                  <a:lnTo>
                    <a:pt x="18693" y="145875"/>
                  </a:lnTo>
                  <a:cubicBezTo>
                    <a:pt x="18681" y="145899"/>
                    <a:pt x="18693" y="145911"/>
                    <a:pt x="18693" y="145935"/>
                  </a:cubicBezTo>
                  <a:cubicBezTo>
                    <a:pt x="18800" y="146006"/>
                    <a:pt x="18908" y="146066"/>
                    <a:pt x="19015" y="146137"/>
                  </a:cubicBezTo>
                  <a:cubicBezTo>
                    <a:pt x="19348" y="146256"/>
                    <a:pt x="19872" y="146328"/>
                    <a:pt x="20336" y="146423"/>
                  </a:cubicBezTo>
                  <a:cubicBezTo>
                    <a:pt x="19646" y="145983"/>
                    <a:pt x="18955" y="145542"/>
                    <a:pt x="18277" y="145090"/>
                  </a:cubicBezTo>
                  <a:cubicBezTo>
                    <a:pt x="12204" y="141113"/>
                    <a:pt x="6692" y="136850"/>
                    <a:pt x="1798" y="132362"/>
                  </a:cubicBezTo>
                  <a:close/>
                  <a:moveTo>
                    <a:pt x="176558" y="0"/>
                  </a:moveTo>
                  <a:cubicBezTo>
                    <a:pt x="176701" y="572"/>
                    <a:pt x="176832" y="1167"/>
                    <a:pt x="176963" y="1774"/>
                  </a:cubicBezTo>
                  <a:lnTo>
                    <a:pt x="176903" y="1774"/>
                  </a:lnTo>
                  <a:cubicBezTo>
                    <a:pt x="178070" y="7787"/>
                    <a:pt x="179106" y="14038"/>
                    <a:pt x="179975" y="20491"/>
                  </a:cubicBezTo>
                  <a:cubicBezTo>
                    <a:pt x="168998" y="19015"/>
                    <a:pt x="157544" y="18003"/>
                    <a:pt x="145781" y="17491"/>
                  </a:cubicBezTo>
                  <a:cubicBezTo>
                    <a:pt x="145507" y="12157"/>
                    <a:pt x="145197" y="6942"/>
                    <a:pt x="144852" y="1858"/>
                  </a:cubicBezTo>
                  <a:cubicBezTo>
                    <a:pt x="144780" y="1870"/>
                    <a:pt x="144697" y="1870"/>
                    <a:pt x="144626" y="1870"/>
                  </a:cubicBezTo>
                  <a:cubicBezTo>
                    <a:pt x="144971" y="6918"/>
                    <a:pt x="145292" y="12121"/>
                    <a:pt x="145554" y="17479"/>
                  </a:cubicBezTo>
                  <a:cubicBezTo>
                    <a:pt x="139470" y="17217"/>
                    <a:pt x="133303" y="17074"/>
                    <a:pt x="127076" y="17074"/>
                  </a:cubicBezTo>
                  <a:cubicBezTo>
                    <a:pt x="120849" y="17074"/>
                    <a:pt x="114681" y="17217"/>
                    <a:pt x="108585" y="17479"/>
                  </a:cubicBezTo>
                  <a:cubicBezTo>
                    <a:pt x="108895" y="11573"/>
                    <a:pt x="109240" y="5846"/>
                    <a:pt x="109621" y="322"/>
                  </a:cubicBezTo>
                  <a:lnTo>
                    <a:pt x="109621" y="322"/>
                  </a:lnTo>
                  <a:cubicBezTo>
                    <a:pt x="109550" y="334"/>
                    <a:pt x="109478" y="334"/>
                    <a:pt x="109407" y="346"/>
                  </a:cubicBezTo>
                  <a:cubicBezTo>
                    <a:pt x="109014" y="5894"/>
                    <a:pt x="108669" y="11621"/>
                    <a:pt x="108371" y="17491"/>
                  </a:cubicBezTo>
                  <a:cubicBezTo>
                    <a:pt x="96608" y="18003"/>
                    <a:pt x="85142" y="19015"/>
                    <a:pt x="74164" y="20491"/>
                  </a:cubicBezTo>
                  <a:cubicBezTo>
                    <a:pt x="75069" y="13871"/>
                    <a:pt x="76129" y="7454"/>
                    <a:pt x="77343" y="1298"/>
                  </a:cubicBezTo>
                  <a:lnTo>
                    <a:pt x="77343" y="1298"/>
                  </a:lnTo>
                  <a:cubicBezTo>
                    <a:pt x="77212" y="1310"/>
                    <a:pt x="77081" y="1322"/>
                    <a:pt x="76951" y="1334"/>
                  </a:cubicBezTo>
                  <a:cubicBezTo>
                    <a:pt x="75724" y="7537"/>
                    <a:pt x="74665" y="13954"/>
                    <a:pt x="73783" y="20539"/>
                  </a:cubicBezTo>
                  <a:cubicBezTo>
                    <a:pt x="58198" y="22646"/>
                    <a:pt x="43601" y="25682"/>
                    <a:pt x="30480" y="29575"/>
                  </a:cubicBezTo>
                  <a:cubicBezTo>
                    <a:pt x="32374" y="19872"/>
                    <a:pt x="34910" y="10502"/>
                    <a:pt x="38029" y="1560"/>
                  </a:cubicBezTo>
                  <a:cubicBezTo>
                    <a:pt x="37874" y="1548"/>
                    <a:pt x="37708" y="1548"/>
                    <a:pt x="37541" y="1536"/>
                  </a:cubicBezTo>
                  <a:cubicBezTo>
                    <a:pt x="34409" y="10525"/>
                    <a:pt x="31862" y="19955"/>
                    <a:pt x="29968" y="29718"/>
                  </a:cubicBezTo>
                  <a:cubicBezTo>
                    <a:pt x="25849" y="30957"/>
                    <a:pt x="21884" y="32266"/>
                    <a:pt x="18086" y="33659"/>
                  </a:cubicBezTo>
                  <a:cubicBezTo>
                    <a:pt x="12252" y="35802"/>
                    <a:pt x="6942" y="38088"/>
                    <a:pt x="2191" y="40493"/>
                  </a:cubicBezTo>
                  <a:lnTo>
                    <a:pt x="2179" y="40934"/>
                  </a:lnTo>
                  <a:cubicBezTo>
                    <a:pt x="10097" y="36910"/>
                    <a:pt x="19420" y="33278"/>
                    <a:pt x="29885" y="30147"/>
                  </a:cubicBezTo>
                  <a:lnTo>
                    <a:pt x="29885" y="30147"/>
                  </a:lnTo>
                  <a:cubicBezTo>
                    <a:pt x="28111" y="39386"/>
                    <a:pt x="26885" y="48911"/>
                    <a:pt x="26266" y="58627"/>
                  </a:cubicBezTo>
                  <a:cubicBezTo>
                    <a:pt x="23480" y="58948"/>
                    <a:pt x="20765" y="59270"/>
                    <a:pt x="18134" y="59615"/>
                  </a:cubicBezTo>
                  <a:cubicBezTo>
                    <a:pt x="11621" y="60460"/>
                    <a:pt x="5763" y="61365"/>
                    <a:pt x="584" y="62329"/>
                  </a:cubicBezTo>
                  <a:cubicBezTo>
                    <a:pt x="596" y="62389"/>
                    <a:pt x="596" y="62460"/>
                    <a:pt x="608" y="62520"/>
                  </a:cubicBezTo>
                  <a:cubicBezTo>
                    <a:pt x="7942" y="61163"/>
                    <a:pt x="16574" y="59924"/>
                    <a:pt x="26254" y="58841"/>
                  </a:cubicBezTo>
                  <a:lnTo>
                    <a:pt x="26254" y="58841"/>
                  </a:lnTo>
                  <a:cubicBezTo>
                    <a:pt x="25944" y="63794"/>
                    <a:pt x="25777" y="68794"/>
                    <a:pt x="25777" y="73843"/>
                  </a:cubicBezTo>
                  <a:cubicBezTo>
                    <a:pt x="25777" y="78879"/>
                    <a:pt x="25944" y="83880"/>
                    <a:pt x="26254" y="88833"/>
                  </a:cubicBezTo>
                  <a:cubicBezTo>
                    <a:pt x="17014" y="87797"/>
                    <a:pt x="8740" y="86618"/>
                    <a:pt x="1620" y="85332"/>
                  </a:cubicBezTo>
                  <a:cubicBezTo>
                    <a:pt x="1620" y="85404"/>
                    <a:pt x="1620" y="85475"/>
                    <a:pt x="1620" y="85535"/>
                  </a:cubicBezTo>
                  <a:cubicBezTo>
                    <a:pt x="6537" y="86428"/>
                    <a:pt x="12050" y="87273"/>
                    <a:pt x="18134" y="88059"/>
                  </a:cubicBezTo>
                  <a:cubicBezTo>
                    <a:pt x="20765" y="88404"/>
                    <a:pt x="23480" y="88726"/>
                    <a:pt x="26266" y="89047"/>
                  </a:cubicBezTo>
                  <a:cubicBezTo>
                    <a:pt x="26885" y="98762"/>
                    <a:pt x="28099" y="108287"/>
                    <a:pt x="29885" y="117527"/>
                  </a:cubicBezTo>
                  <a:cubicBezTo>
                    <a:pt x="18824" y="114217"/>
                    <a:pt x="9037" y="110359"/>
                    <a:pt x="846" y="106049"/>
                  </a:cubicBezTo>
                  <a:lnTo>
                    <a:pt x="846" y="106049"/>
                  </a:lnTo>
                  <a:cubicBezTo>
                    <a:pt x="858" y="106204"/>
                    <a:pt x="870" y="106359"/>
                    <a:pt x="881" y="106513"/>
                  </a:cubicBezTo>
                  <a:cubicBezTo>
                    <a:pt x="5977" y="109169"/>
                    <a:pt x="11716" y="111669"/>
                    <a:pt x="18086" y="114014"/>
                  </a:cubicBezTo>
                  <a:cubicBezTo>
                    <a:pt x="21884" y="115407"/>
                    <a:pt x="25849" y="116717"/>
                    <a:pt x="29968" y="117955"/>
                  </a:cubicBezTo>
                  <a:cubicBezTo>
                    <a:pt x="31850" y="127611"/>
                    <a:pt x="34350" y="136946"/>
                    <a:pt x="37446" y="145852"/>
                  </a:cubicBezTo>
                  <a:cubicBezTo>
                    <a:pt x="37600" y="145840"/>
                    <a:pt x="37767" y="145840"/>
                    <a:pt x="37934" y="145828"/>
                  </a:cubicBezTo>
                  <a:cubicBezTo>
                    <a:pt x="34862" y="136981"/>
                    <a:pt x="32362" y="127706"/>
                    <a:pt x="30480" y="118098"/>
                  </a:cubicBezTo>
                  <a:lnTo>
                    <a:pt x="30480" y="118098"/>
                  </a:lnTo>
                  <a:cubicBezTo>
                    <a:pt x="43589" y="121992"/>
                    <a:pt x="58198" y="125028"/>
                    <a:pt x="73783" y="127135"/>
                  </a:cubicBezTo>
                  <a:cubicBezTo>
                    <a:pt x="74653" y="133600"/>
                    <a:pt x="75688" y="139910"/>
                    <a:pt x="76879" y="146006"/>
                  </a:cubicBezTo>
                  <a:cubicBezTo>
                    <a:pt x="77010" y="146006"/>
                    <a:pt x="77141" y="146018"/>
                    <a:pt x="77272" y="146018"/>
                  </a:cubicBezTo>
                  <a:cubicBezTo>
                    <a:pt x="76093" y="139970"/>
                    <a:pt x="75046" y="133683"/>
                    <a:pt x="74164" y="127183"/>
                  </a:cubicBezTo>
                  <a:lnTo>
                    <a:pt x="74164" y="127183"/>
                  </a:lnTo>
                  <a:cubicBezTo>
                    <a:pt x="85154" y="128659"/>
                    <a:pt x="96608" y="129659"/>
                    <a:pt x="108371" y="130183"/>
                  </a:cubicBezTo>
                  <a:cubicBezTo>
                    <a:pt x="108657" y="135850"/>
                    <a:pt x="108990" y="141375"/>
                    <a:pt x="109371" y="146733"/>
                  </a:cubicBezTo>
                  <a:cubicBezTo>
                    <a:pt x="109443" y="146745"/>
                    <a:pt x="109514" y="146745"/>
                    <a:pt x="109586" y="146756"/>
                  </a:cubicBezTo>
                  <a:cubicBezTo>
                    <a:pt x="109205" y="141411"/>
                    <a:pt x="108883" y="135886"/>
                    <a:pt x="108585" y="130195"/>
                  </a:cubicBezTo>
                  <a:lnTo>
                    <a:pt x="108585" y="130195"/>
                  </a:lnTo>
                  <a:cubicBezTo>
                    <a:pt x="114681" y="130457"/>
                    <a:pt x="120849" y="130600"/>
                    <a:pt x="127076" y="130600"/>
                  </a:cubicBezTo>
                  <a:cubicBezTo>
                    <a:pt x="133303" y="130600"/>
                    <a:pt x="139470" y="130457"/>
                    <a:pt x="145554" y="130195"/>
                  </a:cubicBezTo>
                  <a:lnTo>
                    <a:pt x="145554" y="130195"/>
                  </a:lnTo>
                  <a:cubicBezTo>
                    <a:pt x="145328" y="134815"/>
                    <a:pt x="145066" y="139327"/>
                    <a:pt x="144769" y="143720"/>
                  </a:cubicBezTo>
                  <a:cubicBezTo>
                    <a:pt x="144828" y="143851"/>
                    <a:pt x="144888" y="143994"/>
                    <a:pt x="144959" y="144161"/>
                  </a:cubicBezTo>
                  <a:cubicBezTo>
                    <a:pt x="145257" y="139613"/>
                    <a:pt x="145531" y="134945"/>
                    <a:pt x="145781" y="130183"/>
                  </a:cubicBezTo>
                  <a:cubicBezTo>
                    <a:pt x="157544" y="129671"/>
                    <a:pt x="168998" y="128659"/>
                    <a:pt x="179975" y="127183"/>
                  </a:cubicBezTo>
                  <a:lnTo>
                    <a:pt x="179975" y="127183"/>
                  </a:lnTo>
                  <a:cubicBezTo>
                    <a:pt x="179106" y="133588"/>
                    <a:pt x="178094" y="139791"/>
                    <a:pt x="176927" y="145756"/>
                  </a:cubicBezTo>
                  <a:lnTo>
                    <a:pt x="177034" y="145756"/>
                  </a:lnTo>
                  <a:cubicBezTo>
                    <a:pt x="177142" y="145697"/>
                    <a:pt x="177249" y="145625"/>
                    <a:pt x="177356" y="145566"/>
                  </a:cubicBezTo>
                  <a:cubicBezTo>
                    <a:pt x="178511" y="139601"/>
                    <a:pt x="179511" y="133445"/>
                    <a:pt x="180368" y="127135"/>
                  </a:cubicBezTo>
                  <a:cubicBezTo>
                    <a:pt x="195953" y="125028"/>
                    <a:pt x="210551" y="121992"/>
                    <a:pt x="223671" y="118098"/>
                  </a:cubicBezTo>
                  <a:lnTo>
                    <a:pt x="223671" y="118098"/>
                  </a:lnTo>
                  <a:cubicBezTo>
                    <a:pt x="221814" y="127599"/>
                    <a:pt x="219337" y="136791"/>
                    <a:pt x="216301" y="145554"/>
                  </a:cubicBezTo>
                  <a:lnTo>
                    <a:pt x="216801" y="145554"/>
                  </a:lnTo>
                  <a:cubicBezTo>
                    <a:pt x="219849" y="136743"/>
                    <a:pt x="222326" y="127504"/>
                    <a:pt x="224183" y="117943"/>
                  </a:cubicBezTo>
                  <a:cubicBezTo>
                    <a:pt x="228291" y="116717"/>
                    <a:pt x="232268" y="115407"/>
                    <a:pt x="236066" y="114002"/>
                  </a:cubicBezTo>
                  <a:cubicBezTo>
                    <a:pt x="249877" y="108930"/>
                    <a:pt x="260747" y="103073"/>
                    <a:pt x="268367" y="96679"/>
                  </a:cubicBezTo>
                  <a:cubicBezTo>
                    <a:pt x="268391" y="96476"/>
                    <a:pt x="268427" y="96286"/>
                    <a:pt x="268451" y="96084"/>
                  </a:cubicBezTo>
                  <a:lnTo>
                    <a:pt x="268451" y="96084"/>
                  </a:lnTo>
                  <a:cubicBezTo>
                    <a:pt x="258592" y="104477"/>
                    <a:pt x="243317" y="111824"/>
                    <a:pt x="224267" y="117527"/>
                  </a:cubicBezTo>
                  <a:cubicBezTo>
                    <a:pt x="226041" y="108287"/>
                    <a:pt x="227267" y="98762"/>
                    <a:pt x="227886" y="89047"/>
                  </a:cubicBezTo>
                  <a:cubicBezTo>
                    <a:pt x="230672" y="88726"/>
                    <a:pt x="233387" y="88404"/>
                    <a:pt x="236018" y="88059"/>
                  </a:cubicBezTo>
                  <a:cubicBezTo>
                    <a:pt x="248770" y="86404"/>
                    <a:pt x="259009" y="84511"/>
                    <a:pt x="266510" y="82451"/>
                  </a:cubicBezTo>
                  <a:cubicBezTo>
                    <a:pt x="266510" y="82379"/>
                    <a:pt x="266510" y="82308"/>
                    <a:pt x="266510" y="82249"/>
                  </a:cubicBezTo>
                  <a:cubicBezTo>
                    <a:pt x="257306" y="84773"/>
                    <a:pt x="244079" y="87023"/>
                    <a:pt x="227898" y="88833"/>
                  </a:cubicBezTo>
                  <a:cubicBezTo>
                    <a:pt x="228208" y="83880"/>
                    <a:pt x="228362" y="78867"/>
                    <a:pt x="228362" y="73831"/>
                  </a:cubicBezTo>
                  <a:cubicBezTo>
                    <a:pt x="228362" y="68794"/>
                    <a:pt x="228208" y="63782"/>
                    <a:pt x="227898" y="58829"/>
                  </a:cubicBezTo>
                  <a:lnTo>
                    <a:pt x="227898" y="58829"/>
                  </a:lnTo>
                  <a:cubicBezTo>
                    <a:pt x="244519" y="60698"/>
                    <a:pt x="258009" y="63008"/>
                    <a:pt x="267248" y="65627"/>
                  </a:cubicBezTo>
                  <a:cubicBezTo>
                    <a:pt x="267248" y="65556"/>
                    <a:pt x="267260" y="65496"/>
                    <a:pt x="267260" y="65425"/>
                  </a:cubicBezTo>
                  <a:cubicBezTo>
                    <a:pt x="259711" y="63282"/>
                    <a:pt x="249210" y="61317"/>
                    <a:pt x="236018" y="59603"/>
                  </a:cubicBezTo>
                  <a:cubicBezTo>
                    <a:pt x="233387" y="59270"/>
                    <a:pt x="230672" y="58936"/>
                    <a:pt x="227886" y="58627"/>
                  </a:cubicBezTo>
                  <a:cubicBezTo>
                    <a:pt x="227267" y="48899"/>
                    <a:pt x="226041" y="39374"/>
                    <a:pt x="224267" y="30135"/>
                  </a:cubicBezTo>
                  <a:lnTo>
                    <a:pt x="224267" y="30135"/>
                  </a:lnTo>
                  <a:cubicBezTo>
                    <a:pt x="243650" y="35945"/>
                    <a:pt x="259116" y="43446"/>
                    <a:pt x="268963" y="52019"/>
                  </a:cubicBezTo>
                  <a:cubicBezTo>
                    <a:pt x="268986" y="51864"/>
                    <a:pt x="269010" y="51709"/>
                    <a:pt x="269046" y="51566"/>
                  </a:cubicBezTo>
                  <a:cubicBezTo>
                    <a:pt x="261390" y="44946"/>
                    <a:pt x="250294" y="38886"/>
                    <a:pt x="236066" y="33659"/>
                  </a:cubicBezTo>
                  <a:cubicBezTo>
                    <a:pt x="232268" y="32266"/>
                    <a:pt x="228291" y="30945"/>
                    <a:pt x="224183" y="29718"/>
                  </a:cubicBezTo>
                  <a:cubicBezTo>
                    <a:pt x="222338" y="20277"/>
                    <a:pt x="219909" y="11133"/>
                    <a:pt x="216908" y="2417"/>
                  </a:cubicBezTo>
                  <a:cubicBezTo>
                    <a:pt x="216766" y="2513"/>
                    <a:pt x="216635" y="2620"/>
                    <a:pt x="216504" y="2715"/>
                  </a:cubicBezTo>
                  <a:cubicBezTo>
                    <a:pt x="219456" y="11299"/>
                    <a:pt x="221850" y="20277"/>
                    <a:pt x="223671" y="29563"/>
                  </a:cubicBezTo>
                  <a:cubicBezTo>
                    <a:pt x="210551" y="25682"/>
                    <a:pt x="195953" y="22646"/>
                    <a:pt x="180368" y="20539"/>
                  </a:cubicBezTo>
                  <a:cubicBezTo>
                    <a:pt x="179416" y="13490"/>
                    <a:pt x="178273" y="6644"/>
                    <a:pt x="176951" y="36"/>
                  </a:cubicBezTo>
                  <a:cubicBezTo>
                    <a:pt x="176820" y="24"/>
                    <a:pt x="176689" y="12"/>
                    <a:pt x="176558" y="0"/>
                  </a:cubicBezTo>
                  <a:close/>
                </a:path>
              </a:pathLst>
            </a:custGeom>
            <a:solidFill>
              <a:srgbClr val="E3C98E">
                <a:alpha val="246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57" name="Google Shape;1357;p7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358" name="Google Shape;1358;p75"/>
          <p:cNvSpPr txBox="1"/>
          <p:nvPr>
            <p:ph idx="1" type="subTitle"/>
          </p:nvPr>
        </p:nvSpPr>
        <p:spPr>
          <a:xfrm>
            <a:off x="720000" y="1437025"/>
            <a:ext cx="3852000" cy="26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59" name="Google Shape;1359;p75"/>
          <p:cNvSpPr txBox="1"/>
          <p:nvPr>
            <p:ph idx="2" type="subTitle"/>
          </p:nvPr>
        </p:nvSpPr>
        <p:spPr>
          <a:xfrm>
            <a:off x="4689950" y="1437025"/>
            <a:ext cx="3740700" cy="26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Char char="●"/>
              <a:defRPr b="0" sz="1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1360" name="Google Shape;1360;p75"/>
          <p:cNvGrpSpPr/>
          <p:nvPr/>
        </p:nvGrpSpPr>
        <p:grpSpPr>
          <a:xfrm>
            <a:off x="7412358" y="3892323"/>
            <a:ext cx="1448589" cy="1096968"/>
            <a:chOff x="134483" y="3809523"/>
            <a:chExt cx="1448589" cy="1096968"/>
          </a:xfrm>
        </p:grpSpPr>
        <p:sp>
          <p:nvSpPr>
            <p:cNvPr id="1361" name="Google Shape;1361;p75"/>
            <p:cNvSpPr/>
            <p:nvPr/>
          </p:nvSpPr>
          <p:spPr>
            <a:xfrm>
              <a:off x="503887" y="4792749"/>
              <a:ext cx="709800" cy="54900"/>
            </a:xfrm>
            <a:prstGeom prst="ellipse">
              <a:avLst/>
            </a:prstGeom>
            <a:solidFill>
              <a:srgbClr val="033342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62" name="Google Shape;1362;p75"/>
            <p:cNvGrpSpPr/>
            <p:nvPr/>
          </p:nvGrpSpPr>
          <p:grpSpPr>
            <a:xfrm>
              <a:off x="134483" y="3809523"/>
              <a:ext cx="1448589" cy="1096968"/>
              <a:chOff x="3321225" y="6290500"/>
              <a:chExt cx="645050" cy="488475"/>
            </a:xfrm>
          </p:grpSpPr>
          <p:sp>
            <p:nvSpPr>
              <p:cNvPr id="1363" name="Google Shape;1363;p75"/>
              <p:cNvSpPr/>
              <p:nvPr/>
            </p:nvSpPr>
            <p:spPr>
              <a:xfrm>
                <a:off x="3321225" y="6290500"/>
                <a:ext cx="645050" cy="488475"/>
              </a:xfrm>
              <a:custGeom>
                <a:rect b="b" l="l" r="r" t="t"/>
                <a:pathLst>
                  <a:path extrusionOk="0" h="19539" w="25802">
                    <a:moveTo>
                      <a:pt x="16824" y="0"/>
                    </a:moveTo>
                    <a:lnTo>
                      <a:pt x="11752" y="5001"/>
                    </a:lnTo>
                    <a:lnTo>
                      <a:pt x="4883" y="2405"/>
                    </a:lnTo>
                    <a:lnTo>
                      <a:pt x="1" y="6513"/>
                    </a:lnTo>
                    <a:lnTo>
                      <a:pt x="3859" y="19538"/>
                    </a:lnTo>
                    <a:lnTo>
                      <a:pt x="9050" y="15919"/>
                    </a:lnTo>
                    <a:lnTo>
                      <a:pt x="15681" y="18264"/>
                    </a:lnTo>
                    <a:lnTo>
                      <a:pt x="19896" y="14050"/>
                    </a:lnTo>
                    <a:lnTo>
                      <a:pt x="25802" y="16038"/>
                    </a:lnTo>
                    <a:lnTo>
                      <a:pt x="23337" y="1751"/>
                    </a:lnTo>
                    <a:lnTo>
                      <a:pt x="1682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4" name="Google Shape;1364;p75"/>
              <p:cNvSpPr/>
              <p:nvPr/>
            </p:nvSpPr>
            <p:spPr>
              <a:xfrm>
                <a:off x="3356350" y="6321150"/>
                <a:ext cx="591775" cy="436100"/>
              </a:xfrm>
              <a:custGeom>
                <a:rect b="b" l="l" r="r" t="t"/>
                <a:pathLst>
                  <a:path extrusionOk="0" h="17444" w="23671">
                    <a:moveTo>
                      <a:pt x="14872" y="1"/>
                    </a:moveTo>
                    <a:lnTo>
                      <a:pt x="10383" y="4263"/>
                    </a:lnTo>
                    <a:lnTo>
                      <a:pt x="9585" y="3977"/>
                    </a:lnTo>
                    <a:lnTo>
                      <a:pt x="5002" y="4858"/>
                    </a:lnTo>
                    <a:lnTo>
                      <a:pt x="4347" y="4358"/>
                    </a:lnTo>
                    <a:lnTo>
                      <a:pt x="1" y="7918"/>
                    </a:lnTo>
                    <a:lnTo>
                      <a:pt x="2823" y="17443"/>
                    </a:lnTo>
                    <a:lnTo>
                      <a:pt x="7454" y="14002"/>
                    </a:lnTo>
                    <a:lnTo>
                      <a:pt x="9121" y="14657"/>
                    </a:lnTo>
                    <a:lnTo>
                      <a:pt x="18229" y="12455"/>
                    </a:lnTo>
                    <a:lnTo>
                      <a:pt x="18396" y="12276"/>
                    </a:lnTo>
                    <a:lnTo>
                      <a:pt x="23671" y="13693"/>
                    </a:lnTo>
                    <a:lnTo>
                      <a:pt x="22658" y="8025"/>
                    </a:lnTo>
                    <a:cubicBezTo>
                      <a:pt x="22635" y="8014"/>
                      <a:pt x="22599" y="8002"/>
                      <a:pt x="22575" y="7990"/>
                    </a:cubicBezTo>
                    <a:lnTo>
                      <a:pt x="20623" y="2346"/>
                    </a:lnTo>
                    <a:lnTo>
                      <a:pt x="16646" y="1263"/>
                    </a:lnTo>
                    <a:lnTo>
                      <a:pt x="1487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5" name="Google Shape;1365;p75"/>
              <p:cNvSpPr/>
              <p:nvPr/>
            </p:nvSpPr>
            <p:spPr>
              <a:xfrm>
                <a:off x="3584375" y="6505575"/>
                <a:ext cx="229800" cy="230525"/>
              </a:xfrm>
              <a:custGeom>
                <a:rect b="b" l="l" r="r" t="t"/>
                <a:pathLst>
                  <a:path extrusionOk="0" h="9221" w="9192">
                    <a:moveTo>
                      <a:pt x="5374" y="1"/>
                    </a:moveTo>
                    <a:cubicBezTo>
                      <a:pt x="4795" y="1"/>
                      <a:pt x="4238" y="65"/>
                      <a:pt x="3786" y="160"/>
                    </a:cubicBezTo>
                    <a:cubicBezTo>
                      <a:pt x="2739" y="375"/>
                      <a:pt x="1322" y="827"/>
                      <a:pt x="834" y="1887"/>
                    </a:cubicBezTo>
                    <a:cubicBezTo>
                      <a:pt x="536" y="2482"/>
                      <a:pt x="476" y="3089"/>
                      <a:pt x="1226" y="3184"/>
                    </a:cubicBezTo>
                    <a:cubicBezTo>
                      <a:pt x="1281" y="3190"/>
                      <a:pt x="1338" y="3192"/>
                      <a:pt x="1398" y="3192"/>
                    </a:cubicBezTo>
                    <a:cubicBezTo>
                      <a:pt x="1665" y="3192"/>
                      <a:pt x="1977" y="3145"/>
                      <a:pt x="2275" y="3145"/>
                    </a:cubicBezTo>
                    <a:cubicBezTo>
                      <a:pt x="2605" y="3145"/>
                      <a:pt x="2916" y="3203"/>
                      <a:pt x="3131" y="3446"/>
                    </a:cubicBezTo>
                    <a:cubicBezTo>
                      <a:pt x="3524" y="3899"/>
                      <a:pt x="3131" y="4804"/>
                      <a:pt x="2703" y="5113"/>
                    </a:cubicBezTo>
                    <a:cubicBezTo>
                      <a:pt x="2498" y="5269"/>
                      <a:pt x="2307" y="5338"/>
                      <a:pt x="2133" y="5338"/>
                    </a:cubicBezTo>
                    <a:cubicBezTo>
                      <a:pt x="1802" y="5338"/>
                      <a:pt x="1538" y="5083"/>
                      <a:pt x="1381" y="4685"/>
                    </a:cubicBezTo>
                    <a:cubicBezTo>
                      <a:pt x="1278" y="4376"/>
                      <a:pt x="1183" y="4154"/>
                      <a:pt x="1087" y="4154"/>
                    </a:cubicBezTo>
                    <a:cubicBezTo>
                      <a:pt x="1016" y="4154"/>
                      <a:pt x="945" y="4273"/>
                      <a:pt x="869" y="4566"/>
                    </a:cubicBezTo>
                    <a:cubicBezTo>
                      <a:pt x="667" y="5292"/>
                      <a:pt x="488" y="6471"/>
                      <a:pt x="0" y="7268"/>
                    </a:cubicBezTo>
                    <a:lnTo>
                      <a:pt x="5001" y="9221"/>
                    </a:lnTo>
                    <a:lnTo>
                      <a:pt x="9108" y="5078"/>
                    </a:lnTo>
                    <a:cubicBezTo>
                      <a:pt x="9120" y="4947"/>
                      <a:pt x="9120" y="4816"/>
                      <a:pt x="9132" y="4685"/>
                    </a:cubicBezTo>
                    <a:cubicBezTo>
                      <a:pt x="9156" y="3637"/>
                      <a:pt x="9192" y="2161"/>
                      <a:pt x="8561" y="1220"/>
                    </a:cubicBezTo>
                    <a:cubicBezTo>
                      <a:pt x="7944" y="296"/>
                      <a:pt x="6610" y="1"/>
                      <a:pt x="537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6" name="Google Shape;1366;p75"/>
              <p:cNvSpPr/>
              <p:nvPr/>
            </p:nvSpPr>
            <p:spPr>
              <a:xfrm>
                <a:off x="3338200" y="6368175"/>
                <a:ext cx="257800" cy="298275"/>
              </a:xfrm>
              <a:custGeom>
                <a:rect b="b" l="l" r="r" t="t"/>
                <a:pathLst>
                  <a:path extrusionOk="0" h="11931" w="10312">
                    <a:moveTo>
                      <a:pt x="4251" y="1"/>
                    </a:moveTo>
                    <a:lnTo>
                      <a:pt x="1" y="3573"/>
                    </a:lnTo>
                    <a:lnTo>
                      <a:pt x="727" y="6037"/>
                    </a:lnTo>
                    <a:cubicBezTo>
                      <a:pt x="1040" y="5956"/>
                      <a:pt x="1370" y="5911"/>
                      <a:pt x="1681" y="5911"/>
                    </a:cubicBezTo>
                    <a:cubicBezTo>
                      <a:pt x="2279" y="5911"/>
                      <a:pt x="2805" y="6078"/>
                      <a:pt x="3001" y="6478"/>
                    </a:cubicBezTo>
                    <a:cubicBezTo>
                      <a:pt x="3144" y="6775"/>
                      <a:pt x="2787" y="7895"/>
                      <a:pt x="3120" y="8038"/>
                    </a:cubicBezTo>
                    <a:cubicBezTo>
                      <a:pt x="3149" y="8055"/>
                      <a:pt x="3177" y="8063"/>
                      <a:pt x="3203" y="8063"/>
                    </a:cubicBezTo>
                    <a:cubicBezTo>
                      <a:pt x="3554" y="8063"/>
                      <a:pt x="3669" y="6607"/>
                      <a:pt x="3692" y="6418"/>
                    </a:cubicBezTo>
                    <a:cubicBezTo>
                      <a:pt x="3870" y="5537"/>
                      <a:pt x="4263" y="4728"/>
                      <a:pt x="5204" y="4489"/>
                    </a:cubicBezTo>
                    <a:cubicBezTo>
                      <a:pt x="5357" y="4448"/>
                      <a:pt x="5534" y="4424"/>
                      <a:pt x="5716" y="4424"/>
                    </a:cubicBezTo>
                    <a:cubicBezTo>
                      <a:pt x="6213" y="4424"/>
                      <a:pt x="6744" y="4599"/>
                      <a:pt x="6918" y="5061"/>
                    </a:cubicBezTo>
                    <a:cubicBezTo>
                      <a:pt x="7156" y="5728"/>
                      <a:pt x="6311" y="6323"/>
                      <a:pt x="5954" y="6775"/>
                    </a:cubicBezTo>
                    <a:cubicBezTo>
                      <a:pt x="5287" y="7502"/>
                      <a:pt x="4596" y="8526"/>
                      <a:pt x="4299" y="9466"/>
                    </a:cubicBezTo>
                    <a:cubicBezTo>
                      <a:pt x="3852" y="10818"/>
                      <a:pt x="4532" y="11931"/>
                      <a:pt x="5736" y="11931"/>
                    </a:cubicBezTo>
                    <a:cubicBezTo>
                      <a:pt x="6007" y="11931"/>
                      <a:pt x="6304" y="11875"/>
                      <a:pt x="6620" y="11752"/>
                    </a:cubicBezTo>
                    <a:cubicBezTo>
                      <a:pt x="8371" y="11086"/>
                      <a:pt x="8275" y="9192"/>
                      <a:pt x="8275" y="7597"/>
                    </a:cubicBezTo>
                    <a:cubicBezTo>
                      <a:pt x="8275" y="6752"/>
                      <a:pt x="8240" y="5906"/>
                      <a:pt x="8549" y="5120"/>
                    </a:cubicBezTo>
                    <a:cubicBezTo>
                      <a:pt x="8823" y="4430"/>
                      <a:pt x="9359" y="3942"/>
                      <a:pt x="9752" y="3311"/>
                    </a:cubicBezTo>
                    <a:cubicBezTo>
                      <a:pt x="10002" y="2930"/>
                      <a:pt x="10180" y="2513"/>
                      <a:pt x="10311" y="2096"/>
                    </a:cubicBezTo>
                    <a:lnTo>
                      <a:pt x="425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7" name="Google Shape;1367;p75"/>
              <p:cNvSpPr/>
              <p:nvPr/>
            </p:nvSpPr>
            <p:spPr>
              <a:xfrm>
                <a:off x="3682900" y="6303300"/>
                <a:ext cx="239925" cy="227075"/>
              </a:xfrm>
              <a:custGeom>
                <a:rect b="b" l="l" r="r" t="t"/>
                <a:pathLst>
                  <a:path extrusionOk="0" h="9083" w="9597">
                    <a:moveTo>
                      <a:pt x="2572" y="0"/>
                    </a:moveTo>
                    <a:lnTo>
                      <a:pt x="1810" y="715"/>
                    </a:lnTo>
                    <a:cubicBezTo>
                      <a:pt x="1774" y="917"/>
                      <a:pt x="1643" y="1108"/>
                      <a:pt x="1453" y="1358"/>
                    </a:cubicBezTo>
                    <a:cubicBezTo>
                      <a:pt x="822" y="2131"/>
                      <a:pt x="0" y="3072"/>
                      <a:pt x="1000" y="3917"/>
                    </a:cubicBezTo>
                    <a:cubicBezTo>
                      <a:pt x="1417" y="4282"/>
                      <a:pt x="1934" y="4464"/>
                      <a:pt x="2479" y="4464"/>
                    </a:cubicBezTo>
                    <a:cubicBezTo>
                      <a:pt x="2557" y="4464"/>
                      <a:pt x="2636" y="4461"/>
                      <a:pt x="2715" y="4453"/>
                    </a:cubicBezTo>
                    <a:cubicBezTo>
                      <a:pt x="3596" y="4370"/>
                      <a:pt x="3322" y="4036"/>
                      <a:pt x="3500" y="3405"/>
                    </a:cubicBezTo>
                    <a:cubicBezTo>
                      <a:pt x="3620" y="3024"/>
                      <a:pt x="3940" y="2934"/>
                      <a:pt x="4295" y="2934"/>
                    </a:cubicBezTo>
                    <a:cubicBezTo>
                      <a:pt x="4473" y="2934"/>
                      <a:pt x="4659" y="2957"/>
                      <a:pt x="4834" y="2977"/>
                    </a:cubicBezTo>
                    <a:cubicBezTo>
                      <a:pt x="5429" y="3096"/>
                      <a:pt x="5977" y="3167"/>
                      <a:pt x="5798" y="3822"/>
                    </a:cubicBezTo>
                    <a:cubicBezTo>
                      <a:pt x="5548" y="4763"/>
                      <a:pt x="5036" y="5632"/>
                      <a:pt x="4739" y="6537"/>
                    </a:cubicBezTo>
                    <a:cubicBezTo>
                      <a:pt x="4251" y="7894"/>
                      <a:pt x="5036" y="8442"/>
                      <a:pt x="6215" y="8894"/>
                    </a:cubicBezTo>
                    <a:cubicBezTo>
                      <a:pt x="6455" y="8970"/>
                      <a:pt x="6796" y="9083"/>
                      <a:pt x="7092" y="9083"/>
                    </a:cubicBezTo>
                    <a:cubicBezTo>
                      <a:pt x="7353" y="9083"/>
                      <a:pt x="7578" y="8995"/>
                      <a:pt x="7668" y="8716"/>
                    </a:cubicBezTo>
                    <a:cubicBezTo>
                      <a:pt x="7811" y="8323"/>
                      <a:pt x="7394" y="7715"/>
                      <a:pt x="7215" y="7382"/>
                    </a:cubicBezTo>
                    <a:cubicBezTo>
                      <a:pt x="6903" y="6791"/>
                      <a:pt x="6215" y="5011"/>
                      <a:pt x="7419" y="5011"/>
                    </a:cubicBezTo>
                    <a:cubicBezTo>
                      <a:pt x="7500" y="5011"/>
                      <a:pt x="7591" y="5019"/>
                      <a:pt x="7691" y="5037"/>
                    </a:cubicBezTo>
                    <a:cubicBezTo>
                      <a:pt x="8596" y="5179"/>
                      <a:pt x="7632" y="6965"/>
                      <a:pt x="8120" y="7656"/>
                    </a:cubicBezTo>
                    <a:cubicBezTo>
                      <a:pt x="8501" y="8192"/>
                      <a:pt x="9013" y="8537"/>
                      <a:pt x="9596" y="8739"/>
                    </a:cubicBezTo>
                    <a:lnTo>
                      <a:pt x="8323" y="1655"/>
                    </a:lnTo>
                    <a:lnTo>
                      <a:pt x="257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8" name="Google Shape;1368;p75"/>
              <p:cNvSpPr/>
              <p:nvPr/>
            </p:nvSpPr>
            <p:spPr>
              <a:xfrm>
                <a:off x="3355475" y="6296150"/>
                <a:ext cx="581050" cy="443825"/>
              </a:xfrm>
              <a:custGeom>
                <a:rect b="b" l="l" r="r" t="t"/>
                <a:pathLst>
                  <a:path extrusionOk="0" h="17753" w="23242">
                    <a:moveTo>
                      <a:pt x="16371" y="3775"/>
                    </a:moveTo>
                    <a:lnTo>
                      <a:pt x="17538" y="9156"/>
                    </a:lnTo>
                    <a:lnTo>
                      <a:pt x="12752" y="12716"/>
                    </a:lnTo>
                    <a:lnTo>
                      <a:pt x="11263" y="7692"/>
                    </a:lnTo>
                    <a:lnTo>
                      <a:pt x="16371" y="3775"/>
                    </a:lnTo>
                    <a:close/>
                    <a:moveTo>
                      <a:pt x="4703" y="6097"/>
                    </a:moveTo>
                    <a:lnTo>
                      <a:pt x="11144" y="7716"/>
                    </a:lnTo>
                    <a:lnTo>
                      <a:pt x="12633" y="12728"/>
                    </a:lnTo>
                    <a:lnTo>
                      <a:pt x="12633" y="12728"/>
                    </a:lnTo>
                    <a:lnTo>
                      <a:pt x="6299" y="11061"/>
                    </a:lnTo>
                    <a:lnTo>
                      <a:pt x="4703" y="6097"/>
                    </a:lnTo>
                    <a:close/>
                    <a:moveTo>
                      <a:pt x="15669" y="1"/>
                    </a:moveTo>
                    <a:lnTo>
                      <a:pt x="15550" y="24"/>
                    </a:lnTo>
                    <a:lnTo>
                      <a:pt x="16347" y="3644"/>
                    </a:lnTo>
                    <a:lnTo>
                      <a:pt x="11228" y="7573"/>
                    </a:lnTo>
                    <a:lnTo>
                      <a:pt x="10442" y="4954"/>
                    </a:lnTo>
                    <a:lnTo>
                      <a:pt x="10335" y="4989"/>
                    </a:lnTo>
                    <a:lnTo>
                      <a:pt x="11097" y="7585"/>
                    </a:lnTo>
                    <a:lnTo>
                      <a:pt x="4656" y="5966"/>
                    </a:lnTo>
                    <a:lnTo>
                      <a:pt x="3584" y="2620"/>
                    </a:lnTo>
                    <a:lnTo>
                      <a:pt x="3477" y="2668"/>
                    </a:lnTo>
                    <a:lnTo>
                      <a:pt x="4548" y="5989"/>
                    </a:lnTo>
                    <a:lnTo>
                      <a:pt x="0" y="9776"/>
                    </a:lnTo>
                    <a:lnTo>
                      <a:pt x="72" y="9871"/>
                    </a:lnTo>
                    <a:lnTo>
                      <a:pt x="4584" y="6120"/>
                    </a:lnTo>
                    <a:lnTo>
                      <a:pt x="6180" y="11085"/>
                    </a:lnTo>
                    <a:lnTo>
                      <a:pt x="1369" y="14478"/>
                    </a:lnTo>
                    <a:lnTo>
                      <a:pt x="1441" y="14586"/>
                    </a:lnTo>
                    <a:lnTo>
                      <a:pt x="6215" y="11204"/>
                    </a:lnTo>
                    <a:lnTo>
                      <a:pt x="7561" y="15383"/>
                    </a:lnTo>
                    <a:lnTo>
                      <a:pt x="7668" y="15348"/>
                    </a:lnTo>
                    <a:lnTo>
                      <a:pt x="6334" y="11192"/>
                    </a:lnTo>
                    <a:lnTo>
                      <a:pt x="12668" y="12871"/>
                    </a:lnTo>
                    <a:lnTo>
                      <a:pt x="14133" y="17753"/>
                    </a:lnTo>
                    <a:lnTo>
                      <a:pt x="14240" y="17729"/>
                    </a:lnTo>
                    <a:lnTo>
                      <a:pt x="12787" y="12847"/>
                    </a:lnTo>
                    <a:lnTo>
                      <a:pt x="17574" y="9287"/>
                    </a:lnTo>
                    <a:lnTo>
                      <a:pt x="18514" y="13586"/>
                    </a:lnTo>
                    <a:lnTo>
                      <a:pt x="18622" y="13562"/>
                    </a:lnTo>
                    <a:lnTo>
                      <a:pt x="17693" y="9264"/>
                    </a:lnTo>
                    <a:lnTo>
                      <a:pt x="17693" y="9264"/>
                    </a:lnTo>
                    <a:lnTo>
                      <a:pt x="23217" y="10442"/>
                    </a:lnTo>
                    <a:lnTo>
                      <a:pt x="23241" y="10323"/>
                    </a:lnTo>
                    <a:lnTo>
                      <a:pt x="17657" y="9133"/>
                    </a:lnTo>
                    <a:lnTo>
                      <a:pt x="16490" y="3739"/>
                    </a:lnTo>
                    <a:lnTo>
                      <a:pt x="22158" y="4656"/>
                    </a:lnTo>
                    <a:lnTo>
                      <a:pt x="22182" y="4537"/>
                    </a:lnTo>
                    <a:lnTo>
                      <a:pt x="16467" y="3620"/>
                    </a:lnTo>
                    <a:lnTo>
                      <a:pt x="1566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9" name="Google Shape;1369;p75"/>
              <p:cNvSpPr/>
              <p:nvPr/>
            </p:nvSpPr>
            <p:spPr>
              <a:xfrm>
                <a:off x="3355475" y="6475250"/>
                <a:ext cx="31875" cy="26900"/>
              </a:xfrm>
              <a:custGeom>
                <a:rect b="b" l="l" r="r" t="t"/>
                <a:pathLst>
                  <a:path extrusionOk="0" h="1076" w="1275">
                    <a:moveTo>
                      <a:pt x="705" y="128"/>
                    </a:moveTo>
                    <a:cubicBezTo>
                      <a:pt x="755" y="128"/>
                      <a:pt x="805" y="162"/>
                      <a:pt x="834" y="218"/>
                    </a:cubicBezTo>
                    <a:cubicBezTo>
                      <a:pt x="869" y="290"/>
                      <a:pt x="857" y="361"/>
                      <a:pt x="810" y="397"/>
                    </a:cubicBezTo>
                    <a:cubicBezTo>
                      <a:pt x="800" y="402"/>
                      <a:pt x="789" y="404"/>
                      <a:pt x="777" y="404"/>
                    </a:cubicBezTo>
                    <a:cubicBezTo>
                      <a:pt x="733" y="404"/>
                      <a:pt x="681" y="370"/>
                      <a:pt x="643" y="314"/>
                    </a:cubicBezTo>
                    <a:cubicBezTo>
                      <a:pt x="607" y="242"/>
                      <a:pt x="619" y="171"/>
                      <a:pt x="667" y="135"/>
                    </a:cubicBezTo>
                    <a:cubicBezTo>
                      <a:pt x="679" y="130"/>
                      <a:pt x="692" y="128"/>
                      <a:pt x="705" y="128"/>
                    </a:cubicBezTo>
                    <a:close/>
                    <a:moveTo>
                      <a:pt x="827" y="1"/>
                    </a:moveTo>
                    <a:cubicBezTo>
                      <a:pt x="767" y="1"/>
                      <a:pt x="694" y="20"/>
                      <a:pt x="607" y="64"/>
                    </a:cubicBezTo>
                    <a:cubicBezTo>
                      <a:pt x="0" y="361"/>
                      <a:pt x="1024" y="1076"/>
                      <a:pt x="1024" y="1076"/>
                    </a:cubicBezTo>
                    <a:cubicBezTo>
                      <a:pt x="1024" y="1076"/>
                      <a:pt x="1274" y="1"/>
                      <a:pt x="82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0" name="Google Shape;1370;p75"/>
              <p:cNvSpPr/>
              <p:nvPr/>
            </p:nvSpPr>
            <p:spPr>
              <a:xfrm>
                <a:off x="3832025" y="6493900"/>
                <a:ext cx="34775" cy="27300"/>
              </a:xfrm>
              <a:custGeom>
                <a:rect b="b" l="l" r="r" t="t"/>
                <a:pathLst>
                  <a:path extrusionOk="0" h="1092" w="1391">
                    <a:moveTo>
                      <a:pt x="730" y="102"/>
                    </a:moveTo>
                    <a:cubicBezTo>
                      <a:pt x="776" y="102"/>
                      <a:pt x="835" y="148"/>
                      <a:pt x="845" y="222"/>
                    </a:cubicBezTo>
                    <a:cubicBezTo>
                      <a:pt x="869" y="294"/>
                      <a:pt x="845" y="377"/>
                      <a:pt x="786" y="389"/>
                    </a:cubicBezTo>
                    <a:cubicBezTo>
                      <a:pt x="780" y="390"/>
                      <a:pt x="774" y="391"/>
                      <a:pt x="768" y="391"/>
                    </a:cubicBezTo>
                    <a:cubicBezTo>
                      <a:pt x="715" y="391"/>
                      <a:pt x="664" y="345"/>
                      <a:pt x="643" y="270"/>
                    </a:cubicBezTo>
                    <a:cubicBezTo>
                      <a:pt x="631" y="199"/>
                      <a:pt x="655" y="127"/>
                      <a:pt x="714" y="103"/>
                    </a:cubicBezTo>
                    <a:cubicBezTo>
                      <a:pt x="719" y="102"/>
                      <a:pt x="724" y="102"/>
                      <a:pt x="730" y="102"/>
                    </a:cubicBezTo>
                    <a:close/>
                    <a:moveTo>
                      <a:pt x="817" y="0"/>
                    </a:moveTo>
                    <a:cubicBezTo>
                      <a:pt x="773" y="0"/>
                      <a:pt x="724" y="7"/>
                      <a:pt x="667" y="20"/>
                    </a:cubicBezTo>
                    <a:cubicBezTo>
                      <a:pt x="0" y="175"/>
                      <a:pt x="845" y="1092"/>
                      <a:pt x="845" y="1092"/>
                    </a:cubicBezTo>
                    <a:cubicBezTo>
                      <a:pt x="845" y="1092"/>
                      <a:pt x="1391" y="0"/>
                      <a:pt x="81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1" name="Google Shape;1371;p75"/>
              <p:cNvSpPr/>
              <p:nvPr/>
            </p:nvSpPr>
            <p:spPr>
              <a:xfrm>
                <a:off x="3704925" y="6362225"/>
                <a:ext cx="31900" cy="26825"/>
              </a:xfrm>
              <a:custGeom>
                <a:rect b="b" l="l" r="r" t="t"/>
                <a:pathLst>
                  <a:path extrusionOk="0" h="1073" w="1276">
                    <a:moveTo>
                      <a:pt x="716" y="130"/>
                    </a:moveTo>
                    <a:cubicBezTo>
                      <a:pt x="762" y="130"/>
                      <a:pt x="807" y="163"/>
                      <a:pt x="834" y="215"/>
                    </a:cubicBezTo>
                    <a:cubicBezTo>
                      <a:pt x="869" y="286"/>
                      <a:pt x="857" y="370"/>
                      <a:pt x="810" y="394"/>
                    </a:cubicBezTo>
                    <a:cubicBezTo>
                      <a:pt x="800" y="399"/>
                      <a:pt x="788" y="401"/>
                      <a:pt x="777" y="401"/>
                    </a:cubicBezTo>
                    <a:cubicBezTo>
                      <a:pt x="733" y="401"/>
                      <a:pt x="683" y="369"/>
                      <a:pt x="655" y="322"/>
                    </a:cubicBezTo>
                    <a:cubicBezTo>
                      <a:pt x="607" y="251"/>
                      <a:pt x="619" y="167"/>
                      <a:pt x="667" y="144"/>
                    </a:cubicBezTo>
                    <a:cubicBezTo>
                      <a:pt x="683" y="134"/>
                      <a:pt x="700" y="130"/>
                      <a:pt x="716" y="130"/>
                    </a:cubicBezTo>
                    <a:close/>
                    <a:moveTo>
                      <a:pt x="823" y="1"/>
                    </a:moveTo>
                    <a:cubicBezTo>
                      <a:pt x="764" y="1"/>
                      <a:pt x="692" y="19"/>
                      <a:pt x="607" y="60"/>
                    </a:cubicBezTo>
                    <a:cubicBezTo>
                      <a:pt x="0" y="370"/>
                      <a:pt x="1024" y="1072"/>
                      <a:pt x="1024" y="1072"/>
                    </a:cubicBezTo>
                    <a:cubicBezTo>
                      <a:pt x="1024" y="1072"/>
                      <a:pt x="1276" y="1"/>
                      <a:pt x="82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2" name="Google Shape;1372;p75"/>
              <p:cNvSpPr/>
              <p:nvPr/>
            </p:nvSpPr>
            <p:spPr>
              <a:xfrm>
                <a:off x="3476025" y="6620825"/>
                <a:ext cx="31875" cy="26875"/>
              </a:xfrm>
              <a:custGeom>
                <a:rect b="b" l="l" r="r" t="t"/>
                <a:pathLst>
                  <a:path extrusionOk="0" h="1075" w="1275">
                    <a:moveTo>
                      <a:pt x="709" y="132"/>
                    </a:moveTo>
                    <a:cubicBezTo>
                      <a:pt x="751" y="132"/>
                      <a:pt x="799" y="165"/>
                      <a:pt x="834" y="218"/>
                    </a:cubicBezTo>
                    <a:cubicBezTo>
                      <a:pt x="869" y="289"/>
                      <a:pt x="857" y="360"/>
                      <a:pt x="810" y="396"/>
                    </a:cubicBezTo>
                    <a:cubicBezTo>
                      <a:pt x="797" y="401"/>
                      <a:pt x="784" y="403"/>
                      <a:pt x="771" y="403"/>
                    </a:cubicBezTo>
                    <a:cubicBezTo>
                      <a:pt x="722" y="403"/>
                      <a:pt x="671" y="369"/>
                      <a:pt x="643" y="313"/>
                    </a:cubicBezTo>
                    <a:cubicBezTo>
                      <a:pt x="607" y="241"/>
                      <a:pt x="619" y="170"/>
                      <a:pt x="667" y="146"/>
                    </a:cubicBezTo>
                    <a:cubicBezTo>
                      <a:pt x="680" y="137"/>
                      <a:pt x="694" y="132"/>
                      <a:pt x="709" y="132"/>
                    </a:cubicBezTo>
                    <a:close/>
                    <a:moveTo>
                      <a:pt x="827" y="0"/>
                    </a:moveTo>
                    <a:cubicBezTo>
                      <a:pt x="767" y="0"/>
                      <a:pt x="694" y="19"/>
                      <a:pt x="607" y="63"/>
                    </a:cubicBezTo>
                    <a:cubicBezTo>
                      <a:pt x="0" y="360"/>
                      <a:pt x="1024" y="1075"/>
                      <a:pt x="1024" y="1075"/>
                    </a:cubicBezTo>
                    <a:cubicBezTo>
                      <a:pt x="1024" y="1075"/>
                      <a:pt x="1274" y="0"/>
                      <a:pt x="8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3" name="Google Shape;1373;p75"/>
              <p:cNvSpPr/>
              <p:nvPr/>
            </p:nvSpPr>
            <p:spPr>
              <a:xfrm>
                <a:off x="3753425" y="6627150"/>
                <a:ext cx="35050" cy="27400"/>
              </a:xfrm>
              <a:custGeom>
                <a:rect b="b" l="l" r="r" t="t"/>
                <a:pathLst>
                  <a:path extrusionOk="0" h="1096" w="1402">
                    <a:moveTo>
                      <a:pt x="721" y="106"/>
                    </a:moveTo>
                    <a:cubicBezTo>
                      <a:pt x="774" y="106"/>
                      <a:pt x="824" y="152"/>
                      <a:pt x="834" y="226"/>
                    </a:cubicBezTo>
                    <a:cubicBezTo>
                      <a:pt x="846" y="298"/>
                      <a:pt x="822" y="381"/>
                      <a:pt x="763" y="393"/>
                    </a:cubicBezTo>
                    <a:cubicBezTo>
                      <a:pt x="703" y="393"/>
                      <a:pt x="644" y="346"/>
                      <a:pt x="632" y="262"/>
                    </a:cubicBezTo>
                    <a:cubicBezTo>
                      <a:pt x="620" y="191"/>
                      <a:pt x="644" y="119"/>
                      <a:pt x="703" y="107"/>
                    </a:cubicBezTo>
                    <a:cubicBezTo>
                      <a:pt x="709" y="106"/>
                      <a:pt x="715" y="106"/>
                      <a:pt x="721" y="106"/>
                    </a:cubicBezTo>
                    <a:close/>
                    <a:moveTo>
                      <a:pt x="788" y="1"/>
                    </a:moveTo>
                    <a:cubicBezTo>
                      <a:pt x="752" y="1"/>
                      <a:pt x="712" y="4"/>
                      <a:pt x="668" y="12"/>
                    </a:cubicBezTo>
                    <a:cubicBezTo>
                      <a:pt x="1" y="131"/>
                      <a:pt x="775" y="1096"/>
                      <a:pt x="775" y="1096"/>
                    </a:cubicBezTo>
                    <a:cubicBezTo>
                      <a:pt x="775" y="1096"/>
                      <a:pt x="1402" y="1"/>
                      <a:pt x="78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4" name="Google Shape;1374;p75"/>
              <p:cNvSpPr/>
              <p:nvPr/>
            </p:nvSpPr>
            <p:spPr>
              <a:xfrm>
                <a:off x="3663250" y="6553325"/>
                <a:ext cx="31900" cy="26825"/>
              </a:xfrm>
              <a:custGeom>
                <a:rect b="b" l="l" r="r" t="t"/>
                <a:pathLst>
                  <a:path extrusionOk="0" h="1073" w="1276">
                    <a:moveTo>
                      <a:pt x="713" y="134"/>
                    </a:moveTo>
                    <a:cubicBezTo>
                      <a:pt x="760" y="134"/>
                      <a:pt x="807" y="161"/>
                      <a:pt x="834" y="215"/>
                    </a:cubicBezTo>
                    <a:cubicBezTo>
                      <a:pt x="869" y="286"/>
                      <a:pt x="857" y="370"/>
                      <a:pt x="810" y="393"/>
                    </a:cubicBezTo>
                    <a:cubicBezTo>
                      <a:pt x="798" y="399"/>
                      <a:pt x="785" y="402"/>
                      <a:pt x="771" y="402"/>
                    </a:cubicBezTo>
                    <a:cubicBezTo>
                      <a:pt x="729" y="402"/>
                      <a:pt x="682" y="376"/>
                      <a:pt x="655" y="322"/>
                    </a:cubicBezTo>
                    <a:cubicBezTo>
                      <a:pt x="607" y="251"/>
                      <a:pt x="619" y="167"/>
                      <a:pt x="667" y="143"/>
                    </a:cubicBezTo>
                    <a:cubicBezTo>
                      <a:pt x="682" y="137"/>
                      <a:pt x="697" y="134"/>
                      <a:pt x="713" y="134"/>
                    </a:cubicBezTo>
                    <a:close/>
                    <a:moveTo>
                      <a:pt x="823" y="1"/>
                    </a:moveTo>
                    <a:cubicBezTo>
                      <a:pt x="764" y="1"/>
                      <a:pt x="693" y="19"/>
                      <a:pt x="607" y="60"/>
                    </a:cubicBezTo>
                    <a:cubicBezTo>
                      <a:pt x="0" y="370"/>
                      <a:pt x="1024" y="1072"/>
                      <a:pt x="1024" y="1072"/>
                    </a:cubicBezTo>
                    <a:cubicBezTo>
                      <a:pt x="1024" y="1072"/>
                      <a:pt x="1276" y="1"/>
                      <a:pt x="82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375" name="Google Shape;1375;p75"/>
          <p:cNvGrpSpPr/>
          <p:nvPr/>
        </p:nvGrpSpPr>
        <p:grpSpPr>
          <a:xfrm>
            <a:off x="7682526" y="539492"/>
            <a:ext cx="1059010" cy="599942"/>
            <a:chOff x="96100" y="539500"/>
            <a:chExt cx="880162" cy="498622"/>
          </a:xfrm>
        </p:grpSpPr>
        <p:sp>
          <p:nvSpPr>
            <p:cNvPr id="1376" name="Google Shape;1376;p75"/>
            <p:cNvSpPr/>
            <p:nvPr/>
          </p:nvSpPr>
          <p:spPr>
            <a:xfrm>
              <a:off x="552205" y="912034"/>
              <a:ext cx="165739" cy="126088"/>
            </a:xfrm>
            <a:custGeom>
              <a:rect b="b" l="l" r="r" t="t"/>
              <a:pathLst>
                <a:path extrusionOk="0" h="2156" w="2834">
                  <a:moveTo>
                    <a:pt x="2834" y="1"/>
                  </a:moveTo>
                  <a:lnTo>
                    <a:pt x="0" y="441"/>
                  </a:lnTo>
                  <a:lnTo>
                    <a:pt x="905" y="2156"/>
                  </a:lnTo>
                  <a:lnTo>
                    <a:pt x="2691" y="1775"/>
                  </a:lnTo>
                  <a:lnTo>
                    <a:pt x="283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7" name="Google Shape;1377;p75"/>
            <p:cNvSpPr/>
            <p:nvPr/>
          </p:nvSpPr>
          <p:spPr>
            <a:xfrm>
              <a:off x="587704" y="958001"/>
              <a:ext cx="114216" cy="45324"/>
            </a:xfrm>
            <a:custGeom>
              <a:rect b="b" l="l" r="r" t="t"/>
              <a:pathLst>
                <a:path extrusionOk="0" h="775" w="1953">
                  <a:moveTo>
                    <a:pt x="1917" y="0"/>
                  </a:moveTo>
                  <a:lnTo>
                    <a:pt x="1393" y="119"/>
                  </a:lnTo>
                  <a:lnTo>
                    <a:pt x="1489" y="477"/>
                  </a:lnTo>
                  <a:lnTo>
                    <a:pt x="1953" y="381"/>
                  </a:lnTo>
                  <a:lnTo>
                    <a:pt x="1917" y="0"/>
                  </a:lnTo>
                  <a:close/>
                  <a:moveTo>
                    <a:pt x="1227" y="155"/>
                  </a:moveTo>
                  <a:lnTo>
                    <a:pt x="703" y="262"/>
                  </a:lnTo>
                  <a:lnTo>
                    <a:pt x="798" y="631"/>
                  </a:lnTo>
                  <a:lnTo>
                    <a:pt x="1262" y="524"/>
                  </a:lnTo>
                  <a:lnTo>
                    <a:pt x="1227" y="155"/>
                  </a:lnTo>
                  <a:close/>
                  <a:moveTo>
                    <a:pt x="524" y="298"/>
                  </a:moveTo>
                  <a:lnTo>
                    <a:pt x="0" y="405"/>
                  </a:lnTo>
                  <a:lnTo>
                    <a:pt x="131" y="774"/>
                  </a:lnTo>
                  <a:lnTo>
                    <a:pt x="560" y="667"/>
                  </a:lnTo>
                  <a:lnTo>
                    <a:pt x="524" y="29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8" name="Google Shape;1378;p75"/>
            <p:cNvSpPr/>
            <p:nvPr/>
          </p:nvSpPr>
          <p:spPr>
            <a:xfrm>
              <a:off x="96100" y="539909"/>
              <a:ext cx="880162" cy="435578"/>
            </a:xfrm>
            <a:custGeom>
              <a:rect b="b" l="l" r="r" t="t"/>
              <a:pathLst>
                <a:path extrusionOk="0" h="7448" w="15050">
                  <a:moveTo>
                    <a:pt x="703" y="4685"/>
                  </a:moveTo>
                  <a:lnTo>
                    <a:pt x="1596" y="5506"/>
                  </a:lnTo>
                  <a:lnTo>
                    <a:pt x="512" y="5625"/>
                  </a:lnTo>
                  <a:lnTo>
                    <a:pt x="262" y="4792"/>
                  </a:lnTo>
                  <a:lnTo>
                    <a:pt x="703" y="4685"/>
                  </a:lnTo>
                  <a:close/>
                  <a:moveTo>
                    <a:pt x="1691" y="5780"/>
                  </a:moveTo>
                  <a:lnTo>
                    <a:pt x="1370" y="6947"/>
                  </a:lnTo>
                  <a:lnTo>
                    <a:pt x="715" y="6995"/>
                  </a:lnTo>
                  <a:lnTo>
                    <a:pt x="631" y="6042"/>
                  </a:lnTo>
                  <a:lnTo>
                    <a:pt x="1691" y="5780"/>
                  </a:lnTo>
                  <a:close/>
                  <a:moveTo>
                    <a:pt x="9744" y="0"/>
                  </a:moveTo>
                  <a:cubicBezTo>
                    <a:pt x="7476" y="0"/>
                    <a:pt x="4637" y="1108"/>
                    <a:pt x="1536" y="4875"/>
                  </a:cubicBezTo>
                  <a:lnTo>
                    <a:pt x="727" y="4304"/>
                  </a:lnTo>
                  <a:lnTo>
                    <a:pt x="0" y="4482"/>
                  </a:lnTo>
                  <a:lnTo>
                    <a:pt x="560" y="7447"/>
                  </a:lnTo>
                  <a:lnTo>
                    <a:pt x="1584" y="7268"/>
                  </a:lnTo>
                  <a:lnTo>
                    <a:pt x="1882" y="6387"/>
                  </a:lnTo>
                  <a:cubicBezTo>
                    <a:pt x="3691" y="6768"/>
                    <a:pt x="5257" y="6928"/>
                    <a:pt x="6610" y="6928"/>
                  </a:cubicBezTo>
                  <a:cubicBezTo>
                    <a:pt x="6948" y="6928"/>
                    <a:pt x="7273" y="6918"/>
                    <a:pt x="7585" y="6899"/>
                  </a:cubicBezTo>
                  <a:lnTo>
                    <a:pt x="7740" y="7304"/>
                  </a:lnTo>
                  <a:lnTo>
                    <a:pt x="10823" y="6518"/>
                  </a:lnTo>
                  <a:lnTo>
                    <a:pt x="10752" y="6292"/>
                  </a:lnTo>
                  <a:cubicBezTo>
                    <a:pt x="14359" y="5006"/>
                    <a:pt x="15050" y="2256"/>
                    <a:pt x="15050" y="2256"/>
                  </a:cubicBezTo>
                  <a:cubicBezTo>
                    <a:pt x="15050" y="2256"/>
                    <a:pt x="12979" y="0"/>
                    <a:pt x="97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9" name="Google Shape;1379;p75"/>
            <p:cNvSpPr/>
            <p:nvPr/>
          </p:nvSpPr>
          <p:spPr>
            <a:xfrm>
              <a:off x="197041" y="539500"/>
              <a:ext cx="767407" cy="410898"/>
            </a:xfrm>
            <a:custGeom>
              <a:rect b="b" l="l" r="r" t="t"/>
              <a:pathLst>
                <a:path extrusionOk="0" h="7026" w="13122">
                  <a:moveTo>
                    <a:pt x="8778" y="1214"/>
                  </a:moveTo>
                  <a:cubicBezTo>
                    <a:pt x="8825" y="1214"/>
                    <a:pt x="8872" y="1215"/>
                    <a:pt x="8919" y="1215"/>
                  </a:cubicBezTo>
                  <a:lnTo>
                    <a:pt x="9276" y="3204"/>
                  </a:lnTo>
                  <a:lnTo>
                    <a:pt x="3096" y="4751"/>
                  </a:lnTo>
                  <a:lnTo>
                    <a:pt x="2489" y="3168"/>
                  </a:lnTo>
                  <a:cubicBezTo>
                    <a:pt x="4953" y="1618"/>
                    <a:pt x="7169" y="1214"/>
                    <a:pt x="8778" y="1214"/>
                  </a:cubicBezTo>
                  <a:close/>
                  <a:moveTo>
                    <a:pt x="9288" y="3323"/>
                  </a:moveTo>
                  <a:lnTo>
                    <a:pt x="9609" y="5097"/>
                  </a:lnTo>
                  <a:cubicBezTo>
                    <a:pt x="8276" y="5680"/>
                    <a:pt x="6311" y="6216"/>
                    <a:pt x="3656" y="6240"/>
                  </a:cubicBezTo>
                  <a:lnTo>
                    <a:pt x="3132" y="4870"/>
                  </a:lnTo>
                  <a:lnTo>
                    <a:pt x="9288" y="3323"/>
                  </a:lnTo>
                  <a:close/>
                  <a:moveTo>
                    <a:pt x="8704" y="1"/>
                  </a:moveTo>
                  <a:lnTo>
                    <a:pt x="8895" y="1096"/>
                  </a:lnTo>
                  <a:cubicBezTo>
                    <a:pt x="8871" y="1096"/>
                    <a:pt x="8846" y="1096"/>
                    <a:pt x="8822" y="1096"/>
                  </a:cubicBezTo>
                  <a:cubicBezTo>
                    <a:pt x="7207" y="1096"/>
                    <a:pt x="4952" y="1489"/>
                    <a:pt x="2454" y="3061"/>
                  </a:cubicBezTo>
                  <a:lnTo>
                    <a:pt x="2180" y="2358"/>
                  </a:lnTo>
                  <a:lnTo>
                    <a:pt x="2025" y="2501"/>
                  </a:lnTo>
                  <a:lnTo>
                    <a:pt x="2275" y="3168"/>
                  </a:lnTo>
                  <a:cubicBezTo>
                    <a:pt x="1525" y="3644"/>
                    <a:pt x="763" y="4239"/>
                    <a:pt x="1" y="4942"/>
                  </a:cubicBezTo>
                  <a:lnTo>
                    <a:pt x="72" y="5037"/>
                  </a:lnTo>
                  <a:cubicBezTo>
                    <a:pt x="834" y="4335"/>
                    <a:pt x="1584" y="3763"/>
                    <a:pt x="2311" y="3287"/>
                  </a:cubicBezTo>
                  <a:lnTo>
                    <a:pt x="2870" y="4811"/>
                  </a:lnTo>
                  <a:lnTo>
                    <a:pt x="60" y="5513"/>
                  </a:lnTo>
                  <a:lnTo>
                    <a:pt x="84" y="5632"/>
                  </a:lnTo>
                  <a:lnTo>
                    <a:pt x="2906" y="4918"/>
                  </a:lnTo>
                  <a:lnTo>
                    <a:pt x="3382" y="6240"/>
                  </a:lnTo>
                  <a:cubicBezTo>
                    <a:pt x="2418" y="6228"/>
                    <a:pt x="1370" y="6156"/>
                    <a:pt x="227" y="5978"/>
                  </a:cubicBezTo>
                  <a:lnTo>
                    <a:pt x="203" y="6097"/>
                  </a:lnTo>
                  <a:cubicBezTo>
                    <a:pt x="1382" y="6275"/>
                    <a:pt x="2454" y="6347"/>
                    <a:pt x="3430" y="6359"/>
                  </a:cubicBezTo>
                  <a:lnTo>
                    <a:pt x="3668" y="7025"/>
                  </a:lnTo>
                  <a:lnTo>
                    <a:pt x="3930" y="6978"/>
                  </a:lnTo>
                  <a:lnTo>
                    <a:pt x="3692" y="6359"/>
                  </a:lnTo>
                  <a:cubicBezTo>
                    <a:pt x="6335" y="6335"/>
                    <a:pt x="8288" y="5799"/>
                    <a:pt x="9621" y="5216"/>
                  </a:cubicBezTo>
                  <a:lnTo>
                    <a:pt x="9776" y="6085"/>
                  </a:lnTo>
                  <a:lnTo>
                    <a:pt x="10097" y="5918"/>
                  </a:lnTo>
                  <a:lnTo>
                    <a:pt x="9931" y="5073"/>
                  </a:lnTo>
                  <a:cubicBezTo>
                    <a:pt x="9954" y="5061"/>
                    <a:pt x="9990" y="5049"/>
                    <a:pt x="10014" y="5037"/>
                  </a:cubicBezTo>
                  <a:cubicBezTo>
                    <a:pt x="11990" y="4085"/>
                    <a:pt x="12848" y="2953"/>
                    <a:pt x="12848" y="2942"/>
                  </a:cubicBezTo>
                  <a:lnTo>
                    <a:pt x="12752" y="2870"/>
                  </a:lnTo>
                  <a:cubicBezTo>
                    <a:pt x="12752" y="2870"/>
                    <a:pt x="11919" y="3989"/>
                    <a:pt x="9954" y="4930"/>
                  </a:cubicBezTo>
                  <a:cubicBezTo>
                    <a:pt x="9943" y="4942"/>
                    <a:pt x="9931" y="4954"/>
                    <a:pt x="9907" y="4954"/>
                  </a:cubicBezTo>
                  <a:lnTo>
                    <a:pt x="9562" y="3251"/>
                  </a:lnTo>
                  <a:lnTo>
                    <a:pt x="13122" y="2358"/>
                  </a:lnTo>
                  <a:lnTo>
                    <a:pt x="13098" y="2239"/>
                  </a:lnTo>
                  <a:lnTo>
                    <a:pt x="9538" y="3132"/>
                  </a:lnTo>
                  <a:lnTo>
                    <a:pt x="9145" y="1227"/>
                  </a:lnTo>
                  <a:lnTo>
                    <a:pt x="9145" y="1227"/>
                  </a:lnTo>
                  <a:cubicBezTo>
                    <a:pt x="11312" y="1299"/>
                    <a:pt x="12705" y="2037"/>
                    <a:pt x="12717" y="2049"/>
                  </a:cubicBezTo>
                  <a:lnTo>
                    <a:pt x="12776" y="1941"/>
                  </a:lnTo>
                  <a:cubicBezTo>
                    <a:pt x="12764" y="1941"/>
                    <a:pt x="11324" y="1168"/>
                    <a:pt x="9121" y="1108"/>
                  </a:cubicBezTo>
                  <a:lnTo>
                    <a:pt x="88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TITLE_ONLY_5">
    <p:spTree>
      <p:nvGrpSpPr>
        <p:cNvPr id="1380" name="Shape 1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1" name="Google Shape;1381;p76"/>
          <p:cNvGrpSpPr/>
          <p:nvPr/>
        </p:nvGrpSpPr>
        <p:grpSpPr>
          <a:xfrm>
            <a:off x="0" y="0"/>
            <a:ext cx="9144003" cy="5143501"/>
            <a:chOff x="0" y="0"/>
            <a:chExt cx="9144003" cy="5143501"/>
          </a:xfrm>
        </p:grpSpPr>
        <p:pic>
          <p:nvPicPr>
            <p:cNvPr id="1382" name="Google Shape;1382;p76"/>
            <p:cNvPicPr preferRelativeResize="0"/>
            <p:nvPr/>
          </p:nvPicPr>
          <p:blipFill rotWithShape="1">
            <a:blip r:embed="rId2">
              <a:alphaModFix/>
            </a:blip>
            <a:srcRect b="8068" l="0" r="0" t="8060"/>
            <a:stretch/>
          </p:blipFill>
          <p:spPr>
            <a:xfrm>
              <a:off x="0" y="0"/>
              <a:ext cx="9144003" cy="5143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83" name="Google Shape;1383;p76"/>
            <p:cNvSpPr/>
            <p:nvPr/>
          </p:nvSpPr>
          <p:spPr>
            <a:xfrm>
              <a:off x="209980" y="194500"/>
              <a:ext cx="8763466" cy="4752275"/>
            </a:xfrm>
            <a:custGeom>
              <a:rect b="b" l="l" r="r" t="t"/>
              <a:pathLst>
                <a:path extrusionOk="0" h="147209" w="271904">
                  <a:moveTo>
                    <a:pt x="596" y="0"/>
                  </a:moveTo>
                  <a:lnTo>
                    <a:pt x="596" y="0"/>
                  </a:lnTo>
                  <a:cubicBezTo>
                    <a:pt x="2025" y="5965"/>
                    <a:pt x="3072" y="13895"/>
                    <a:pt x="3644" y="22312"/>
                  </a:cubicBezTo>
                  <a:cubicBezTo>
                    <a:pt x="7942" y="23515"/>
                    <a:pt x="13609" y="23932"/>
                    <a:pt x="5085" y="25063"/>
                  </a:cubicBezTo>
                  <a:cubicBezTo>
                    <a:pt x="5096" y="25110"/>
                    <a:pt x="5108" y="25146"/>
                    <a:pt x="5120" y="25194"/>
                  </a:cubicBezTo>
                  <a:cubicBezTo>
                    <a:pt x="5263" y="25301"/>
                    <a:pt x="5394" y="25396"/>
                    <a:pt x="5525" y="25503"/>
                  </a:cubicBezTo>
                  <a:cubicBezTo>
                    <a:pt x="5692" y="25539"/>
                    <a:pt x="5954" y="25479"/>
                    <a:pt x="6037" y="25658"/>
                  </a:cubicBezTo>
                  <a:cubicBezTo>
                    <a:pt x="8561" y="26230"/>
                    <a:pt x="4561" y="26670"/>
                    <a:pt x="3894" y="26789"/>
                  </a:cubicBezTo>
                  <a:cubicBezTo>
                    <a:pt x="4203" y="33719"/>
                    <a:pt x="4192" y="40803"/>
                    <a:pt x="3787" y="47256"/>
                  </a:cubicBezTo>
                  <a:cubicBezTo>
                    <a:pt x="2560" y="47137"/>
                    <a:pt x="1298" y="47006"/>
                    <a:pt x="1" y="46875"/>
                  </a:cubicBezTo>
                  <a:lnTo>
                    <a:pt x="1" y="46875"/>
                  </a:lnTo>
                  <a:cubicBezTo>
                    <a:pt x="1429" y="52840"/>
                    <a:pt x="2477" y="60770"/>
                    <a:pt x="3049" y="69199"/>
                  </a:cubicBezTo>
                  <a:cubicBezTo>
                    <a:pt x="7347" y="70402"/>
                    <a:pt x="13014" y="70818"/>
                    <a:pt x="4489" y="71949"/>
                  </a:cubicBezTo>
                  <a:cubicBezTo>
                    <a:pt x="4501" y="71985"/>
                    <a:pt x="4513" y="72033"/>
                    <a:pt x="4525" y="72069"/>
                  </a:cubicBezTo>
                  <a:cubicBezTo>
                    <a:pt x="4668" y="72176"/>
                    <a:pt x="4787" y="72283"/>
                    <a:pt x="4930" y="72390"/>
                  </a:cubicBezTo>
                  <a:cubicBezTo>
                    <a:pt x="5096" y="72414"/>
                    <a:pt x="5358" y="72366"/>
                    <a:pt x="5442" y="72545"/>
                  </a:cubicBezTo>
                  <a:cubicBezTo>
                    <a:pt x="7966" y="73104"/>
                    <a:pt x="3965" y="73557"/>
                    <a:pt x="3299" y="73664"/>
                  </a:cubicBezTo>
                  <a:cubicBezTo>
                    <a:pt x="3513" y="78510"/>
                    <a:pt x="3572" y="83427"/>
                    <a:pt x="3453" y="88154"/>
                  </a:cubicBezTo>
                  <a:cubicBezTo>
                    <a:pt x="2322" y="88047"/>
                    <a:pt x="1179" y="87928"/>
                    <a:pt x="1" y="87809"/>
                  </a:cubicBezTo>
                  <a:lnTo>
                    <a:pt x="1" y="87809"/>
                  </a:lnTo>
                  <a:cubicBezTo>
                    <a:pt x="989" y="91940"/>
                    <a:pt x="1798" y="97036"/>
                    <a:pt x="2394" y="102584"/>
                  </a:cubicBezTo>
                  <a:cubicBezTo>
                    <a:pt x="2239" y="103727"/>
                    <a:pt x="2072" y="104834"/>
                    <a:pt x="1882" y="105894"/>
                  </a:cubicBezTo>
                  <a:cubicBezTo>
                    <a:pt x="2156" y="105870"/>
                    <a:pt x="2429" y="105846"/>
                    <a:pt x="2715" y="105811"/>
                  </a:cubicBezTo>
                  <a:cubicBezTo>
                    <a:pt x="2834" y="107228"/>
                    <a:pt x="2953" y="108668"/>
                    <a:pt x="3049" y="110121"/>
                  </a:cubicBezTo>
                  <a:cubicBezTo>
                    <a:pt x="7347" y="111323"/>
                    <a:pt x="13014" y="111740"/>
                    <a:pt x="4489" y="112871"/>
                  </a:cubicBezTo>
                  <a:cubicBezTo>
                    <a:pt x="4501" y="112919"/>
                    <a:pt x="4513" y="112954"/>
                    <a:pt x="4525" y="113002"/>
                  </a:cubicBezTo>
                  <a:cubicBezTo>
                    <a:pt x="4668" y="113109"/>
                    <a:pt x="4799" y="113205"/>
                    <a:pt x="4930" y="113312"/>
                  </a:cubicBezTo>
                  <a:cubicBezTo>
                    <a:pt x="5096" y="113347"/>
                    <a:pt x="5358" y="113288"/>
                    <a:pt x="5442" y="113466"/>
                  </a:cubicBezTo>
                  <a:cubicBezTo>
                    <a:pt x="7966" y="114038"/>
                    <a:pt x="3965" y="114478"/>
                    <a:pt x="3299" y="114598"/>
                  </a:cubicBezTo>
                  <a:cubicBezTo>
                    <a:pt x="3822" y="126123"/>
                    <a:pt x="4668" y="127147"/>
                    <a:pt x="3120" y="135886"/>
                  </a:cubicBezTo>
                  <a:cubicBezTo>
                    <a:pt x="4608" y="136338"/>
                    <a:pt x="14133" y="147209"/>
                    <a:pt x="14133" y="147209"/>
                  </a:cubicBezTo>
                  <a:cubicBezTo>
                    <a:pt x="14133" y="147209"/>
                    <a:pt x="16765" y="146220"/>
                    <a:pt x="20479" y="146137"/>
                  </a:cubicBezTo>
                  <a:cubicBezTo>
                    <a:pt x="20503" y="146054"/>
                    <a:pt x="20539" y="145959"/>
                    <a:pt x="20563" y="145875"/>
                  </a:cubicBezTo>
                  <a:lnTo>
                    <a:pt x="20563" y="145875"/>
                  </a:lnTo>
                  <a:cubicBezTo>
                    <a:pt x="20491" y="146340"/>
                    <a:pt x="23242" y="146363"/>
                    <a:pt x="23158" y="146816"/>
                  </a:cubicBezTo>
                  <a:cubicBezTo>
                    <a:pt x="29516" y="146220"/>
                    <a:pt x="36481" y="145875"/>
                    <a:pt x="44589" y="145697"/>
                  </a:cubicBezTo>
                  <a:cubicBezTo>
                    <a:pt x="44613" y="145625"/>
                    <a:pt x="44637" y="145554"/>
                    <a:pt x="44661" y="145494"/>
                  </a:cubicBezTo>
                  <a:cubicBezTo>
                    <a:pt x="45090" y="145494"/>
                    <a:pt x="45530" y="145494"/>
                    <a:pt x="45959" y="145482"/>
                  </a:cubicBezTo>
                  <a:cubicBezTo>
                    <a:pt x="45959" y="145542"/>
                    <a:pt x="45959" y="145601"/>
                    <a:pt x="45959" y="145661"/>
                  </a:cubicBezTo>
                  <a:cubicBezTo>
                    <a:pt x="46173" y="145661"/>
                    <a:pt x="46387" y="145661"/>
                    <a:pt x="46602" y="145649"/>
                  </a:cubicBezTo>
                  <a:cubicBezTo>
                    <a:pt x="46637" y="145601"/>
                    <a:pt x="46661" y="145542"/>
                    <a:pt x="46685" y="145482"/>
                  </a:cubicBezTo>
                  <a:cubicBezTo>
                    <a:pt x="47197" y="145482"/>
                    <a:pt x="47709" y="145482"/>
                    <a:pt x="48221" y="145494"/>
                  </a:cubicBezTo>
                  <a:cubicBezTo>
                    <a:pt x="48221" y="145530"/>
                    <a:pt x="48221" y="145578"/>
                    <a:pt x="48221" y="145625"/>
                  </a:cubicBezTo>
                  <a:cubicBezTo>
                    <a:pt x="50912" y="145578"/>
                    <a:pt x="53900" y="145542"/>
                    <a:pt x="57031" y="145518"/>
                  </a:cubicBezTo>
                  <a:cubicBezTo>
                    <a:pt x="59651" y="145542"/>
                    <a:pt x="62151" y="145566"/>
                    <a:pt x="64461" y="145601"/>
                  </a:cubicBezTo>
                  <a:cubicBezTo>
                    <a:pt x="64461" y="145566"/>
                    <a:pt x="64461" y="145530"/>
                    <a:pt x="64461" y="145494"/>
                  </a:cubicBezTo>
                  <a:cubicBezTo>
                    <a:pt x="65592" y="145488"/>
                    <a:pt x="66726" y="145485"/>
                    <a:pt x="67860" y="145485"/>
                  </a:cubicBezTo>
                  <a:cubicBezTo>
                    <a:pt x="68994" y="145485"/>
                    <a:pt x="70128" y="145488"/>
                    <a:pt x="71259" y="145494"/>
                  </a:cubicBezTo>
                  <a:cubicBezTo>
                    <a:pt x="71402" y="145578"/>
                    <a:pt x="71545" y="145661"/>
                    <a:pt x="71700" y="145744"/>
                  </a:cubicBezTo>
                  <a:cubicBezTo>
                    <a:pt x="78891" y="145947"/>
                    <a:pt x="85190" y="146268"/>
                    <a:pt x="90976" y="146816"/>
                  </a:cubicBezTo>
                  <a:cubicBezTo>
                    <a:pt x="90845" y="146054"/>
                    <a:pt x="90714" y="145256"/>
                    <a:pt x="90595" y="144435"/>
                  </a:cubicBezTo>
                  <a:lnTo>
                    <a:pt x="90595" y="144435"/>
                  </a:lnTo>
                  <a:cubicBezTo>
                    <a:pt x="91429" y="144792"/>
                    <a:pt x="92191" y="145304"/>
                    <a:pt x="92976" y="145744"/>
                  </a:cubicBezTo>
                  <a:cubicBezTo>
                    <a:pt x="96596" y="145851"/>
                    <a:pt x="99989" y="145982"/>
                    <a:pt x="103204" y="146161"/>
                  </a:cubicBezTo>
                  <a:cubicBezTo>
                    <a:pt x="103156" y="146375"/>
                    <a:pt x="103121" y="146601"/>
                    <a:pt x="103085" y="146828"/>
                  </a:cubicBezTo>
                  <a:cubicBezTo>
                    <a:pt x="104573" y="146685"/>
                    <a:pt x="106109" y="146554"/>
                    <a:pt x="107669" y="146447"/>
                  </a:cubicBezTo>
                  <a:cubicBezTo>
                    <a:pt x="109240" y="146554"/>
                    <a:pt x="110764" y="146685"/>
                    <a:pt x="112265" y="146828"/>
                  </a:cubicBezTo>
                  <a:cubicBezTo>
                    <a:pt x="112217" y="146601"/>
                    <a:pt x="112181" y="146375"/>
                    <a:pt x="112146" y="146161"/>
                  </a:cubicBezTo>
                  <a:cubicBezTo>
                    <a:pt x="115979" y="145947"/>
                    <a:pt x="120075" y="145792"/>
                    <a:pt x="124504" y="145697"/>
                  </a:cubicBezTo>
                  <a:cubicBezTo>
                    <a:pt x="125022" y="144156"/>
                    <a:pt x="125413" y="143165"/>
                    <a:pt x="125645" y="143165"/>
                  </a:cubicBezTo>
                  <a:cubicBezTo>
                    <a:pt x="125846" y="143165"/>
                    <a:pt x="125929" y="143902"/>
                    <a:pt x="125873" y="145661"/>
                  </a:cubicBezTo>
                  <a:cubicBezTo>
                    <a:pt x="126100" y="145661"/>
                    <a:pt x="126302" y="145661"/>
                    <a:pt x="126528" y="145649"/>
                  </a:cubicBezTo>
                  <a:cubicBezTo>
                    <a:pt x="127181" y="144357"/>
                    <a:pt x="127670" y="143321"/>
                    <a:pt x="127939" y="143321"/>
                  </a:cubicBezTo>
                  <a:cubicBezTo>
                    <a:pt x="128150" y="143321"/>
                    <a:pt x="128225" y="143963"/>
                    <a:pt x="128136" y="145625"/>
                  </a:cubicBezTo>
                  <a:cubicBezTo>
                    <a:pt x="130541" y="145589"/>
                    <a:pt x="133184" y="145554"/>
                    <a:pt x="135946" y="145530"/>
                  </a:cubicBezTo>
                  <a:cubicBezTo>
                    <a:pt x="138720" y="145554"/>
                    <a:pt x="141352" y="145589"/>
                    <a:pt x="143757" y="145625"/>
                  </a:cubicBezTo>
                  <a:cubicBezTo>
                    <a:pt x="143667" y="143963"/>
                    <a:pt x="143745" y="143321"/>
                    <a:pt x="143959" y="143321"/>
                  </a:cubicBezTo>
                  <a:cubicBezTo>
                    <a:pt x="144230" y="143321"/>
                    <a:pt x="144723" y="144357"/>
                    <a:pt x="145376" y="145649"/>
                  </a:cubicBezTo>
                  <a:cubicBezTo>
                    <a:pt x="145590" y="145661"/>
                    <a:pt x="145804" y="145661"/>
                    <a:pt x="146019" y="145661"/>
                  </a:cubicBezTo>
                  <a:cubicBezTo>
                    <a:pt x="145964" y="143902"/>
                    <a:pt x="146046" y="143165"/>
                    <a:pt x="146247" y="143165"/>
                  </a:cubicBezTo>
                  <a:cubicBezTo>
                    <a:pt x="146479" y="143165"/>
                    <a:pt x="146870" y="144156"/>
                    <a:pt x="147388" y="145697"/>
                  </a:cubicBezTo>
                  <a:cubicBezTo>
                    <a:pt x="151817" y="145792"/>
                    <a:pt x="155913" y="145947"/>
                    <a:pt x="159759" y="146161"/>
                  </a:cubicBezTo>
                  <a:cubicBezTo>
                    <a:pt x="159711" y="146375"/>
                    <a:pt x="159675" y="146601"/>
                    <a:pt x="159640" y="146828"/>
                  </a:cubicBezTo>
                  <a:cubicBezTo>
                    <a:pt x="161128" y="146685"/>
                    <a:pt x="162664" y="146554"/>
                    <a:pt x="164223" y="146447"/>
                  </a:cubicBezTo>
                  <a:cubicBezTo>
                    <a:pt x="165795" y="146554"/>
                    <a:pt x="167319" y="146685"/>
                    <a:pt x="168819" y="146828"/>
                  </a:cubicBezTo>
                  <a:cubicBezTo>
                    <a:pt x="168772" y="146601"/>
                    <a:pt x="168736" y="146375"/>
                    <a:pt x="168700" y="146161"/>
                  </a:cubicBezTo>
                  <a:cubicBezTo>
                    <a:pt x="171915" y="145982"/>
                    <a:pt x="175296" y="145851"/>
                    <a:pt x="178916" y="145744"/>
                  </a:cubicBezTo>
                  <a:cubicBezTo>
                    <a:pt x="179702" y="145304"/>
                    <a:pt x="180464" y="144792"/>
                    <a:pt x="181309" y="144435"/>
                  </a:cubicBezTo>
                  <a:lnTo>
                    <a:pt x="181309" y="144435"/>
                  </a:lnTo>
                  <a:cubicBezTo>
                    <a:pt x="181190" y="145256"/>
                    <a:pt x="181059" y="146054"/>
                    <a:pt x="180916" y="146816"/>
                  </a:cubicBezTo>
                  <a:cubicBezTo>
                    <a:pt x="186714" y="146268"/>
                    <a:pt x="193001" y="145947"/>
                    <a:pt x="200204" y="145744"/>
                  </a:cubicBezTo>
                  <a:cubicBezTo>
                    <a:pt x="200347" y="145661"/>
                    <a:pt x="200490" y="145578"/>
                    <a:pt x="200645" y="145494"/>
                  </a:cubicBezTo>
                  <a:cubicBezTo>
                    <a:pt x="201770" y="145488"/>
                    <a:pt x="202904" y="145485"/>
                    <a:pt x="204039" y="145485"/>
                  </a:cubicBezTo>
                  <a:cubicBezTo>
                    <a:pt x="205175" y="145485"/>
                    <a:pt x="206312" y="145488"/>
                    <a:pt x="207443" y="145494"/>
                  </a:cubicBezTo>
                  <a:cubicBezTo>
                    <a:pt x="207443" y="145530"/>
                    <a:pt x="207443" y="145566"/>
                    <a:pt x="207431" y="145601"/>
                  </a:cubicBezTo>
                  <a:cubicBezTo>
                    <a:pt x="209741" y="145566"/>
                    <a:pt x="212253" y="145542"/>
                    <a:pt x="214873" y="145518"/>
                  </a:cubicBezTo>
                  <a:cubicBezTo>
                    <a:pt x="218004" y="145542"/>
                    <a:pt x="220981" y="145578"/>
                    <a:pt x="223683" y="145625"/>
                  </a:cubicBezTo>
                  <a:cubicBezTo>
                    <a:pt x="223671" y="145578"/>
                    <a:pt x="223671" y="145530"/>
                    <a:pt x="223671" y="145494"/>
                  </a:cubicBezTo>
                  <a:cubicBezTo>
                    <a:pt x="224183" y="145494"/>
                    <a:pt x="224695" y="145482"/>
                    <a:pt x="225207" y="145482"/>
                  </a:cubicBezTo>
                  <a:cubicBezTo>
                    <a:pt x="225243" y="145542"/>
                    <a:pt x="225267" y="145601"/>
                    <a:pt x="225291" y="145649"/>
                  </a:cubicBezTo>
                  <a:cubicBezTo>
                    <a:pt x="225517" y="145661"/>
                    <a:pt x="225731" y="145661"/>
                    <a:pt x="225945" y="145661"/>
                  </a:cubicBezTo>
                  <a:cubicBezTo>
                    <a:pt x="225945" y="145601"/>
                    <a:pt x="225934" y="145542"/>
                    <a:pt x="225934" y="145482"/>
                  </a:cubicBezTo>
                  <a:cubicBezTo>
                    <a:pt x="226374" y="145482"/>
                    <a:pt x="226803" y="145482"/>
                    <a:pt x="227243" y="145494"/>
                  </a:cubicBezTo>
                  <a:cubicBezTo>
                    <a:pt x="227267" y="145554"/>
                    <a:pt x="227291" y="145625"/>
                    <a:pt x="227315" y="145697"/>
                  </a:cubicBezTo>
                  <a:cubicBezTo>
                    <a:pt x="235411" y="145875"/>
                    <a:pt x="242376" y="146220"/>
                    <a:pt x="248734" y="146816"/>
                  </a:cubicBezTo>
                  <a:cubicBezTo>
                    <a:pt x="248651" y="146363"/>
                    <a:pt x="248579" y="145899"/>
                    <a:pt x="248508" y="145423"/>
                  </a:cubicBezTo>
                  <a:lnTo>
                    <a:pt x="248508" y="145423"/>
                  </a:lnTo>
                  <a:cubicBezTo>
                    <a:pt x="248532" y="145506"/>
                    <a:pt x="248567" y="145601"/>
                    <a:pt x="248591" y="145697"/>
                  </a:cubicBezTo>
                  <a:cubicBezTo>
                    <a:pt x="256699" y="145875"/>
                    <a:pt x="263664" y="146220"/>
                    <a:pt x="270022" y="146816"/>
                  </a:cubicBezTo>
                  <a:cubicBezTo>
                    <a:pt x="268463" y="138065"/>
                    <a:pt x="268082" y="126123"/>
                    <a:pt x="268606" y="114598"/>
                  </a:cubicBezTo>
                  <a:cubicBezTo>
                    <a:pt x="267939" y="114478"/>
                    <a:pt x="263926" y="114038"/>
                    <a:pt x="266462" y="113466"/>
                  </a:cubicBezTo>
                  <a:cubicBezTo>
                    <a:pt x="266546" y="113288"/>
                    <a:pt x="266808" y="113347"/>
                    <a:pt x="266974" y="113312"/>
                  </a:cubicBezTo>
                  <a:cubicBezTo>
                    <a:pt x="267105" y="113205"/>
                    <a:pt x="267236" y="113109"/>
                    <a:pt x="267367" y="113002"/>
                  </a:cubicBezTo>
                  <a:cubicBezTo>
                    <a:pt x="267391" y="112954"/>
                    <a:pt x="267403" y="112919"/>
                    <a:pt x="267415" y="112871"/>
                  </a:cubicBezTo>
                  <a:cubicBezTo>
                    <a:pt x="258878" y="111740"/>
                    <a:pt x="264557" y="111323"/>
                    <a:pt x="268856" y="110121"/>
                  </a:cubicBezTo>
                  <a:cubicBezTo>
                    <a:pt x="268951" y="108668"/>
                    <a:pt x="269070" y="107228"/>
                    <a:pt x="269189" y="105811"/>
                  </a:cubicBezTo>
                  <a:cubicBezTo>
                    <a:pt x="269463" y="105846"/>
                    <a:pt x="269749" y="105870"/>
                    <a:pt x="270022" y="105894"/>
                  </a:cubicBezTo>
                  <a:cubicBezTo>
                    <a:pt x="269832" y="104834"/>
                    <a:pt x="269653" y="103727"/>
                    <a:pt x="269510" y="102584"/>
                  </a:cubicBezTo>
                  <a:cubicBezTo>
                    <a:pt x="270094" y="97036"/>
                    <a:pt x="270903" y="91940"/>
                    <a:pt x="271904" y="87809"/>
                  </a:cubicBezTo>
                  <a:lnTo>
                    <a:pt x="271904" y="87809"/>
                  </a:lnTo>
                  <a:cubicBezTo>
                    <a:pt x="270725" y="87928"/>
                    <a:pt x="269570" y="88047"/>
                    <a:pt x="268451" y="88154"/>
                  </a:cubicBezTo>
                  <a:cubicBezTo>
                    <a:pt x="268320" y="83427"/>
                    <a:pt x="268379" y="78510"/>
                    <a:pt x="268606" y="73664"/>
                  </a:cubicBezTo>
                  <a:cubicBezTo>
                    <a:pt x="267939" y="73557"/>
                    <a:pt x="263926" y="73104"/>
                    <a:pt x="266462" y="72545"/>
                  </a:cubicBezTo>
                  <a:cubicBezTo>
                    <a:pt x="266546" y="72366"/>
                    <a:pt x="266808" y="72426"/>
                    <a:pt x="266974" y="72390"/>
                  </a:cubicBezTo>
                  <a:cubicBezTo>
                    <a:pt x="267105" y="72283"/>
                    <a:pt x="267236" y="72176"/>
                    <a:pt x="267367" y="72069"/>
                  </a:cubicBezTo>
                  <a:cubicBezTo>
                    <a:pt x="267391" y="72033"/>
                    <a:pt x="267403" y="71985"/>
                    <a:pt x="267415" y="71949"/>
                  </a:cubicBezTo>
                  <a:cubicBezTo>
                    <a:pt x="258878" y="70818"/>
                    <a:pt x="264557" y="70402"/>
                    <a:pt x="268856" y="69199"/>
                  </a:cubicBezTo>
                  <a:cubicBezTo>
                    <a:pt x="269415" y="60770"/>
                    <a:pt x="270463" y="52840"/>
                    <a:pt x="271904" y="46875"/>
                  </a:cubicBezTo>
                  <a:lnTo>
                    <a:pt x="271904" y="46875"/>
                  </a:lnTo>
                  <a:cubicBezTo>
                    <a:pt x="270606" y="47006"/>
                    <a:pt x="269344" y="47137"/>
                    <a:pt x="268105" y="47256"/>
                  </a:cubicBezTo>
                  <a:cubicBezTo>
                    <a:pt x="267713" y="40803"/>
                    <a:pt x="267689" y="33719"/>
                    <a:pt x="268010" y="26789"/>
                  </a:cubicBezTo>
                  <a:cubicBezTo>
                    <a:pt x="267343" y="26670"/>
                    <a:pt x="263331" y="26230"/>
                    <a:pt x="265867" y="25658"/>
                  </a:cubicBezTo>
                  <a:cubicBezTo>
                    <a:pt x="265950" y="25479"/>
                    <a:pt x="266212" y="25539"/>
                    <a:pt x="266379" y="25503"/>
                  </a:cubicBezTo>
                  <a:cubicBezTo>
                    <a:pt x="266510" y="25396"/>
                    <a:pt x="266641" y="25301"/>
                    <a:pt x="266772" y="25194"/>
                  </a:cubicBezTo>
                  <a:cubicBezTo>
                    <a:pt x="266796" y="25146"/>
                    <a:pt x="266808" y="25110"/>
                    <a:pt x="266820" y="25063"/>
                  </a:cubicBezTo>
                  <a:cubicBezTo>
                    <a:pt x="258283" y="23932"/>
                    <a:pt x="263962" y="23515"/>
                    <a:pt x="268260" y="22312"/>
                  </a:cubicBezTo>
                  <a:cubicBezTo>
                    <a:pt x="268415" y="19919"/>
                    <a:pt x="268856" y="15300"/>
                    <a:pt x="268856" y="15300"/>
                  </a:cubicBezTo>
                  <a:lnTo>
                    <a:pt x="254901" y="1453"/>
                  </a:lnTo>
                  <a:cubicBezTo>
                    <a:pt x="254901" y="1453"/>
                    <a:pt x="251413" y="1679"/>
                    <a:pt x="249615" y="1774"/>
                  </a:cubicBezTo>
                  <a:cubicBezTo>
                    <a:pt x="249746" y="1167"/>
                    <a:pt x="249889" y="572"/>
                    <a:pt x="250020" y="0"/>
                  </a:cubicBezTo>
                  <a:lnTo>
                    <a:pt x="250020" y="0"/>
                  </a:lnTo>
                  <a:cubicBezTo>
                    <a:pt x="240828" y="929"/>
                    <a:pt x="233577" y="1572"/>
                    <a:pt x="225017" y="1929"/>
                  </a:cubicBezTo>
                  <a:cubicBezTo>
                    <a:pt x="224814" y="2179"/>
                    <a:pt x="224600" y="2441"/>
                    <a:pt x="224386" y="2715"/>
                  </a:cubicBezTo>
                  <a:cubicBezTo>
                    <a:pt x="223731" y="2953"/>
                    <a:pt x="223112" y="3274"/>
                    <a:pt x="222647" y="3751"/>
                  </a:cubicBezTo>
                  <a:cubicBezTo>
                    <a:pt x="222755" y="3346"/>
                    <a:pt x="222945" y="2774"/>
                    <a:pt x="223219" y="2000"/>
                  </a:cubicBezTo>
                  <a:cubicBezTo>
                    <a:pt x="223094" y="1992"/>
                    <a:pt x="222968" y="1988"/>
                    <a:pt x="222843" y="1988"/>
                  </a:cubicBezTo>
                  <a:cubicBezTo>
                    <a:pt x="221740" y="1988"/>
                    <a:pt x="220632" y="2285"/>
                    <a:pt x="219537" y="2285"/>
                  </a:cubicBezTo>
                  <a:cubicBezTo>
                    <a:pt x="219371" y="2285"/>
                    <a:pt x="219205" y="2278"/>
                    <a:pt x="219040" y="2262"/>
                  </a:cubicBezTo>
                  <a:cubicBezTo>
                    <a:pt x="218567" y="2506"/>
                    <a:pt x="218202" y="2952"/>
                    <a:pt x="217926" y="2952"/>
                  </a:cubicBezTo>
                  <a:cubicBezTo>
                    <a:pt x="217744" y="2952"/>
                    <a:pt x="217601" y="2757"/>
                    <a:pt x="217492" y="2179"/>
                  </a:cubicBezTo>
                  <a:cubicBezTo>
                    <a:pt x="216420" y="2203"/>
                    <a:pt x="215337" y="2227"/>
                    <a:pt x="214218" y="2239"/>
                  </a:cubicBezTo>
                  <a:cubicBezTo>
                    <a:pt x="210515" y="2179"/>
                    <a:pt x="207169" y="2084"/>
                    <a:pt x="204002" y="1965"/>
                  </a:cubicBezTo>
                  <a:cubicBezTo>
                    <a:pt x="203967" y="2131"/>
                    <a:pt x="203943" y="2298"/>
                    <a:pt x="203919" y="2453"/>
                  </a:cubicBezTo>
                  <a:cubicBezTo>
                    <a:pt x="203550" y="2560"/>
                    <a:pt x="203181" y="2679"/>
                    <a:pt x="202824" y="2822"/>
                  </a:cubicBezTo>
                  <a:cubicBezTo>
                    <a:pt x="202776" y="2548"/>
                    <a:pt x="202728" y="2239"/>
                    <a:pt x="202681" y="1905"/>
                  </a:cubicBezTo>
                  <a:cubicBezTo>
                    <a:pt x="194453" y="1524"/>
                    <a:pt x="187357" y="905"/>
                    <a:pt x="178440" y="0"/>
                  </a:cubicBezTo>
                  <a:lnTo>
                    <a:pt x="178440" y="0"/>
                  </a:lnTo>
                  <a:cubicBezTo>
                    <a:pt x="178582" y="572"/>
                    <a:pt x="178713" y="1167"/>
                    <a:pt x="178844" y="1774"/>
                  </a:cubicBezTo>
                  <a:cubicBezTo>
                    <a:pt x="175773" y="1607"/>
                    <a:pt x="172832" y="1417"/>
                    <a:pt x="169831" y="1179"/>
                  </a:cubicBezTo>
                  <a:cubicBezTo>
                    <a:pt x="169927" y="774"/>
                    <a:pt x="170010" y="381"/>
                    <a:pt x="170105" y="0"/>
                  </a:cubicBezTo>
                  <a:lnTo>
                    <a:pt x="170105" y="0"/>
                  </a:lnTo>
                  <a:cubicBezTo>
                    <a:pt x="167843" y="226"/>
                    <a:pt x="165700" y="441"/>
                    <a:pt x="163628" y="631"/>
                  </a:cubicBezTo>
                  <a:cubicBezTo>
                    <a:pt x="161556" y="441"/>
                    <a:pt x="159413" y="226"/>
                    <a:pt x="157163" y="0"/>
                  </a:cubicBezTo>
                  <a:lnTo>
                    <a:pt x="157163" y="0"/>
                  </a:lnTo>
                  <a:cubicBezTo>
                    <a:pt x="157246" y="381"/>
                    <a:pt x="157342" y="774"/>
                    <a:pt x="157425" y="1179"/>
                  </a:cubicBezTo>
                  <a:cubicBezTo>
                    <a:pt x="153377" y="1500"/>
                    <a:pt x="149400" y="1750"/>
                    <a:pt x="145102" y="1929"/>
                  </a:cubicBezTo>
                  <a:cubicBezTo>
                    <a:pt x="144154" y="3043"/>
                    <a:pt x="143049" y="4616"/>
                    <a:pt x="142712" y="4616"/>
                  </a:cubicBezTo>
                  <a:cubicBezTo>
                    <a:pt x="142491" y="4616"/>
                    <a:pt x="142601" y="3936"/>
                    <a:pt x="143304" y="2000"/>
                  </a:cubicBezTo>
                  <a:cubicBezTo>
                    <a:pt x="143179" y="1992"/>
                    <a:pt x="143053" y="1988"/>
                    <a:pt x="142928" y="1988"/>
                  </a:cubicBezTo>
                  <a:cubicBezTo>
                    <a:pt x="141825" y="1988"/>
                    <a:pt x="140718" y="2285"/>
                    <a:pt x="139622" y="2285"/>
                  </a:cubicBezTo>
                  <a:cubicBezTo>
                    <a:pt x="139456" y="2285"/>
                    <a:pt x="139290" y="2278"/>
                    <a:pt x="139125" y="2262"/>
                  </a:cubicBezTo>
                  <a:cubicBezTo>
                    <a:pt x="138780" y="2441"/>
                    <a:pt x="138494" y="2715"/>
                    <a:pt x="138256" y="2858"/>
                  </a:cubicBezTo>
                  <a:lnTo>
                    <a:pt x="138256" y="2250"/>
                  </a:lnTo>
                  <a:cubicBezTo>
                    <a:pt x="138030" y="2250"/>
                    <a:pt x="137803" y="2239"/>
                    <a:pt x="137589" y="2239"/>
                  </a:cubicBezTo>
                  <a:cubicBezTo>
                    <a:pt x="137577" y="2215"/>
                    <a:pt x="137577" y="2203"/>
                    <a:pt x="137565" y="2179"/>
                  </a:cubicBezTo>
                  <a:cubicBezTo>
                    <a:pt x="137041" y="2191"/>
                    <a:pt x="136494" y="2203"/>
                    <a:pt x="135946" y="2215"/>
                  </a:cubicBezTo>
                  <a:cubicBezTo>
                    <a:pt x="135410" y="2203"/>
                    <a:pt x="134863" y="2191"/>
                    <a:pt x="134327" y="2179"/>
                  </a:cubicBezTo>
                  <a:cubicBezTo>
                    <a:pt x="134327" y="2203"/>
                    <a:pt x="134327" y="2215"/>
                    <a:pt x="134315" y="2239"/>
                  </a:cubicBezTo>
                  <a:cubicBezTo>
                    <a:pt x="134089" y="2239"/>
                    <a:pt x="133874" y="2250"/>
                    <a:pt x="133648" y="2250"/>
                  </a:cubicBezTo>
                  <a:lnTo>
                    <a:pt x="133648" y="2858"/>
                  </a:lnTo>
                  <a:cubicBezTo>
                    <a:pt x="133410" y="2715"/>
                    <a:pt x="133124" y="2441"/>
                    <a:pt x="132779" y="2262"/>
                  </a:cubicBezTo>
                  <a:cubicBezTo>
                    <a:pt x="132604" y="2280"/>
                    <a:pt x="132429" y="2288"/>
                    <a:pt x="132254" y="2288"/>
                  </a:cubicBezTo>
                  <a:cubicBezTo>
                    <a:pt x="131165" y="2288"/>
                    <a:pt x="130064" y="1988"/>
                    <a:pt x="128968" y="1988"/>
                  </a:cubicBezTo>
                  <a:cubicBezTo>
                    <a:pt x="128845" y="1988"/>
                    <a:pt x="128723" y="1992"/>
                    <a:pt x="128600" y="2000"/>
                  </a:cubicBezTo>
                  <a:cubicBezTo>
                    <a:pt x="129303" y="3936"/>
                    <a:pt x="129413" y="4616"/>
                    <a:pt x="129192" y="4616"/>
                  </a:cubicBezTo>
                  <a:cubicBezTo>
                    <a:pt x="128855" y="4616"/>
                    <a:pt x="127750" y="3043"/>
                    <a:pt x="126802" y="1929"/>
                  </a:cubicBezTo>
                  <a:cubicBezTo>
                    <a:pt x="122492" y="1750"/>
                    <a:pt x="118527" y="1500"/>
                    <a:pt x="114467" y="1179"/>
                  </a:cubicBezTo>
                  <a:cubicBezTo>
                    <a:pt x="114562" y="774"/>
                    <a:pt x="114646" y="381"/>
                    <a:pt x="114741" y="0"/>
                  </a:cubicBezTo>
                  <a:lnTo>
                    <a:pt x="114741" y="0"/>
                  </a:lnTo>
                  <a:cubicBezTo>
                    <a:pt x="112491" y="226"/>
                    <a:pt x="110348" y="441"/>
                    <a:pt x="108276" y="631"/>
                  </a:cubicBezTo>
                  <a:cubicBezTo>
                    <a:pt x="106192" y="441"/>
                    <a:pt x="104061" y="226"/>
                    <a:pt x="101799" y="0"/>
                  </a:cubicBezTo>
                  <a:lnTo>
                    <a:pt x="101799" y="0"/>
                  </a:lnTo>
                  <a:cubicBezTo>
                    <a:pt x="101894" y="381"/>
                    <a:pt x="101978" y="774"/>
                    <a:pt x="102073" y="1179"/>
                  </a:cubicBezTo>
                  <a:cubicBezTo>
                    <a:pt x="99072" y="1417"/>
                    <a:pt x="96132" y="1607"/>
                    <a:pt x="93060" y="1774"/>
                  </a:cubicBezTo>
                  <a:cubicBezTo>
                    <a:pt x="93191" y="1167"/>
                    <a:pt x="93322" y="572"/>
                    <a:pt x="93465" y="0"/>
                  </a:cubicBezTo>
                  <a:lnTo>
                    <a:pt x="93465" y="0"/>
                  </a:lnTo>
                  <a:cubicBezTo>
                    <a:pt x="84535" y="905"/>
                    <a:pt x="77439" y="1524"/>
                    <a:pt x="69212" y="1905"/>
                  </a:cubicBezTo>
                  <a:cubicBezTo>
                    <a:pt x="69164" y="2239"/>
                    <a:pt x="69116" y="2548"/>
                    <a:pt x="69081" y="2822"/>
                  </a:cubicBezTo>
                  <a:cubicBezTo>
                    <a:pt x="68723" y="2667"/>
                    <a:pt x="68342" y="2548"/>
                    <a:pt x="67973" y="2453"/>
                  </a:cubicBezTo>
                  <a:cubicBezTo>
                    <a:pt x="67950" y="2298"/>
                    <a:pt x="67926" y="2131"/>
                    <a:pt x="67902" y="1953"/>
                  </a:cubicBezTo>
                  <a:cubicBezTo>
                    <a:pt x="64735" y="2084"/>
                    <a:pt x="61377" y="2179"/>
                    <a:pt x="57686" y="2239"/>
                  </a:cubicBezTo>
                  <a:cubicBezTo>
                    <a:pt x="56567" y="2227"/>
                    <a:pt x="55472" y="2203"/>
                    <a:pt x="54412" y="2179"/>
                  </a:cubicBezTo>
                  <a:cubicBezTo>
                    <a:pt x="54303" y="2757"/>
                    <a:pt x="54160" y="2952"/>
                    <a:pt x="53977" y="2952"/>
                  </a:cubicBezTo>
                  <a:cubicBezTo>
                    <a:pt x="53701" y="2952"/>
                    <a:pt x="53333" y="2506"/>
                    <a:pt x="52852" y="2262"/>
                  </a:cubicBezTo>
                  <a:cubicBezTo>
                    <a:pt x="52687" y="2278"/>
                    <a:pt x="52522" y="2285"/>
                    <a:pt x="52356" y="2285"/>
                  </a:cubicBezTo>
                  <a:cubicBezTo>
                    <a:pt x="51262" y="2285"/>
                    <a:pt x="50161" y="1988"/>
                    <a:pt x="49052" y="1988"/>
                  </a:cubicBezTo>
                  <a:cubicBezTo>
                    <a:pt x="48926" y="1988"/>
                    <a:pt x="48800" y="1992"/>
                    <a:pt x="48673" y="2000"/>
                  </a:cubicBezTo>
                  <a:cubicBezTo>
                    <a:pt x="48959" y="2774"/>
                    <a:pt x="49138" y="3346"/>
                    <a:pt x="49257" y="3751"/>
                  </a:cubicBezTo>
                  <a:cubicBezTo>
                    <a:pt x="48792" y="3274"/>
                    <a:pt x="48173" y="2953"/>
                    <a:pt x="47518" y="2703"/>
                  </a:cubicBezTo>
                  <a:cubicBezTo>
                    <a:pt x="47304" y="2441"/>
                    <a:pt x="47090" y="2179"/>
                    <a:pt x="46875" y="1929"/>
                  </a:cubicBezTo>
                  <a:cubicBezTo>
                    <a:pt x="38315" y="1572"/>
                    <a:pt x="31064" y="929"/>
                    <a:pt x="21872" y="0"/>
                  </a:cubicBezTo>
                  <a:lnTo>
                    <a:pt x="21872" y="0"/>
                  </a:lnTo>
                  <a:cubicBezTo>
                    <a:pt x="22015" y="572"/>
                    <a:pt x="22146" y="1167"/>
                    <a:pt x="22277" y="1774"/>
                  </a:cubicBezTo>
                  <a:cubicBezTo>
                    <a:pt x="15098" y="1393"/>
                    <a:pt x="8573" y="810"/>
                    <a:pt x="5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4" name="Google Shape;1384;p76"/>
            <p:cNvSpPr/>
            <p:nvPr/>
          </p:nvSpPr>
          <p:spPr>
            <a:xfrm>
              <a:off x="283950" y="193150"/>
              <a:ext cx="8615526" cy="4752359"/>
            </a:xfrm>
            <a:custGeom>
              <a:rect b="b" l="l" r="r" t="t"/>
              <a:pathLst>
                <a:path extrusionOk="0" h="146757" w="269046">
                  <a:moveTo>
                    <a:pt x="21241" y="131"/>
                  </a:moveTo>
                  <a:cubicBezTo>
                    <a:pt x="20884" y="346"/>
                    <a:pt x="20527" y="572"/>
                    <a:pt x="20170" y="798"/>
                  </a:cubicBezTo>
                  <a:cubicBezTo>
                    <a:pt x="20217" y="953"/>
                    <a:pt x="20253" y="1120"/>
                    <a:pt x="20289" y="1286"/>
                  </a:cubicBezTo>
                  <a:cubicBezTo>
                    <a:pt x="20860" y="929"/>
                    <a:pt x="21432" y="560"/>
                    <a:pt x="22015" y="203"/>
                  </a:cubicBezTo>
                  <a:cubicBezTo>
                    <a:pt x="21753" y="179"/>
                    <a:pt x="21503" y="155"/>
                    <a:pt x="21241" y="131"/>
                  </a:cubicBezTo>
                  <a:close/>
                  <a:moveTo>
                    <a:pt x="18777" y="1691"/>
                  </a:moveTo>
                  <a:cubicBezTo>
                    <a:pt x="18515" y="1858"/>
                    <a:pt x="18265" y="2012"/>
                    <a:pt x="18015" y="2179"/>
                  </a:cubicBezTo>
                  <a:cubicBezTo>
                    <a:pt x="11788" y="6263"/>
                    <a:pt x="6156" y="10644"/>
                    <a:pt x="1155" y="15252"/>
                  </a:cubicBezTo>
                  <a:cubicBezTo>
                    <a:pt x="1179" y="15455"/>
                    <a:pt x="1203" y="15657"/>
                    <a:pt x="1215" y="15848"/>
                  </a:cubicBezTo>
                  <a:cubicBezTo>
                    <a:pt x="6263" y="11156"/>
                    <a:pt x="11966" y="6727"/>
                    <a:pt x="18277" y="2584"/>
                  </a:cubicBezTo>
                  <a:cubicBezTo>
                    <a:pt x="18705" y="2298"/>
                    <a:pt x="19146" y="2012"/>
                    <a:pt x="19574" y="1739"/>
                  </a:cubicBezTo>
                  <a:cubicBezTo>
                    <a:pt x="19312" y="1727"/>
                    <a:pt x="19039" y="1703"/>
                    <a:pt x="18777" y="1691"/>
                  </a:cubicBezTo>
                  <a:close/>
                  <a:moveTo>
                    <a:pt x="257199" y="5608"/>
                  </a:moveTo>
                  <a:cubicBezTo>
                    <a:pt x="259819" y="11180"/>
                    <a:pt x="262128" y="16943"/>
                    <a:pt x="264105" y="22884"/>
                  </a:cubicBezTo>
                  <a:cubicBezTo>
                    <a:pt x="264307" y="22836"/>
                    <a:pt x="264522" y="22789"/>
                    <a:pt x="264736" y="22741"/>
                  </a:cubicBezTo>
                  <a:cubicBezTo>
                    <a:pt x="262950" y="17360"/>
                    <a:pt x="260890" y="12085"/>
                    <a:pt x="258557" y="6942"/>
                  </a:cubicBezTo>
                  <a:lnTo>
                    <a:pt x="257199" y="5608"/>
                  </a:lnTo>
                  <a:close/>
                  <a:moveTo>
                    <a:pt x="234685" y="1239"/>
                  </a:moveTo>
                  <a:cubicBezTo>
                    <a:pt x="234423" y="1262"/>
                    <a:pt x="234149" y="1286"/>
                    <a:pt x="233887" y="1298"/>
                  </a:cubicBezTo>
                  <a:cubicBezTo>
                    <a:pt x="234554" y="1727"/>
                    <a:pt x="235220" y="2143"/>
                    <a:pt x="235875" y="2584"/>
                  </a:cubicBezTo>
                  <a:cubicBezTo>
                    <a:pt x="245662" y="9001"/>
                    <a:pt x="253961" y="16145"/>
                    <a:pt x="260676" y="23813"/>
                  </a:cubicBezTo>
                  <a:cubicBezTo>
                    <a:pt x="260783" y="23741"/>
                    <a:pt x="260938" y="23682"/>
                    <a:pt x="261140" y="23610"/>
                  </a:cubicBezTo>
                  <a:cubicBezTo>
                    <a:pt x="254377" y="15871"/>
                    <a:pt x="246007" y="8656"/>
                    <a:pt x="236137" y="2179"/>
                  </a:cubicBezTo>
                  <a:cubicBezTo>
                    <a:pt x="235649" y="1870"/>
                    <a:pt x="235173" y="1548"/>
                    <a:pt x="234685" y="1239"/>
                  </a:cubicBezTo>
                  <a:close/>
                  <a:moveTo>
                    <a:pt x="264807" y="25051"/>
                  </a:moveTo>
                  <a:lnTo>
                    <a:pt x="264867" y="25218"/>
                  </a:lnTo>
                  <a:cubicBezTo>
                    <a:pt x="264879" y="25218"/>
                    <a:pt x="264879" y="25206"/>
                    <a:pt x="264891" y="25194"/>
                  </a:cubicBezTo>
                  <a:cubicBezTo>
                    <a:pt x="264914" y="25158"/>
                    <a:pt x="264926" y="25111"/>
                    <a:pt x="264938" y="25075"/>
                  </a:cubicBezTo>
                  <a:cubicBezTo>
                    <a:pt x="264891" y="25063"/>
                    <a:pt x="264855" y="25063"/>
                    <a:pt x="264807" y="25051"/>
                  </a:cubicBezTo>
                  <a:close/>
                  <a:moveTo>
                    <a:pt x="265319" y="26670"/>
                  </a:moveTo>
                  <a:lnTo>
                    <a:pt x="265319" y="26670"/>
                  </a:lnTo>
                  <a:cubicBezTo>
                    <a:pt x="265557" y="27480"/>
                    <a:pt x="265807" y="28290"/>
                    <a:pt x="266034" y="29099"/>
                  </a:cubicBezTo>
                  <a:cubicBezTo>
                    <a:pt x="266057" y="28444"/>
                    <a:pt x="266081" y="27789"/>
                    <a:pt x="266117" y="27135"/>
                  </a:cubicBezTo>
                  <a:cubicBezTo>
                    <a:pt x="266081" y="27016"/>
                    <a:pt x="266046" y="26896"/>
                    <a:pt x="266010" y="26777"/>
                  </a:cubicBezTo>
                  <a:cubicBezTo>
                    <a:pt x="265843" y="26754"/>
                    <a:pt x="265593" y="26718"/>
                    <a:pt x="265319" y="26670"/>
                  </a:cubicBezTo>
                  <a:close/>
                  <a:moveTo>
                    <a:pt x="261188" y="24408"/>
                  </a:moveTo>
                  <a:lnTo>
                    <a:pt x="261188" y="24408"/>
                  </a:lnTo>
                  <a:cubicBezTo>
                    <a:pt x="262902" y="26396"/>
                    <a:pt x="264498" y="28409"/>
                    <a:pt x="265998" y="30456"/>
                  </a:cubicBezTo>
                  <a:cubicBezTo>
                    <a:pt x="265998" y="30195"/>
                    <a:pt x="266010" y="29944"/>
                    <a:pt x="266022" y="29683"/>
                  </a:cubicBezTo>
                  <a:cubicBezTo>
                    <a:pt x="265153" y="28516"/>
                    <a:pt x="264260" y="27361"/>
                    <a:pt x="263331" y="26218"/>
                  </a:cubicBezTo>
                  <a:cubicBezTo>
                    <a:pt x="263200" y="26158"/>
                    <a:pt x="263140" y="26087"/>
                    <a:pt x="263164" y="26015"/>
                  </a:cubicBezTo>
                  <a:cubicBezTo>
                    <a:pt x="262771" y="25539"/>
                    <a:pt x="262378" y="25075"/>
                    <a:pt x="261986" y="24599"/>
                  </a:cubicBezTo>
                  <a:cubicBezTo>
                    <a:pt x="261664" y="24539"/>
                    <a:pt x="261402" y="24468"/>
                    <a:pt x="261188" y="24408"/>
                  </a:cubicBezTo>
                  <a:close/>
                  <a:moveTo>
                    <a:pt x="127076" y="17431"/>
                  </a:moveTo>
                  <a:cubicBezTo>
                    <a:pt x="133339" y="17431"/>
                    <a:pt x="139506" y="17574"/>
                    <a:pt x="145578" y="17848"/>
                  </a:cubicBezTo>
                  <a:cubicBezTo>
                    <a:pt x="146150" y="29278"/>
                    <a:pt x="146554" y="41363"/>
                    <a:pt x="146769" y="53924"/>
                  </a:cubicBezTo>
                  <a:cubicBezTo>
                    <a:pt x="140292" y="53816"/>
                    <a:pt x="133720" y="53769"/>
                    <a:pt x="127076" y="53769"/>
                  </a:cubicBezTo>
                  <a:cubicBezTo>
                    <a:pt x="120432" y="53769"/>
                    <a:pt x="113860" y="53816"/>
                    <a:pt x="107371" y="53924"/>
                  </a:cubicBezTo>
                  <a:cubicBezTo>
                    <a:pt x="107585" y="41363"/>
                    <a:pt x="107990" y="29278"/>
                    <a:pt x="108562" y="17848"/>
                  </a:cubicBezTo>
                  <a:cubicBezTo>
                    <a:pt x="114634" y="17574"/>
                    <a:pt x="120813" y="17431"/>
                    <a:pt x="127076" y="17431"/>
                  </a:cubicBezTo>
                  <a:close/>
                  <a:moveTo>
                    <a:pt x="108359" y="17848"/>
                  </a:moveTo>
                  <a:cubicBezTo>
                    <a:pt x="107776" y="29385"/>
                    <a:pt x="107371" y="41482"/>
                    <a:pt x="107169" y="53924"/>
                  </a:cubicBezTo>
                  <a:cubicBezTo>
                    <a:pt x="94727" y="54138"/>
                    <a:pt x="82630" y="54531"/>
                    <a:pt x="71093" y="55114"/>
                  </a:cubicBezTo>
                  <a:cubicBezTo>
                    <a:pt x="71617" y="43244"/>
                    <a:pt x="72640" y="31766"/>
                    <a:pt x="74117" y="20872"/>
                  </a:cubicBezTo>
                  <a:cubicBezTo>
                    <a:pt x="85011" y="19407"/>
                    <a:pt x="96477" y="18384"/>
                    <a:pt x="108359" y="17848"/>
                  </a:cubicBezTo>
                  <a:close/>
                  <a:moveTo>
                    <a:pt x="145792" y="17860"/>
                  </a:moveTo>
                  <a:lnTo>
                    <a:pt x="145792" y="17860"/>
                  </a:lnTo>
                  <a:cubicBezTo>
                    <a:pt x="157675" y="18384"/>
                    <a:pt x="169141" y="19407"/>
                    <a:pt x="180035" y="20884"/>
                  </a:cubicBezTo>
                  <a:cubicBezTo>
                    <a:pt x="181499" y="31766"/>
                    <a:pt x="182523" y="43244"/>
                    <a:pt x="183059" y="55114"/>
                  </a:cubicBezTo>
                  <a:cubicBezTo>
                    <a:pt x="171522" y="54531"/>
                    <a:pt x="159425" y="54138"/>
                    <a:pt x="146983" y="53924"/>
                  </a:cubicBezTo>
                  <a:cubicBezTo>
                    <a:pt x="146781" y="41482"/>
                    <a:pt x="146376" y="29385"/>
                    <a:pt x="145792" y="17860"/>
                  </a:cubicBezTo>
                  <a:close/>
                  <a:moveTo>
                    <a:pt x="73724" y="20931"/>
                  </a:moveTo>
                  <a:lnTo>
                    <a:pt x="73724" y="20931"/>
                  </a:lnTo>
                  <a:cubicBezTo>
                    <a:pt x="72259" y="31909"/>
                    <a:pt x="71247" y="43375"/>
                    <a:pt x="70724" y="55138"/>
                  </a:cubicBezTo>
                  <a:cubicBezTo>
                    <a:pt x="54805" y="55948"/>
                    <a:pt x="39958" y="57103"/>
                    <a:pt x="26742" y="58579"/>
                  </a:cubicBezTo>
                  <a:cubicBezTo>
                    <a:pt x="27373" y="48816"/>
                    <a:pt x="28599" y="39255"/>
                    <a:pt x="30397" y="29992"/>
                  </a:cubicBezTo>
                  <a:cubicBezTo>
                    <a:pt x="43292" y="26158"/>
                    <a:pt x="57901" y="23086"/>
                    <a:pt x="73724" y="20931"/>
                  </a:cubicBezTo>
                  <a:close/>
                  <a:moveTo>
                    <a:pt x="180416" y="20931"/>
                  </a:moveTo>
                  <a:lnTo>
                    <a:pt x="180416" y="20931"/>
                  </a:lnTo>
                  <a:cubicBezTo>
                    <a:pt x="196251" y="23086"/>
                    <a:pt x="210860" y="26170"/>
                    <a:pt x="223755" y="29992"/>
                  </a:cubicBezTo>
                  <a:cubicBezTo>
                    <a:pt x="225552" y="39255"/>
                    <a:pt x="226779" y="48816"/>
                    <a:pt x="227410" y="58579"/>
                  </a:cubicBezTo>
                  <a:cubicBezTo>
                    <a:pt x="214194" y="57103"/>
                    <a:pt x="199335" y="55948"/>
                    <a:pt x="183416" y="55138"/>
                  </a:cubicBezTo>
                  <a:cubicBezTo>
                    <a:pt x="182904" y="43375"/>
                    <a:pt x="181892" y="31909"/>
                    <a:pt x="180416" y="20931"/>
                  </a:cubicBezTo>
                  <a:close/>
                  <a:moveTo>
                    <a:pt x="70724" y="55352"/>
                  </a:moveTo>
                  <a:cubicBezTo>
                    <a:pt x="70450" y="61436"/>
                    <a:pt x="70319" y="67616"/>
                    <a:pt x="70319" y="73843"/>
                  </a:cubicBezTo>
                  <a:cubicBezTo>
                    <a:pt x="70319" y="80070"/>
                    <a:pt x="70450" y="86237"/>
                    <a:pt x="70724" y="92321"/>
                  </a:cubicBezTo>
                  <a:cubicBezTo>
                    <a:pt x="54543" y="91500"/>
                    <a:pt x="39696" y="90333"/>
                    <a:pt x="26730" y="88892"/>
                  </a:cubicBezTo>
                  <a:cubicBezTo>
                    <a:pt x="26420" y="83915"/>
                    <a:pt x="26254" y="78891"/>
                    <a:pt x="26254" y="73843"/>
                  </a:cubicBezTo>
                  <a:cubicBezTo>
                    <a:pt x="26254" y="68783"/>
                    <a:pt x="26420" y="63758"/>
                    <a:pt x="26730" y="58781"/>
                  </a:cubicBezTo>
                  <a:cubicBezTo>
                    <a:pt x="39696" y="57341"/>
                    <a:pt x="54543" y="56174"/>
                    <a:pt x="70724" y="55352"/>
                  </a:cubicBezTo>
                  <a:close/>
                  <a:moveTo>
                    <a:pt x="183428" y="55352"/>
                  </a:moveTo>
                  <a:cubicBezTo>
                    <a:pt x="199609" y="56174"/>
                    <a:pt x="214444" y="57341"/>
                    <a:pt x="227410" y="58781"/>
                  </a:cubicBezTo>
                  <a:cubicBezTo>
                    <a:pt x="227731" y="63758"/>
                    <a:pt x="227886" y="68783"/>
                    <a:pt x="227886" y="73843"/>
                  </a:cubicBezTo>
                  <a:cubicBezTo>
                    <a:pt x="227886" y="78903"/>
                    <a:pt x="227731" y="83915"/>
                    <a:pt x="227410" y="88892"/>
                  </a:cubicBezTo>
                  <a:cubicBezTo>
                    <a:pt x="214444" y="90333"/>
                    <a:pt x="199609" y="91500"/>
                    <a:pt x="183428" y="92321"/>
                  </a:cubicBezTo>
                  <a:cubicBezTo>
                    <a:pt x="183690" y="86237"/>
                    <a:pt x="183833" y="80070"/>
                    <a:pt x="183833" y="73843"/>
                  </a:cubicBezTo>
                  <a:cubicBezTo>
                    <a:pt x="183833" y="67616"/>
                    <a:pt x="183690" y="61436"/>
                    <a:pt x="183428" y="55352"/>
                  </a:cubicBezTo>
                  <a:close/>
                  <a:moveTo>
                    <a:pt x="107157" y="54138"/>
                  </a:moveTo>
                  <a:cubicBezTo>
                    <a:pt x="107050" y="60627"/>
                    <a:pt x="107002" y="67199"/>
                    <a:pt x="107002" y="73843"/>
                  </a:cubicBezTo>
                  <a:cubicBezTo>
                    <a:pt x="107002" y="80475"/>
                    <a:pt x="107050" y="87047"/>
                    <a:pt x="107157" y="93536"/>
                  </a:cubicBezTo>
                  <a:cubicBezTo>
                    <a:pt x="94596" y="93321"/>
                    <a:pt x="82511" y="92917"/>
                    <a:pt x="71081" y="92345"/>
                  </a:cubicBezTo>
                  <a:cubicBezTo>
                    <a:pt x="70807" y="86273"/>
                    <a:pt x="70676" y="80105"/>
                    <a:pt x="70676" y="73843"/>
                  </a:cubicBezTo>
                  <a:cubicBezTo>
                    <a:pt x="70676" y="67580"/>
                    <a:pt x="70807" y="61401"/>
                    <a:pt x="71081" y="55329"/>
                  </a:cubicBezTo>
                  <a:cubicBezTo>
                    <a:pt x="82511" y="54757"/>
                    <a:pt x="94596" y="54352"/>
                    <a:pt x="107157" y="54138"/>
                  </a:cubicBezTo>
                  <a:close/>
                  <a:moveTo>
                    <a:pt x="146983" y="54138"/>
                  </a:moveTo>
                  <a:cubicBezTo>
                    <a:pt x="159544" y="54352"/>
                    <a:pt x="171641" y="54757"/>
                    <a:pt x="183071" y="55329"/>
                  </a:cubicBezTo>
                  <a:cubicBezTo>
                    <a:pt x="183333" y="61401"/>
                    <a:pt x="183476" y="67568"/>
                    <a:pt x="183476" y="73831"/>
                  </a:cubicBezTo>
                  <a:cubicBezTo>
                    <a:pt x="183476" y="80094"/>
                    <a:pt x="183333" y="86273"/>
                    <a:pt x="183071" y="92345"/>
                  </a:cubicBezTo>
                  <a:cubicBezTo>
                    <a:pt x="171641" y="92917"/>
                    <a:pt x="159544" y="93321"/>
                    <a:pt x="146983" y="93536"/>
                  </a:cubicBezTo>
                  <a:cubicBezTo>
                    <a:pt x="147090" y="87047"/>
                    <a:pt x="147150" y="80475"/>
                    <a:pt x="147150" y="73843"/>
                  </a:cubicBezTo>
                  <a:cubicBezTo>
                    <a:pt x="147150" y="67199"/>
                    <a:pt x="147090" y="60627"/>
                    <a:pt x="146983" y="54138"/>
                  </a:cubicBezTo>
                  <a:close/>
                  <a:moveTo>
                    <a:pt x="127076" y="53971"/>
                  </a:moveTo>
                  <a:cubicBezTo>
                    <a:pt x="133743" y="53971"/>
                    <a:pt x="140327" y="54031"/>
                    <a:pt x="146781" y="54138"/>
                  </a:cubicBezTo>
                  <a:cubicBezTo>
                    <a:pt x="146876" y="60591"/>
                    <a:pt x="146935" y="67163"/>
                    <a:pt x="146935" y="73843"/>
                  </a:cubicBezTo>
                  <a:cubicBezTo>
                    <a:pt x="146935" y="80510"/>
                    <a:pt x="146888" y="87082"/>
                    <a:pt x="146781" y="93536"/>
                  </a:cubicBezTo>
                  <a:cubicBezTo>
                    <a:pt x="140327" y="93643"/>
                    <a:pt x="133743" y="93702"/>
                    <a:pt x="127076" y="93702"/>
                  </a:cubicBezTo>
                  <a:cubicBezTo>
                    <a:pt x="120396" y="93702"/>
                    <a:pt x="113824" y="93643"/>
                    <a:pt x="107371" y="93536"/>
                  </a:cubicBezTo>
                  <a:cubicBezTo>
                    <a:pt x="107264" y="87082"/>
                    <a:pt x="107204" y="80510"/>
                    <a:pt x="107204" y="73843"/>
                  </a:cubicBezTo>
                  <a:cubicBezTo>
                    <a:pt x="107204" y="67163"/>
                    <a:pt x="107264" y="60591"/>
                    <a:pt x="107371" y="54138"/>
                  </a:cubicBezTo>
                  <a:cubicBezTo>
                    <a:pt x="113824" y="54031"/>
                    <a:pt x="120396" y="53971"/>
                    <a:pt x="127076" y="53971"/>
                  </a:cubicBezTo>
                  <a:close/>
                  <a:moveTo>
                    <a:pt x="48" y="105632"/>
                  </a:moveTo>
                  <a:cubicBezTo>
                    <a:pt x="36" y="105716"/>
                    <a:pt x="12" y="105811"/>
                    <a:pt x="0" y="105894"/>
                  </a:cubicBezTo>
                  <a:cubicBezTo>
                    <a:pt x="155" y="105882"/>
                    <a:pt x="310" y="105870"/>
                    <a:pt x="477" y="105859"/>
                  </a:cubicBezTo>
                  <a:cubicBezTo>
                    <a:pt x="334" y="105775"/>
                    <a:pt x="191" y="105704"/>
                    <a:pt x="48" y="105632"/>
                  </a:cubicBezTo>
                  <a:close/>
                  <a:moveTo>
                    <a:pt x="26742" y="89095"/>
                  </a:moveTo>
                  <a:cubicBezTo>
                    <a:pt x="39958" y="90571"/>
                    <a:pt x="54805" y="91726"/>
                    <a:pt x="70724" y="92536"/>
                  </a:cubicBezTo>
                  <a:cubicBezTo>
                    <a:pt x="71247" y="104299"/>
                    <a:pt x="72259" y="115765"/>
                    <a:pt x="73724" y="126742"/>
                  </a:cubicBezTo>
                  <a:cubicBezTo>
                    <a:pt x="57901" y="124587"/>
                    <a:pt x="43292" y="121515"/>
                    <a:pt x="30397" y="117681"/>
                  </a:cubicBezTo>
                  <a:cubicBezTo>
                    <a:pt x="28599" y="108418"/>
                    <a:pt x="27373" y="98858"/>
                    <a:pt x="26742" y="89095"/>
                  </a:cubicBezTo>
                  <a:close/>
                  <a:moveTo>
                    <a:pt x="227410" y="89095"/>
                  </a:moveTo>
                  <a:cubicBezTo>
                    <a:pt x="226779" y="98858"/>
                    <a:pt x="225552" y="108418"/>
                    <a:pt x="223755" y="117681"/>
                  </a:cubicBezTo>
                  <a:cubicBezTo>
                    <a:pt x="210860" y="121515"/>
                    <a:pt x="196251" y="124587"/>
                    <a:pt x="180416" y="126742"/>
                  </a:cubicBezTo>
                  <a:cubicBezTo>
                    <a:pt x="181892" y="115765"/>
                    <a:pt x="182904" y="104299"/>
                    <a:pt x="183416" y="92536"/>
                  </a:cubicBezTo>
                  <a:cubicBezTo>
                    <a:pt x="199347" y="91726"/>
                    <a:pt x="214194" y="90571"/>
                    <a:pt x="227410" y="89095"/>
                  </a:cubicBezTo>
                  <a:close/>
                  <a:moveTo>
                    <a:pt x="71093" y="92559"/>
                  </a:moveTo>
                  <a:lnTo>
                    <a:pt x="71093" y="92559"/>
                  </a:lnTo>
                  <a:cubicBezTo>
                    <a:pt x="82630" y="93143"/>
                    <a:pt x="94715" y="93536"/>
                    <a:pt x="107169" y="93750"/>
                  </a:cubicBezTo>
                  <a:cubicBezTo>
                    <a:pt x="107371" y="106192"/>
                    <a:pt x="107776" y="118289"/>
                    <a:pt x="108347" y="129826"/>
                  </a:cubicBezTo>
                  <a:cubicBezTo>
                    <a:pt x="96477" y="129290"/>
                    <a:pt x="85011" y="128266"/>
                    <a:pt x="74117" y="126790"/>
                  </a:cubicBezTo>
                  <a:cubicBezTo>
                    <a:pt x="72640" y="115907"/>
                    <a:pt x="71617" y="104442"/>
                    <a:pt x="71093" y="92559"/>
                  </a:cubicBezTo>
                  <a:close/>
                  <a:moveTo>
                    <a:pt x="183059" y="92559"/>
                  </a:moveTo>
                  <a:lnTo>
                    <a:pt x="183059" y="92559"/>
                  </a:lnTo>
                  <a:cubicBezTo>
                    <a:pt x="182523" y="104442"/>
                    <a:pt x="181499" y="115907"/>
                    <a:pt x="180035" y="126802"/>
                  </a:cubicBezTo>
                  <a:cubicBezTo>
                    <a:pt x="169141" y="128266"/>
                    <a:pt x="157675" y="129290"/>
                    <a:pt x="145792" y="129826"/>
                  </a:cubicBezTo>
                  <a:cubicBezTo>
                    <a:pt x="146376" y="118289"/>
                    <a:pt x="146769" y="106192"/>
                    <a:pt x="146983" y="93750"/>
                  </a:cubicBezTo>
                  <a:cubicBezTo>
                    <a:pt x="159425" y="93536"/>
                    <a:pt x="171522" y="93143"/>
                    <a:pt x="183059" y="92559"/>
                  </a:cubicBezTo>
                  <a:close/>
                  <a:moveTo>
                    <a:pt x="107371" y="93750"/>
                  </a:moveTo>
                  <a:cubicBezTo>
                    <a:pt x="113860" y="93857"/>
                    <a:pt x="120432" y="93917"/>
                    <a:pt x="127076" y="93917"/>
                  </a:cubicBezTo>
                  <a:cubicBezTo>
                    <a:pt x="133708" y="93917"/>
                    <a:pt x="140292" y="93857"/>
                    <a:pt x="146769" y="93750"/>
                  </a:cubicBezTo>
                  <a:lnTo>
                    <a:pt x="146769" y="93750"/>
                  </a:lnTo>
                  <a:cubicBezTo>
                    <a:pt x="146566" y="106311"/>
                    <a:pt x="146150" y="118396"/>
                    <a:pt x="145578" y="129826"/>
                  </a:cubicBezTo>
                  <a:cubicBezTo>
                    <a:pt x="139506" y="130100"/>
                    <a:pt x="133339" y="130243"/>
                    <a:pt x="127076" y="130243"/>
                  </a:cubicBezTo>
                  <a:cubicBezTo>
                    <a:pt x="120813" y="130243"/>
                    <a:pt x="114634" y="130100"/>
                    <a:pt x="108574" y="129826"/>
                  </a:cubicBezTo>
                  <a:cubicBezTo>
                    <a:pt x="107990" y="118396"/>
                    <a:pt x="107585" y="106311"/>
                    <a:pt x="107371" y="93750"/>
                  </a:cubicBezTo>
                  <a:close/>
                  <a:moveTo>
                    <a:pt x="266653" y="116300"/>
                  </a:moveTo>
                  <a:lnTo>
                    <a:pt x="266653" y="116300"/>
                  </a:lnTo>
                  <a:cubicBezTo>
                    <a:pt x="259152" y="126861"/>
                    <a:pt x="248817" y="136600"/>
                    <a:pt x="235875" y="145101"/>
                  </a:cubicBezTo>
                  <a:cubicBezTo>
                    <a:pt x="235411" y="145399"/>
                    <a:pt x="234946" y="145697"/>
                    <a:pt x="234482" y="145994"/>
                  </a:cubicBezTo>
                  <a:cubicBezTo>
                    <a:pt x="234756" y="146006"/>
                    <a:pt x="235030" y="146018"/>
                    <a:pt x="235304" y="146030"/>
                  </a:cubicBezTo>
                  <a:cubicBezTo>
                    <a:pt x="235577" y="145852"/>
                    <a:pt x="235851" y="145673"/>
                    <a:pt x="236137" y="145494"/>
                  </a:cubicBezTo>
                  <a:cubicBezTo>
                    <a:pt x="248710" y="137243"/>
                    <a:pt x="258854" y="127814"/>
                    <a:pt x="266319" y="117586"/>
                  </a:cubicBezTo>
                  <a:lnTo>
                    <a:pt x="266319" y="117586"/>
                  </a:lnTo>
                  <a:cubicBezTo>
                    <a:pt x="263533" y="127504"/>
                    <a:pt x="259831" y="137005"/>
                    <a:pt x="255306" y="145971"/>
                  </a:cubicBezTo>
                  <a:cubicBezTo>
                    <a:pt x="255544" y="145983"/>
                    <a:pt x="255794" y="145994"/>
                    <a:pt x="256032" y="146006"/>
                  </a:cubicBezTo>
                  <a:cubicBezTo>
                    <a:pt x="260354" y="137374"/>
                    <a:pt x="263879" y="128338"/>
                    <a:pt x="266569" y="118991"/>
                  </a:cubicBezTo>
                  <a:cubicBezTo>
                    <a:pt x="266593" y="118098"/>
                    <a:pt x="266617" y="117193"/>
                    <a:pt x="266653" y="116300"/>
                  </a:cubicBezTo>
                  <a:close/>
                  <a:moveTo>
                    <a:pt x="1798" y="132362"/>
                  </a:moveTo>
                  <a:cubicBezTo>
                    <a:pt x="1774" y="132540"/>
                    <a:pt x="1739" y="132731"/>
                    <a:pt x="1715" y="132933"/>
                  </a:cubicBezTo>
                  <a:cubicBezTo>
                    <a:pt x="6573" y="137362"/>
                    <a:pt x="12014" y="141553"/>
                    <a:pt x="18015" y="145494"/>
                  </a:cubicBezTo>
                  <a:cubicBezTo>
                    <a:pt x="18229" y="145637"/>
                    <a:pt x="18455" y="145780"/>
                    <a:pt x="18669" y="145923"/>
                  </a:cubicBezTo>
                  <a:cubicBezTo>
                    <a:pt x="18681" y="145899"/>
                    <a:pt x="18681" y="145887"/>
                    <a:pt x="18693" y="145875"/>
                  </a:cubicBezTo>
                  <a:lnTo>
                    <a:pt x="18693" y="145875"/>
                  </a:lnTo>
                  <a:cubicBezTo>
                    <a:pt x="18681" y="145899"/>
                    <a:pt x="18693" y="145911"/>
                    <a:pt x="18693" y="145935"/>
                  </a:cubicBezTo>
                  <a:cubicBezTo>
                    <a:pt x="18800" y="146006"/>
                    <a:pt x="18908" y="146066"/>
                    <a:pt x="19015" y="146137"/>
                  </a:cubicBezTo>
                  <a:cubicBezTo>
                    <a:pt x="19348" y="146256"/>
                    <a:pt x="19872" y="146328"/>
                    <a:pt x="20336" y="146423"/>
                  </a:cubicBezTo>
                  <a:cubicBezTo>
                    <a:pt x="19646" y="145983"/>
                    <a:pt x="18955" y="145542"/>
                    <a:pt x="18277" y="145090"/>
                  </a:cubicBezTo>
                  <a:cubicBezTo>
                    <a:pt x="12204" y="141113"/>
                    <a:pt x="6692" y="136850"/>
                    <a:pt x="1798" y="132362"/>
                  </a:cubicBezTo>
                  <a:close/>
                  <a:moveTo>
                    <a:pt x="176558" y="0"/>
                  </a:moveTo>
                  <a:cubicBezTo>
                    <a:pt x="176701" y="572"/>
                    <a:pt x="176832" y="1167"/>
                    <a:pt x="176963" y="1774"/>
                  </a:cubicBezTo>
                  <a:lnTo>
                    <a:pt x="176903" y="1774"/>
                  </a:lnTo>
                  <a:cubicBezTo>
                    <a:pt x="178070" y="7787"/>
                    <a:pt x="179106" y="14038"/>
                    <a:pt x="179975" y="20491"/>
                  </a:cubicBezTo>
                  <a:cubicBezTo>
                    <a:pt x="168998" y="19015"/>
                    <a:pt x="157544" y="18003"/>
                    <a:pt x="145781" y="17491"/>
                  </a:cubicBezTo>
                  <a:cubicBezTo>
                    <a:pt x="145507" y="12157"/>
                    <a:pt x="145197" y="6942"/>
                    <a:pt x="144852" y="1858"/>
                  </a:cubicBezTo>
                  <a:cubicBezTo>
                    <a:pt x="144780" y="1870"/>
                    <a:pt x="144697" y="1870"/>
                    <a:pt x="144626" y="1870"/>
                  </a:cubicBezTo>
                  <a:cubicBezTo>
                    <a:pt x="144971" y="6918"/>
                    <a:pt x="145292" y="12121"/>
                    <a:pt x="145554" y="17479"/>
                  </a:cubicBezTo>
                  <a:cubicBezTo>
                    <a:pt x="139470" y="17217"/>
                    <a:pt x="133303" y="17074"/>
                    <a:pt x="127076" y="17074"/>
                  </a:cubicBezTo>
                  <a:cubicBezTo>
                    <a:pt x="120849" y="17074"/>
                    <a:pt x="114681" y="17217"/>
                    <a:pt x="108585" y="17479"/>
                  </a:cubicBezTo>
                  <a:cubicBezTo>
                    <a:pt x="108895" y="11573"/>
                    <a:pt x="109240" y="5846"/>
                    <a:pt x="109621" y="322"/>
                  </a:cubicBezTo>
                  <a:lnTo>
                    <a:pt x="109621" y="322"/>
                  </a:lnTo>
                  <a:cubicBezTo>
                    <a:pt x="109550" y="334"/>
                    <a:pt x="109478" y="334"/>
                    <a:pt x="109407" y="346"/>
                  </a:cubicBezTo>
                  <a:cubicBezTo>
                    <a:pt x="109014" y="5894"/>
                    <a:pt x="108669" y="11621"/>
                    <a:pt x="108371" y="17491"/>
                  </a:cubicBezTo>
                  <a:cubicBezTo>
                    <a:pt x="96608" y="18003"/>
                    <a:pt x="85142" y="19015"/>
                    <a:pt x="74164" y="20491"/>
                  </a:cubicBezTo>
                  <a:cubicBezTo>
                    <a:pt x="75069" y="13871"/>
                    <a:pt x="76129" y="7454"/>
                    <a:pt x="77343" y="1298"/>
                  </a:cubicBezTo>
                  <a:lnTo>
                    <a:pt x="77343" y="1298"/>
                  </a:lnTo>
                  <a:cubicBezTo>
                    <a:pt x="77212" y="1310"/>
                    <a:pt x="77081" y="1322"/>
                    <a:pt x="76951" y="1334"/>
                  </a:cubicBezTo>
                  <a:cubicBezTo>
                    <a:pt x="75724" y="7537"/>
                    <a:pt x="74665" y="13954"/>
                    <a:pt x="73783" y="20539"/>
                  </a:cubicBezTo>
                  <a:cubicBezTo>
                    <a:pt x="58198" y="22646"/>
                    <a:pt x="43601" y="25682"/>
                    <a:pt x="30480" y="29575"/>
                  </a:cubicBezTo>
                  <a:cubicBezTo>
                    <a:pt x="32374" y="19872"/>
                    <a:pt x="34910" y="10502"/>
                    <a:pt x="38029" y="1560"/>
                  </a:cubicBezTo>
                  <a:cubicBezTo>
                    <a:pt x="37874" y="1548"/>
                    <a:pt x="37708" y="1548"/>
                    <a:pt x="37541" y="1536"/>
                  </a:cubicBezTo>
                  <a:cubicBezTo>
                    <a:pt x="34409" y="10525"/>
                    <a:pt x="31862" y="19955"/>
                    <a:pt x="29968" y="29718"/>
                  </a:cubicBezTo>
                  <a:cubicBezTo>
                    <a:pt x="25849" y="30957"/>
                    <a:pt x="21884" y="32266"/>
                    <a:pt x="18086" y="33659"/>
                  </a:cubicBezTo>
                  <a:cubicBezTo>
                    <a:pt x="12252" y="35802"/>
                    <a:pt x="6942" y="38088"/>
                    <a:pt x="2191" y="40493"/>
                  </a:cubicBezTo>
                  <a:lnTo>
                    <a:pt x="2179" y="40934"/>
                  </a:lnTo>
                  <a:cubicBezTo>
                    <a:pt x="10097" y="36910"/>
                    <a:pt x="19420" y="33278"/>
                    <a:pt x="29885" y="30147"/>
                  </a:cubicBezTo>
                  <a:lnTo>
                    <a:pt x="29885" y="30147"/>
                  </a:lnTo>
                  <a:cubicBezTo>
                    <a:pt x="28111" y="39386"/>
                    <a:pt x="26885" y="48911"/>
                    <a:pt x="26266" y="58627"/>
                  </a:cubicBezTo>
                  <a:cubicBezTo>
                    <a:pt x="23480" y="58948"/>
                    <a:pt x="20765" y="59270"/>
                    <a:pt x="18134" y="59615"/>
                  </a:cubicBezTo>
                  <a:cubicBezTo>
                    <a:pt x="11621" y="60460"/>
                    <a:pt x="5763" y="61365"/>
                    <a:pt x="584" y="62329"/>
                  </a:cubicBezTo>
                  <a:cubicBezTo>
                    <a:pt x="596" y="62389"/>
                    <a:pt x="596" y="62460"/>
                    <a:pt x="608" y="62520"/>
                  </a:cubicBezTo>
                  <a:cubicBezTo>
                    <a:pt x="7942" y="61163"/>
                    <a:pt x="16574" y="59924"/>
                    <a:pt x="26254" y="58841"/>
                  </a:cubicBezTo>
                  <a:lnTo>
                    <a:pt x="26254" y="58841"/>
                  </a:lnTo>
                  <a:cubicBezTo>
                    <a:pt x="25944" y="63794"/>
                    <a:pt x="25777" y="68794"/>
                    <a:pt x="25777" y="73843"/>
                  </a:cubicBezTo>
                  <a:cubicBezTo>
                    <a:pt x="25777" y="78879"/>
                    <a:pt x="25944" y="83880"/>
                    <a:pt x="26254" y="88833"/>
                  </a:cubicBezTo>
                  <a:cubicBezTo>
                    <a:pt x="17014" y="87797"/>
                    <a:pt x="8740" y="86618"/>
                    <a:pt x="1620" y="85332"/>
                  </a:cubicBezTo>
                  <a:cubicBezTo>
                    <a:pt x="1620" y="85404"/>
                    <a:pt x="1620" y="85475"/>
                    <a:pt x="1620" y="85535"/>
                  </a:cubicBezTo>
                  <a:cubicBezTo>
                    <a:pt x="6537" y="86428"/>
                    <a:pt x="12050" y="87273"/>
                    <a:pt x="18134" y="88059"/>
                  </a:cubicBezTo>
                  <a:cubicBezTo>
                    <a:pt x="20765" y="88404"/>
                    <a:pt x="23480" y="88726"/>
                    <a:pt x="26266" y="89047"/>
                  </a:cubicBezTo>
                  <a:cubicBezTo>
                    <a:pt x="26885" y="98762"/>
                    <a:pt x="28099" y="108287"/>
                    <a:pt x="29885" y="117527"/>
                  </a:cubicBezTo>
                  <a:cubicBezTo>
                    <a:pt x="18824" y="114217"/>
                    <a:pt x="9037" y="110359"/>
                    <a:pt x="846" y="106049"/>
                  </a:cubicBezTo>
                  <a:lnTo>
                    <a:pt x="846" y="106049"/>
                  </a:lnTo>
                  <a:cubicBezTo>
                    <a:pt x="858" y="106204"/>
                    <a:pt x="870" y="106359"/>
                    <a:pt x="881" y="106513"/>
                  </a:cubicBezTo>
                  <a:cubicBezTo>
                    <a:pt x="5977" y="109169"/>
                    <a:pt x="11716" y="111669"/>
                    <a:pt x="18086" y="114014"/>
                  </a:cubicBezTo>
                  <a:cubicBezTo>
                    <a:pt x="21884" y="115407"/>
                    <a:pt x="25849" y="116717"/>
                    <a:pt x="29968" y="117955"/>
                  </a:cubicBezTo>
                  <a:cubicBezTo>
                    <a:pt x="31850" y="127611"/>
                    <a:pt x="34350" y="136946"/>
                    <a:pt x="37446" y="145852"/>
                  </a:cubicBezTo>
                  <a:cubicBezTo>
                    <a:pt x="37600" y="145840"/>
                    <a:pt x="37767" y="145840"/>
                    <a:pt x="37934" y="145828"/>
                  </a:cubicBezTo>
                  <a:cubicBezTo>
                    <a:pt x="34862" y="136981"/>
                    <a:pt x="32362" y="127706"/>
                    <a:pt x="30480" y="118098"/>
                  </a:cubicBezTo>
                  <a:lnTo>
                    <a:pt x="30480" y="118098"/>
                  </a:lnTo>
                  <a:cubicBezTo>
                    <a:pt x="43589" y="121992"/>
                    <a:pt x="58198" y="125028"/>
                    <a:pt x="73783" y="127135"/>
                  </a:cubicBezTo>
                  <a:cubicBezTo>
                    <a:pt x="74653" y="133600"/>
                    <a:pt x="75688" y="139910"/>
                    <a:pt x="76879" y="146006"/>
                  </a:cubicBezTo>
                  <a:cubicBezTo>
                    <a:pt x="77010" y="146006"/>
                    <a:pt x="77141" y="146018"/>
                    <a:pt x="77272" y="146018"/>
                  </a:cubicBezTo>
                  <a:cubicBezTo>
                    <a:pt x="76093" y="139970"/>
                    <a:pt x="75046" y="133683"/>
                    <a:pt x="74164" y="127183"/>
                  </a:cubicBezTo>
                  <a:lnTo>
                    <a:pt x="74164" y="127183"/>
                  </a:lnTo>
                  <a:cubicBezTo>
                    <a:pt x="85154" y="128659"/>
                    <a:pt x="96608" y="129659"/>
                    <a:pt x="108371" y="130183"/>
                  </a:cubicBezTo>
                  <a:cubicBezTo>
                    <a:pt x="108657" y="135850"/>
                    <a:pt x="108990" y="141375"/>
                    <a:pt x="109371" y="146733"/>
                  </a:cubicBezTo>
                  <a:cubicBezTo>
                    <a:pt x="109443" y="146745"/>
                    <a:pt x="109514" y="146745"/>
                    <a:pt x="109586" y="146756"/>
                  </a:cubicBezTo>
                  <a:cubicBezTo>
                    <a:pt x="109205" y="141411"/>
                    <a:pt x="108883" y="135886"/>
                    <a:pt x="108585" y="130195"/>
                  </a:cubicBezTo>
                  <a:lnTo>
                    <a:pt x="108585" y="130195"/>
                  </a:lnTo>
                  <a:cubicBezTo>
                    <a:pt x="114681" y="130457"/>
                    <a:pt x="120849" y="130600"/>
                    <a:pt x="127076" y="130600"/>
                  </a:cubicBezTo>
                  <a:cubicBezTo>
                    <a:pt x="133303" y="130600"/>
                    <a:pt x="139470" y="130457"/>
                    <a:pt x="145554" y="130195"/>
                  </a:cubicBezTo>
                  <a:lnTo>
                    <a:pt x="145554" y="130195"/>
                  </a:lnTo>
                  <a:cubicBezTo>
                    <a:pt x="145328" y="134815"/>
                    <a:pt x="145066" y="139327"/>
                    <a:pt x="144769" y="143720"/>
                  </a:cubicBezTo>
                  <a:cubicBezTo>
                    <a:pt x="144828" y="143851"/>
                    <a:pt x="144888" y="143994"/>
                    <a:pt x="144959" y="144161"/>
                  </a:cubicBezTo>
                  <a:cubicBezTo>
                    <a:pt x="145257" y="139613"/>
                    <a:pt x="145531" y="134945"/>
                    <a:pt x="145781" y="130183"/>
                  </a:cubicBezTo>
                  <a:cubicBezTo>
                    <a:pt x="157544" y="129671"/>
                    <a:pt x="168998" y="128659"/>
                    <a:pt x="179975" y="127183"/>
                  </a:cubicBezTo>
                  <a:lnTo>
                    <a:pt x="179975" y="127183"/>
                  </a:lnTo>
                  <a:cubicBezTo>
                    <a:pt x="179106" y="133588"/>
                    <a:pt x="178094" y="139791"/>
                    <a:pt x="176927" y="145756"/>
                  </a:cubicBezTo>
                  <a:lnTo>
                    <a:pt x="177034" y="145756"/>
                  </a:lnTo>
                  <a:cubicBezTo>
                    <a:pt x="177142" y="145697"/>
                    <a:pt x="177249" y="145625"/>
                    <a:pt x="177356" y="145566"/>
                  </a:cubicBezTo>
                  <a:cubicBezTo>
                    <a:pt x="178511" y="139601"/>
                    <a:pt x="179511" y="133445"/>
                    <a:pt x="180368" y="127135"/>
                  </a:cubicBezTo>
                  <a:cubicBezTo>
                    <a:pt x="195953" y="125028"/>
                    <a:pt x="210551" y="121992"/>
                    <a:pt x="223671" y="118098"/>
                  </a:cubicBezTo>
                  <a:lnTo>
                    <a:pt x="223671" y="118098"/>
                  </a:lnTo>
                  <a:cubicBezTo>
                    <a:pt x="221814" y="127599"/>
                    <a:pt x="219337" y="136791"/>
                    <a:pt x="216301" y="145554"/>
                  </a:cubicBezTo>
                  <a:lnTo>
                    <a:pt x="216801" y="145554"/>
                  </a:lnTo>
                  <a:cubicBezTo>
                    <a:pt x="219849" y="136743"/>
                    <a:pt x="222326" y="127504"/>
                    <a:pt x="224183" y="117943"/>
                  </a:cubicBezTo>
                  <a:cubicBezTo>
                    <a:pt x="228291" y="116717"/>
                    <a:pt x="232268" y="115407"/>
                    <a:pt x="236066" y="114002"/>
                  </a:cubicBezTo>
                  <a:cubicBezTo>
                    <a:pt x="249877" y="108930"/>
                    <a:pt x="260747" y="103073"/>
                    <a:pt x="268367" y="96679"/>
                  </a:cubicBezTo>
                  <a:cubicBezTo>
                    <a:pt x="268391" y="96476"/>
                    <a:pt x="268427" y="96286"/>
                    <a:pt x="268451" y="96084"/>
                  </a:cubicBezTo>
                  <a:lnTo>
                    <a:pt x="268451" y="96084"/>
                  </a:lnTo>
                  <a:cubicBezTo>
                    <a:pt x="258592" y="104477"/>
                    <a:pt x="243317" y="111824"/>
                    <a:pt x="224267" y="117527"/>
                  </a:cubicBezTo>
                  <a:cubicBezTo>
                    <a:pt x="226041" y="108287"/>
                    <a:pt x="227267" y="98762"/>
                    <a:pt x="227886" y="89047"/>
                  </a:cubicBezTo>
                  <a:cubicBezTo>
                    <a:pt x="230672" y="88726"/>
                    <a:pt x="233387" y="88404"/>
                    <a:pt x="236018" y="88059"/>
                  </a:cubicBezTo>
                  <a:cubicBezTo>
                    <a:pt x="248770" y="86404"/>
                    <a:pt x="259009" y="84511"/>
                    <a:pt x="266510" y="82451"/>
                  </a:cubicBezTo>
                  <a:cubicBezTo>
                    <a:pt x="266510" y="82379"/>
                    <a:pt x="266510" y="82308"/>
                    <a:pt x="266510" y="82249"/>
                  </a:cubicBezTo>
                  <a:cubicBezTo>
                    <a:pt x="257306" y="84773"/>
                    <a:pt x="244079" y="87023"/>
                    <a:pt x="227898" y="88833"/>
                  </a:cubicBezTo>
                  <a:cubicBezTo>
                    <a:pt x="228208" y="83880"/>
                    <a:pt x="228362" y="78867"/>
                    <a:pt x="228362" y="73831"/>
                  </a:cubicBezTo>
                  <a:cubicBezTo>
                    <a:pt x="228362" y="68794"/>
                    <a:pt x="228208" y="63782"/>
                    <a:pt x="227898" y="58829"/>
                  </a:cubicBezTo>
                  <a:lnTo>
                    <a:pt x="227898" y="58829"/>
                  </a:lnTo>
                  <a:cubicBezTo>
                    <a:pt x="244519" y="60698"/>
                    <a:pt x="258009" y="63008"/>
                    <a:pt x="267248" y="65627"/>
                  </a:cubicBezTo>
                  <a:cubicBezTo>
                    <a:pt x="267248" y="65556"/>
                    <a:pt x="267260" y="65496"/>
                    <a:pt x="267260" y="65425"/>
                  </a:cubicBezTo>
                  <a:cubicBezTo>
                    <a:pt x="259711" y="63282"/>
                    <a:pt x="249210" y="61317"/>
                    <a:pt x="236018" y="59603"/>
                  </a:cubicBezTo>
                  <a:cubicBezTo>
                    <a:pt x="233387" y="59270"/>
                    <a:pt x="230672" y="58936"/>
                    <a:pt x="227886" y="58627"/>
                  </a:cubicBezTo>
                  <a:cubicBezTo>
                    <a:pt x="227267" y="48899"/>
                    <a:pt x="226041" y="39374"/>
                    <a:pt x="224267" y="30135"/>
                  </a:cubicBezTo>
                  <a:lnTo>
                    <a:pt x="224267" y="30135"/>
                  </a:lnTo>
                  <a:cubicBezTo>
                    <a:pt x="243650" y="35945"/>
                    <a:pt x="259116" y="43446"/>
                    <a:pt x="268963" y="52019"/>
                  </a:cubicBezTo>
                  <a:cubicBezTo>
                    <a:pt x="268986" y="51864"/>
                    <a:pt x="269010" y="51709"/>
                    <a:pt x="269046" y="51566"/>
                  </a:cubicBezTo>
                  <a:cubicBezTo>
                    <a:pt x="261390" y="44946"/>
                    <a:pt x="250294" y="38886"/>
                    <a:pt x="236066" y="33659"/>
                  </a:cubicBezTo>
                  <a:cubicBezTo>
                    <a:pt x="232268" y="32266"/>
                    <a:pt x="228291" y="30945"/>
                    <a:pt x="224183" y="29718"/>
                  </a:cubicBezTo>
                  <a:cubicBezTo>
                    <a:pt x="222338" y="20277"/>
                    <a:pt x="219909" y="11133"/>
                    <a:pt x="216908" y="2417"/>
                  </a:cubicBezTo>
                  <a:cubicBezTo>
                    <a:pt x="216766" y="2513"/>
                    <a:pt x="216635" y="2620"/>
                    <a:pt x="216504" y="2715"/>
                  </a:cubicBezTo>
                  <a:cubicBezTo>
                    <a:pt x="219456" y="11299"/>
                    <a:pt x="221850" y="20277"/>
                    <a:pt x="223671" y="29563"/>
                  </a:cubicBezTo>
                  <a:cubicBezTo>
                    <a:pt x="210551" y="25682"/>
                    <a:pt x="195953" y="22646"/>
                    <a:pt x="180368" y="20539"/>
                  </a:cubicBezTo>
                  <a:cubicBezTo>
                    <a:pt x="179416" y="13490"/>
                    <a:pt x="178273" y="6644"/>
                    <a:pt x="176951" y="36"/>
                  </a:cubicBezTo>
                  <a:cubicBezTo>
                    <a:pt x="176820" y="24"/>
                    <a:pt x="176689" y="12"/>
                    <a:pt x="176558" y="0"/>
                  </a:cubicBezTo>
                  <a:close/>
                </a:path>
              </a:pathLst>
            </a:custGeom>
            <a:solidFill>
              <a:srgbClr val="E3C98E">
                <a:alpha val="246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85" name="Google Shape;1385;p7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9pPr>
          </a:lstStyle>
          <a:p/>
        </p:txBody>
      </p:sp>
      <p:grpSp>
        <p:nvGrpSpPr>
          <p:cNvPr id="1386" name="Google Shape;1386;p76"/>
          <p:cNvGrpSpPr/>
          <p:nvPr/>
        </p:nvGrpSpPr>
        <p:grpSpPr>
          <a:xfrm>
            <a:off x="270752" y="4193108"/>
            <a:ext cx="789682" cy="723827"/>
            <a:chOff x="318377" y="4183583"/>
            <a:chExt cx="789682" cy="723827"/>
          </a:xfrm>
        </p:grpSpPr>
        <p:sp>
          <p:nvSpPr>
            <p:cNvPr id="1387" name="Google Shape;1387;p76"/>
            <p:cNvSpPr/>
            <p:nvPr/>
          </p:nvSpPr>
          <p:spPr>
            <a:xfrm>
              <a:off x="457913" y="4803900"/>
              <a:ext cx="258300" cy="103500"/>
            </a:xfrm>
            <a:prstGeom prst="ellipse">
              <a:avLst/>
            </a:prstGeom>
            <a:solidFill>
              <a:srgbClr val="033342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76"/>
            <p:cNvSpPr/>
            <p:nvPr/>
          </p:nvSpPr>
          <p:spPr>
            <a:xfrm>
              <a:off x="788438" y="4569325"/>
              <a:ext cx="258300" cy="103500"/>
            </a:xfrm>
            <a:prstGeom prst="ellipse">
              <a:avLst/>
            </a:prstGeom>
            <a:solidFill>
              <a:srgbClr val="033342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89" name="Google Shape;1389;p76"/>
            <p:cNvGrpSpPr/>
            <p:nvPr/>
          </p:nvGrpSpPr>
          <p:grpSpPr>
            <a:xfrm flipH="1">
              <a:off x="318377" y="4183583"/>
              <a:ext cx="789682" cy="723827"/>
              <a:chOff x="4896425" y="6632275"/>
              <a:chExt cx="319425" cy="279125"/>
            </a:xfrm>
          </p:grpSpPr>
          <p:sp>
            <p:nvSpPr>
              <p:cNvPr id="1390" name="Google Shape;1390;p76"/>
              <p:cNvSpPr/>
              <p:nvPr/>
            </p:nvSpPr>
            <p:spPr>
              <a:xfrm>
                <a:off x="5083950" y="6632275"/>
                <a:ext cx="46175" cy="31500"/>
              </a:xfrm>
              <a:custGeom>
                <a:rect b="b" l="l" r="r" t="t"/>
                <a:pathLst>
                  <a:path extrusionOk="0" h="1260" w="1847">
                    <a:moveTo>
                      <a:pt x="461" y="0"/>
                    </a:moveTo>
                    <a:cubicBezTo>
                      <a:pt x="367" y="0"/>
                      <a:pt x="310" y="10"/>
                      <a:pt x="310" y="10"/>
                    </a:cubicBezTo>
                    <a:lnTo>
                      <a:pt x="1" y="617"/>
                    </a:lnTo>
                    <a:lnTo>
                      <a:pt x="1191" y="1260"/>
                    </a:lnTo>
                    <a:lnTo>
                      <a:pt x="1846" y="795"/>
                    </a:lnTo>
                    <a:cubicBezTo>
                      <a:pt x="1380" y="88"/>
                      <a:pt x="746" y="0"/>
                      <a:pt x="4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1" name="Google Shape;1391;p76"/>
              <p:cNvSpPr/>
              <p:nvPr/>
            </p:nvSpPr>
            <p:spPr>
              <a:xfrm>
                <a:off x="5172075" y="6684900"/>
                <a:ext cx="39600" cy="37825"/>
              </a:xfrm>
              <a:custGeom>
                <a:rect b="b" l="l" r="r" t="t"/>
                <a:pathLst>
                  <a:path extrusionOk="0" h="1513" w="1584">
                    <a:moveTo>
                      <a:pt x="548" y="0"/>
                    </a:moveTo>
                    <a:lnTo>
                      <a:pt x="0" y="405"/>
                    </a:lnTo>
                    <a:lnTo>
                      <a:pt x="786" y="1512"/>
                    </a:lnTo>
                    <a:lnTo>
                      <a:pt x="1584" y="1393"/>
                    </a:lnTo>
                    <a:cubicBezTo>
                      <a:pt x="1441" y="274"/>
                      <a:pt x="548" y="0"/>
                      <a:pt x="54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2" name="Google Shape;1392;p76"/>
              <p:cNvSpPr/>
              <p:nvPr/>
            </p:nvSpPr>
            <p:spPr>
              <a:xfrm>
                <a:off x="4896425" y="6635175"/>
                <a:ext cx="319425" cy="276225"/>
              </a:xfrm>
              <a:custGeom>
                <a:rect b="b" l="l" r="r" t="t"/>
                <a:pathLst>
                  <a:path extrusionOk="0" h="11049" w="12777">
                    <a:moveTo>
                      <a:pt x="6573" y="1"/>
                    </a:moveTo>
                    <a:lnTo>
                      <a:pt x="1" y="4442"/>
                    </a:lnTo>
                    <a:cubicBezTo>
                      <a:pt x="346" y="7088"/>
                      <a:pt x="2248" y="7133"/>
                      <a:pt x="2375" y="7133"/>
                    </a:cubicBezTo>
                    <a:cubicBezTo>
                      <a:pt x="2380" y="7133"/>
                      <a:pt x="2382" y="7133"/>
                      <a:pt x="2382" y="7133"/>
                    </a:cubicBezTo>
                    <a:lnTo>
                      <a:pt x="5490" y="4061"/>
                    </a:lnTo>
                    <a:cubicBezTo>
                      <a:pt x="6311" y="4073"/>
                      <a:pt x="7454" y="4406"/>
                      <a:pt x="8299" y="5930"/>
                    </a:cubicBezTo>
                    <a:lnTo>
                      <a:pt x="5537" y="8728"/>
                    </a:lnTo>
                    <a:cubicBezTo>
                      <a:pt x="6093" y="10805"/>
                      <a:pt x="7534" y="11049"/>
                      <a:pt x="8180" y="11049"/>
                    </a:cubicBezTo>
                    <a:cubicBezTo>
                      <a:pt x="8378" y="11049"/>
                      <a:pt x="8502" y="11026"/>
                      <a:pt x="8502" y="11026"/>
                    </a:cubicBezTo>
                    <a:lnTo>
                      <a:pt x="12776" y="4906"/>
                    </a:lnTo>
                    <a:cubicBezTo>
                      <a:pt x="11836" y="822"/>
                      <a:pt x="6573" y="1"/>
                      <a:pt x="657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3" name="Google Shape;1393;p76"/>
              <p:cNvSpPr/>
              <p:nvPr/>
            </p:nvSpPr>
            <p:spPr>
              <a:xfrm>
                <a:off x="4902100" y="6738800"/>
                <a:ext cx="69950" cy="68950"/>
              </a:xfrm>
              <a:custGeom>
                <a:rect b="b" l="l" r="r" t="t"/>
                <a:pathLst>
                  <a:path extrusionOk="0" h="2758" w="2798">
                    <a:moveTo>
                      <a:pt x="870" y="0"/>
                    </a:moveTo>
                    <a:cubicBezTo>
                      <a:pt x="704" y="0"/>
                      <a:pt x="552" y="46"/>
                      <a:pt x="429" y="142"/>
                    </a:cubicBezTo>
                    <a:cubicBezTo>
                      <a:pt x="0" y="475"/>
                      <a:pt x="83" y="1309"/>
                      <a:pt x="619" y="1987"/>
                    </a:cubicBezTo>
                    <a:cubicBezTo>
                      <a:pt x="1003" y="2473"/>
                      <a:pt x="1515" y="2758"/>
                      <a:pt x="1932" y="2758"/>
                    </a:cubicBezTo>
                    <a:cubicBezTo>
                      <a:pt x="2097" y="2758"/>
                      <a:pt x="2248" y="2713"/>
                      <a:pt x="2369" y="2618"/>
                    </a:cubicBezTo>
                    <a:cubicBezTo>
                      <a:pt x="2798" y="2273"/>
                      <a:pt x="2703" y="1452"/>
                      <a:pt x="2167" y="773"/>
                    </a:cubicBezTo>
                    <a:cubicBezTo>
                      <a:pt x="1785" y="281"/>
                      <a:pt x="1283" y="0"/>
                      <a:pt x="87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4" name="Google Shape;1394;p76"/>
              <p:cNvSpPr/>
              <p:nvPr/>
            </p:nvSpPr>
            <p:spPr>
              <a:xfrm>
                <a:off x="5038725" y="6840600"/>
                <a:ext cx="77700" cy="65750"/>
              </a:xfrm>
              <a:custGeom>
                <a:rect b="b" l="l" r="r" t="t"/>
                <a:pathLst>
                  <a:path extrusionOk="0" h="2630" w="3108">
                    <a:moveTo>
                      <a:pt x="967" y="0"/>
                    </a:moveTo>
                    <a:cubicBezTo>
                      <a:pt x="731" y="0"/>
                      <a:pt x="524" y="73"/>
                      <a:pt x="381" y="225"/>
                    </a:cubicBezTo>
                    <a:cubicBezTo>
                      <a:pt x="0" y="630"/>
                      <a:pt x="214" y="1452"/>
                      <a:pt x="869" y="2047"/>
                    </a:cubicBezTo>
                    <a:cubicBezTo>
                      <a:pt x="1271" y="2426"/>
                      <a:pt x="1747" y="2629"/>
                      <a:pt x="2141" y="2629"/>
                    </a:cubicBezTo>
                    <a:cubicBezTo>
                      <a:pt x="2377" y="2629"/>
                      <a:pt x="2584" y="2556"/>
                      <a:pt x="2727" y="2404"/>
                    </a:cubicBezTo>
                    <a:cubicBezTo>
                      <a:pt x="3108" y="1999"/>
                      <a:pt x="2881" y="1178"/>
                      <a:pt x="2238" y="582"/>
                    </a:cubicBezTo>
                    <a:cubicBezTo>
                      <a:pt x="1837" y="203"/>
                      <a:pt x="1361" y="0"/>
                      <a:pt x="96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5" name="Google Shape;1395;p76"/>
              <p:cNvSpPr/>
              <p:nvPr/>
            </p:nvSpPr>
            <p:spPr>
              <a:xfrm>
                <a:off x="4924700" y="6640250"/>
                <a:ext cx="284000" cy="247075"/>
              </a:xfrm>
              <a:custGeom>
                <a:rect b="b" l="l" r="r" t="t"/>
                <a:pathLst>
                  <a:path extrusionOk="0" h="9883" w="11360">
                    <a:moveTo>
                      <a:pt x="6287" y="3298"/>
                    </a:moveTo>
                    <a:cubicBezTo>
                      <a:pt x="6192" y="3298"/>
                      <a:pt x="6121" y="3453"/>
                      <a:pt x="6121" y="3655"/>
                    </a:cubicBezTo>
                    <a:cubicBezTo>
                      <a:pt x="6121" y="3846"/>
                      <a:pt x="6192" y="4013"/>
                      <a:pt x="6287" y="4013"/>
                    </a:cubicBezTo>
                    <a:cubicBezTo>
                      <a:pt x="6371" y="4013"/>
                      <a:pt x="6454" y="3846"/>
                      <a:pt x="6454" y="3655"/>
                    </a:cubicBezTo>
                    <a:cubicBezTo>
                      <a:pt x="6454" y="3453"/>
                      <a:pt x="6371" y="3298"/>
                      <a:pt x="6287" y="3298"/>
                    </a:cubicBezTo>
                    <a:close/>
                    <a:moveTo>
                      <a:pt x="6264" y="2893"/>
                    </a:moveTo>
                    <a:cubicBezTo>
                      <a:pt x="6454" y="2893"/>
                      <a:pt x="6621" y="3215"/>
                      <a:pt x="6621" y="3584"/>
                    </a:cubicBezTo>
                    <a:cubicBezTo>
                      <a:pt x="6621" y="3965"/>
                      <a:pt x="6454" y="4274"/>
                      <a:pt x="6264" y="4274"/>
                    </a:cubicBezTo>
                    <a:cubicBezTo>
                      <a:pt x="6061" y="4274"/>
                      <a:pt x="5906" y="3965"/>
                      <a:pt x="5906" y="3584"/>
                    </a:cubicBezTo>
                    <a:cubicBezTo>
                      <a:pt x="5906" y="3215"/>
                      <a:pt x="6061" y="2893"/>
                      <a:pt x="6264" y="2893"/>
                    </a:cubicBezTo>
                    <a:close/>
                    <a:moveTo>
                      <a:pt x="6264" y="2798"/>
                    </a:moveTo>
                    <a:cubicBezTo>
                      <a:pt x="6002" y="2798"/>
                      <a:pt x="5799" y="3143"/>
                      <a:pt x="5799" y="3584"/>
                    </a:cubicBezTo>
                    <a:cubicBezTo>
                      <a:pt x="5799" y="4024"/>
                      <a:pt x="6002" y="4382"/>
                      <a:pt x="6264" y="4382"/>
                    </a:cubicBezTo>
                    <a:cubicBezTo>
                      <a:pt x="6514" y="4382"/>
                      <a:pt x="6716" y="4036"/>
                      <a:pt x="6716" y="3584"/>
                    </a:cubicBezTo>
                    <a:cubicBezTo>
                      <a:pt x="6716" y="3143"/>
                      <a:pt x="6514" y="2798"/>
                      <a:pt x="6264" y="2798"/>
                    </a:cubicBezTo>
                    <a:close/>
                    <a:moveTo>
                      <a:pt x="5061" y="0"/>
                    </a:moveTo>
                    <a:lnTo>
                      <a:pt x="5049" y="107"/>
                    </a:lnTo>
                    <a:cubicBezTo>
                      <a:pt x="5109" y="107"/>
                      <a:pt x="10645" y="834"/>
                      <a:pt x="11264" y="5191"/>
                    </a:cubicBezTo>
                    <a:lnTo>
                      <a:pt x="11359" y="5167"/>
                    </a:lnTo>
                    <a:cubicBezTo>
                      <a:pt x="10728" y="750"/>
                      <a:pt x="5121" y="12"/>
                      <a:pt x="5061" y="0"/>
                    </a:cubicBezTo>
                    <a:close/>
                    <a:moveTo>
                      <a:pt x="3015" y="1619"/>
                    </a:moveTo>
                    <a:cubicBezTo>
                      <a:pt x="2984" y="1619"/>
                      <a:pt x="2967" y="1619"/>
                      <a:pt x="2966" y="1619"/>
                    </a:cubicBezTo>
                    <a:lnTo>
                      <a:pt x="2966" y="1715"/>
                    </a:lnTo>
                    <a:cubicBezTo>
                      <a:pt x="2968" y="1715"/>
                      <a:pt x="2981" y="1714"/>
                      <a:pt x="3003" y="1714"/>
                    </a:cubicBezTo>
                    <a:cubicBezTo>
                      <a:pt x="3480" y="1714"/>
                      <a:pt x="8310" y="1823"/>
                      <a:pt x="10038" y="6596"/>
                    </a:cubicBezTo>
                    <a:lnTo>
                      <a:pt x="10133" y="6572"/>
                    </a:lnTo>
                    <a:cubicBezTo>
                      <a:pt x="9181" y="3917"/>
                      <a:pt x="7276" y="2715"/>
                      <a:pt x="5859" y="2167"/>
                    </a:cubicBezTo>
                    <a:cubicBezTo>
                      <a:pt x="4480" y="1647"/>
                      <a:pt x="3271" y="1619"/>
                      <a:pt x="3015" y="1619"/>
                    </a:cubicBezTo>
                    <a:close/>
                    <a:moveTo>
                      <a:pt x="275" y="3395"/>
                    </a:moveTo>
                    <a:cubicBezTo>
                      <a:pt x="117" y="3395"/>
                      <a:pt x="13" y="3413"/>
                      <a:pt x="1" y="3417"/>
                    </a:cubicBezTo>
                    <a:lnTo>
                      <a:pt x="25" y="3512"/>
                    </a:lnTo>
                    <a:cubicBezTo>
                      <a:pt x="25" y="3512"/>
                      <a:pt x="116" y="3497"/>
                      <a:pt x="261" y="3497"/>
                    </a:cubicBezTo>
                    <a:cubicBezTo>
                      <a:pt x="544" y="3497"/>
                      <a:pt x="1032" y="3555"/>
                      <a:pt x="1442" y="3893"/>
                    </a:cubicBezTo>
                    <a:cubicBezTo>
                      <a:pt x="1918" y="4298"/>
                      <a:pt x="2168" y="4989"/>
                      <a:pt x="2168" y="5941"/>
                    </a:cubicBezTo>
                    <a:lnTo>
                      <a:pt x="1215" y="6894"/>
                    </a:lnTo>
                    <a:lnTo>
                      <a:pt x="1287" y="6965"/>
                    </a:lnTo>
                    <a:lnTo>
                      <a:pt x="4394" y="3893"/>
                    </a:lnTo>
                    <a:lnTo>
                      <a:pt x="4323" y="3822"/>
                    </a:lnTo>
                    <a:lnTo>
                      <a:pt x="2275" y="5846"/>
                    </a:lnTo>
                    <a:cubicBezTo>
                      <a:pt x="2251" y="4917"/>
                      <a:pt x="2001" y="4227"/>
                      <a:pt x="1501" y="3822"/>
                    </a:cubicBezTo>
                    <a:cubicBezTo>
                      <a:pt x="1078" y="3462"/>
                      <a:pt x="578" y="3395"/>
                      <a:pt x="275" y="3395"/>
                    </a:cubicBezTo>
                    <a:close/>
                    <a:moveTo>
                      <a:pt x="7728" y="5072"/>
                    </a:moveTo>
                    <a:lnTo>
                      <a:pt x="4371" y="8489"/>
                    </a:lnTo>
                    <a:lnTo>
                      <a:pt x="4442" y="8561"/>
                    </a:lnTo>
                    <a:lnTo>
                      <a:pt x="5442" y="7549"/>
                    </a:lnTo>
                    <a:cubicBezTo>
                      <a:pt x="5680" y="7549"/>
                      <a:pt x="7740" y="7668"/>
                      <a:pt x="7978" y="9882"/>
                    </a:cubicBezTo>
                    <a:lnTo>
                      <a:pt x="8073" y="9870"/>
                    </a:lnTo>
                    <a:cubicBezTo>
                      <a:pt x="7847" y="7787"/>
                      <a:pt x="6014" y="7489"/>
                      <a:pt x="5537" y="7453"/>
                    </a:cubicBezTo>
                    <a:lnTo>
                      <a:pt x="7800" y="5144"/>
                    </a:lnTo>
                    <a:lnTo>
                      <a:pt x="7728" y="507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6" name="Google Shape;1396;p76"/>
              <p:cNvSpPr/>
              <p:nvPr/>
            </p:nvSpPr>
            <p:spPr>
              <a:xfrm>
                <a:off x="5041700" y="6658100"/>
                <a:ext cx="152700" cy="108375"/>
              </a:xfrm>
              <a:custGeom>
                <a:rect b="b" l="l" r="r" t="t"/>
                <a:pathLst>
                  <a:path extrusionOk="0" h="4335" w="6108">
                    <a:moveTo>
                      <a:pt x="369" y="0"/>
                    </a:moveTo>
                    <a:cubicBezTo>
                      <a:pt x="167" y="0"/>
                      <a:pt x="0" y="84"/>
                      <a:pt x="0" y="179"/>
                    </a:cubicBezTo>
                    <a:cubicBezTo>
                      <a:pt x="0" y="274"/>
                      <a:pt x="167" y="346"/>
                      <a:pt x="369" y="346"/>
                    </a:cubicBezTo>
                    <a:cubicBezTo>
                      <a:pt x="572" y="346"/>
                      <a:pt x="738" y="274"/>
                      <a:pt x="738" y="179"/>
                    </a:cubicBezTo>
                    <a:cubicBezTo>
                      <a:pt x="738" y="84"/>
                      <a:pt x="572" y="0"/>
                      <a:pt x="369" y="0"/>
                    </a:cubicBezTo>
                    <a:close/>
                    <a:moveTo>
                      <a:pt x="2417" y="548"/>
                    </a:moveTo>
                    <a:cubicBezTo>
                      <a:pt x="2215" y="548"/>
                      <a:pt x="2048" y="643"/>
                      <a:pt x="2048" y="751"/>
                    </a:cubicBezTo>
                    <a:cubicBezTo>
                      <a:pt x="2048" y="858"/>
                      <a:pt x="2215" y="953"/>
                      <a:pt x="2417" y="953"/>
                    </a:cubicBezTo>
                    <a:cubicBezTo>
                      <a:pt x="2631" y="953"/>
                      <a:pt x="2798" y="858"/>
                      <a:pt x="2798" y="751"/>
                    </a:cubicBezTo>
                    <a:cubicBezTo>
                      <a:pt x="2798" y="643"/>
                      <a:pt x="2619" y="548"/>
                      <a:pt x="2417" y="548"/>
                    </a:cubicBezTo>
                    <a:close/>
                    <a:moveTo>
                      <a:pt x="4655" y="2132"/>
                    </a:moveTo>
                    <a:cubicBezTo>
                      <a:pt x="4465" y="2132"/>
                      <a:pt x="4310" y="2227"/>
                      <a:pt x="4310" y="2358"/>
                    </a:cubicBezTo>
                    <a:cubicBezTo>
                      <a:pt x="4310" y="2477"/>
                      <a:pt x="4465" y="2572"/>
                      <a:pt x="4655" y="2572"/>
                    </a:cubicBezTo>
                    <a:cubicBezTo>
                      <a:pt x="4666" y="2573"/>
                      <a:pt x="4676" y="2573"/>
                      <a:pt x="4686" y="2573"/>
                    </a:cubicBezTo>
                    <a:cubicBezTo>
                      <a:pt x="4873" y="2573"/>
                      <a:pt x="5013" y="2471"/>
                      <a:pt x="5013" y="2358"/>
                    </a:cubicBezTo>
                    <a:cubicBezTo>
                      <a:pt x="5013" y="2227"/>
                      <a:pt x="4858" y="2132"/>
                      <a:pt x="4655" y="2132"/>
                    </a:cubicBezTo>
                    <a:close/>
                    <a:moveTo>
                      <a:pt x="5763" y="3906"/>
                    </a:moveTo>
                    <a:cubicBezTo>
                      <a:pt x="5572" y="3906"/>
                      <a:pt x="5406" y="4001"/>
                      <a:pt x="5406" y="4120"/>
                    </a:cubicBezTo>
                    <a:cubicBezTo>
                      <a:pt x="5406" y="4227"/>
                      <a:pt x="5572" y="4334"/>
                      <a:pt x="5763" y="4334"/>
                    </a:cubicBezTo>
                    <a:cubicBezTo>
                      <a:pt x="5953" y="4334"/>
                      <a:pt x="6108" y="4227"/>
                      <a:pt x="6108" y="4120"/>
                    </a:cubicBezTo>
                    <a:cubicBezTo>
                      <a:pt x="6108" y="4001"/>
                      <a:pt x="5953" y="3906"/>
                      <a:pt x="5763" y="390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7" name="Google Shape;1397;p76"/>
              <p:cNvSpPr/>
              <p:nvPr/>
            </p:nvSpPr>
            <p:spPr>
              <a:xfrm>
                <a:off x="4935125" y="6752050"/>
                <a:ext cx="29800" cy="35375"/>
              </a:xfrm>
              <a:custGeom>
                <a:rect b="b" l="l" r="r" t="t"/>
                <a:pathLst>
                  <a:path extrusionOk="0" h="1415" w="1192">
                    <a:moveTo>
                      <a:pt x="189" y="0"/>
                    </a:moveTo>
                    <a:cubicBezTo>
                      <a:pt x="167" y="0"/>
                      <a:pt x="148" y="6"/>
                      <a:pt x="132" y="17"/>
                    </a:cubicBezTo>
                    <a:cubicBezTo>
                      <a:pt x="1" y="100"/>
                      <a:pt x="120" y="481"/>
                      <a:pt x="382" y="862"/>
                    </a:cubicBezTo>
                    <a:cubicBezTo>
                      <a:pt x="598" y="1192"/>
                      <a:pt x="859" y="1414"/>
                      <a:pt x="1010" y="1414"/>
                    </a:cubicBezTo>
                    <a:cubicBezTo>
                      <a:pt x="1034" y="1414"/>
                      <a:pt x="1055" y="1409"/>
                      <a:pt x="1072" y="1398"/>
                    </a:cubicBezTo>
                    <a:cubicBezTo>
                      <a:pt x="1191" y="1315"/>
                      <a:pt x="1084" y="934"/>
                      <a:pt x="822" y="553"/>
                    </a:cubicBezTo>
                    <a:cubicBezTo>
                      <a:pt x="596" y="223"/>
                      <a:pt x="333" y="0"/>
                      <a:pt x="1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8" name="Google Shape;1398;p76"/>
              <p:cNvSpPr/>
              <p:nvPr/>
            </p:nvSpPr>
            <p:spPr>
              <a:xfrm>
                <a:off x="5079800" y="6853250"/>
                <a:ext cx="29775" cy="35375"/>
              </a:xfrm>
              <a:custGeom>
                <a:rect b="b" l="l" r="r" t="t"/>
                <a:pathLst>
                  <a:path extrusionOk="0" h="1415" w="1191">
                    <a:moveTo>
                      <a:pt x="189" y="0"/>
                    </a:moveTo>
                    <a:cubicBezTo>
                      <a:pt x="167" y="0"/>
                      <a:pt x="147" y="6"/>
                      <a:pt x="131" y="17"/>
                    </a:cubicBezTo>
                    <a:cubicBezTo>
                      <a:pt x="0" y="100"/>
                      <a:pt x="119" y="481"/>
                      <a:pt x="381" y="862"/>
                    </a:cubicBezTo>
                    <a:cubicBezTo>
                      <a:pt x="597" y="1192"/>
                      <a:pt x="858" y="1415"/>
                      <a:pt x="1010" y="1415"/>
                    </a:cubicBezTo>
                    <a:cubicBezTo>
                      <a:pt x="1033" y="1415"/>
                      <a:pt x="1054" y="1409"/>
                      <a:pt x="1072" y="1398"/>
                    </a:cubicBezTo>
                    <a:cubicBezTo>
                      <a:pt x="1191" y="1315"/>
                      <a:pt x="1084" y="934"/>
                      <a:pt x="822" y="553"/>
                    </a:cubicBezTo>
                    <a:cubicBezTo>
                      <a:pt x="595" y="223"/>
                      <a:pt x="333" y="0"/>
                      <a:pt x="1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399" name="Google Shape;1399;p76"/>
          <p:cNvGrpSpPr/>
          <p:nvPr/>
        </p:nvGrpSpPr>
        <p:grpSpPr>
          <a:xfrm>
            <a:off x="8162106" y="4014789"/>
            <a:ext cx="878084" cy="936483"/>
            <a:chOff x="2942468" y="5674849"/>
            <a:chExt cx="935127" cy="997426"/>
          </a:xfrm>
        </p:grpSpPr>
        <p:grpSp>
          <p:nvGrpSpPr>
            <p:cNvPr id="1400" name="Google Shape;1400;p76"/>
            <p:cNvGrpSpPr/>
            <p:nvPr/>
          </p:nvGrpSpPr>
          <p:grpSpPr>
            <a:xfrm>
              <a:off x="2942468" y="5674849"/>
              <a:ext cx="935127" cy="995389"/>
              <a:chOff x="3737950" y="6597075"/>
              <a:chExt cx="295300" cy="314350"/>
            </a:xfrm>
          </p:grpSpPr>
          <p:sp>
            <p:nvSpPr>
              <p:cNvPr id="1401" name="Google Shape;1401;p76"/>
              <p:cNvSpPr/>
              <p:nvPr/>
            </p:nvSpPr>
            <p:spPr>
              <a:xfrm>
                <a:off x="3742125" y="6617025"/>
                <a:ext cx="286950" cy="290225"/>
              </a:xfrm>
              <a:custGeom>
                <a:rect b="b" l="l" r="r" t="t"/>
                <a:pathLst>
                  <a:path extrusionOk="0" h="11609" w="11478">
                    <a:moveTo>
                      <a:pt x="2929" y="0"/>
                    </a:moveTo>
                    <a:lnTo>
                      <a:pt x="0" y="8906"/>
                    </a:lnTo>
                    <a:lnTo>
                      <a:pt x="7049" y="11609"/>
                    </a:lnTo>
                    <a:lnTo>
                      <a:pt x="11478" y="2572"/>
                    </a:lnTo>
                    <a:lnTo>
                      <a:pt x="11049" y="2108"/>
                    </a:lnTo>
                    <a:lnTo>
                      <a:pt x="292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2" name="Google Shape;1402;p76"/>
              <p:cNvSpPr/>
              <p:nvPr/>
            </p:nvSpPr>
            <p:spPr>
              <a:xfrm>
                <a:off x="3737950" y="6597075"/>
                <a:ext cx="295300" cy="314350"/>
              </a:xfrm>
              <a:custGeom>
                <a:rect b="b" l="l" r="r" t="t"/>
                <a:pathLst>
                  <a:path extrusionOk="0" h="12574" w="11812">
                    <a:moveTo>
                      <a:pt x="3203" y="1"/>
                    </a:moveTo>
                    <a:lnTo>
                      <a:pt x="1" y="9752"/>
                    </a:lnTo>
                    <a:lnTo>
                      <a:pt x="7347" y="12574"/>
                    </a:lnTo>
                    <a:lnTo>
                      <a:pt x="11812" y="3406"/>
                    </a:lnTo>
                    <a:lnTo>
                      <a:pt x="11597" y="3192"/>
                    </a:lnTo>
                    <a:lnTo>
                      <a:pt x="7311" y="12181"/>
                    </a:lnTo>
                    <a:lnTo>
                      <a:pt x="417" y="9752"/>
                    </a:lnTo>
                    <a:lnTo>
                      <a:pt x="417" y="9288"/>
                    </a:lnTo>
                    <a:lnTo>
                      <a:pt x="7335" y="11788"/>
                    </a:lnTo>
                    <a:lnTo>
                      <a:pt x="11466" y="2858"/>
                    </a:lnTo>
                    <a:lnTo>
                      <a:pt x="32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3" name="Google Shape;1403;p76"/>
              <p:cNvSpPr/>
              <p:nvPr/>
            </p:nvSpPr>
            <p:spPr>
              <a:xfrm>
                <a:off x="3756100" y="6619400"/>
                <a:ext cx="251250" cy="257800"/>
              </a:xfrm>
              <a:custGeom>
                <a:rect b="b" l="l" r="r" t="t"/>
                <a:pathLst>
                  <a:path extrusionOk="0" h="10312" w="10050">
                    <a:moveTo>
                      <a:pt x="2799" y="132"/>
                    </a:moveTo>
                    <a:lnTo>
                      <a:pt x="9907" y="2275"/>
                    </a:lnTo>
                    <a:lnTo>
                      <a:pt x="6430" y="10180"/>
                    </a:lnTo>
                    <a:lnTo>
                      <a:pt x="132" y="7847"/>
                    </a:lnTo>
                    <a:lnTo>
                      <a:pt x="2799" y="132"/>
                    </a:lnTo>
                    <a:close/>
                    <a:moveTo>
                      <a:pt x="2728" y="1"/>
                    </a:moveTo>
                    <a:lnTo>
                      <a:pt x="13" y="7859"/>
                    </a:lnTo>
                    <a:lnTo>
                      <a:pt x="1" y="7906"/>
                    </a:lnTo>
                    <a:lnTo>
                      <a:pt x="6478" y="10311"/>
                    </a:lnTo>
                    <a:lnTo>
                      <a:pt x="10050" y="2215"/>
                    </a:lnTo>
                    <a:lnTo>
                      <a:pt x="272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4" name="Google Shape;1404;p76"/>
              <p:cNvSpPr/>
              <p:nvPr/>
            </p:nvSpPr>
            <p:spPr>
              <a:xfrm>
                <a:off x="3815350" y="6667325"/>
                <a:ext cx="124450" cy="167600"/>
              </a:xfrm>
              <a:custGeom>
                <a:rect b="b" l="l" r="r" t="t"/>
                <a:pathLst>
                  <a:path extrusionOk="0" h="6704" w="4978">
                    <a:moveTo>
                      <a:pt x="3048" y="108"/>
                    </a:moveTo>
                    <a:cubicBezTo>
                      <a:pt x="2751" y="227"/>
                      <a:pt x="2501" y="405"/>
                      <a:pt x="2298" y="620"/>
                    </a:cubicBezTo>
                    <a:lnTo>
                      <a:pt x="1822" y="453"/>
                    </a:lnTo>
                    <a:cubicBezTo>
                      <a:pt x="2132" y="239"/>
                      <a:pt x="2536" y="108"/>
                      <a:pt x="2965" y="108"/>
                    </a:cubicBezTo>
                    <a:close/>
                    <a:moveTo>
                      <a:pt x="3310" y="132"/>
                    </a:moveTo>
                    <a:cubicBezTo>
                      <a:pt x="3370" y="143"/>
                      <a:pt x="3441" y="155"/>
                      <a:pt x="3501" y="179"/>
                    </a:cubicBezTo>
                    <a:lnTo>
                      <a:pt x="3227" y="953"/>
                    </a:lnTo>
                    <a:lnTo>
                      <a:pt x="2417" y="667"/>
                    </a:lnTo>
                    <a:cubicBezTo>
                      <a:pt x="2644" y="417"/>
                      <a:pt x="2941" y="239"/>
                      <a:pt x="3310" y="132"/>
                    </a:cubicBezTo>
                    <a:close/>
                    <a:moveTo>
                      <a:pt x="3608" y="203"/>
                    </a:moveTo>
                    <a:cubicBezTo>
                      <a:pt x="3763" y="263"/>
                      <a:pt x="3917" y="334"/>
                      <a:pt x="4060" y="417"/>
                    </a:cubicBezTo>
                    <a:cubicBezTo>
                      <a:pt x="4072" y="501"/>
                      <a:pt x="4168" y="846"/>
                      <a:pt x="4168" y="1286"/>
                    </a:cubicBezTo>
                    <a:lnTo>
                      <a:pt x="3322" y="989"/>
                    </a:lnTo>
                    <a:lnTo>
                      <a:pt x="3608" y="203"/>
                    </a:lnTo>
                    <a:close/>
                    <a:moveTo>
                      <a:pt x="1715" y="524"/>
                    </a:moveTo>
                    <a:lnTo>
                      <a:pt x="2239" y="715"/>
                    </a:lnTo>
                    <a:cubicBezTo>
                      <a:pt x="2179" y="786"/>
                      <a:pt x="2120" y="870"/>
                      <a:pt x="2072" y="953"/>
                    </a:cubicBezTo>
                    <a:cubicBezTo>
                      <a:pt x="2001" y="1096"/>
                      <a:pt x="1941" y="1239"/>
                      <a:pt x="1905" y="1382"/>
                    </a:cubicBezTo>
                    <a:lnTo>
                      <a:pt x="1203" y="1155"/>
                    </a:lnTo>
                    <a:cubicBezTo>
                      <a:pt x="1322" y="917"/>
                      <a:pt x="1489" y="703"/>
                      <a:pt x="1715" y="524"/>
                    </a:cubicBezTo>
                    <a:close/>
                    <a:moveTo>
                      <a:pt x="4191" y="501"/>
                    </a:moveTo>
                    <a:lnTo>
                      <a:pt x="4191" y="501"/>
                    </a:lnTo>
                    <a:cubicBezTo>
                      <a:pt x="4525" y="763"/>
                      <a:pt x="4763" y="1120"/>
                      <a:pt x="4834" y="1525"/>
                    </a:cubicBezTo>
                    <a:lnTo>
                      <a:pt x="4275" y="1322"/>
                    </a:lnTo>
                    <a:cubicBezTo>
                      <a:pt x="4275" y="965"/>
                      <a:pt x="4227" y="667"/>
                      <a:pt x="4191" y="501"/>
                    </a:cubicBezTo>
                    <a:close/>
                    <a:moveTo>
                      <a:pt x="2334" y="751"/>
                    </a:moveTo>
                    <a:lnTo>
                      <a:pt x="3191" y="1048"/>
                    </a:lnTo>
                    <a:lnTo>
                      <a:pt x="2941" y="1715"/>
                    </a:lnTo>
                    <a:lnTo>
                      <a:pt x="2001" y="1417"/>
                    </a:lnTo>
                    <a:cubicBezTo>
                      <a:pt x="2048" y="1275"/>
                      <a:pt x="2096" y="1132"/>
                      <a:pt x="2167" y="1001"/>
                    </a:cubicBezTo>
                    <a:cubicBezTo>
                      <a:pt x="2215" y="917"/>
                      <a:pt x="2274" y="834"/>
                      <a:pt x="2334" y="751"/>
                    </a:cubicBezTo>
                    <a:close/>
                    <a:moveTo>
                      <a:pt x="3286" y="1084"/>
                    </a:moveTo>
                    <a:lnTo>
                      <a:pt x="4168" y="1394"/>
                    </a:lnTo>
                    <a:cubicBezTo>
                      <a:pt x="4156" y="1608"/>
                      <a:pt x="4120" y="1846"/>
                      <a:pt x="4060" y="2072"/>
                    </a:cubicBezTo>
                    <a:lnTo>
                      <a:pt x="3048" y="1751"/>
                    </a:lnTo>
                    <a:lnTo>
                      <a:pt x="3286" y="1084"/>
                    </a:lnTo>
                    <a:close/>
                    <a:moveTo>
                      <a:pt x="1167" y="1263"/>
                    </a:moveTo>
                    <a:lnTo>
                      <a:pt x="1882" y="1489"/>
                    </a:lnTo>
                    <a:cubicBezTo>
                      <a:pt x="1822" y="1691"/>
                      <a:pt x="1810" y="1894"/>
                      <a:pt x="1798" y="2096"/>
                    </a:cubicBezTo>
                    <a:lnTo>
                      <a:pt x="1060" y="1870"/>
                    </a:lnTo>
                    <a:cubicBezTo>
                      <a:pt x="1060" y="1858"/>
                      <a:pt x="1060" y="1834"/>
                      <a:pt x="1060" y="1810"/>
                    </a:cubicBezTo>
                    <a:cubicBezTo>
                      <a:pt x="1060" y="1620"/>
                      <a:pt x="1096" y="1429"/>
                      <a:pt x="1167" y="1263"/>
                    </a:cubicBezTo>
                    <a:close/>
                    <a:moveTo>
                      <a:pt x="4275" y="1429"/>
                    </a:moveTo>
                    <a:lnTo>
                      <a:pt x="4858" y="1644"/>
                    </a:lnTo>
                    <a:cubicBezTo>
                      <a:pt x="4870" y="1703"/>
                      <a:pt x="4870" y="1763"/>
                      <a:pt x="4870" y="1810"/>
                    </a:cubicBezTo>
                    <a:cubicBezTo>
                      <a:pt x="4870" y="1989"/>
                      <a:pt x="4834" y="2156"/>
                      <a:pt x="4787" y="2310"/>
                    </a:cubicBezTo>
                    <a:lnTo>
                      <a:pt x="4156" y="2108"/>
                    </a:lnTo>
                    <a:cubicBezTo>
                      <a:pt x="4227" y="1882"/>
                      <a:pt x="4263" y="1644"/>
                      <a:pt x="4275" y="1429"/>
                    </a:cubicBezTo>
                    <a:close/>
                    <a:moveTo>
                      <a:pt x="1977" y="1525"/>
                    </a:moveTo>
                    <a:lnTo>
                      <a:pt x="2905" y="1822"/>
                    </a:lnTo>
                    <a:lnTo>
                      <a:pt x="2715" y="2370"/>
                    </a:lnTo>
                    <a:lnTo>
                      <a:pt x="1905" y="2132"/>
                    </a:lnTo>
                    <a:cubicBezTo>
                      <a:pt x="1917" y="1929"/>
                      <a:pt x="1929" y="1727"/>
                      <a:pt x="1977" y="1525"/>
                    </a:cubicBezTo>
                    <a:close/>
                    <a:moveTo>
                      <a:pt x="3013" y="1846"/>
                    </a:moveTo>
                    <a:lnTo>
                      <a:pt x="4025" y="2179"/>
                    </a:lnTo>
                    <a:cubicBezTo>
                      <a:pt x="3965" y="2346"/>
                      <a:pt x="3882" y="2525"/>
                      <a:pt x="3775" y="2691"/>
                    </a:cubicBezTo>
                    <a:lnTo>
                      <a:pt x="2810" y="2394"/>
                    </a:lnTo>
                    <a:lnTo>
                      <a:pt x="3013" y="1846"/>
                    </a:lnTo>
                    <a:close/>
                    <a:moveTo>
                      <a:pt x="4120" y="2215"/>
                    </a:moveTo>
                    <a:lnTo>
                      <a:pt x="4751" y="2406"/>
                    </a:lnTo>
                    <a:cubicBezTo>
                      <a:pt x="4679" y="2584"/>
                      <a:pt x="4572" y="2751"/>
                      <a:pt x="4441" y="2894"/>
                    </a:cubicBezTo>
                    <a:lnTo>
                      <a:pt x="3882" y="2715"/>
                    </a:lnTo>
                    <a:cubicBezTo>
                      <a:pt x="3989" y="2549"/>
                      <a:pt x="4060" y="2382"/>
                      <a:pt x="4120" y="2215"/>
                    </a:cubicBezTo>
                    <a:close/>
                    <a:moveTo>
                      <a:pt x="1072" y="1989"/>
                    </a:moveTo>
                    <a:lnTo>
                      <a:pt x="1798" y="2203"/>
                    </a:lnTo>
                    <a:cubicBezTo>
                      <a:pt x="1798" y="2668"/>
                      <a:pt x="1893" y="3060"/>
                      <a:pt x="1941" y="3251"/>
                    </a:cubicBezTo>
                    <a:cubicBezTo>
                      <a:pt x="1465" y="2977"/>
                      <a:pt x="1131" y="2525"/>
                      <a:pt x="1072" y="1989"/>
                    </a:cubicBezTo>
                    <a:close/>
                    <a:moveTo>
                      <a:pt x="1905" y="2239"/>
                    </a:moveTo>
                    <a:lnTo>
                      <a:pt x="2679" y="2465"/>
                    </a:lnTo>
                    <a:lnTo>
                      <a:pt x="2334" y="3430"/>
                    </a:lnTo>
                    <a:cubicBezTo>
                      <a:pt x="2239" y="3394"/>
                      <a:pt x="2155" y="3370"/>
                      <a:pt x="2072" y="3322"/>
                    </a:cubicBezTo>
                    <a:cubicBezTo>
                      <a:pt x="2036" y="3227"/>
                      <a:pt x="1917" y="2775"/>
                      <a:pt x="1905" y="2239"/>
                    </a:cubicBezTo>
                    <a:close/>
                    <a:moveTo>
                      <a:pt x="2774" y="2501"/>
                    </a:moveTo>
                    <a:lnTo>
                      <a:pt x="3715" y="2775"/>
                    </a:lnTo>
                    <a:cubicBezTo>
                      <a:pt x="3501" y="3060"/>
                      <a:pt x="3215" y="3311"/>
                      <a:pt x="2810" y="3525"/>
                    </a:cubicBezTo>
                    <a:cubicBezTo>
                      <a:pt x="2679" y="3513"/>
                      <a:pt x="2548" y="3489"/>
                      <a:pt x="2429" y="3453"/>
                    </a:cubicBezTo>
                    <a:lnTo>
                      <a:pt x="2774" y="2501"/>
                    </a:lnTo>
                    <a:close/>
                    <a:moveTo>
                      <a:pt x="3822" y="2810"/>
                    </a:moveTo>
                    <a:lnTo>
                      <a:pt x="4358" y="2977"/>
                    </a:lnTo>
                    <a:cubicBezTo>
                      <a:pt x="4025" y="3299"/>
                      <a:pt x="3548" y="3513"/>
                      <a:pt x="3025" y="3525"/>
                    </a:cubicBezTo>
                    <a:cubicBezTo>
                      <a:pt x="3370" y="3322"/>
                      <a:pt x="3632" y="3072"/>
                      <a:pt x="3822" y="2810"/>
                    </a:cubicBezTo>
                    <a:close/>
                    <a:moveTo>
                      <a:pt x="2965" y="1"/>
                    </a:moveTo>
                    <a:cubicBezTo>
                      <a:pt x="1858" y="1"/>
                      <a:pt x="953" y="810"/>
                      <a:pt x="953" y="1810"/>
                    </a:cubicBezTo>
                    <a:cubicBezTo>
                      <a:pt x="953" y="2775"/>
                      <a:pt x="1786" y="3561"/>
                      <a:pt x="2834" y="3632"/>
                    </a:cubicBezTo>
                    <a:lnTo>
                      <a:pt x="2965" y="3632"/>
                    </a:lnTo>
                    <a:cubicBezTo>
                      <a:pt x="4072" y="3632"/>
                      <a:pt x="4977" y="2822"/>
                      <a:pt x="4977" y="1810"/>
                    </a:cubicBezTo>
                    <a:cubicBezTo>
                      <a:pt x="4977" y="810"/>
                      <a:pt x="4072" y="1"/>
                      <a:pt x="2965" y="1"/>
                    </a:cubicBezTo>
                    <a:close/>
                    <a:moveTo>
                      <a:pt x="560" y="2870"/>
                    </a:moveTo>
                    <a:lnTo>
                      <a:pt x="12" y="3382"/>
                    </a:lnTo>
                    <a:cubicBezTo>
                      <a:pt x="845" y="4522"/>
                      <a:pt x="2004" y="4803"/>
                      <a:pt x="2946" y="4803"/>
                    </a:cubicBezTo>
                    <a:cubicBezTo>
                      <a:pt x="3862" y="4803"/>
                      <a:pt x="4572" y="4537"/>
                      <a:pt x="4572" y="4537"/>
                    </a:cubicBezTo>
                    <a:lnTo>
                      <a:pt x="4418" y="3846"/>
                    </a:lnTo>
                    <a:cubicBezTo>
                      <a:pt x="3981" y="3990"/>
                      <a:pt x="3576" y="4048"/>
                      <a:pt x="3204" y="4048"/>
                    </a:cubicBezTo>
                    <a:cubicBezTo>
                      <a:pt x="1539" y="4048"/>
                      <a:pt x="560" y="2870"/>
                      <a:pt x="560" y="2870"/>
                    </a:cubicBezTo>
                    <a:close/>
                    <a:moveTo>
                      <a:pt x="107" y="4656"/>
                    </a:moveTo>
                    <a:lnTo>
                      <a:pt x="0" y="4954"/>
                    </a:lnTo>
                    <a:lnTo>
                      <a:pt x="3346" y="6085"/>
                    </a:lnTo>
                    <a:lnTo>
                      <a:pt x="3441" y="5775"/>
                    </a:lnTo>
                    <a:lnTo>
                      <a:pt x="107" y="4656"/>
                    </a:lnTo>
                    <a:close/>
                    <a:moveTo>
                      <a:pt x="286" y="5608"/>
                    </a:moveTo>
                    <a:lnTo>
                      <a:pt x="179" y="5918"/>
                    </a:lnTo>
                    <a:lnTo>
                      <a:pt x="2524" y="6704"/>
                    </a:lnTo>
                    <a:lnTo>
                      <a:pt x="2632" y="6406"/>
                    </a:lnTo>
                    <a:lnTo>
                      <a:pt x="286" y="560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405" name="Google Shape;1405;p76"/>
            <p:cNvSpPr/>
            <p:nvPr/>
          </p:nvSpPr>
          <p:spPr>
            <a:xfrm flipH="1">
              <a:off x="3055184" y="6568775"/>
              <a:ext cx="510600" cy="103500"/>
            </a:xfrm>
            <a:prstGeom prst="ellipse">
              <a:avLst/>
            </a:prstGeom>
            <a:solidFill>
              <a:srgbClr val="033342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2">
    <p:spTree>
      <p:nvGrpSpPr>
        <p:cNvPr id="1406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7" name="Google Shape;1407;p77"/>
          <p:cNvGrpSpPr/>
          <p:nvPr/>
        </p:nvGrpSpPr>
        <p:grpSpPr>
          <a:xfrm>
            <a:off x="0" y="0"/>
            <a:ext cx="9144003" cy="5143501"/>
            <a:chOff x="0" y="0"/>
            <a:chExt cx="9144003" cy="5143501"/>
          </a:xfrm>
        </p:grpSpPr>
        <p:pic>
          <p:nvPicPr>
            <p:cNvPr id="1408" name="Google Shape;1408;p77"/>
            <p:cNvPicPr preferRelativeResize="0"/>
            <p:nvPr/>
          </p:nvPicPr>
          <p:blipFill rotWithShape="1">
            <a:blip r:embed="rId2">
              <a:alphaModFix/>
            </a:blip>
            <a:srcRect b="8068" l="0" r="0" t="8060"/>
            <a:stretch/>
          </p:blipFill>
          <p:spPr>
            <a:xfrm>
              <a:off x="0" y="0"/>
              <a:ext cx="9144003" cy="5143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09" name="Google Shape;1409;p77"/>
            <p:cNvSpPr/>
            <p:nvPr/>
          </p:nvSpPr>
          <p:spPr>
            <a:xfrm>
              <a:off x="209980" y="194500"/>
              <a:ext cx="8763466" cy="4752275"/>
            </a:xfrm>
            <a:custGeom>
              <a:rect b="b" l="l" r="r" t="t"/>
              <a:pathLst>
                <a:path extrusionOk="0" h="147209" w="271904">
                  <a:moveTo>
                    <a:pt x="596" y="0"/>
                  </a:moveTo>
                  <a:lnTo>
                    <a:pt x="596" y="0"/>
                  </a:lnTo>
                  <a:cubicBezTo>
                    <a:pt x="2025" y="5965"/>
                    <a:pt x="3072" y="13895"/>
                    <a:pt x="3644" y="22312"/>
                  </a:cubicBezTo>
                  <a:cubicBezTo>
                    <a:pt x="7942" y="23515"/>
                    <a:pt x="13609" y="23932"/>
                    <a:pt x="5085" y="25063"/>
                  </a:cubicBezTo>
                  <a:cubicBezTo>
                    <a:pt x="5096" y="25110"/>
                    <a:pt x="5108" y="25146"/>
                    <a:pt x="5120" y="25194"/>
                  </a:cubicBezTo>
                  <a:cubicBezTo>
                    <a:pt x="5263" y="25301"/>
                    <a:pt x="5394" y="25396"/>
                    <a:pt x="5525" y="25503"/>
                  </a:cubicBezTo>
                  <a:cubicBezTo>
                    <a:pt x="5692" y="25539"/>
                    <a:pt x="5954" y="25479"/>
                    <a:pt x="6037" y="25658"/>
                  </a:cubicBezTo>
                  <a:cubicBezTo>
                    <a:pt x="8561" y="26230"/>
                    <a:pt x="4561" y="26670"/>
                    <a:pt x="3894" y="26789"/>
                  </a:cubicBezTo>
                  <a:cubicBezTo>
                    <a:pt x="4203" y="33719"/>
                    <a:pt x="4192" y="40803"/>
                    <a:pt x="3787" y="47256"/>
                  </a:cubicBezTo>
                  <a:cubicBezTo>
                    <a:pt x="2560" y="47137"/>
                    <a:pt x="1298" y="47006"/>
                    <a:pt x="1" y="46875"/>
                  </a:cubicBezTo>
                  <a:lnTo>
                    <a:pt x="1" y="46875"/>
                  </a:lnTo>
                  <a:cubicBezTo>
                    <a:pt x="1429" y="52840"/>
                    <a:pt x="2477" y="60770"/>
                    <a:pt x="3049" y="69199"/>
                  </a:cubicBezTo>
                  <a:cubicBezTo>
                    <a:pt x="7347" y="70402"/>
                    <a:pt x="13014" y="70818"/>
                    <a:pt x="4489" y="71949"/>
                  </a:cubicBezTo>
                  <a:cubicBezTo>
                    <a:pt x="4501" y="71985"/>
                    <a:pt x="4513" y="72033"/>
                    <a:pt x="4525" y="72069"/>
                  </a:cubicBezTo>
                  <a:cubicBezTo>
                    <a:pt x="4668" y="72176"/>
                    <a:pt x="4787" y="72283"/>
                    <a:pt x="4930" y="72390"/>
                  </a:cubicBezTo>
                  <a:cubicBezTo>
                    <a:pt x="5096" y="72414"/>
                    <a:pt x="5358" y="72366"/>
                    <a:pt x="5442" y="72545"/>
                  </a:cubicBezTo>
                  <a:cubicBezTo>
                    <a:pt x="7966" y="73104"/>
                    <a:pt x="3965" y="73557"/>
                    <a:pt x="3299" y="73664"/>
                  </a:cubicBezTo>
                  <a:cubicBezTo>
                    <a:pt x="3513" y="78510"/>
                    <a:pt x="3572" y="83427"/>
                    <a:pt x="3453" y="88154"/>
                  </a:cubicBezTo>
                  <a:cubicBezTo>
                    <a:pt x="2322" y="88047"/>
                    <a:pt x="1179" y="87928"/>
                    <a:pt x="1" y="87809"/>
                  </a:cubicBezTo>
                  <a:lnTo>
                    <a:pt x="1" y="87809"/>
                  </a:lnTo>
                  <a:cubicBezTo>
                    <a:pt x="989" y="91940"/>
                    <a:pt x="1798" y="97036"/>
                    <a:pt x="2394" y="102584"/>
                  </a:cubicBezTo>
                  <a:cubicBezTo>
                    <a:pt x="2239" y="103727"/>
                    <a:pt x="2072" y="104834"/>
                    <a:pt x="1882" y="105894"/>
                  </a:cubicBezTo>
                  <a:cubicBezTo>
                    <a:pt x="2156" y="105870"/>
                    <a:pt x="2429" y="105846"/>
                    <a:pt x="2715" y="105811"/>
                  </a:cubicBezTo>
                  <a:cubicBezTo>
                    <a:pt x="2834" y="107228"/>
                    <a:pt x="2953" y="108668"/>
                    <a:pt x="3049" y="110121"/>
                  </a:cubicBezTo>
                  <a:cubicBezTo>
                    <a:pt x="7347" y="111323"/>
                    <a:pt x="13014" y="111740"/>
                    <a:pt x="4489" y="112871"/>
                  </a:cubicBezTo>
                  <a:cubicBezTo>
                    <a:pt x="4501" y="112919"/>
                    <a:pt x="4513" y="112954"/>
                    <a:pt x="4525" y="113002"/>
                  </a:cubicBezTo>
                  <a:cubicBezTo>
                    <a:pt x="4668" y="113109"/>
                    <a:pt x="4799" y="113205"/>
                    <a:pt x="4930" y="113312"/>
                  </a:cubicBezTo>
                  <a:cubicBezTo>
                    <a:pt x="5096" y="113347"/>
                    <a:pt x="5358" y="113288"/>
                    <a:pt x="5442" y="113466"/>
                  </a:cubicBezTo>
                  <a:cubicBezTo>
                    <a:pt x="7966" y="114038"/>
                    <a:pt x="3965" y="114478"/>
                    <a:pt x="3299" y="114598"/>
                  </a:cubicBezTo>
                  <a:cubicBezTo>
                    <a:pt x="3822" y="126123"/>
                    <a:pt x="4668" y="127147"/>
                    <a:pt x="3120" y="135886"/>
                  </a:cubicBezTo>
                  <a:cubicBezTo>
                    <a:pt x="4608" y="136338"/>
                    <a:pt x="14133" y="147209"/>
                    <a:pt x="14133" y="147209"/>
                  </a:cubicBezTo>
                  <a:cubicBezTo>
                    <a:pt x="14133" y="147209"/>
                    <a:pt x="16765" y="146220"/>
                    <a:pt x="20479" y="146137"/>
                  </a:cubicBezTo>
                  <a:cubicBezTo>
                    <a:pt x="20503" y="146054"/>
                    <a:pt x="20539" y="145959"/>
                    <a:pt x="20563" y="145875"/>
                  </a:cubicBezTo>
                  <a:lnTo>
                    <a:pt x="20563" y="145875"/>
                  </a:lnTo>
                  <a:cubicBezTo>
                    <a:pt x="20491" y="146340"/>
                    <a:pt x="23242" y="146363"/>
                    <a:pt x="23158" y="146816"/>
                  </a:cubicBezTo>
                  <a:cubicBezTo>
                    <a:pt x="29516" y="146220"/>
                    <a:pt x="36481" y="145875"/>
                    <a:pt x="44589" y="145697"/>
                  </a:cubicBezTo>
                  <a:cubicBezTo>
                    <a:pt x="44613" y="145625"/>
                    <a:pt x="44637" y="145554"/>
                    <a:pt x="44661" y="145494"/>
                  </a:cubicBezTo>
                  <a:cubicBezTo>
                    <a:pt x="45090" y="145494"/>
                    <a:pt x="45530" y="145494"/>
                    <a:pt x="45959" y="145482"/>
                  </a:cubicBezTo>
                  <a:cubicBezTo>
                    <a:pt x="45959" y="145542"/>
                    <a:pt x="45959" y="145601"/>
                    <a:pt x="45959" y="145661"/>
                  </a:cubicBezTo>
                  <a:cubicBezTo>
                    <a:pt x="46173" y="145661"/>
                    <a:pt x="46387" y="145661"/>
                    <a:pt x="46602" y="145649"/>
                  </a:cubicBezTo>
                  <a:cubicBezTo>
                    <a:pt x="46637" y="145601"/>
                    <a:pt x="46661" y="145542"/>
                    <a:pt x="46685" y="145482"/>
                  </a:cubicBezTo>
                  <a:cubicBezTo>
                    <a:pt x="47197" y="145482"/>
                    <a:pt x="47709" y="145482"/>
                    <a:pt x="48221" y="145494"/>
                  </a:cubicBezTo>
                  <a:cubicBezTo>
                    <a:pt x="48221" y="145530"/>
                    <a:pt x="48221" y="145578"/>
                    <a:pt x="48221" y="145625"/>
                  </a:cubicBezTo>
                  <a:cubicBezTo>
                    <a:pt x="50912" y="145578"/>
                    <a:pt x="53900" y="145542"/>
                    <a:pt x="57031" y="145518"/>
                  </a:cubicBezTo>
                  <a:cubicBezTo>
                    <a:pt x="59651" y="145542"/>
                    <a:pt x="62151" y="145566"/>
                    <a:pt x="64461" y="145601"/>
                  </a:cubicBezTo>
                  <a:cubicBezTo>
                    <a:pt x="64461" y="145566"/>
                    <a:pt x="64461" y="145530"/>
                    <a:pt x="64461" y="145494"/>
                  </a:cubicBezTo>
                  <a:cubicBezTo>
                    <a:pt x="65592" y="145488"/>
                    <a:pt x="66726" y="145485"/>
                    <a:pt x="67860" y="145485"/>
                  </a:cubicBezTo>
                  <a:cubicBezTo>
                    <a:pt x="68994" y="145485"/>
                    <a:pt x="70128" y="145488"/>
                    <a:pt x="71259" y="145494"/>
                  </a:cubicBezTo>
                  <a:cubicBezTo>
                    <a:pt x="71402" y="145578"/>
                    <a:pt x="71545" y="145661"/>
                    <a:pt x="71700" y="145744"/>
                  </a:cubicBezTo>
                  <a:cubicBezTo>
                    <a:pt x="78891" y="145947"/>
                    <a:pt x="85190" y="146268"/>
                    <a:pt x="90976" y="146816"/>
                  </a:cubicBezTo>
                  <a:cubicBezTo>
                    <a:pt x="90845" y="146054"/>
                    <a:pt x="90714" y="145256"/>
                    <a:pt x="90595" y="144435"/>
                  </a:cubicBezTo>
                  <a:lnTo>
                    <a:pt x="90595" y="144435"/>
                  </a:lnTo>
                  <a:cubicBezTo>
                    <a:pt x="91429" y="144792"/>
                    <a:pt x="92191" y="145304"/>
                    <a:pt x="92976" y="145744"/>
                  </a:cubicBezTo>
                  <a:cubicBezTo>
                    <a:pt x="96596" y="145851"/>
                    <a:pt x="99989" y="145982"/>
                    <a:pt x="103204" y="146161"/>
                  </a:cubicBezTo>
                  <a:cubicBezTo>
                    <a:pt x="103156" y="146375"/>
                    <a:pt x="103121" y="146601"/>
                    <a:pt x="103085" y="146828"/>
                  </a:cubicBezTo>
                  <a:cubicBezTo>
                    <a:pt x="104573" y="146685"/>
                    <a:pt x="106109" y="146554"/>
                    <a:pt x="107669" y="146447"/>
                  </a:cubicBezTo>
                  <a:cubicBezTo>
                    <a:pt x="109240" y="146554"/>
                    <a:pt x="110764" y="146685"/>
                    <a:pt x="112265" y="146828"/>
                  </a:cubicBezTo>
                  <a:cubicBezTo>
                    <a:pt x="112217" y="146601"/>
                    <a:pt x="112181" y="146375"/>
                    <a:pt x="112146" y="146161"/>
                  </a:cubicBezTo>
                  <a:cubicBezTo>
                    <a:pt x="115979" y="145947"/>
                    <a:pt x="120075" y="145792"/>
                    <a:pt x="124504" y="145697"/>
                  </a:cubicBezTo>
                  <a:cubicBezTo>
                    <a:pt x="125022" y="144156"/>
                    <a:pt x="125413" y="143165"/>
                    <a:pt x="125645" y="143165"/>
                  </a:cubicBezTo>
                  <a:cubicBezTo>
                    <a:pt x="125846" y="143165"/>
                    <a:pt x="125929" y="143902"/>
                    <a:pt x="125873" y="145661"/>
                  </a:cubicBezTo>
                  <a:cubicBezTo>
                    <a:pt x="126100" y="145661"/>
                    <a:pt x="126302" y="145661"/>
                    <a:pt x="126528" y="145649"/>
                  </a:cubicBezTo>
                  <a:cubicBezTo>
                    <a:pt x="127181" y="144357"/>
                    <a:pt x="127670" y="143321"/>
                    <a:pt x="127939" y="143321"/>
                  </a:cubicBezTo>
                  <a:cubicBezTo>
                    <a:pt x="128150" y="143321"/>
                    <a:pt x="128225" y="143963"/>
                    <a:pt x="128136" y="145625"/>
                  </a:cubicBezTo>
                  <a:cubicBezTo>
                    <a:pt x="130541" y="145589"/>
                    <a:pt x="133184" y="145554"/>
                    <a:pt x="135946" y="145530"/>
                  </a:cubicBezTo>
                  <a:cubicBezTo>
                    <a:pt x="138720" y="145554"/>
                    <a:pt x="141352" y="145589"/>
                    <a:pt x="143757" y="145625"/>
                  </a:cubicBezTo>
                  <a:cubicBezTo>
                    <a:pt x="143667" y="143963"/>
                    <a:pt x="143745" y="143321"/>
                    <a:pt x="143959" y="143321"/>
                  </a:cubicBezTo>
                  <a:cubicBezTo>
                    <a:pt x="144230" y="143321"/>
                    <a:pt x="144723" y="144357"/>
                    <a:pt x="145376" y="145649"/>
                  </a:cubicBezTo>
                  <a:cubicBezTo>
                    <a:pt x="145590" y="145661"/>
                    <a:pt x="145804" y="145661"/>
                    <a:pt x="146019" y="145661"/>
                  </a:cubicBezTo>
                  <a:cubicBezTo>
                    <a:pt x="145964" y="143902"/>
                    <a:pt x="146046" y="143165"/>
                    <a:pt x="146247" y="143165"/>
                  </a:cubicBezTo>
                  <a:cubicBezTo>
                    <a:pt x="146479" y="143165"/>
                    <a:pt x="146870" y="144156"/>
                    <a:pt x="147388" y="145697"/>
                  </a:cubicBezTo>
                  <a:cubicBezTo>
                    <a:pt x="151817" y="145792"/>
                    <a:pt x="155913" y="145947"/>
                    <a:pt x="159759" y="146161"/>
                  </a:cubicBezTo>
                  <a:cubicBezTo>
                    <a:pt x="159711" y="146375"/>
                    <a:pt x="159675" y="146601"/>
                    <a:pt x="159640" y="146828"/>
                  </a:cubicBezTo>
                  <a:cubicBezTo>
                    <a:pt x="161128" y="146685"/>
                    <a:pt x="162664" y="146554"/>
                    <a:pt x="164223" y="146447"/>
                  </a:cubicBezTo>
                  <a:cubicBezTo>
                    <a:pt x="165795" y="146554"/>
                    <a:pt x="167319" y="146685"/>
                    <a:pt x="168819" y="146828"/>
                  </a:cubicBezTo>
                  <a:cubicBezTo>
                    <a:pt x="168772" y="146601"/>
                    <a:pt x="168736" y="146375"/>
                    <a:pt x="168700" y="146161"/>
                  </a:cubicBezTo>
                  <a:cubicBezTo>
                    <a:pt x="171915" y="145982"/>
                    <a:pt x="175296" y="145851"/>
                    <a:pt x="178916" y="145744"/>
                  </a:cubicBezTo>
                  <a:cubicBezTo>
                    <a:pt x="179702" y="145304"/>
                    <a:pt x="180464" y="144792"/>
                    <a:pt x="181309" y="144435"/>
                  </a:cubicBezTo>
                  <a:lnTo>
                    <a:pt x="181309" y="144435"/>
                  </a:lnTo>
                  <a:cubicBezTo>
                    <a:pt x="181190" y="145256"/>
                    <a:pt x="181059" y="146054"/>
                    <a:pt x="180916" y="146816"/>
                  </a:cubicBezTo>
                  <a:cubicBezTo>
                    <a:pt x="186714" y="146268"/>
                    <a:pt x="193001" y="145947"/>
                    <a:pt x="200204" y="145744"/>
                  </a:cubicBezTo>
                  <a:cubicBezTo>
                    <a:pt x="200347" y="145661"/>
                    <a:pt x="200490" y="145578"/>
                    <a:pt x="200645" y="145494"/>
                  </a:cubicBezTo>
                  <a:cubicBezTo>
                    <a:pt x="201770" y="145488"/>
                    <a:pt x="202904" y="145485"/>
                    <a:pt x="204039" y="145485"/>
                  </a:cubicBezTo>
                  <a:cubicBezTo>
                    <a:pt x="205175" y="145485"/>
                    <a:pt x="206312" y="145488"/>
                    <a:pt x="207443" y="145494"/>
                  </a:cubicBezTo>
                  <a:cubicBezTo>
                    <a:pt x="207443" y="145530"/>
                    <a:pt x="207443" y="145566"/>
                    <a:pt x="207431" y="145601"/>
                  </a:cubicBezTo>
                  <a:cubicBezTo>
                    <a:pt x="209741" y="145566"/>
                    <a:pt x="212253" y="145542"/>
                    <a:pt x="214873" y="145518"/>
                  </a:cubicBezTo>
                  <a:cubicBezTo>
                    <a:pt x="218004" y="145542"/>
                    <a:pt x="220981" y="145578"/>
                    <a:pt x="223683" y="145625"/>
                  </a:cubicBezTo>
                  <a:cubicBezTo>
                    <a:pt x="223671" y="145578"/>
                    <a:pt x="223671" y="145530"/>
                    <a:pt x="223671" y="145494"/>
                  </a:cubicBezTo>
                  <a:cubicBezTo>
                    <a:pt x="224183" y="145494"/>
                    <a:pt x="224695" y="145482"/>
                    <a:pt x="225207" y="145482"/>
                  </a:cubicBezTo>
                  <a:cubicBezTo>
                    <a:pt x="225243" y="145542"/>
                    <a:pt x="225267" y="145601"/>
                    <a:pt x="225291" y="145649"/>
                  </a:cubicBezTo>
                  <a:cubicBezTo>
                    <a:pt x="225517" y="145661"/>
                    <a:pt x="225731" y="145661"/>
                    <a:pt x="225945" y="145661"/>
                  </a:cubicBezTo>
                  <a:cubicBezTo>
                    <a:pt x="225945" y="145601"/>
                    <a:pt x="225934" y="145542"/>
                    <a:pt x="225934" y="145482"/>
                  </a:cubicBezTo>
                  <a:cubicBezTo>
                    <a:pt x="226374" y="145482"/>
                    <a:pt x="226803" y="145482"/>
                    <a:pt x="227243" y="145494"/>
                  </a:cubicBezTo>
                  <a:cubicBezTo>
                    <a:pt x="227267" y="145554"/>
                    <a:pt x="227291" y="145625"/>
                    <a:pt x="227315" y="145697"/>
                  </a:cubicBezTo>
                  <a:cubicBezTo>
                    <a:pt x="235411" y="145875"/>
                    <a:pt x="242376" y="146220"/>
                    <a:pt x="248734" y="146816"/>
                  </a:cubicBezTo>
                  <a:cubicBezTo>
                    <a:pt x="248651" y="146363"/>
                    <a:pt x="248579" y="145899"/>
                    <a:pt x="248508" y="145423"/>
                  </a:cubicBezTo>
                  <a:lnTo>
                    <a:pt x="248508" y="145423"/>
                  </a:lnTo>
                  <a:cubicBezTo>
                    <a:pt x="248532" y="145506"/>
                    <a:pt x="248567" y="145601"/>
                    <a:pt x="248591" y="145697"/>
                  </a:cubicBezTo>
                  <a:cubicBezTo>
                    <a:pt x="256699" y="145875"/>
                    <a:pt x="263664" y="146220"/>
                    <a:pt x="270022" y="146816"/>
                  </a:cubicBezTo>
                  <a:cubicBezTo>
                    <a:pt x="268463" y="138065"/>
                    <a:pt x="268082" y="126123"/>
                    <a:pt x="268606" y="114598"/>
                  </a:cubicBezTo>
                  <a:cubicBezTo>
                    <a:pt x="267939" y="114478"/>
                    <a:pt x="263926" y="114038"/>
                    <a:pt x="266462" y="113466"/>
                  </a:cubicBezTo>
                  <a:cubicBezTo>
                    <a:pt x="266546" y="113288"/>
                    <a:pt x="266808" y="113347"/>
                    <a:pt x="266974" y="113312"/>
                  </a:cubicBezTo>
                  <a:cubicBezTo>
                    <a:pt x="267105" y="113205"/>
                    <a:pt x="267236" y="113109"/>
                    <a:pt x="267367" y="113002"/>
                  </a:cubicBezTo>
                  <a:cubicBezTo>
                    <a:pt x="267391" y="112954"/>
                    <a:pt x="267403" y="112919"/>
                    <a:pt x="267415" y="112871"/>
                  </a:cubicBezTo>
                  <a:cubicBezTo>
                    <a:pt x="258878" y="111740"/>
                    <a:pt x="264557" y="111323"/>
                    <a:pt x="268856" y="110121"/>
                  </a:cubicBezTo>
                  <a:cubicBezTo>
                    <a:pt x="268951" y="108668"/>
                    <a:pt x="269070" y="107228"/>
                    <a:pt x="269189" y="105811"/>
                  </a:cubicBezTo>
                  <a:cubicBezTo>
                    <a:pt x="269463" y="105846"/>
                    <a:pt x="269749" y="105870"/>
                    <a:pt x="270022" y="105894"/>
                  </a:cubicBezTo>
                  <a:cubicBezTo>
                    <a:pt x="269832" y="104834"/>
                    <a:pt x="269653" y="103727"/>
                    <a:pt x="269510" y="102584"/>
                  </a:cubicBezTo>
                  <a:cubicBezTo>
                    <a:pt x="270094" y="97036"/>
                    <a:pt x="270903" y="91940"/>
                    <a:pt x="271904" y="87809"/>
                  </a:cubicBezTo>
                  <a:lnTo>
                    <a:pt x="271904" y="87809"/>
                  </a:lnTo>
                  <a:cubicBezTo>
                    <a:pt x="270725" y="87928"/>
                    <a:pt x="269570" y="88047"/>
                    <a:pt x="268451" y="88154"/>
                  </a:cubicBezTo>
                  <a:cubicBezTo>
                    <a:pt x="268320" y="83427"/>
                    <a:pt x="268379" y="78510"/>
                    <a:pt x="268606" y="73664"/>
                  </a:cubicBezTo>
                  <a:cubicBezTo>
                    <a:pt x="267939" y="73557"/>
                    <a:pt x="263926" y="73104"/>
                    <a:pt x="266462" y="72545"/>
                  </a:cubicBezTo>
                  <a:cubicBezTo>
                    <a:pt x="266546" y="72366"/>
                    <a:pt x="266808" y="72426"/>
                    <a:pt x="266974" y="72390"/>
                  </a:cubicBezTo>
                  <a:cubicBezTo>
                    <a:pt x="267105" y="72283"/>
                    <a:pt x="267236" y="72176"/>
                    <a:pt x="267367" y="72069"/>
                  </a:cubicBezTo>
                  <a:cubicBezTo>
                    <a:pt x="267391" y="72033"/>
                    <a:pt x="267403" y="71985"/>
                    <a:pt x="267415" y="71949"/>
                  </a:cubicBezTo>
                  <a:cubicBezTo>
                    <a:pt x="258878" y="70818"/>
                    <a:pt x="264557" y="70402"/>
                    <a:pt x="268856" y="69199"/>
                  </a:cubicBezTo>
                  <a:cubicBezTo>
                    <a:pt x="269415" y="60770"/>
                    <a:pt x="270463" y="52840"/>
                    <a:pt x="271904" y="46875"/>
                  </a:cubicBezTo>
                  <a:lnTo>
                    <a:pt x="271904" y="46875"/>
                  </a:lnTo>
                  <a:cubicBezTo>
                    <a:pt x="270606" y="47006"/>
                    <a:pt x="269344" y="47137"/>
                    <a:pt x="268105" y="47256"/>
                  </a:cubicBezTo>
                  <a:cubicBezTo>
                    <a:pt x="267713" y="40803"/>
                    <a:pt x="267689" y="33719"/>
                    <a:pt x="268010" y="26789"/>
                  </a:cubicBezTo>
                  <a:cubicBezTo>
                    <a:pt x="267343" y="26670"/>
                    <a:pt x="263331" y="26230"/>
                    <a:pt x="265867" y="25658"/>
                  </a:cubicBezTo>
                  <a:cubicBezTo>
                    <a:pt x="265950" y="25479"/>
                    <a:pt x="266212" y="25539"/>
                    <a:pt x="266379" y="25503"/>
                  </a:cubicBezTo>
                  <a:cubicBezTo>
                    <a:pt x="266510" y="25396"/>
                    <a:pt x="266641" y="25301"/>
                    <a:pt x="266772" y="25194"/>
                  </a:cubicBezTo>
                  <a:cubicBezTo>
                    <a:pt x="266796" y="25146"/>
                    <a:pt x="266808" y="25110"/>
                    <a:pt x="266820" y="25063"/>
                  </a:cubicBezTo>
                  <a:cubicBezTo>
                    <a:pt x="258283" y="23932"/>
                    <a:pt x="263962" y="23515"/>
                    <a:pt x="268260" y="22312"/>
                  </a:cubicBezTo>
                  <a:cubicBezTo>
                    <a:pt x="268415" y="19919"/>
                    <a:pt x="268856" y="15300"/>
                    <a:pt x="268856" y="15300"/>
                  </a:cubicBezTo>
                  <a:lnTo>
                    <a:pt x="254901" y="1453"/>
                  </a:lnTo>
                  <a:cubicBezTo>
                    <a:pt x="254901" y="1453"/>
                    <a:pt x="251413" y="1679"/>
                    <a:pt x="249615" y="1774"/>
                  </a:cubicBezTo>
                  <a:cubicBezTo>
                    <a:pt x="249746" y="1167"/>
                    <a:pt x="249889" y="572"/>
                    <a:pt x="250020" y="0"/>
                  </a:cubicBezTo>
                  <a:lnTo>
                    <a:pt x="250020" y="0"/>
                  </a:lnTo>
                  <a:cubicBezTo>
                    <a:pt x="240828" y="929"/>
                    <a:pt x="233577" y="1572"/>
                    <a:pt x="225017" y="1929"/>
                  </a:cubicBezTo>
                  <a:cubicBezTo>
                    <a:pt x="224814" y="2179"/>
                    <a:pt x="224600" y="2441"/>
                    <a:pt x="224386" y="2715"/>
                  </a:cubicBezTo>
                  <a:cubicBezTo>
                    <a:pt x="223731" y="2953"/>
                    <a:pt x="223112" y="3274"/>
                    <a:pt x="222647" y="3751"/>
                  </a:cubicBezTo>
                  <a:cubicBezTo>
                    <a:pt x="222755" y="3346"/>
                    <a:pt x="222945" y="2774"/>
                    <a:pt x="223219" y="2000"/>
                  </a:cubicBezTo>
                  <a:cubicBezTo>
                    <a:pt x="223094" y="1992"/>
                    <a:pt x="222968" y="1988"/>
                    <a:pt x="222843" y="1988"/>
                  </a:cubicBezTo>
                  <a:cubicBezTo>
                    <a:pt x="221740" y="1988"/>
                    <a:pt x="220632" y="2285"/>
                    <a:pt x="219537" y="2285"/>
                  </a:cubicBezTo>
                  <a:cubicBezTo>
                    <a:pt x="219371" y="2285"/>
                    <a:pt x="219205" y="2278"/>
                    <a:pt x="219040" y="2262"/>
                  </a:cubicBezTo>
                  <a:cubicBezTo>
                    <a:pt x="218567" y="2506"/>
                    <a:pt x="218202" y="2952"/>
                    <a:pt x="217926" y="2952"/>
                  </a:cubicBezTo>
                  <a:cubicBezTo>
                    <a:pt x="217744" y="2952"/>
                    <a:pt x="217601" y="2757"/>
                    <a:pt x="217492" y="2179"/>
                  </a:cubicBezTo>
                  <a:cubicBezTo>
                    <a:pt x="216420" y="2203"/>
                    <a:pt x="215337" y="2227"/>
                    <a:pt x="214218" y="2239"/>
                  </a:cubicBezTo>
                  <a:cubicBezTo>
                    <a:pt x="210515" y="2179"/>
                    <a:pt x="207169" y="2084"/>
                    <a:pt x="204002" y="1965"/>
                  </a:cubicBezTo>
                  <a:cubicBezTo>
                    <a:pt x="203967" y="2131"/>
                    <a:pt x="203943" y="2298"/>
                    <a:pt x="203919" y="2453"/>
                  </a:cubicBezTo>
                  <a:cubicBezTo>
                    <a:pt x="203550" y="2560"/>
                    <a:pt x="203181" y="2679"/>
                    <a:pt x="202824" y="2822"/>
                  </a:cubicBezTo>
                  <a:cubicBezTo>
                    <a:pt x="202776" y="2548"/>
                    <a:pt x="202728" y="2239"/>
                    <a:pt x="202681" y="1905"/>
                  </a:cubicBezTo>
                  <a:cubicBezTo>
                    <a:pt x="194453" y="1524"/>
                    <a:pt x="187357" y="905"/>
                    <a:pt x="178440" y="0"/>
                  </a:cubicBezTo>
                  <a:lnTo>
                    <a:pt x="178440" y="0"/>
                  </a:lnTo>
                  <a:cubicBezTo>
                    <a:pt x="178582" y="572"/>
                    <a:pt x="178713" y="1167"/>
                    <a:pt x="178844" y="1774"/>
                  </a:cubicBezTo>
                  <a:cubicBezTo>
                    <a:pt x="175773" y="1607"/>
                    <a:pt x="172832" y="1417"/>
                    <a:pt x="169831" y="1179"/>
                  </a:cubicBezTo>
                  <a:cubicBezTo>
                    <a:pt x="169927" y="774"/>
                    <a:pt x="170010" y="381"/>
                    <a:pt x="170105" y="0"/>
                  </a:cubicBezTo>
                  <a:lnTo>
                    <a:pt x="170105" y="0"/>
                  </a:lnTo>
                  <a:cubicBezTo>
                    <a:pt x="167843" y="226"/>
                    <a:pt x="165700" y="441"/>
                    <a:pt x="163628" y="631"/>
                  </a:cubicBezTo>
                  <a:cubicBezTo>
                    <a:pt x="161556" y="441"/>
                    <a:pt x="159413" y="226"/>
                    <a:pt x="157163" y="0"/>
                  </a:cubicBezTo>
                  <a:lnTo>
                    <a:pt x="157163" y="0"/>
                  </a:lnTo>
                  <a:cubicBezTo>
                    <a:pt x="157246" y="381"/>
                    <a:pt x="157342" y="774"/>
                    <a:pt x="157425" y="1179"/>
                  </a:cubicBezTo>
                  <a:cubicBezTo>
                    <a:pt x="153377" y="1500"/>
                    <a:pt x="149400" y="1750"/>
                    <a:pt x="145102" y="1929"/>
                  </a:cubicBezTo>
                  <a:cubicBezTo>
                    <a:pt x="144154" y="3043"/>
                    <a:pt x="143049" y="4616"/>
                    <a:pt x="142712" y="4616"/>
                  </a:cubicBezTo>
                  <a:cubicBezTo>
                    <a:pt x="142491" y="4616"/>
                    <a:pt x="142601" y="3936"/>
                    <a:pt x="143304" y="2000"/>
                  </a:cubicBezTo>
                  <a:cubicBezTo>
                    <a:pt x="143179" y="1992"/>
                    <a:pt x="143053" y="1988"/>
                    <a:pt x="142928" y="1988"/>
                  </a:cubicBezTo>
                  <a:cubicBezTo>
                    <a:pt x="141825" y="1988"/>
                    <a:pt x="140718" y="2285"/>
                    <a:pt x="139622" y="2285"/>
                  </a:cubicBezTo>
                  <a:cubicBezTo>
                    <a:pt x="139456" y="2285"/>
                    <a:pt x="139290" y="2278"/>
                    <a:pt x="139125" y="2262"/>
                  </a:cubicBezTo>
                  <a:cubicBezTo>
                    <a:pt x="138780" y="2441"/>
                    <a:pt x="138494" y="2715"/>
                    <a:pt x="138256" y="2858"/>
                  </a:cubicBezTo>
                  <a:lnTo>
                    <a:pt x="138256" y="2250"/>
                  </a:lnTo>
                  <a:cubicBezTo>
                    <a:pt x="138030" y="2250"/>
                    <a:pt x="137803" y="2239"/>
                    <a:pt x="137589" y="2239"/>
                  </a:cubicBezTo>
                  <a:cubicBezTo>
                    <a:pt x="137577" y="2215"/>
                    <a:pt x="137577" y="2203"/>
                    <a:pt x="137565" y="2179"/>
                  </a:cubicBezTo>
                  <a:cubicBezTo>
                    <a:pt x="137041" y="2191"/>
                    <a:pt x="136494" y="2203"/>
                    <a:pt x="135946" y="2215"/>
                  </a:cubicBezTo>
                  <a:cubicBezTo>
                    <a:pt x="135410" y="2203"/>
                    <a:pt x="134863" y="2191"/>
                    <a:pt x="134327" y="2179"/>
                  </a:cubicBezTo>
                  <a:cubicBezTo>
                    <a:pt x="134327" y="2203"/>
                    <a:pt x="134327" y="2215"/>
                    <a:pt x="134315" y="2239"/>
                  </a:cubicBezTo>
                  <a:cubicBezTo>
                    <a:pt x="134089" y="2239"/>
                    <a:pt x="133874" y="2250"/>
                    <a:pt x="133648" y="2250"/>
                  </a:cubicBezTo>
                  <a:lnTo>
                    <a:pt x="133648" y="2858"/>
                  </a:lnTo>
                  <a:cubicBezTo>
                    <a:pt x="133410" y="2715"/>
                    <a:pt x="133124" y="2441"/>
                    <a:pt x="132779" y="2262"/>
                  </a:cubicBezTo>
                  <a:cubicBezTo>
                    <a:pt x="132604" y="2280"/>
                    <a:pt x="132429" y="2288"/>
                    <a:pt x="132254" y="2288"/>
                  </a:cubicBezTo>
                  <a:cubicBezTo>
                    <a:pt x="131165" y="2288"/>
                    <a:pt x="130064" y="1988"/>
                    <a:pt x="128968" y="1988"/>
                  </a:cubicBezTo>
                  <a:cubicBezTo>
                    <a:pt x="128845" y="1988"/>
                    <a:pt x="128723" y="1992"/>
                    <a:pt x="128600" y="2000"/>
                  </a:cubicBezTo>
                  <a:cubicBezTo>
                    <a:pt x="129303" y="3936"/>
                    <a:pt x="129413" y="4616"/>
                    <a:pt x="129192" y="4616"/>
                  </a:cubicBezTo>
                  <a:cubicBezTo>
                    <a:pt x="128855" y="4616"/>
                    <a:pt x="127750" y="3043"/>
                    <a:pt x="126802" y="1929"/>
                  </a:cubicBezTo>
                  <a:cubicBezTo>
                    <a:pt x="122492" y="1750"/>
                    <a:pt x="118527" y="1500"/>
                    <a:pt x="114467" y="1179"/>
                  </a:cubicBezTo>
                  <a:cubicBezTo>
                    <a:pt x="114562" y="774"/>
                    <a:pt x="114646" y="381"/>
                    <a:pt x="114741" y="0"/>
                  </a:cubicBezTo>
                  <a:lnTo>
                    <a:pt x="114741" y="0"/>
                  </a:lnTo>
                  <a:cubicBezTo>
                    <a:pt x="112491" y="226"/>
                    <a:pt x="110348" y="441"/>
                    <a:pt x="108276" y="631"/>
                  </a:cubicBezTo>
                  <a:cubicBezTo>
                    <a:pt x="106192" y="441"/>
                    <a:pt x="104061" y="226"/>
                    <a:pt x="101799" y="0"/>
                  </a:cubicBezTo>
                  <a:lnTo>
                    <a:pt x="101799" y="0"/>
                  </a:lnTo>
                  <a:cubicBezTo>
                    <a:pt x="101894" y="381"/>
                    <a:pt x="101978" y="774"/>
                    <a:pt x="102073" y="1179"/>
                  </a:cubicBezTo>
                  <a:cubicBezTo>
                    <a:pt x="99072" y="1417"/>
                    <a:pt x="96132" y="1607"/>
                    <a:pt x="93060" y="1774"/>
                  </a:cubicBezTo>
                  <a:cubicBezTo>
                    <a:pt x="93191" y="1167"/>
                    <a:pt x="93322" y="572"/>
                    <a:pt x="93465" y="0"/>
                  </a:cubicBezTo>
                  <a:lnTo>
                    <a:pt x="93465" y="0"/>
                  </a:lnTo>
                  <a:cubicBezTo>
                    <a:pt x="84535" y="905"/>
                    <a:pt x="77439" y="1524"/>
                    <a:pt x="69212" y="1905"/>
                  </a:cubicBezTo>
                  <a:cubicBezTo>
                    <a:pt x="69164" y="2239"/>
                    <a:pt x="69116" y="2548"/>
                    <a:pt x="69081" y="2822"/>
                  </a:cubicBezTo>
                  <a:cubicBezTo>
                    <a:pt x="68723" y="2667"/>
                    <a:pt x="68342" y="2548"/>
                    <a:pt x="67973" y="2453"/>
                  </a:cubicBezTo>
                  <a:cubicBezTo>
                    <a:pt x="67950" y="2298"/>
                    <a:pt x="67926" y="2131"/>
                    <a:pt x="67902" y="1953"/>
                  </a:cubicBezTo>
                  <a:cubicBezTo>
                    <a:pt x="64735" y="2084"/>
                    <a:pt x="61377" y="2179"/>
                    <a:pt x="57686" y="2239"/>
                  </a:cubicBezTo>
                  <a:cubicBezTo>
                    <a:pt x="56567" y="2227"/>
                    <a:pt x="55472" y="2203"/>
                    <a:pt x="54412" y="2179"/>
                  </a:cubicBezTo>
                  <a:cubicBezTo>
                    <a:pt x="54303" y="2757"/>
                    <a:pt x="54160" y="2952"/>
                    <a:pt x="53977" y="2952"/>
                  </a:cubicBezTo>
                  <a:cubicBezTo>
                    <a:pt x="53701" y="2952"/>
                    <a:pt x="53333" y="2506"/>
                    <a:pt x="52852" y="2262"/>
                  </a:cubicBezTo>
                  <a:cubicBezTo>
                    <a:pt x="52687" y="2278"/>
                    <a:pt x="52522" y="2285"/>
                    <a:pt x="52356" y="2285"/>
                  </a:cubicBezTo>
                  <a:cubicBezTo>
                    <a:pt x="51262" y="2285"/>
                    <a:pt x="50161" y="1988"/>
                    <a:pt x="49052" y="1988"/>
                  </a:cubicBezTo>
                  <a:cubicBezTo>
                    <a:pt x="48926" y="1988"/>
                    <a:pt x="48800" y="1992"/>
                    <a:pt x="48673" y="2000"/>
                  </a:cubicBezTo>
                  <a:cubicBezTo>
                    <a:pt x="48959" y="2774"/>
                    <a:pt x="49138" y="3346"/>
                    <a:pt x="49257" y="3751"/>
                  </a:cubicBezTo>
                  <a:cubicBezTo>
                    <a:pt x="48792" y="3274"/>
                    <a:pt x="48173" y="2953"/>
                    <a:pt x="47518" y="2703"/>
                  </a:cubicBezTo>
                  <a:cubicBezTo>
                    <a:pt x="47304" y="2441"/>
                    <a:pt x="47090" y="2179"/>
                    <a:pt x="46875" y="1929"/>
                  </a:cubicBezTo>
                  <a:cubicBezTo>
                    <a:pt x="38315" y="1572"/>
                    <a:pt x="31064" y="929"/>
                    <a:pt x="21872" y="0"/>
                  </a:cubicBezTo>
                  <a:lnTo>
                    <a:pt x="21872" y="0"/>
                  </a:lnTo>
                  <a:cubicBezTo>
                    <a:pt x="22015" y="572"/>
                    <a:pt x="22146" y="1167"/>
                    <a:pt x="22277" y="1774"/>
                  </a:cubicBezTo>
                  <a:cubicBezTo>
                    <a:pt x="15098" y="1393"/>
                    <a:pt x="8573" y="810"/>
                    <a:pt x="5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0" name="Google Shape;1410;p77"/>
            <p:cNvSpPr/>
            <p:nvPr/>
          </p:nvSpPr>
          <p:spPr>
            <a:xfrm>
              <a:off x="283950" y="193150"/>
              <a:ext cx="8615526" cy="4752359"/>
            </a:xfrm>
            <a:custGeom>
              <a:rect b="b" l="l" r="r" t="t"/>
              <a:pathLst>
                <a:path extrusionOk="0" h="146757" w="269046">
                  <a:moveTo>
                    <a:pt x="21241" y="131"/>
                  </a:moveTo>
                  <a:cubicBezTo>
                    <a:pt x="20884" y="346"/>
                    <a:pt x="20527" y="572"/>
                    <a:pt x="20170" y="798"/>
                  </a:cubicBezTo>
                  <a:cubicBezTo>
                    <a:pt x="20217" y="953"/>
                    <a:pt x="20253" y="1120"/>
                    <a:pt x="20289" y="1286"/>
                  </a:cubicBezTo>
                  <a:cubicBezTo>
                    <a:pt x="20860" y="929"/>
                    <a:pt x="21432" y="560"/>
                    <a:pt x="22015" y="203"/>
                  </a:cubicBezTo>
                  <a:cubicBezTo>
                    <a:pt x="21753" y="179"/>
                    <a:pt x="21503" y="155"/>
                    <a:pt x="21241" y="131"/>
                  </a:cubicBezTo>
                  <a:close/>
                  <a:moveTo>
                    <a:pt x="18777" y="1691"/>
                  </a:moveTo>
                  <a:cubicBezTo>
                    <a:pt x="18515" y="1858"/>
                    <a:pt x="18265" y="2012"/>
                    <a:pt x="18015" y="2179"/>
                  </a:cubicBezTo>
                  <a:cubicBezTo>
                    <a:pt x="11788" y="6263"/>
                    <a:pt x="6156" y="10644"/>
                    <a:pt x="1155" y="15252"/>
                  </a:cubicBezTo>
                  <a:cubicBezTo>
                    <a:pt x="1179" y="15455"/>
                    <a:pt x="1203" y="15657"/>
                    <a:pt x="1215" y="15848"/>
                  </a:cubicBezTo>
                  <a:cubicBezTo>
                    <a:pt x="6263" y="11156"/>
                    <a:pt x="11966" y="6727"/>
                    <a:pt x="18277" y="2584"/>
                  </a:cubicBezTo>
                  <a:cubicBezTo>
                    <a:pt x="18705" y="2298"/>
                    <a:pt x="19146" y="2012"/>
                    <a:pt x="19574" y="1739"/>
                  </a:cubicBezTo>
                  <a:cubicBezTo>
                    <a:pt x="19312" y="1727"/>
                    <a:pt x="19039" y="1703"/>
                    <a:pt x="18777" y="1691"/>
                  </a:cubicBezTo>
                  <a:close/>
                  <a:moveTo>
                    <a:pt x="257199" y="5608"/>
                  </a:moveTo>
                  <a:cubicBezTo>
                    <a:pt x="259819" y="11180"/>
                    <a:pt x="262128" y="16943"/>
                    <a:pt x="264105" y="22884"/>
                  </a:cubicBezTo>
                  <a:cubicBezTo>
                    <a:pt x="264307" y="22836"/>
                    <a:pt x="264522" y="22789"/>
                    <a:pt x="264736" y="22741"/>
                  </a:cubicBezTo>
                  <a:cubicBezTo>
                    <a:pt x="262950" y="17360"/>
                    <a:pt x="260890" y="12085"/>
                    <a:pt x="258557" y="6942"/>
                  </a:cubicBezTo>
                  <a:lnTo>
                    <a:pt x="257199" y="5608"/>
                  </a:lnTo>
                  <a:close/>
                  <a:moveTo>
                    <a:pt x="234685" y="1239"/>
                  </a:moveTo>
                  <a:cubicBezTo>
                    <a:pt x="234423" y="1262"/>
                    <a:pt x="234149" y="1286"/>
                    <a:pt x="233887" y="1298"/>
                  </a:cubicBezTo>
                  <a:cubicBezTo>
                    <a:pt x="234554" y="1727"/>
                    <a:pt x="235220" y="2143"/>
                    <a:pt x="235875" y="2584"/>
                  </a:cubicBezTo>
                  <a:cubicBezTo>
                    <a:pt x="245662" y="9001"/>
                    <a:pt x="253961" y="16145"/>
                    <a:pt x="260676" y="23813"/>
                  </a:cubicBezTo>
                  <a:cubicBezTo>
                    <a:pt x="260783" y="23741"/>
                    <a:pt x="260938" y="23682"/>
                    <a:pt x="261140" y="23610"/>
                  </a:cubicBezTo>
                  <a:cubicBezTo>
                    <a:pt x="254377" y="15871"/>
                    <a:pt x="246007" y="8656"/>
                    <a:pt x="236137" y="2179"/>
                  </a:cubicBezTo>
                  <a:cubicBezTo>
                    <a:pt x="235649" y="1870"/>
                    <a:pt x="235173" y="1548"/>
                    <a:pt x="234685" y="1239"/>
                  </a:cubicBezTo>
                  <a:close/>
                  <a:moveTo>
                    <a:pt x="264807" y="25051"/>
                  </a:moveTo>
                  <a:lnTo>
                    <a:pt x="264867" y="25218"/>
                  </a:lnTo>
                  <a:cubicBezTo>
                    <a:pt x="264879" y="25218"/>
                    <a:pt x="264879" y="25206"/>
                    <a:pt x="264891" y="25194"/>
                  </a:cubicBezTo>
                  <a:cubicBezTo>
                    <a:pt x="264914" y="25158"/>
                    <a:pt x="264926" y="25111"/>
                    <a:pt x="264938" y="25075"/>
                  </a:cubicBezTo>
                  <a:cubicBezTo>
                    <a:pt x="264891" y="25063"/>
                    <a:pt x="264855" y="25063"/>
                    <a:pt x="264807" y="25051"/>
                  </a:cubicBezTo>
                  <a:close/>
                  <a:moveTo>
                    <a:pt x="265319" y="26670"/>
                  </a:moveTo>
                  <a:lnTo>
                    <a:pt x="265319" y="26670"/>
                  </a:lnTo>
                  <a:cubicBezTo>
                    <a:pt x="265557" y="27480"/>
                    <a:pt x="265807" y="28290"/>
                    <a:pt x="266034" y="29099"/>
                  </a:cubicBezTo>
                  <a:cubicBezTo>
                    <a:pt x="266057" y="28444"/>
                    <a:pt x="266081" y="27789"/>
                    <a:pt x="266117" y="27135"/>
                  </a:cubicBezTo>
                  <a:cubicBezTo>
                    <a:pt x="266081" y="27016"/>
                    <a:pt x="266046" y="26896"/>
                    <a:pt x="266010" y="26777"/>
                  </a:cubicBezTo>
                  <a:cubicBezTo>
                    <a:pt x="265843" y="26754"/>
                    <a:pt x="265593" y="26718"/>
                    <a:pt x="265319" y="26670"/>
                  </a:cubicBezTo>
                  <a:close/>
                  <a:moveTo>
                    <a:pt x="261188" y="24408"/>
                  </a:moveTo>
                  <a:lnTo>
                    <a:pt x="261188" y="24408"/>
                  </a:lnTo>
                  <a:cubicBezTo>
                    <a:pt x="262902" y="26396"/>
                    <a:pt x="264498" y="28409"/>
                    <a:pt x="265998" y="30456"/>
                  </a:cubicBezTo>
                  <a:cubicBezTo>
                    <a:pt x="265998" y="30195"/>
                    <a:pt x="266010" y="29944"/>
                    <a:pt x="266022" y="29683"/>
                  </a:cubicBezTo>
                  <a:cubicBezTo>
                    <a:pt x="265153" y="28516"/>
                    <a:pt x="264260" y="27361"/>
                    <a:pt x="263331" y="26218"/>
                  </a:cubicBezTo>
                  <a:cubicBezTo>
                    <a:pt x="263200" y="26158"/>
                    <a:pt x="263140" y="26087"/>
                    <a:pt x="263164" y="26015"/>
                  </a:cubicBezTo>
                  <a:cubicBezTo>
                    <a:pt x="262771" y="25539"/>
                    <a:pt x="262378" y="25075"/>
                    <a:pt x="261986" y="24599"/>
                  </a:cubicBezTo>
                  <a:cubicBezTo>
                    <a:pt x="261664" y="24539"/>
                    <a:pt x="261402" y="24468"/>
                    <a:pt x="261188" y="24408"/>
                  </a:cubicBezTo>
                  <a:close/>
                  <a:moveTo>
                    <a:pt x="127076" y="17431"/>
                  </a:moveTo>
                  <a:cubicBezTo>
                    <a:pt x="133339" y="17431"/>
                    <a:pt x="139506" y="17574"/>
                    <a:pt x="145578" y="17848"/>
                  </a:cubicBezTo>
                  <a:cubicBezTo>
                    <a:pt x="146150" y="29278"/>
                    <a:pt x="146554" y="41363"/>
                    <a:pt x="146769" y="53924"/>
                  </a:cubicBezTo>
                  <a:cubicBezTo>
                    <a:pt x="140292" y="53816"/>
                    <a:pt x="133720" y="53769"/>
                    <a:pt x="127076" y="53769"/>
                  </a:cubicBezTo>
                  <a:cubicBezTo>
                    <a:pt x="120432" y="53769"/>
                    <a:pt x="113860" y="53816"/>
                    <a:pt x="107371" y="53924"/>
                  </a:cubicBezTo>
                  <a:cubicBezTo>
                    <a:pt x="107585" y="41363"/>
                    <a:pt x="107990" y="29278"/>
                    <a:pt x="108562" y="17848"/>
                  </a:cubicBezTo>
                  <a:cubicBezTo>
                    <a:pt x="114634" y="17574"/>
                    <a:pt x="120813" y="17431"/>
                    <a:pt x="127076" y="17431"/>
                  </a:cubicBezTo>
                  <a:close/>
                  <a:moveTo>
                    <a:pt x="108359" y="17848"/>
                  </a:moveTo>
                  <a:cubicBezTo>
                    <a:pt x="107776" y="29385"/>
                    <a:pt x="107371" y="41482"/>
                    <a:pt x="107169" y="53924"/>
                  </a:cubicBezTo>
                  <a:cubicBezTo>
                    <a:pt x="94727" y="54138"/>
                    <a:pt x="82630" y="54531"/>
                    <a:pt x="71093" y="55114"/>
                  </a:cubicBezTo>
                  <a:cubicBezTo>
                    <a:pt x="71617" y="43244"/>
                    <a:pt x="72640" y="31766"/>
                    <a:pt x="74117" y="20872"/>
                  </a:cubicBezTo>
                  <a:cubicBezTo>
                    <a:pt x="85011" y="19407"/>
                    <a:pt x="96477" y="18384"/>
                    <a:pt x="108359" y="17848"/>
                  </a:cubicBezTo>
                  <a:close/>
                  <a:moveTo>
                    <a:pt x="145792" y="17860"/>
                  </a:moveTo>
                  <a:lnTo>
                    <a:pt x="145792" y="17860"/>
                  </a:lnTo>
                  <a:cubicBezTo>
                    <a:pt x="157675" y="18384"/>
                    <a:pt x="169141" y="19407"/>
                    <a:pt x="180035" y="20884"/>
                  </a:cubicBezTo>
                  <a:cubicBezTo>
                    <a:pt x="181499" y="31766"/>
                    <a:pt x="182523" y="43244"/>
                    <a:pt x="183059" y="55114"/>
                  </a:cubicBezTo>
                  <a:cubicBezTo>
                    <a:pt x="171522" y="54531"/>
                    <a:pt x="159425" y="54138"/>
                    <a:pt x="146983" y="53924"/>
                  </a:cubicBezTo>
                  <a:cubicBezTo>
                    <a:pt x="146781" y="41482"/>
                    <a:pt x="146376" y="29385"/>
                    <a:pt x="145792" y="17860"/>
                  </a:cubicBezTo>
                  <a:close/>
                  <a:moveTo>
                    <a:pt x="73724" y="20931"/>
                  </a:moveTo>
                  <a:lnTo>
                    <a:pt x="73724" y="20931"/>
                  </a:lnTo>
                  <a:cubicBezTo>
                    <a:pt x="72259" y="31909"/>
                    <a:pt x="71247" y="43375"/>
                    <a:pt x="70724" y="55138"/>
                  </a:cubicBezTo>
                  <a:cubicBezTo>
                    <a:pt x="54805" y="55948"/>
                    <a:pt x="39958" y="57103"/>
                    <a:pt x="26742" y="58579"/>
                  </a:cubicBezTo>
                  <a:cubicBezTo>
                    <a:pt x="27373" y="48816"/>
                    <a:pt x="28599" y="39255"/>
                    <a:pt x="30397" y="29992"/>
                  </a:cubicBezTo>
                  <a:cubicBezTo>
                    <a:pt x="43292" y="26158"/>
                    <a:pt x="57901" y="23086"/>
                    <a:pt x="73724" y="20931"/>
                  </a:cubicBezTo>
                  <a:close/>
                  <a:moveTo>
                    <a:pt x="180416" y="20931"/>
                  </a:moveTo>
                  <a:lnTo>
                    <a:pt x="180416" y="20931"/>
                  </a:lnTo>
                  <a:cubicBezTo>
                    <a:pt x="196251" y="23086"/>
                    <a:pt x="210860" y="26170"/>
                    <a:pt x="223755" y="29992"/>
                  </a:cubicBezTo>
                  <a:cubicBezTo>
                    <a:pt x="225552" y="39255"/>
                    <a:pt x="226779" y="48816"/>
                    <a:pt x="227410" y="58579"/>
                  </a:cubicBezTo>
                  <a:cubicBezTo>
                    <a:pt x="214194" y="57103"/>
                    <a:pt x="199335" y="55948"/>
                    <a:pt x="183416" y="55138"/>
                  </a:cubicBezTo>
                  <a:cubicBezTo>
                    <a:pt x="182904" y="43375"/>
                    <a:pt x="181892" y="31909"/>
                    <a:pt x="180416" y="20931"/>
                  </a:cubicBezTo>
                  <a:close/>
                  <a:moveTo>
                    <a:pt x="70724" y="55352"/>
                  </a:moveTo>
                  <a:cubicBezTo>
                    <a:pt x="70450" y="61436"/>
                    <a:pt x="70319" y="67616"/>
                    <a:pt x="70319" y="73843"/>
                  </a:cubicBezTo>
                  <a:cubicBezTo>
                    <a:pt x="70319" y="80070"/>
                    <a:pt x="70450" y="86237"/>
                    <a:pt x="70724" y="92321"/>
                  </a:cubicBezTo>
                  <a:cubicBezTo>
                    <a:pt x="54543" y="91500"/>
                    <a:pt x="39696" y="90333"/>
                    <a:pt x="26730" y="88892"/>
                  </a:cubicBezTo>
                  <a:cubicBezTo>
                    <a:pt x="26420" y="83915"/>
                    <a:pt x="26254" y="78891"/>
                    <a:pt x="26254" y="73843"/>
                  </a:cubicBezTo>
                  <a:cubicBezTo>
                    <a:pt x="26254" y="68783"/>
                    <a:pt x="26420" y="63758"/>
                    <a:pt x="26730" y="58781"/>
                  </a:cubicBezTo>
                  <a:cubicBezTo>
                    <a:pt x="39696" y="57341"/>
                    <a:pt x="54543" y="56174"/>
                    <a:pt x="70724" y="55352"/>
                  </a:cubicBezTo>
                  <a:close/>
                  <a:moveTo>
                    <a:pt x="183428" y="55352"/>
                  </a:moveTo>
                  <a:cubicBezTo>
                    <a:pt x="199609" y="56174"/>
                    <a:pt x="214444" y="57341"/>
                    <a:pt x="227410" y="58781"/>
                  </a:cubicBezTo>
                  <a:cubicBezTo>
                    <a:pt x="227731" y="63758"/>
                    <a:pt x="227886" y="68783"/>
                    <a:pt x="227886" y="73843"/>
                  </a:cubicBezTo>
                  <a:cubicBezTo>
                    <a:pt x="227886" y="78903"/>
                    <a:pt x="227731" y="83915"/>
                    <a:pt x="227410" y="88892"/>
                  </a:cubicBezTo>
                  <a:cubicBezTo>
                    <a:pt x="214444" y="90333"/>
                    <a:pt x="199609" y="91500"/>
                    <a:pt x="183428" y="92321"/>
                  </a:cubicBezTo>
                  <a:cubicBezTo>
                    <a:pt x="183690" y="86237"/>
                    <a:pt x="183833" y="80070"/>
                    <a:pt x="183833" y="73843"/>
                  </a:cubicBezTo>
                  <a:cubicBezTo>
                    <a:pt x="183833" y="67616"/>
                    <a:pt x="183690" y="61436"/>
                    <a:pt x="183428" y="55352"/>
                  </a:cubicBezTo>
                  <a:close/>
                  <a:moveTo>
                    <a:pt x="107157" y="54138"/>
                  </a:moveTo>
                  <a:cubicBezTo>
                    <a:pt x="107050" y="60627"/>
                    <a:pt x="107002" y="67199"/>
                    <a:pt x="107002" y="73843"/>
                  </a:cubicBezTo>
                  <a:cubicBezTo>
                    <a:pt x="107002" y="80475"/>
                    <a:pt x="107050" y="87047"/>
                    <a:pt x="107157" y="93536"/>
                  </a:cubicBezTo>
                  <a:cubicBezTo>
                    <a:pt x="94596" y="93321"/>
                    <a:pt x="82511" y="92917"/>
                    <a:pt x="71081" y="92345"/>
                  </a:cubicBezTo>
                  <a:cubicBezTo>
                    <a:pt x="70807" y="86273"/>
                    <a:pt x="70676" y="80105"/>
                    <a:pt x="70676" y="73843"/>
                  </a:cubicBezTo>
                  <a:cubicBezTo>
                    <a:pt x="70676" y="67580"/>
                    <a:pt x="70807" y="61401"/>
                    <a:pt x="71081" y="55329"/>
                  </a:cubicBezTo>
                  <a:cubicBezTo>
                    <a:pt x="82511" y="54757"/>
                    <a:pt x="94596" y="54352"/>
                    <a:pt x="107157" y="54138"/>
                  </a:cubicBezTo>
                  <a:close/>
                  <a:moveTo>
                    <a:pt x="146983" y="54138"/>
                  </a:moveTo>
                  <a:cubicBezTo>
                    <a:pt x="159544" y="54352"/>
                    <a:pt x="171641" y="54757"/>
                    <a:pt x="183071" y="55329"/>
                  </a:cubicBezTo>
                  <a:cubicBezTo>
                    <a:pt x="183333" y="61401"/>
                    <a:pt x="183476" y="67568"/>
                    <a:pt x="183476" y="73831"/>
                  </a:cubicBezTo>
                  <a:cubicBezTo>
                    <a:pt x="183476" y="80094"/>
                    <a:pt x="183333" y="86273"/>
                    <a:pt x="183071" y="92345"/>
                  </a:cubicBezTo>
                  <a:cubicBezTo>
                    <a:pt x="171641" y="92917"/>
                    <a:pt x="159544" y="93321"/>
                    <a:pt x="146983" y="93536"/>
                  </a:cubicBezTo>
                  <a:cubicBezTo>
                    <a:pt x="147090" y="87047"/>
                    <a:pt x="147150" y="80475"/>
                    <a:pt x="147150" y="73843"/>
                  </a:cubicBezTo>
                  <a:cubicBezTo>
                    <a:pt x="147150" y="67199"/>
                    <a:pt x="147090" y="60627"/>
                    <a:pt x="146983" y="54138"/>
                  </a:cubicBezTo>
                  <a:close/>
                  <a:moveTo>
                    <a:pt x="127076" y="53971"/>
                  </a:moveTo>
                  <a:cubicBezTo>
                    <a:pt x="133743" y="53971"/>
                    <a:pt x="140327" y="54031"/>
                    <a:pt x="146781" y="54138"/>
                  </a:cubicBezTo>
                  <a:cubicBezTo>
                    <a:pt x="146876" y="60591"/>
                    <a:pt x="146935" y="67163"/>
                    <a:pt x="146935" y="73843"/>
                  </a:cubicBezTo>
                  <a:cubicBezTo>
                    <a:pt x="146935" y="80510"/>
                    <a:pt x="146888" y="87082"/>
                    <a:pt x="146781" y="93536"/>
                  </a:cubicBezTo>
                  <a:cubicBezTo>
                    <a:pt x="140327" y="93643"/>
                    <a:pt x="133743" y="93702"/>
                    <a:pt x="127076" y="93702"/>
                  </a:cubicBezTo>
                  <a:cubicBezTo>
                    <a:pt x="120396" y="93702"/>
                    <a:pt x="113824" y="93643"/>
                    <a:pt x="107371" y="93536"/>
                  </a:cubicBezTo>
                  <a:cubicBezTo>
                    <a:pt x="107264" y="87082"/>
                    <a:pt x="107204" y="80510"/>
                    <a:pt x="107204" y="73843"/>
                  </a:cubicBezTo>
                  <a:cubicBezTo>
                    <a:pt x="107204" y="67163"/>
                    <a:pt x="107264" y="60591"/>
                    <a:pt x="107371" y="54138"/>
                  </a:cubicBezTo>
                  <a:cubicBezTo>
                    <a:pt x="113824" y="54031"/>
                    <a:pt x="120396" y="53971"/>
                    <a:pt x="127076" y="53971"/>
                  </a:cubicBezTo>
                  <a:close/>
                  <a:moveTo>
                    <a:pt x="48" y="105632"/>
                  </a:moveTo>
                  <a:cubicBezTo>
                    <a:pt x="36" y="105716"/>
                    <a:pt x="12" y="105811"/>
                    <a:pt x="0" y="105894"/>
                  </a:cubicBezTo>
                  <a:cubicBezTo>
                    <a:pt x="155" y="105882"/>
                    <a:pt x="310" y="105870"/>
                    <a:pt x="477" y="105859"/>
                  </a:cubicBezTo>
                  <a:cubicBezTo>
                    <a:pt x="334" y="105775"/>
                    <a:pt x="191" y="105704"/>
                    <a:pt x="48" y="105632"/>
                  </a:cubicBezTo>
                  <a:close/>
                  <a:moveTo>
                    <a:pt x="26742" y="89095"/>
                  </a:moveTo>
                  <a:cubicBezTo>
                    <a:pt x="39958" y="90571"/>
                    <a:pt x="54805" y="91726"/>
                    <a:pt x="70724" y="92536"/>
                  </a:cubicBezTo>
                  <a:cubicBezTo>
                    <a:pt x="71247" y="104299"/>
                    <a:pt x="72259" y="115765"/>
                    <a:pt x="73724" y="126742"/>
                  </a:cubicBezTo>
                  <a:cubicBezTo>
                    <a:pt x="57901" y="124587"/>
                    <a:pt x="43292" y="121515"/>
                    <a:pt x="30397" y="117681"/>
                  </a:cubicBezTo>
                  <a:cubicBezTo>
                    <a:pt x="28599" y="108418"/>
                    <a:pt x="27373" y="98858"/>
                    <a:pt x="26742" y="89095"/>
                  </a:cubicBezTo>
                  <a:close/>
                  <a:moveTo>
                    <a:pt x="227410" y="89095"/>
                  </a:moveTo>
                  <a:cubicBezTo>
                    <a:pt x="226779" y="98858"/>
                    <a:pt x="225552" y="108418"/>
                    <a:pt x="223755" y="117681"/>
                  </a:cubicBezTo>
                  <a:cubicBezTo>
                    <a:pt x="210860" y="121515"/>
                    <a:pt x="196251" y="124587"/>
                    <a:pt x="180416" y="126742"/>
                  </a:cubicBezTo>
                  <a:cubicBezTo>
                    <a:pt x="181892" y="115765"/>
                    <a:pt x="182904" y="104299"/>
                    <a:pt x="183416" y="92536"/>
                  </a:cubicBezTo>
                  <a:cubicBezTo>
                    <a:pt x="199347" y="91726"/>
                    <a:pt x="214194" y="90571"/>
                    <a:pt x="227410" y="89095"/>
                  </a:cubicBezTo>
                  <a:close/>
                  <a:moveTo>
                    <a:pt x="71093" y="92559"/>
                  </a:moveTo>
                  <a:lnTo>
                    <a:pt x="71093" y="92559"/>
                  </a:lnTo>
                  <a:cubicBezTo>
                    <a:pt x="82630" y="93143"/>
                    <a:pt x="94715" y="93536"/>
                    <a:pt x="107169" y="93750"/>
                  </a:cubicBezTo>
                  <a:cubicBezTo>
                    <a:pt x="107371" y="106192"/>
                    <a:pt x="107776" y="118289"/>
                    <a:pt x="108347" y="129826"/>
                  </a:cubicBezTo>
                  <a:cubicBezTo>
                    <a:pt x="96477" y="129290"/>
                    <a:pt x="85011" y="128266"/>
                    <a:pt x="74117" y="126790"/>
                  </a:cubicBezTo>
                  <a:cubicBezTo>
                    <a:pt x="72640" y="115907"/>
                    <a:pt x="71617" y="104442"/>
                    <a:pt x="71093" y="92559"/>
                  </a:cubicBezTo>
                  <a:close/>
                  <a:moveTo>
                    <a:pt x="183059" y="92559"/>
                  </a:moveTo>
                  <a:lnTo>
                    <a:pt x="183059" y="92559"/>
                  </a:lnTo>
                  <a:cubicBezTo>
                    <a:pt x="182523" y="104442"/>
                    <a:pt x="181499" y="115907"/>
                    <a:pt x="180035" y="126802"/>
                  </a:cubicBezTo>
                  <a:cubicBezTo>
                    <a:pt x="169141" y="128266"/>
                    <a:pt x="157675" y="129290"/>
                    <a:pt x="145792" y="129826"/>
                  </a:cubicBezTo>
                  <a:cubicBezTo>
                    <a:pt x="146376" y="118289"/>
                    <a:pt x="146769" y="106192"/>
                    <a:pt x="146983" y="93750"/>
                  </a:cubicBezTo>
                  <a:cubicBezTo>
                    <a:pt x="159425" y="93536"/>
                    <a:pt x="171522" y="93143"/>
                    <a:pt x="183059" y="92559"/>
                  </a:cubicBezTo>
                  <a:close/>
                  <a:moveTo>
                    <a:pt x="107371" y="93750"/>
                  </a:moveTo>
                  <a:cubicBezTo>
                    <a:pt x="113860" y="93857"/>
                    <a:pt x="120432" y="93917"/>
                    <a:pt x="127076" y="93917"/>
                  </a:cubicBezTo>
                  <a:cubicBezTo>
                    <a:pt x="133708" y="93917"/>
                    <a:pt x="140292" y="93857"/>
                    <a:pt x="146769" y="93750"/>
                  </a:cubicBezTo>
                  <a:lnTo>
                    <a:pt x="146769" y="93750"/>
                  </a:lnTo>
                  <a:cubicBezTo>
                    <a:pt x="146566" y="106311"/>
                    <a:pt x="146150" y="118396"/>
                    <a:pt x="145578" y="129826"/>
                  </a:cubicBezTo>
                  <a:cubicBezTo>
                    <a:pt x="139506" y="130100"/>
                    <a:pt x="133339" y="130243"/>
                    <a:pt x="127076" y="130243"/>
                  </a:cubicBezTo>
                  <a:cubicBezTo>
                    <a:pt x="120813" y="130243"/>
                    <a:pt x="114634" y="130100"/>
                    <a:pt x="108574" y="129826"/>
                  </a:cubicBezTo>
                  <a:cubicBezTo>
                    <a:pt x="107990" y="118396"/>
                    <a:pt x="107585" y="106311"/>
                    <a:pt x="107371" y="93750"/>
                  </a:cubicBezTo>
                  <a:close/>
                  <a:moveTo>
                    <a:pt x="266653" y="116300"/>
                  </a:moveTo>
                  <a:lnTo>
                    <a:pt x="266653" y="116300"/>
                  </a:lnTo>
                  <a:cubicBezTo>
                    <a:pt x="259152" y="126861"/>
                    <a:pt x="248817" y="136600"/>
                    <a:pt x="235875" y="145101"/>
                  </a:cubicBezTo>
                  <a:cubicBezTo>
                    <a:pt x="235411" y="145399"/>
                    <a:pt x="234946" y="145697"/>
                    <a:pt x="234482" y="145994"/>
                  </a:cubicBezTo>
                  <a:cubicBezTo>
                    <a:pt x="234756" y="146006"/>
                    <a:pt x="235030" y="146018"/>
                    <a:pt x="235304" y="146030"/>
                  </a:cubicBezTo>
                  <a:cubicBezTo>
                    <a:pt x="235577" y="145852"/>
                    <a:pt x="235851" y="145673"/>
                    <a:pt x="236137" y="145494"/>
                  </a:cubicBezTo>
                  <a:cubicBezTo>
                    <a:pt x="248710" y="137243"/>
                    <a:pt x="258854" y="127814"/>
                    <a:pt x="266319" y="117586"/>
                  </a:cubicBezTo>
                  <a:lnTo>
                    <a:pt x="266319" y="117586"/>
                  </a:lnTo>
                  <a:cubicBezTo>
                    <a:pt x="263533" y="127504"/>
                    <a:pt x="259831" y="137005"/>
                    <a:pt x="255306" y="145971"/>
                  </a:cubicBezTo>
                  <a:cubicBezTo>
                    <a:pt x="255544" y="145983"/>
                    <a:pt x="255794" y="145994"/>
                    <a:pt x="256032" y="146006"/>
                  </a:cubicBezTo>
                  <a:cubicBezTo>
                    <a:pt x="260354" y="137374"/>
                    <a:pt x="263879" y="128338"/>
                    <a:pt x="266569" y="118991"/>
                  </a:cubicBezTo>
                  <a:cubicBezTo>
                    <a:pt x="266593" y="118098"/>
                    <a:pt x="266617" y="117193"/>
                    <a:pt x="266653" y="116300"/>
                  </a:cubicBezTo>
                  <a:close/>
                  <a:moveTo>
                    <a:pt x="1798" y="132362"/>
                  </a:moveTo>
                  <a:cubicBezTo>
                    <a:pt x="1774" y="132540"/>
                    <a:pt x="1739" y="132731"/>
                    <a:pt x="1715" y="132933"/>
                  </a:cubicBezTo>
                  <a:cubicBezTo>
                    <a:pt x="6573" y="137362"/>
                    <a:pt x="12014" y="141553"/>
                    <a:pt x="18015" y="145494"/>
                  </a:cubicBezTo>
                  <a:cubicBezTo>
                    <a:pt x="18229" y="145637"/>
                    <a:pt x="18455" y="145780"/>
                    <a:pt x="18669" y="145923"/>
                  </a:cubicBezTo>
                  <a:cubicBezTo>
                    <a:pt x="18681" y="145899"/>
                    <a:pt x="18681" y="145887"/>
                    <a:pt x="18693" y="145875"/>
                  </a:cubicBezTo>
                  <a:lnTo>
                    <a:pt x="18693" y="145875"/>
                  </a:lnTo>
                  <a:cubicBezTo>
                    <a:pt x="18681" y="145899"/>
                    <a:pt x="18693" y="145911"/>
                    <a:pt x="18693" y="145935"/>
                  </a:cubicBezTo>
                  <a:cubicBezTo>
                    <a:pt x="18800" y="146006"/>
                    <a:pt x="18908" y="146066"/>
                    <a:pt x="19015" y="146137"/>
                  </a:cubicBezTo>
                  <a:cubicBezTo>
                    <a:pt x="19348" y="146256"/>
                    <a:pt x="19872" y="146328"/>
                    <a:pt x="20336" y="146423"/>
                  </a:cubicBezTo>
                  <a:cubicBezTo>
                    <a:pt x="19646" y="145983"/>
                    <a:pt x="18955" y="145542"/>
                    <a:pt x="18277" y="145090"/>
                  </a:cubicBezTo>
                  <a:cubicBezTo>
                    <a:pt x="12204" y="141113"/>
                    <a:pt x="6692" y="136850"/>
                    <a:pt x="1798" y="132362"/>
                  </a:cubicBezTo>
                  <a:close/>
                  <a:moveTo>
                    <a:pt x="176558" y="0"/>
                  </a:moveTo>
                  <a:cubicBezTo>
                    <a:pt x="176701" y="572"/>
                    <a:pt x="176832" y="1167"/>
                    <a:pt x="176963" y="1774"/>
                  </a:cubicBezTo>
                  <a:lnTo>
                    <a:pt x="176903" y="1774"/>
                  </a:lnTo>
                  <a:cubicBezTo>
                    <a:pt x="178070" y="7787"/>
                    <a:pt x="179106" y="14038"/>
                    <a:pt x="179975" y="20491"/>
                  </a:cubicBezTo>
                  <a:cubicBezTo>
                    <a:pt x="168998" y="19015"/>
                    <a:pt x="157544" y="18003"/>
                    <a:pt x="145781" y="17491"/>
                  </a:cubicBezTo>
                  <a:cubicBezTo>
                    <a:pt x="145507" y="12157"/>
                    <a:pt x="145197" y="6942"/>
                    <a:pt x="144852" y="1858"/>
                  </a:cubicBezTo>
                  <a:cubicBezTo>
                    <a:pt x="144780" y="1870"/>
                    <a:pt x="144697" y="1870"/>
                    <a:pt x="144626" y="1870"/>
                  </a:cubicBezTo>
                  <a:cubicBezTo>
                    <a:pt x="144971" y="6918"/>
                    <a:pt x="145292" y="12121"/>
                    <a:pt x="145554" y="17479"/>
                  </a:cubicBezTo>
                  <a:cubicBezTo>
                    <a:pt x="139470" y="17217"/>
                    <a:pt x="133303" y="17074"/>
                    <a:pt x="127076" y="17074"/>
                  </a:cubicBezTo>
                  <a:cubicBezTo>
                    <a:pt x="120849" y="17074"/>
                    <a:pt x="114681" y="17217"/>
                    <a:pt x="108585" y="17479"/>
                  </a:cubicBezTo>
                  <a:cubicBezTo>
                    <a:pt x="108895" y="11573"/>
                    <a:pt x="109240" y="5846"/>
                    <a:pt x="109621" y="322"/>
                  </a:cubicBezTo>
                  <a:lnTo>
                    <a:pt x="109621" y="322"/>
                  </a:lnTo>
                  <a:cubicBezTo>
                    <a:pt x="109550" y="334"/>
                    <a:pt x="109478" y="334"/>
                    <a:pt x="109407" y="346"/>
                  </a:cubicBezTo>
                  <a:cubicBezTo>
                    <a:pt x="109014" y="5894"/>
                    <a:pt x="108669" y="11621"/>
                    <a:pt x="108371" y="17491"/>
                  </a:cubicBezTo>
                  <a:cubicBezTo>
                    <a:pt x="96608" y="18003"/>
                    <a:pt x="85142" y="19015"/>
                    <a:pt x="74164" y="20491"/>
                  </a:cubicBezTo>
                  <a:cubicBezTo>
                    <a:pt x="75069" y="13871"/>
                    <a:pt x="76129" y="7454"/>
                    <a:pt x="77343" y="1298"/>
                  </a:cubicBezTo>
                  <a:lnTo>
                    <a:pt x="77343" y="1298"/>
                  </a:lnTo>
                  <a:cubicBezTo>
                    <a:pt x="77212" y="1310"/>
                    <a:pt x="77081" y="1322"/>
                    <a:pt x="76951" y="1334"/>
                  </a:cubicBezTo>
                  <a:cubicBezTo>
                    <a:pt x="75724" y="7537"/>
                    <a:pt x="74665" y="13954"/>
                    <a:pt x="73783" y="20539"/>
                  </a:cubicBezTo>
                  <a:cubicBezTo>
                    <a:pt x="58198" y="22646"/>
                    <a:pt x="43601" y="25682"/>
                    <a:pt x="30480" y="29575"/>
                  </a:cubicBezTo>
                  <a:cubicBezTo>
                    <a:pt x="32374" y="19872"/>
                    <a:pt x="34910" y="10502"/>
                    <a:pt x="38029" y="1560"/>
                  </a:cubicBezTo>
                  <a:cubicBezTo>
                    <a:pt x="37874" y="1548"/>
                    <a:pt x="37708" y="1548"/>
                    <a:pt x="37541" y="1536"/>
                  </a:cubicBezTo>
                  <a:cubicBezTo>
                    <a:pt x="34409" y="10525"/>
                    <a:pt x="31862" y="19955"/>
                    <a:pt x="29968" y="29718"/>
                  </a:cubicBezTo>
                  <a:cubicBezTo>
                    <a:pt x="25849" y="30957"/>
                    <a:pt x="21884" y="32266"/>
                    <a:pt x="18086" y="33659"/>
                  </a:cubicBezTo>
                  <a:cubicBezTo>
                    <a:pt x="12252" y="35802"/>
                    <a:pt x="6942" y="38088"/>
                    <a:pt x="2191" y="40493"/>
                  </a:cubicBezTo>
                  <a:lnTo>
                    <a:pt x="2179" y="40934"/>
                  </a:lnTo>
                  <a:cubicBezTo>
                    <a:pt x="10097" y="36910"/>
                    <a:pt x="19420" y="33278"/>
                    <a:pt x="29885" y="30147"/>
                  </a:cubicBezTo>
                  <a:lnTo>
                    <a:pt x="29885" y="30147"/>
                  </a:lnTo>
                  <a:cubicBezTo>
                    <a:pt x="28111" y="39386"/>
                    <a:pt x="26885" y="48911"/>
                    <a:pt x="26266" y="58627"/>
                  </a:cubicBezTo>
                  <a:cubicBezTo>
                    <a:pt x="23480" y="58948"/>
                    <a:pt x="20765" y="59270"/>
                    <a:pt x="18134" y="59615"/>
                  </a:cubicBezTo>
                  <a:cubicBezTo>
                    <a:pt x="11621" y="60460"/>
                    <a:pt x="5763" y="61365"/>
                    <a:pt x="584" y="62329"/>
                  </a:cubicBezTo>
                  <a:cubicBezTo>
                    <a:pt x="596" y="62389"/>
                    <a:pt x="596" y="62460"/>
                    <a:pt x="608" y="62520"/>
                  </a:cubicBezTo>
                  <a:cubicBezTo>
                    <a:pt x="7942" y="61163"/>
                    <a:pt x="16574" y="59924"/>
                    <a:pt x="26254" y="58841"/>
                  </a:cubicBezTo>
                  <a:lnTo>
                    <a:pt x="26254" y="58841"/>
                  </a:lnTo>
                  <a:cubicBezTo>
                    <a:pt x="25944" y="63794"/>
                    <a:pt x="25777" y="68794"/>
                    <a:pt x="25777" y="73843"/>
                  </a:cubicBezTo>
                  <a:cubicBezTo>
                    <a:pt x="25777" y="78879"/>
                    <a:pt x="25944" y="83880"/>
                    <a:pt x="26254" y="88833"/>
                  </a:cubicBezTo>
                  <a:cubicBezTo>
                    <a:pt x="17014" y="87797"/>
                    <a:pt x="8740" y="86618"/>
                    <a:pt x="1620" y="85332"/>
                  </a:cubicBezTo>
                  <a:cubicBezTo>
                    <a:pt x="1620" y="85404"/>
                    <a:pt x="1620" y="85475"/>
                    <a:pt x="1620" y="85535"/>
                  </a:cubicBezTo>
                  <a:cubicBezTo>
                    <a:pt x="6537" y="86428"/>
                    <a:pt x="12050" y="87273"/>
                    <a:pt x="18134" y="88059"/>
                  </a:cubicBezTo>
                  <a:cubicBezTo>
                    <a:pt x="20765" y="88404"/>
                    <a:pt x="23480" y="88726"/>
                    <a:pt x="26266" y="89047"/>
                  </a:cubicBezTo>
                  <a:cubicBezTo>
                    <a:pt x="26885" y="98762"/>
                    <a:pt x="28099" y="108287"/>
                    <a:pt x="29885" y="117527"/>
                  </a:cubicBezTo>
                  <a:cubicBezTo>
                    <a:pt x="18824" y="114217"/>
                    <a:pt x="9037" y="110359"/>
                    <a:pt x="846" y="106049"/>
                  </a:cubicBezTo>
                  <a:lnTo>
                    <a:pt x="846" y="106049"/>
                  </a:lnTo>
                  <a:cubicBezTo>
                    <a:pt x="858" y="106204"/>
                    <a:pt x="870" y="106359"/>
                    <a:pt x="881" y="106513"/>
                  </a:cubicBezTo>
                  <a:cubicBezTo>
                    <a:pt x="5977" y="109169"/>
                    <a:pt x="11716" y="111669"/>
                    <a:pt x="18086" y="114014"/>
                  </a:cubicBezTo>
                  <a:cubicBezTo>
                    <a:pt x="21884" y="115407"/>
                    <a:pt x="25849" y="116717"/>
                    <a:pt x="29968" y="117955"/>
                  </a:cubicBezTo>
                  <a:cubicBezTo>
                    <a:pt x="31850" y="127611"/>
                    <a:pt x="34350" y="136946"/>
                    <a:pt x="37446" y="145852"/>
                  </a:cubicBezTo>
                  <a:cubicBezTo>
                    <a:pt x="37600" y="145840"/>
                    <a:pt x="37767" y="145840"/>
                    <a:pt x="37934" y="145828"/>
                  </a:cubicBezTo>
                  <a:cubicBezTo>
                    <a:pt x="34862" y="136981"/>
                    <a:pt x="32362" y="127706"/>
                    <a:pt x="30480" y="118098"/>
                  </a:cubicBezTo>
                  <a:lnTo>
                    <a:pt x="30480" y="118098"/>
                  </a:lnTo>
                  <a:cubicBezTo>
                    <a:pt x="43589" y="121992"/>
                    <a:pt x="58198" y="125028"/>
                    <a:pt x="73783" y="127135"/>
                  </a:cubicBezTo>
                  <a:cubicBezTo>
                    <a:pt x="74653" y="133600"/>
                    <a:pt x="75688" y="139910"/>
                    <a:pt x="76879" y="146006"/>
                  </a:cubicBezTo>
                  <a:cubicBezTo>
                    <a:pt x="77010" y="146006"/>
                    <a:pt x="77141" y="146018"/>
                    <a:pt x="77272" y="146018"/>
                  </a:cubicBezTo>
                  <a:cubicBezTo>
                    <a:pt x="76093" y="139970"/>
                    <a:pt x="75046" y="133683"/>
                    <a:pt x="74164" y="127183"/>
                  </a:cubicBezTo>
                  <a:lnTo>
                    <a:pt x="74164" y="127183"/>
                  </a:lnTo>
                  <a:cubicBezTo>
                    <a:pt x="85154" y="128659"/>
                    <a:pt x="96608" y="129659"/>
                    <a:pt x="108371" y="130183"/>
                  </a:cubicBezTo>
                  <a:cubicBezTo>
                    <a:pt x="108657" y="135850"/>
                    <a:pt x="108990" y="141375"/>
                    <a:pt x="109371" y="146733"/>
                  </a:cubicBezTo>
                  <a:cubicBezTo>
                    <a:pt x="109443" y="146745"/>
                    <a:pt x="109514" y="146745"/>
                    <a:pt x="109586" y="146756"/>
                  </a:cubicBezTo>
                  <a:cubicBezTo>
                    <a:pt x="109205" y="141411"/>
                    <a:pt x="108883" y="135886"/>
                    <a:pt x="108585" y="130195"/>
                  </a:cubicBezTo>
                  <a:lnTo>
                    <a:pt x="108585" y="130195"/>
                  </a:lnTo>
                  <a:cubicBezTo>
                    <a:pt x="114681" y="130457"/>
                    <a:pt x="120849" y="130600"/>
                    <a:pt x="127076" y="130600"/>
                  </a:cubicBezTo>
                  <a:cubicBezTo>
                    <a:pt x="133303" y="130600"/>
                    <a:pt x="139470" y="130457"/>
                    <a:pt x="145554" y="130195"/>
                  </a:cubicBezTo>
                  <a:lnTo>
                    <a:pt x="145554" y="130195"/>
                  </a:lnTo>
                  <a:cubicBezTo>
                    <a:pt x="145328" y="134815"/>
                    <a:pt x="145066" y="139327"/>
                    <a:pt x="144769" y="143720"/>
                  </a:cubicBezTo>
                  <a:cubicBezTo>
                    <a:pt x="144828" y="143851"/>
                    <a:pt x="144888" y="143994"/>
                    <a:pt x="144959" y="144161"/>
                  </a:cubicBezTo>
                  <a:cubicBezTo>
                    <a:pt x="145257" y="139613"/>
                    <a:pt x="145531" y="134945"/>
                    <a:pt x="145781" y="130183"/>
                  </a:cubicBezTo>
                  <a:cubicBezTo>
                    <a:pt x="157544" y="129671"/>
                    <a:pt x="168998" y="128659"/>
                    <a:pt x="179975" y="127183"/>
                  </a:cubicBezTo>
                  <a:lnTo>
                    <a:pt x="179975" y="127183"/>
                  </a:lnTo>
                  <a:cubicBezTo>
                    <a:pt x="179106" y="133588"/>
                    <a:pt x="178094" y="139791"/>
                    <a:pt x="176927" y="145756"/>
                  </a:cubicBezTo>
                  <a:lnTo>
                    <a:pt x="177034" y="145756"/>
                  </a:lnTo>
                  <a:cubicBezTo>
                    <a:pt x="177142" y="145697"/>
                    <a:pt x="177249" y="145625"/>
                    <a:pt x="177356" y="145566"/>
                  </a:cubicBezTo>
                  <a:cubicBezTo>
                    <a:pt x="178511" y="139601"/>
                    <a:pt x="179511" y="133445"/>
                    <a:pt x="180368" y="127135"/>
                  </a:cubicBezTo>
                  <a:cubicBezTo>
                    <a:pt x="195953" y="125028"/>
                    <a:pt x="210551" y="121992"/>
                    <a:pt x="223671" y="118098"/>
                  </a:cubicBezTo>
                  <a:lnTo>
                    <a:pt x="223671" y="118098"/>
                  </a:lnTo>
                  <a:cubicBezTo>
                    <a:pt x="221814" y="127599"/>
                    <a:pt x="219337" y="136791"/>
                    <a:pt x="216301" y="145554"/>
                  </a:cubicBezTo>
                  <a:lnTo>
                    <a:pt x="216801" y="145554"/>
                  </a:lnTo>
                  <a:cubicBezTo>
                    <a:pt x="219849" y="136743"/>
                    <a:pt x="222326" y="127504"/>
                    <a:pt x="224183" y="117943"/>
                  </a:cubicBezTo>
                  <a:cubicBezTo>
                    <a:pt x="228291" y="116717"/>
                    <a:pt x="232268" y="115407"/>
                    <a:pt x="236066" y="114002"/>
                  </a:cubicBezTo>
                  <a:cubicBezTo>
                    <a:pt x="249877" y="108930"/>
                    <a:pt x="260747" y="103073"/>
                    <a:pt x="268367" y="96679"/>
                  </a:cubicBezTo>
                  <a:cubicBezTo>
                    <a:pt x="268391" y="96476"/>
                    <a:pt x="268427" y="96286"/>
                    <a:pt x="268451" y="96084"/>
                  </a:cubicBezTo>
                  <a:lnTo>
                    <a:pt x="268451" y="96084"/>
                  </a:lnTo>
                  <a:cubicBezTo>
                    <a:pt x="258592" y="104477"/>
                    <a:pt x="243317" y="111824"/>
                    <a:pt x="224267" y="117527"/>
                  </a:cubicBezTo>
                  <a:cubicBezTo>
                    <a:pt x="226041" y="108287"/>
                    <a:pt x="227267" y="98762"/>
                    <a:pt x="227886" y="89047"/>
                  </a:cubicBezTo>
                  <a:cubicBezTo>
                    <a:pt x="230672" y="88726"/>
                    <a:pt x="233387" y="88404"/>
                    <a:pt x="236018" y="88059"/>
                  </a:cubicBezTo>
                  <a:cubicBezTo>
                    <a:pt x="248770" y="86404"/>
                    <a:pt x="259009" y="84511"/>
                    <a:pt x="266510" y="82451"/>
                  </a:cubicBezTo>
                  <a:cubicBezTo>
                    <a:pt x="266510" y="82379"/>
                    <a:pt x="266510" y="82308"/>
                    <a:pt x="266510" y="82249"/>
                  </a:cubicBezTo>
                  <a:cubicBezTo>
                    <a:pt x="257306" y="84773"/>
                    <a:pt x="244079" y="87023"/>
                    <a:pt x="227898" y="88833"/>
                  </a:cubicBezTo>
                  <a:cubicBezTo>
                    <a:pt x="228208" y="83880"/>
                    <a:pt x="228362" y="78867"/>
                    <a:pt x="228362" y="73831"/>
                  </a:cubicBezTo>
                  <a:cubicBezTo>
                    <a:pt x="228362" y="68794"/>
                    <a:pt x="228208" y="63782"/>
                    <a:pt x="227898" y="58829"/>
                  </a:cubicBezTo>
                  <a:lnTo>
                    <a:pt x="227898" y="58829"/>
                  </a:lnTo>
                  <a:cubicBezTo>
                    <a:pt x="244519" y="60698"/>
                    <a:pt x="258009" y="63008"/>
                    <a:pt x="267248" y="65627"/>
                  </a:cubicBezTo>
                  <a:cubicBezTo>
                    <a:pt x="267248" y="65556"/>
                    <a:pt x="267260" y="65496"/>
                    <a:pt x="267260" y="65425"/>
                  </a:cubicBezTo>
                  <a:cubicBezTo>
                    <a:pt x="259711" y="63282"/>
                    <a:pt x="249210" y="61317"/>
                    <a:pt x="236018" y="59603"/>
                  </a:cubicBezTo>
                  <a:cubicBezTo>
                    <a:pt x="233387" y="59270"/>
                    <a:pt x="230672" y="58936"/>
                    <a:pt x="227886" y="58627"/>
                  </a:cubicBezTo>
                  <a:cubicBezTo>
                    <a:pt x="227267" y="48899"/>
                    <a:pt x="226041" y="39374"/>
                    <a:pt x="224267" y="30135"/>
                  </a:cubicBezTo>
                  <a:lnTo>
                    <a:pt x="224267" y="30135"/>
                  </a:lnTo>
                  <a:cubicBezTo>
                    <a:pt x="243650" y="35945"/>
                    <a:pt x="259116" y="43446"/>
                    <a:pt x="268963" y="52019"/>
                  </a:cubicBezTo>
                  <a:cubicBezTo>
                    <a:pt x="268986" y="51864"/>
                    <a:pt x="269010" y="51709"/>
                    <a:pt x="269046" y="51566"/>
                  </a:cubicBezTo>
                  <a:cubicBezTo>
                    <a:pt x="261390" y="44946"/>
                    <a:pt x="250294" y="38886"/>
                    <a:pt x="236066" y="33659"/>
                  </a:cubicBezTo>
                  <a:cubicBezTo>
                    <a:pt x="232268" y="32266"/>
                    <a:pt x="228291" y="30945"/>
                    <a:pt x="224183" y="29718"/>
                  </a:cubicBezTo>
                  <a:cubicBezTo>
                    <a:pt x="222338" y="20277"/>
                    <a:pt x="219909" y="11133"/>
                    <a:pt x="216908" y="2417"/>
                  </a:cubicBezTo>
                  <a:cubicBezTo>
                    <a:pt x="216766" y="2513"/>
                    <a:pt x="216635" y="2620"/>
                    <a:pt x="216504" y="2715"/>
                  </a:cubicBezTo>
                  <a:cubicBezTo>
                    <a:pt x="219456" y="11299"/>
                    <a:pt x="221850" y="20277"/>
                    <a:pt x="223671" y="29563"/>
                  </a:cubicBezTo>
                  <a:cubicBezTo>
                    <a:pt x="210551" y="25682"/>
                    <a:pt x="195953" y="22646"/>
                    <a:pt x="180368" y="20539"/>
                  </a:cubicBezTo>
                  <a:cubicBezTo>
                    <a:pt x="179416" y="13490"/>
                    <a:pt x="178273" y="6644"/>
                    <a:pt x="176951" y="36"/>
                  </a:cubicBezTo>
                  <a:cubicBezTo>
                    <a:pt x="176820" y="24"/>
                    <a:pt x="176689" y="12"/>
                    <a:pt x="176558" y="0"/>
                  </a:cubicBezTo>
                  <a:close/>
                </a:path>
              </a:pathLst>
            </a:custGeom>
            <a:solidFill>
              <a:srgbClr val="E3C98E">
                <a:alpha val="246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11" name="Google Shape;1411;p77"/>
          <p:cNvSpPr txBox="1"/>
          <p:nvPr>
            <p:ph type="title"/>
          </p:nvPr>
        </p:nvSpPr>
        <p:spPr>
          <a:xfrm>
            <a:off x="720000" y="448056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17171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412" name="Google Shape;1412;p77"/>
          <p:cNvGrpSpPr/>
          <p:nvPr/>
        </p:nvGrpSpPr>
        <p:grpSpPr>
          <a:xfrm flipH="1">
            <a:off x="187731" y="4256312"/>
            <a:ext cx="705998" cy="695388"/>
            <a:chOff x="8289236" y="4270512"/>
            <a:chExt cx="705998" cy="695388"/>
          </a:xfrm>
        </p:grpSpPr>
        <p:sp>
          <p:nvSpPr>
            <p:cNvPr id="1413" name="Google Shape;1413;p77"/>
            <p:cNvSpPr/>
            <p:nvPr/>
          </p:nvSpPr>
          <p:spPr>
            <a:xfrm>
              <a:off x="8361900" y="4862400"/>
              <a:ext cx="510600" cy="103500"/>
            </a:xfrm>
            <a:prstGeom prst="ellipse">
              <a:avLst/>
            </a:prstGeom>
            <a:solidFill>
              <a:srgbClr val="033342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14" name="Google Shape;1414;p77"/>
            <p:cNvGrpSpPr/>
            <p:nvPr/>
          </p:nvGrpSpPr>
          <p:grpSpPr>
            <a:xfrm>
              <a:off x="8289236" y="4270512"/>
              <a:ext cx="705998" cy="666982"/>
              <a:chOff x="1623700" y="6514438"/>
              <a:chExt cx="416150" cy="393175"/>
            </a:xfrm>
          </p:grpSpPr>
          <p:sp>
            <p:nvSpPr>
              <p:cNvPr id="1415" name="Google Shape;1415;p77"/>
              <p:cNvSpPr/>
              <p:nvPr/>
            </p:nvSpPr>
            <p:spPr>
              <a:xfrm>
                <a:off x="1748700" y="6514438"/>
                <a:ext cx="291150" cy="253050"/>
              </a:xfrm>
              <a:custGeom>
                <a:rect b="b" l="l" r="r" t="t"/>
                <a:pathLst>
                  <a:path extrusionOk="0" h="10122" w="11646">
                    <a:moveTo>
                      <a:pt x="5043" y="1"/>
                    </a:moveTo>
                    <a:cubicBezTo>
                      <a:pt x="2976" y="1"/>
                      <a:pt x="1171" y="1041"/>
                      <a:pt x="596" y="2763"/>
                    </a:cubicBezTo>
                    <a:cubicBezTo>
                      <a:pt x="1" y="4538"/>
                      <a:pt x="882" y="6514"/>
                      <a:pt x="2632" y="7752"/>
                    </a:cubicBezTo>
                    <a:lnTo>
                      <a:pt x="2227" y="8943"/>
                    </a:lnTo>
                    <a:lnTo>
                      <a:pt x="2811" y="9133"/>
                    </a:lnTo>
                    <a:lnTo>
                      <a:pt x="3156" y="8086"/>
                    </a:lnTo>
                    <a:cubicBezTo>
                      <a:pt x="3525" y="8300"/>
                      <a:pt x="3930" y="8478"/>
                      <a:pt x="4359" y="8621"/>
                    </a:cubicBezTo>
                    <a:cubicBezTo>
                      <a:pt x="4418" y="8645"/>
                      <a:pt x="4490" y="8669"/>
                      <a:pt x="4561" y="8693"/>
                    </a:cubicBezTo>
                    <a:lnTo>
                      <a:pt x="3692" y="9645"/>
                    </a:lnTo>
                    <a:lnTo>
                      <a:pt x="4359" y="10122"/>
                    </a:lnTo>
                    <a:lnTo>
                      <a:pt x="5192" y="8848"/>
                    </a:lnTo>
                    <a:cubicBezTo>
                      <a:pt x="5609" y="8929"/>
                      <a:pt x="6023" y="8969"/>
                      <a:pt x="6427" y="8969"/>
                    </a:cubicBezTo>
                    <a:cubicBezTo>
                      <a:pt x="8501" y="8969"/>
                      <a:pt x="10305" y="7928"/>
                      <a:pt x="10883" y="6204"/>
                    </a:cubicBezTo>
                    <a:cubicBezTo>
                      <a:pt x="11645" y="3918"/>
                      <a:pt x="9967" y="1299"/>
                      <a:pt x="7121" y="347"/>
                    </a:cubicBezTo>
                    <a:cubicBezTo>
                      <a:pt x="6423" y="112"/>
                      <a:pt x="5719" y="1"/>
                      <a:pt x="50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6" name="Google Shape;1416;p77"/>
              <p:cNvSpPr/>
              <p:nvPr/>
            </p:nvSpPr>
            <p:spPr>
              <a:xfrm>
                <a:off x="1623700" y="6722188"/>
                <a:ext cx="251550" cy="185425"/>
              </a:xfrm>
              <a:custGeom>
                <a:rect b="b" l="l" r="r" t="t"/>
                <a:pathLst>
                  <a:path extrusionOk="0" h="7417" w="10062">
                    <a:moveTo>
                      <a:pt x="5711" y="0"/>
                    </a:moveTo>
                    <a:cubicBezTo>
                      <a:pt x="5372" y="0"/>
                      <a:pt x="5008" y="23"/>
                      <a:pt x="4620" y="73"/>
                    </a:cubicBezTo>
                    <a:cubicBezTo>
                      <a:pt x="560" y="597"/>
                      <a:pt x="0" y="4145"/>
                      <a:pt x="0" y="4145"/>
                    </a:cubicBezTo>
                    <a:lnTo>
                      <a:pt x="631" y="6395"/>
                    </a:lnTo>
                    <a:cubicBezTo>
                      <a:pt x="631" y="6395"/>
                      <a:pt x="2005" y="7416"/>
                      <a:pt x="4122" y="7416"/>
                    </a:cubicBezTo>
                    <a:cubicBezTo>
                      <a:pt x="5756" y="7416"/>
                      <a:pt x="7832" y="6809"/>
                      <a:pt x="10061" y="4657"/>
                    </a:cubicBezTo>
                    <a:lnTo>
                      <a:pt x="9990" y="2026"/>
                    </a:lnTo>
                    <a:cubicBezTo>
                      <a:pt x="9990" y="2026"/>
                      <a:pt x="8919" y="0"/>
                      <a:pt x="571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7" name="Google Shape;1417;p77"/>
              <p:cNvSpPr/>
              <p:nvPr/>
            </p:nvSpPr>
            <p:spPr>
              <a:xfrm>
                <a:off x="1634700" y="6733238"/>
                <a:ext cx="227450" cy="125750"/>
              </a:xfrm>
              <a:custGeom>
                <a:rect b="b" l="l" r="r" t="t"/>
                <a:pathLst>
                  <a:path extrusionOk="0" h="5030" w="9098">
                    <a:moveTo>
                      <a:pt x="5107" y="0"/>
                    </a:moveTo>
                    <a:cubicBezTo>
                      <a:pt x="4824" y="0"/>
                      <a:pt x="4523" y="19"/>
                      <a:pt x="4204" y="60"/>
                    </a:cubicBezTo>
                    <a:cubicBezTo>
                      <a:pt x="584" y="536"/>
                      <a:pt x="1" y="3846"/>
                      <a:pt x="1" y="3846"/>
                    </a:cubicBezTo>
                    <a:cubicBezTo>
                      <a:pt x="1" y="3846"/>
                      <a:pt x="1876" y="5029"/>
                      <a:pt x="4104" y="5029"/>
                    </a:cubicBezTo>
                    <a:cubicBezTo>
                      <a:pt x="5785" y="5029"/>
                      <a:pt x="7668" y="4355"/>
                      <a:pt x="9097" y="1989"/>
                    </a:cubicBezTo>
                    <a:cubicBezTo>
                      <a:pt x="9097" y="1989"/>
                      <a:pt x="8029" y="0"/>
                      <a:pt x="510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8" name="Google Shape;1418;p77"/>
              <p:cNvSpPr/>
              <p:nvPr/>
            </p:nvSpPr>
            <p:spPr>
              <a:xfrm>
                <a:off x="1731150" y="6749613"/>
                <a:ext cx="82175" cy="54250"/>
              </a:xfrm>
              <a:custGeom>
                <a:rect b="b" l="l" r="r" t="t"/>
                <a:pathLst>
                  <a:path extrusionOk="0" h="2170" w="3287">
                    <a:moveTo>
                      <a:pt x="3287" y="0"/>
                    </a:moveTo>
                    <a:lnTo>
                      <a:pt x="1132" y="893"/>
                    </a:lnTo>
                    <a:lnTo>
                      <a:pt x="1072" y="1488"/>
                    </a:lnTo>
                    <a:lnTo>
                      <a:pt x="1929" y="1560"/>
                    </a:lnTo>
                    <a:lnTo>
                      <a:pt x="3287" y="0"/>
                    </a:lnTo>
                    <a:close/>
                    <a:moveTo>
                      <a:pt x="377" y="1486"/>
                    </a:moveTo>
                    <a:cubicBezTo>
                      <a:pt x="212" y="1486"/>
                      <a:pt x="89" y="1537"/>
                      <a:pt x="60" y="1631"/>
                    </a:cubicBezTo>
                    <a:cubicBezTo>
                      <a:pt x="1" y="1786"/>
                      <a:pt x="215" y="2000"/>
                      <a:pt x="536" y="2108"/>
                    </a:cubicBezTo>
                    <a:cubicBezTo>
                      <a:pt x="661" y="2149"/>
                      <a:pt x="782" y="2169"/>
                      <a:pt x="887" y="2169"/>
                    </a:cubicBezTo>
                    <a:cubicBezTo>
                      <a:pt x="1053" y="2169"/>
                      <a:pt x="1178" y="2119"/>
                      <a:pt x="1215" y="2024"/>
                    </a:cubicBezTo>
                    <a:cubicBezTo>
                      <a:pt x="1263" y="1869"/>
                      <a:pt x="1048" y="1655"/>
                      <a:pt x="727" y="1548"/>
                    </a:cubicBezTo>
                    <a:cubicBezTo>
                      <a:pt x="602" y="1506"/>
                      <a:pt x="481" y="1486"/>
                      <a:pt x="377" y="14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9" name="Google Shape;1419;p77"/>
              <p:cNvSpPr/>
              <p:nvPr/>
            </p:nvSpPr>
            <p:spPr>
              <a:xfrm>
                <a:off x="1688300" y="6757338"/>
                <a:ext cx="113125" cy="78025"/>
              </a:xfrm>
              <a:custGeom>
                <a:rect b="b" l="l" r="r" t="t"/>
                <a:pathLst>
                  <a:path extrusionOk="0" h="3121" w="4525">
                    <a:moveTo>
                      <a:pt x="0" y="1"/>
                    </a:moveTo>
                    <a:lnTo>
                      <a:pt x="1203" y="1382"/>
                    </a:lnTo>
                    <a:lnTo>
                      <a:pt x="1691" y="1299"/>
                    </a:lnTo>
                    <a:lnTo>
                      <a:pt x="1607" y="870"/>
                    </a:lnTo>
                    <a:lnTo>
                      <a:pt x="0" y="1"/>
                    </a:lnTo>
                    <a:close/>
                    <a:moveTo>
                      <a:pt x="3358" y="1822"/>
                    </a:moveTo>
                    <a:lnTo>
                      <a:pt x="2858" y="1918"/>
                    </a:lnTo>
                    <a:lnTo>
                      <a:pt x="3012" y="2370"/>
                    </a:lnTo>
                    <a:lnTo>
                      <a:pt x="4524" y="3013"/>
                    </a:lnTo>
                    <a:lnTo>
                      <a:pt x="3358" y="1822"/>
                    </a:lnTo>
                    <a:close/>
                    <a:moveTo>
                      <a:pt x="1369" y="1715"/>
                    </a:moveTo>
                    <a:lnTo>
                      <a:pt x="167" y="3120"/>
                    </a:lnTo>
                    <a:lnTo>
                      <a:pt x="1965" y="2156"/>
                    </a:lnTo>
                    <a:lnTo>
                      <a:pt x="1893" y="1787"/>
                    </a:lnTo>
                    <a:lnTo>
                      <a:pt x="1369" y="1715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0" name="Google Shape;1420;p77"/>
              <p:cNvSpPr/>
              <p:nvPr/>
            </p:nvSpPr>
            <p:spPr>
              <a:xfrm>
                <a:off x="1668650" y="6739313"/>
                <a:ext cx="169375" cy="107950"/>
              </a:xfrm>
              <a:custGeom>
                <a:rect b="b" l="l" r="r" t="t"/>
                <a:pathLst>
                  <a:path extrusionOk="0" h="4318" w="6775">
                    <a:moveTo>
                      <a:pt x="3689" y="0"/>
                    </a:moveTo>
                    <a:cubicBezTo>
                      <a:pt x="2372" y="0"/>
                      <a:pt x="1374" y="547"/>
                      <a:pt x="1358" y="555"/>
                    </a:cubicBezTo>
                    <a:lnTo>
                      <a:pt x="1417" y="650"/>
                    </a:lnTo>
                    <a:cubicBezTo>
                      <a:pt x="1425" y="650"/>
                      <a:pt x="2398" y="117"/>
                      <a:pt x="3685" y="117"/>
                    </a:cubicBezTo>
                    <a:cubicBezTo>
                      <a:pt x="4213" y="117"/>
                      <a:pt x="4793" y="207"/>
                      <a:pt x="5382" y="460"/>
                    </a:cubicBezTo>
                    <a:lnTo>
                      <a:pt x="5429" y="353"/>
                    </a:lnTo>
                    <a:cubicBezTo>
                      <a:pt x="4826" y="92"/>
                      <a:pt x="4230" y="0"/>
                      <a:pt x="3689" y="0"/>
                    </a:cubicBezTo>
                    <a:close/>
                    <a:moveTo>
                      <a:pt x="5846" y="615"/>
                    </a:moveTo>
                    <a:lnTo>
                      <a:pt x="5799" y="722"/>
                    </a:lnTo>
                    <a:cubicBezTo>
                      <a:pt x="6251" y="936"/>
                      <a:pt x="6501" y="1210"/>
                      <a:pt x="6537" y="1543"/>
                    </a:cubicBezTo>
                    <a:cubicBezTo>
                      <a:pt x="6644" y="2377"/>
                      <a:pt x="5489" y="3341"/>
                      <a:pt x="5477" y="3353"/>
                    </a:cubicBezTo>
                    <a:lnTo>
                      <a:pt x="5549" y="3448"/>
                    </a:lnTo>
                    <a:cubicBezTo>
                      <a:pt x="5596" y="3401"/>
                      <a:pt x="6775" y="2424"/>
                      <a:pt x="6656" y="1531"/>
                    </a:cubicBezTo>
                    <a:cubicBezTo>
                      <a:pt x="6608" y="1150"/>
                      <a:pt x="6334" y="841"/>
                      <a:pt x="5846" y="615"/>
                    </a:cubicBezTo>
                    <a:close/>
                    <a:moveTo>
                      <a:pt x="655" y="1138"/>
                    </a:moveTo>
                    <a:cubicBezTo>
                      <a:pt x="631" y="1162"/>
                      <a:pt x="0" y="1817"/>
                      <a:pt x="48" y="2603"/>
                    </a:cubicBezTo>
                    <a:cubicBezTo>
                      <a:pt x="72" y="3020"/>
                      <a:pt x="274" y="3389"/>
                      <a:pt x="667" y="3710"/>
                    </a:cubicBezTo>
                    <a:lnTo>
                      <a:pt x="738" y="3615"/>
                    </a:lnTo>
                    <a:cubicBezTo>
                      <a:pt x="381" y="3317"/>
                      <a:pt x="179" y="2972"/>
                      <a:pt x="167" y="2591"/>
                    </a:cubicBezTo>
                    <a:cubicBezTo>
                      <a:pt x="119" y="1865"/>
                      <a:pt x="726" y="1222"/>
                      <a:pt x="738" y="1222"/>
                    </a:cubicBezTo>
                    <a:lnTo>
                      <a:pt x="655" y="1138"/>
                    </a:lnTo>
                    <a:close/>
                    <a:moveTo>
                      <a:pt x="4882" y="3782"/>
                    </a:moveTo>
                    <a:cubicBezTo>
                      <a:pt x="4344" y="4105"/>
                      <a:pt x="3718" y="4205"/>
                      <a:pt x="3148" y="4205"/>
                    </a:cubicBezTo>
                    <a:cubicBezTo>
                      <a:pt x="2228" y="4205"/>
                      <a:pt x="1456" y="3944"/>
                      <a:pt x="1441" y="3936"/>
                    </a:cubicBezTo>
                    <a:lnTo>
                      <a:pt x="1405" y="4044"/>
                    </a:lnTo>
                    <a:cubicBezTo>
                      <a:pt x="1417" y="4055"/>
                      <a:pt x="2203" y="4317"/>
                      <a:pt x="3143" y="4317"/>
                    </a:cubicBezTo>
                    <a:cubicBezTo>
                      <a:pt x="3727" y="4317"/>
                      <a:pt x="4382" y="4222"/>
                      <a:pt x="4941" y="3877"/>
                    </a:cubicBezTo>
                    <a:lnTo>
                      <a:pt x="4882" y="378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1" name="Google Shape;1421;p77"/>
              <p:cNvSpPr/>
              <p:nvPr/>
            </p:nvSpPr>
            <p:spPr>
              <a:xfrm>
                <a:off x="1624875" y="6771038"/>
                <a:ext cx="247400" cy="88725"/>
              </a:xfrm>
              <a:custGeom>
                <a:rect b="b" l="l" r="r" t="t"/>
                <a:pathLst>
                  <a:path extrusionOk="0" h="3549" w="9896">
                    <a:moveTo>
                      <a:pt x="9788" y="0"/>
                    </a:moveTo>
                    <a:cubicBezTo>
                      <a:pt x="8800" y="1751"/>
                      <a:pt x="7478" y="2846"/>
                      <a:pt x="5871" y="3251"/>
                    </a:cubicBezTo>
                    <a:cubicBezTo>
                      <a:pt x="5376" y="3377"/>
                      <a:pt x="4881" y="3430"/>
                      <a:pt x="4401" y="3430"/>
                    </a:cubicBezTo>
                    <a:cubicBezTo>
                      <a:pt x="2075" y="3430"/>
                      <a:pt x="90" y="2199"/>
                      <a:pt x="61" y="2179"/>
                    </a:cubicBezTo>
                    <a:lnTo>
                      <a:pt x="1" y="2286"/>
                    </a:lnTo>
                    <a:cubicBezTo>
                      <a:pt x="25" y="2298"/>
                      <a:pt x="2049" y="3548"/>
                      <a:pt x="4418" y="3548"/>
                    </a:cubicBezTo>
                    <a:cubicBezTo>
                      <a:pt x="4906" y="3548"/>
                      <a:pt x="5406" y="3489"/>
                      <a:pt x="5906" y="3370"/>
                    </a:cubicBezTo>
                    <a:cubicBezTo>
                      <a:pt x="7538" y="2953"/>
                      <a:pt x="8883" y="1846"/>
                      <a:pt x="9895" y="60"/>
                    </a:cubicBezTo>
                    <a:lnTo>
                      <a:pt x="9788" y="0"/>
                    </a:lnTo>
                    <a:close/>
                  </a:path>
                </a:pathLst>
              </a:custGeom>
              <a:solidFill>
                <a:srgbClr val="FFB31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2" name="Google Shape;1422;p77"/>
              <p:cNvSpPr/>
              <p:nvPr/>
            </p:nvSpPr>
            <p:spPr>
              <a:xfrm>
                <a:off x="1643925" y="6857813"/>
                <a:ext cx="30100" cy="19675"/>
              </a:xfrm>
              <a:custGeom>
                <a:rect b="b" l="l" r="r" t="t"/>
                <a:pathLst>
                  <a:path extrusionOk="0" h="787" w="1204">
                    <a:moveTo>
                      <a:pt x="460" y="0"/>
                    </a:moveTo>
                    <a:cubicBezTo>
                      <a:pt x="268" y="0"/>
                      <a:pt x="111" y="78"/>
                      <a:pt x="61" y="220"/>
                    </a:cubicBezTo>
                    <a:cubicBezTo>
                      <a:pt x="1" y="411"/>
                      <a:pt x="191" y="649"/>
                      <a:pt x="489" y="744"/>
                    </a:cubicBezTo>
                    <a:cubicBezTo>
                      <a:pt x="574" y="773"/>
                      <a:pt x="661" y="786"/>
                      <a:pt x="741" y="786"/>
                    </a:cubicBezTo>
                    <a:cubicBezTo>
                      <a:pt x="931" y="786"/>
                      <a:pt x="1090" y="711"/>
                      <a:pt x="1132" y="578"/>
                    </a:cubicBezTo>
                    <a:cubicBezTo>
                      <a:pt x="1204" y="387"/>
                      <a:pt x="1013" y="149"/>
                      <a:pt x="715" y="42"/>
                    </a:cubicBezTo>
                    <a:cubicBezTo>
                      <a:pt x="628" y="14"/>
                      <a:pt x="541" y="0"/>
                      <a:pt x="46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3" name="Google Shape;1423;p77"/>
              <p:cNvSpPr/>
              <p:nvPr/>
            </p:nvSpPr>
            <p:spPr>
              <a:xfrm>
                <a:off x="1696025" y="6871588"/>
                <a:ext cx="25325" cy="16200"/>
              </a:xfrm>
              <a:custGeom>
                <a:rect b="b" l="l" r="r" t="t"/>
                <a:pathLst>
                  <a:path extrusionOk="0" h="648" w="1013">
                    <a:moveTo>
                      <a:pt x="377" y="1"/>
                    </a:moveTo>
                    <a:cubicBezTo>
                      <a:pt x="216" y="1"/>
                      <a:pt x="89" y="62"/>
                      <a:pt x="48" y="169"/>
                    </a:cubicBezTo>
                    <a:cubicBezTo>
                      <a:pt x="1" y="324"/>
                      <a:pt x="155" y="527"/>
                      <a:pt x="417" y="610"/>
                    </a:cubicBezTo>
                    <a:cubicBezTo>
                      <a:pt x="494" y="636"/>
                      <a:pt x="571" y="648"/>
                      <a:pt x="642" y="648"/>
                    </a:cubicBezTo>
                    <a:cubicBezTo>
                      <a:pt x="802" y="648"/>
                      <a:pt x="932" y="586"/>
                      <a:pt x="965" y="479"/>
                    </a:cubicBezTo>
                    <a:cubicBezTo>
                      <a:pt x="1013" y="324"/>
                      <a:pt x="858" y="122"/>
                      <a:pt x="608" y="38"/>
                    </a:cubicBezTo>
                    <a:cubicBezTo>
                      <a:pt x="527" y="13"/>
                      <a:pt x="449" y="1"/>
                      <a:pt x="3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4" name="Google Shape;1424;p77"/>
              <p:cNvSpPr/>
              <p:nvPr/>
            </p:nvSpPr>
            <p:spPr>
              <a:xfrm>
                <a:off x="1752575" y="6870788"/>
                <a:ext cx="27125" cy="18000"/>
              </a:xfrm>
              <a:custGeom>
                <a:rect b="b" l="l" r="r" t="t"/>
                <a:pathLst>
                  <a:path extrusionOk="0" h="720" w="1085">
                    <a:moveTo>
                      <a:pt x="427" y="0"/>
                    </a:moveTo>
                    <a:cubicBezTo>
                      <a:pt x="250" y="0"/>
                      <a:pt x="103" y="73"/>
                      <a:pt x="60" y="201"/>
                    </a:cubicBezTo>
                    <a:cubicBezTo>
                      <a:pt x="1" y="380"/>
                      <a:pt x="167" y="594"/>
                      <a:pt x="429" y="678"/>
                    </a:cubicBezTo>
                    <a:cubicBezTo>
                      <a:pt x="512" y="706"/>
                      <a:pt x="594" y="720"/>
                      <a:pt x="669" y="720"/>
                    </a:cubicBezTo>
                    <a:cubicBezTo>
                      <a:pt x="843" y="720"/>
                      <a:pt x="983" y="648"/>
                      <a:pt x="1025" y="523"/>
                    </a:cubicBezTo>
                    <a:cubicBezTo>
                      <a:pt x="1084" y="344"/>
                      <a:pt x="918" y="130"/>
                      <a:pt x="644" y="35"/>
                    </a:cubicBezTo>
                    <a:cubicBezTo>
                      <a:pt x="570" y="11"/>
                      <a:pt x="496" y="0"/>
                      <a:pt x="42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5" name="Google Shape;1425;p77"/>
              <p:cNvSpPr/>
              <p:nvPr/>
            </p:nvSpPr>
            <p:spPr>
              <a:xfrm>
                <a:off x="1804675" y="6855538"/>
                <a:ext cx="18775" cy="12600"/>
              </a:xfrm>
              <a:custGeom>
                <a:rect b="b" l="l" r="r" t="t"/>
                <a:pathLst>
                  <a:path extrusionOk="0" h="504" w="751">
                    <a:moveTo>
                      <a:pt x="300" y="0"/>
                    </a:moveTo>
                    <a:cubicBezTo>
                      <a:pt x="178" y="0"/>
                      <a:pt x="73" y="51"/>
                      <a:pt x="48" y="145"/>
                    </a:cubicBezTo>
                    <a:cubicBezTo>
                      <a:pt x="0" y="264"/>
                      <a:pt x="119" y="419"/>
                      <a:pt x="298" y="478"/>
                    </a:cubicBezTo>
                    <a:cubicBezTo>
                      <a:pt x="353" y="495"/>
                      <a:pt x="406" y="503"/>
                      <a:pt x="456" y="503"/>
                    </a:cubicBezTo>
                    <a:cubicBezTo>
                      <a:pt x="580" y="503"/>
                      <a:pt x="681" y="452"/>
                      <a:pt x="715" y="359"/>
                    </a:cubicBezTo>
                    <a:cubicBezTo>
                      <a:pt x="750" y="240"/>
                      <a:pt x="643" y="85"/>
                      <a:pt x="453" y="26"/>
                    </a:cubicBezTo>
                    <a:cubicBezTo>
                      <a:pt x="402" y="9"/>
                      <a:pt x="349" y="0"/>
                      <a:pt x="3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6" name="Google Shape;1426;p77"/>
              <p:cNvSpPr/>
              <p:nvPr/>
            </p:nvSpPr>
            <p:spPr>
              <a:xfrm>
                <a:off x="1838300" y="6828688"/>
                <a:ext cx="22050" cy="16275"/>
              </a:xfrm>
              <a:custGeom>
                <a:rect b="b" l="l" r="r" t="t"/>
                <a:pathLst>
                  <a:path extrusionOk="0" h="651" w="882">
                    <a:moveTo>
                      <a:pt x="371" y="0"/>
                    </a:moveTo>
                    <a:cubicBezTo>
                      <a:pt x="221" y="0"/>
                      <a:pt x="92" y="72"/>
                      <a:pt x="48" y="195"/>
                    </a:cubicBezTo>
                    <a:cubicBezTo>
                      <a:pt x="1" y="361"/>
                      <a:pt x="120" y="552"/>
                      <a:pt x="334" y="623"/>
                    </a:cubicBezTo>
                    <a:cubicBezTo>
                      <a:pt x="390" y="642"/>
                      <a:pt x="446" y="651"/>
                      <a:pt x="499" y="651"/>
                    </a:cubicBezTo>
                    <a:cubicBezTo>
                      <a:pt x="650" y="651"/>
                      <a:pt x="778" y="580"/>
                      <a:pt x="822" y="457"/>
                    </a:cubicBezTo>
                    <a:cubicBezTo>
                      <a:pt x="882" y="290"/>
                      <a:pt x="751" y="99"/>
                      <a:pt x="537" y="28"/>
                    </a:cubicBezTo>
                    <a:cubicBezTo>
                      <a:pt x="481" y="9"/>
                      <a:pt x="424" y="0"/>
                      <a:pt x="37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7" name="Google Shape;1427;p77"/>
              <p:cNvSpPr/>
              <p:nvPr/>
            </p:nvSpPr>
            <p:spPr>
              <a:xfrm>
                <a:off x="1847825" y="6523088"/>
                <a:ext cx="175950" cy="216725"/>
              </a:xfrm>
              <a:custGeom>
                <a:rect b="b" l="l" r="r" t="t"/>
                <a:pathLst>
                  <a:path extrusionOk="0" h="8669" w="7038">
                    <a:moveTo>
                      <a:pt x="3037" y="1"/>
                    </a:moveTo>
                    <a:lnTo>
                      <a:pt x="2977" y="108"/>
                    </a:lnTo>
                    <a:cubicBezTo>
                      <a:pt x="5156" y="1286"/>
                      <a:pt x="6275" y="3525"/>
                      <a:pt x="5644" y="5430"/>
                    </a:cubicBezTo>
                    <a:cubicBezTo>
                      <a:pt x="5076" y="7115"/>
                      <a:pt x="3321" y="8158"/>
                      <a:pt x="1248" y="8158"/>
                    </a:cubicBezTo>
                    <a:cubicBezTo>
                      <a:pt x="846" y="8158"/>
                      <a:pt x="432" y="8118"/>
                      <a:pt x="13" y="8037"/>
                    </a:cubicBezTo>
                    <a:lnTo>
                      <a:pt x="1" y="8144"/>
                    </a:lnTo>
                    <a:cubicBezTo>
                      <a:pt x="429" y="8240"/>
                      <a:pt x="858" y="8275"/>
                      <a:pt x="1263" y="8275"/>
                    </a:cubicBezTo>
                    <a:cubicBezTo>
                      <a:pt x="1406" y="8275"/>
                      <a:pt x="1537" y="8275"/>
                      <a:pt x="1668" y="8263"/>
                    </a:cubicBezTo>
                    <a:lnTo>
                      <a:pt x="2311" y="8668"/>
                    </a:lnTo>
                    <a:lnTo>
                      <a:pt x="2370" y="8573"/>
                    </a:lnTo>
                    <a:lnTo>
                      <a:pt x="1858" y="8252"/>
                    </a:lnTo>
                    <a:cubicBezTo>
                      <a:pt x="2370" y="8192"/>
                      <a:pt x="2858" y="8085"/>
                      <a:pt x="3311" y="7906"/>
                    </a:cubicBezTo>
                    <a:lnTo>
                      <a:pt x="3846" y="8442"/>
                    </a:lnTo>
                    <a:lnTo>
                      <a:pt x="3930" y="8359"/>
                    </a:lnTo>
                    <a:lnTo>
                      <a:pt x="3430" y="7859"/>
                    </a:lnTo>
                    <a:cubicBezTo>
                      <a:pt x="3811" y="7704"/>
                      <a:pt x="4156" y="7501"/>
                      <a:pt x="4466" y="7251"/>
                    </a:cubicBezTo>
                    <a:lnTo>
                      <a:pt x="5228" y="7918"/>
                    </a:lnTo>
                    <a:lnTo>
                      <a:pt x="5311" y="7835"/>
                    </a:lnTo>
                    <a:lnTo>
                      <a:pt x="4561" y="7180"/>
                    </a:lnTo>
                    <a:cubicBezTo>
                      <a:pt x="4847" y="6942"/>
                      <a:pt x="5097" y="6668"/>
                      <a:pt x="5311" y="6370"/>
                    </a:cubicBezTo>
                    <a:lnTo>
                      <a:pt x="6311" y="6978"/>
                    </a:lnTo>
                    <a:lnTo>
                      <a:pt x="6371" y="6882"/>
                    </a:lnTo>
                    <a:lnTo>
                      <a:pt x="5370" y="6263"/>
                    </a:lnTo>
                    <a:cubicBezTo>
                      <a:pt x="5525" y="6013"/>
                      <a:pt x="5656" y="5751"/>
                      <a:pt x="5751" y="5465"/>
                    </a:cubicBezTo>
                    <a:cubicBezTo>
                      <a:pt x="5799" y="5323"/>
                      <a:pt x="5835" y="5180"/>
                      <a:pt x="5871" y="5037"/>
                    </a:cubicBezTo>
                    <a:lnTo>
                      <a:pt x="6978" y="5585"/>
                    </a:lnTo>
                    <a:lnTo>
                      <a:pt x="7037" y="5477"/>
                    </a:lnTo>
                    <a:lnTo>
                      <a:pt x="5882" y="4918"/>
                    </a:lnTo>
                    <a:cubicBezTo>
                      <a:pt x="5978" y="4370"/>
                      <a:pt x="5942" y="3822"/>
                      <a:pt x="5787" y="3275"/>
                    </a:cubicBezTo>
                    <a:lnTo>
                      <a:pt x="5787" y="3275"/>
                    </a:lnTo>
                    <a:lnTo>
                      <a:pt x="6835" y="3572"/>
                    </a:lnTo>
                    <a:lnTo>
                      <a:pt x="6859" y="3465"/>
                    </a:lnTo>
                    <a:lnTo>
                      <a:pt x="5751" y="3144"/>
                    </a:lnTo>
                    <a:cubicBezTo>
                      <a:pt x="5609" y="2668"/>
                      <a:pt x="5370" y="2203"/>
                      <a:pt x="5073" y="1775"/>
                    </a:cubicBezTo>
                    <a:lnTo>
                      <a:pt x="5073" y="1775"/>
                    </a:lnTo>
                    <a:lnTo>
                      <a:pt x="6002" y="2072"/>
                    </a:lnTo>
                    <a:lnTo>
                      <a:pt x="6037" y="1965"/>
                    </a:lnTo>
                    <a:lnTo>
                      <a:pt x="4954" y="1620"/>
                    </a:lnTo>
                    <a:cubicBezTo>
                      <a:pt x="4466" y="989"/>
                      <a:pt x="3823" y="429"/>
                      <a:pt x="303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428" name="Google Shape;1428;p77"/>
          <p:cNvGrpSpPr/>
          <p:nvPr/>
        </p:nvGrpSpPr>
        <p:grpSpPr>
          <a:xfrm flipH="1">
            <a:off x="7902528" y="4053595"/>
            <a:ext cx="1146231" cy="964793"/>
            <a:chOff x="263931" y="3897620"/>
            <a:chExt cx="1146231" cy="964793"/>
          </a:xfrm>
        </p:grpSpPr>
        <p:grpSp>
          <p:nvGrpSpPr>
            <p:cNvPr id="1429" name="Google Shape;1429;p77"/>
            <p:cNvGrpSpPr/>
            <p:nvPr/>
          </p:nvGrpSpPr>
          <p:grpSpPr>
            <a:xfrm flipH="1">
              <a:off x="263932" y="3897620"/>
              <a:ext cx="1146231" cy="964793"/>
              <a:chOff x="4569300" y="7247450"/>
              <a:chExt cx="724225" cy="609625"/>
            </a:xfrm>
          </p:grpSpPr>
          <p:grpSp>
            <p:nvGrpSpPr>
              <p:cNvPr id="1430" name="Google Shape;1430;p77"/>
              <p:cNvGrpSpPr/>
              <p:nvPr/>
            </p:nvGrpSpPr>
            <p:grpSpPr>
              <a:xfrm>
                <a:off x="4569300" y="7247450"/>
                <a:ext cx="653675" cy="609625"/>
                <a:chOff x="4569300" y="7247450"/>
                <a:chExt cx="653675" cy="609625"/>
              </a:xfrm>
            </p:grpSpPr>
            <p:sp>
              <p:nvSpPr>
                <p:cNvPr id="1431" name="Google Shape;1431;p77"/>
                <p:cNvSpPr/>
                <p:nvPr/>
              </p:nvSpPr>
              <p:spPr>
                <a:xfrm>
                  <a:off x="4569300" y="7247450"/>
                  <a:ext cx="653675" cy="609625"/>
                </a:xfrm>
                <a:custGeom>
                  <a:rect b="b" l="l" r="r" t="t"/>
                  <a:pathLst>
                    <a:path extrusionOk="0" h="24385" w="26147">
                      <a:moveTo>
                        <a:pt x="22016" y="1"/>
                      </a:moveTo>
                      <a:lnTo>
                        <a:pt x="1" y="6085"/>
                      </a:lnTo>
                      <a:lnTo>
                        <a:pt x="5466" y="24385"/>
                      </a:lnTo>
                      <a:lnTo>
                        <a:pt x="26147" y="17896"/>
                      </a:lnTo>
                      <a:lnTo>
                        <a:pt x="22016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32" name="Google Shape;1432;p77"/>
                <p:cNvSpPr/>
                <p:nvPr/>
              </p:nvSpPr>
              <p:spPr>
                <a:xfrm>
                  <a:off x="4643425" y="7312050"/>
                  <a:ext cx="554250" cy="514675"/>
                </a:xfrm>
                <a:custGeom>
                  <a:rect b="b" l="l" r="r" t="t"/>
                  <a:pathLst>
                    <a:path extrusionOk="0" h="20587" w="22170">
                      <a:moveTo>
                        <a:pt x="12371" y="0"/>
                      </a:moveTo>
                      <a:lnTo>
                        <a:pt x="8240" y="1060"/>
                      </a:lnTo>
                      <a:lnTo>
                        <a:pt x="6037" y="3882"/>
                      </a:lnTo>
                      <a:lnTo>
                        <a:pt x="2108" y="3477"/>
                      </a:lnTo>
                      <a:lnTo>
                        <a:pt x="1" y="6894"/>
                      </a:lnTo>
                      <a:lnTo>
                        <a:pt x="524" y="13014"/>
                      </a:lnTo>
                      <a:lnTo>
                        <a:pt x="2394" y="19539"/>
                      </a:lnTo>
                      <a:lnTo>
                        <a:pt x="3084" y="20586"/>
                      </a:lnTo>
                      <a:lnTo>
                        <a:pt x="6942" y="18717"/>
                      </a:lnTo>
                      <a:lnTo>
                        <a:pt x="13431" y="17526"/>
                      </a:lnTo>
                      <a:lnTo>
                        <a:pt x="22170" y="14550"/>
                      </a:lnTo>
                      <a:lnTo>
                        <a:pt x="21039" y="9383"/>
                      </a:lnTo>
                      <a:lnTo>
                        <a:pt x="17562" y="5323"/>
                      </a:lnTo>
                      <a:lnTo>
                        <a:pt x="17598" y="691"/>
                      </a:lnTo>
                      <a:lnTo>
                        <a:pt x="12371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33" name="Google Shape;1433;p77"/>
                <p:cNvSpPr/>
                <p:nvPr/>
              </p:nvSpPr>
              <p:spPr>
                <a:xfrm>
                  <a:off x="4591325" y="7337650"/>
                  <a:ext cx="290250" cy="329600"/>
                </a:xfrm>
                <a:custGeom>
                  <a:rect b="b" l="l" r="r" t="t"/>
                  <a:pathLst>
                    <a:path extrusionOk="0" h="13184" w="11610">
                      <a:moveTo>
                        <a:pt x="10371" y="0"/>
                      </a:moveTo>
                      <a:lnTo>
                        <a:pt x="1" y="2667"/>
                      </a:lnTo>
                      <a:lnTo>
                        <a:pt x="2668" y="11954"/>
                      </a:lnTo>
                      <a:cubicBezTo>
                        <a:pt x="2727" y="11633"/>
                        <a:pt x="2823" y="11335"/>
                        <a:pt x="2942" y="11037"/>
                      </a:cubicBezTo>
                      <a:cubicBezTo>
                        <a:pt x="3166" y="10572"/>
                        <a:pt x="3638" y="10107"/>
                        <a:pt x="4158" y="10107"/>
                      </a:cubicBezTo>
                      <a:cubicBezTo>
                        <a:pt x="4329" y="10107"/>
                        <a:pt x="4506" y="10157"/>
                        <a:pt x="4680" y="10275"/>
                      </a:cubicBezTo>
                      <a:cubicBezTo>
                        <a:pt x="5013" y="10514"/>
                        <a:pt x="5192" y="10990"/>
                        <a:pt x="5383" y="11335"/>
                      </a:cubicBezTo>
                      <a:cubicBezTo>
                        <a:pt x="5656" y="11823"/>
                        <a:pt x="5930" y="12335"/>
                        <a:pt x="6264" y="12776"/>
                      </a:cubicBezTo>
                      <a:cubicBezTo>
                        <a:pt x="6477" y="13047"/>
                        <a:pt x="6745" y="13183"/>
                        <a:pt x="6999" y="13183"/>
                      </a:cubicBezTo>
                      <a:cubicBezTo>
                        <a:pt x="7313" y="13183"/>
                        <a:pt x="7607" y="12976"/>
                        <a:pt x="7752" y="12561"/>
                      </a:cubicBezTo>
                      <a:cubicBezTo>
                        <a:pt x="8514" y="10359"/>
                        <a:pt x="5525" y="8799"/>
                        <a:pt x="4394" y="7478"/>
                      </a:cubicBezTo>
                      <a:cubicBezTo>
                        <a:pt x="3668" y="6632"/>
                        <a:pt x="3335" y="5406"/>
                        <a:pt x="4156" y="4489"/>
                      </a:cubicBezTo>
                      <a:cubicBezTo>
                        <a:pt x="4465" y="4144"/>
                        <a:pt x="4903" y="3962"/>
                        <a:pt x="5337" y="3962"/>
                      </a:cubicBezTo>
                      <a:cubicBezTo>
                        <a:pt x="5757" y="3962"/>
                        <a:pt x="6173" y="4132"/>
                        <a:pt x="6466" y="4489"/>
                      </a:cubicBezTo>
                      <a:cubicBezTo>
                        <a:pt x="7157" y="5394"/>
                        <a:pt x="7454" y="6620"/>
                        <a:pt x="8038" y="7573"/>
                      </a:cubicBezTo>
                      <a:cubicBezTo>
                        <a:pt x="8372" y="8122"/>
                        <a:pt x="8793" y="8360"/>
                        <a:pt x="9237" y="8360"/>
                      </a:cubicBezTo>
                      <a:cubicBezTo>
                        <a:pt x="9678" y="8360"/>
                        <a:pt x="10140" y="8125"/>
                        <a:pt x="10562" y="7728"/>
                      </a:cubicBezTo>
                      <a:cubicBezTo>
                        <a:pt x="11610" y="6727"/>
                        <a:pt x="11550" y="5370"/>
                        <a:pt x="11217" y="4060"/>
                      </a:cubicBezTo>
                      <a:cubicBezTo>
                        <a:pt x="10859" y="2644"/>
                        <a:pt x="10467" y="1370"/>
                        <a:pt x="1037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34" name="Google Shape;1434;p77"/>
                <p:cNvSpPr/>
                <p:nvPr/>
              </p:nvSpPr>
              <p:spPr>
                <a:xfrm>
                  <a:off x="4701175" y="7653675"/>
                  <a:ext cx="275950" cy="182275"/>
                </a:xfrm>
                <a:custGeom>
                  <a:rect b="b" l="l" r="r" t="t"/>
                  <a:pathLst>
                    <a:path extrusionOk="0" h="7291" w="11038">
                      <a:moveTo>
                        <a:pt x="5312" y="1"/>
                      </a:moveTo>
                      <a:cubicBezTo>
                        <a:pt x="5187" y="1"/>
                        <a:pt x="5045" y="35"/>
                        <a:pt x="4882" y="111"/>
                      </a:cubicBezTo>
                      <a:cubicBezTo>
                        <a:pt x="3906" y="551"/>
                        <a:pt x="3203" y="1897"/>
                        <a:pt x="2822" y="2837"/>
                      </a:cubicBezTo>
                      <a:cubicBezTo>
                        <a:pt x="2448" y="3675"/>
                        <a:pt x="1780" y="6027"/>
                        <a:pt x="719" y="6027"/>
                      </a:cubicBezTo>
                      <a:cubicBezTo>
                        <a:pt x="497" y="6027"/>
                        <a:pt x="258" y="5924"/>
                        <a:pt x="0" y="5683"/>
                      </a:cubicBezTo>
                      <a:lnTo>
                        <a:pt x="0" y="5683"/>
                      </a:lnTo>
                      <a:lnTo>
                        <a:pt x="453" y="7290"/>
                      </a:lnTo>
                      <a:lnTo>
                        <a:pt x="11037" y="3671"/>
                      </a:lnTo>
                      <a:cubicBezTo>
                        <a:pt x="10880" y="3288"/>
                        <a:pt x="10579" y="3157"/>
                        <a:pt x="10239" y="3157"/>
                      </a:cubicBezTo>
                      <a:cubicBezTo>
                        <a:pt x="9809" y="3157"/>
                        <a:pt x="9317" y="3367"/>
                        <a:pt x="8978" y="3540"/>
                      </a:cubicBezTo>
                      <a:cubicBezTo>
                        <a:pt x="8547" y="3751"/>
                        <a:pt x="7813" y="4258"/>
                        <a:pt x="7205" y="4258"/>
                      </a:cubicBezTo>
                      <a:cubicBezTo>
                        <a:pt x="7023" y="4258"/>
                        <a:pt x="6852" y="4212"/>
                        <a:pt x="6704" y="4100"/>
                      </a:cubicBezTo>
                      <a:cubicBezTo>
                        <a:pt x="6061" y="3599"/>
                        <a:pt x="6275" y="2171"/>
                        <a:pt x="6192" y="1456"/>
                      </a:cubicBezTo>
                      <a:cubicBezTo>
                        <a:pt x="6112" y="823"/>
                        <a:pt x="5926" y="1"/>
                        <a:pt x="5312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35" name="Google Shape;1435;p77"/>
                <p:cNvSpPr/>
                <p:nvPr/>
              </p:nvSpPr>
              <p:spPr>
                <a:xfrm>
                  <a:off x="4937500" y="7267100"/>
                  <a:ext cx="229525" cy="283925"/>
                </a:xfrm>
                <a:custGeom>
                  <a:rect b="b" l="l" r="r" t="t"/>
                  <a:pathLst>
                    <a:path extrusionOk="0" h="11357" w="9181">
                      <a:moveTo>
                        <a:pt x="6764" y="1"/>
                      </a:moveTo>
                      <a:lnTo>
                        <a:pt x="513" y="1608"/>
                      </a:lnTo>
                      <a:cubicBezTo>
                        <a:pt x="275" y="2037"/>
                        <a:pt x="1" y="2894"/>
                        <a:pt x="191" y="3299"/>
                      </a:cubicBezTo>
                      <a:cubicBezTo>
                        <a:pt x="305" y="3509"/>
                        <a:pt x="487" y="3587"/>
                        <a:pt x="710" y="3587"/>
                      </a:cubicBezTo>
                      <a:cubicBezTo>
                        <a:pt x="1363" y="3587"/>
                        <a:pt x="2363" y="2918"/>
                        <a:pt x="3012" y="2918"/>
                      </a:cubicBezTo>
                      <a:cubicBezTo>
                        <a:pt x="3211" y="2918"/>
                        <a:pt x="3377" y="2980"/>
                        <a:pt x="3489" y="3144"/>
                      </a:cubicBezTo>
                      <a:cubicBezTo>
                        <a:pt x="3823" y="3632"/>
                        <a:pt x="3216" y="4608"/>
                        <a:pt x="3001" y="5001"/>
                      </a:cubicBezTo>
                      <a:cubicBezTo>
                        <a:pt x="2382" y="6132"/>
                        <a:pt x="1834" y="7121"/>
                        <a:pt x="1846" y="8454"/>
                      </a:cubicBezTo>
                      <a:cubicBezTo>
                        <a:pt x="1894" y="10085"/>
                        <a:pt x="3347" y="10966"/>
                        <a:pt x="4811" y="11240"/>
                      </a:cubicBezTo>
                      <a:cubicBezTo>
                        <a:pt x="5268" y="11322"/>
                        <a:pt x="5726" y="11356"/>
                        <a:pt x="6182" y="11356"/>
                      </a:cubicBezTo>
                      <a:cubicBezTo>
                        <a:pt x="7188" y="11356"/>
                        <a:pt x="8190" y="11190"/>
                        <a:pt x="9181" y="11002"/>
                      </a:cubicBezTo>
                      <a:lnTo>
                        <a:pt x="676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36" name="Google Shape;1436;p77"/>
                <p:cNvSpPr/>
                <p:nvPr/>
              </p:nvSpPr>
              <p:spPr>
                <a:xfrm>
                  <a:off x="4599975" y="7276625"/>
                  <a:ext cx="588775" cy="532825"/>
                </a:xfrm>
                <a:custGeom>
                  <a:rect b="b" l="l" r="r" t="t"/>
                  <a:pathLst>
                    <a:path extrusionOk="0" h="21313" w="23551">
                      <a:moveTo>
                        <a:pt x="18229" y="2858"/>
                      </a:moveTo>
                      <a:lnTo>
                        <a:pt x="19229" y="6751"/>
                      </a:lnTo>
                      <a:lnTo>
                        <a:pt x="15919" y="7704"/>
                      </a:lnTo>
                      <a:lnTo>
                        <a:pt x="14740" y="3787"/>
                      </a:lnTo>
                      <a:lnTo>
                        <a:pt x="18229" y="2858"/>
                      </a:lnTo>
                      <a:close/>
                      <a:moveTo>
                        <a:pt x="14621" y="3823"/>
                      </a:moveTo>
                      <a:lnTo>
                        <a:pt x="15812" y="7740"/>
                      </a:lnTo>
                      <a:lnTo>
                        <a:pt x="12478" y="8692"/>
                      </a:lnTo>
                      <a:lnTo>
                        <a:pt x="11287" y="4715"/>
                      </a:lnTo>
                      <a:lnTo>
                        <a:pt x="14621" y="3823"/>
                      </a:lnTo>
                      <a:close/>
                      <a:moveTo>
                        <a:pt x="11168" y="4751"/>
                      </a:moveTo>
                      <a:lnTo>
                        <a:pt x="12371" y="8728"/>
                      </a:lnTo>
                      <a:lnTo>
                        <a:pt x="9013" y="9692"/>
                      </a:lnTo>
                      <a:lnTo>
                        <a:pt x="7775" y="5668"/>
                      </a:lnTo>
                      <a:lnTo>
                        <a:pt x="11168" y="4751"/>
                      </a:lnTo>
                      <a:close/>
                      <a:moveTo>
                        <a:pt x="7656" y="5692"/>
                      </a:moveTo>
                      <a:lnTo>
                        <a:pt x="8894" y="9728"/>
                      </a:lnTo>
                      <a:lnTo>
                        <a:pt x="5037" y="10835"/>
                      </a:lnTo>
                      <a:lnTo>
                        <a:pt x="3608" y="6787"/>
                      </a:lnTo>
                      <a:lnTo>
                        <a:pt x="7656" y="5692"/>
                      </a:lnTo>
                      <a:close/>
                      <a:moveTo>
                        <a:pt x="19253" y="6871"/>
                      </a:moveTo>
                      <a:lnTo>
                        <a:pt x="20360" y="11216"/>
                      </a:lnTo>
                      <a:lnTo>
                        <a:pt x="17252" y="12109"/>
                      </a:lnTo>
                      <a:lnTo>
                        <a:pt x="15955" y="7811"/>
                      </a:lnTo>
                      <a:lnTo>
                        <a:pt x="19253" y="6871"/>
                      </a:lnTo>
                      <a:close/>
                      <a:moveTo>
                        <a:pt x="15847" y="7847"/>
                      </a:moveTo>
                      <a:lnTo>
                        <a:pt x="17145" y="12133"/>
                      </a:lnTo>
                      <a:lnTo>
                        <a:pt x="13800" y="13086"/>
                      </a:lnTo>
                      <a:lnTo>
                        <a:pt x="12514" y="8811"/>
                      </a:lnTo>
                      <a:lnTo>
                        <a:pt x="15847" y="7847"/>
                      </a:lnTo>
                      <a:close/>
                      <a:moveTo>
                        <a:pt x="12407" y="8835"/>
                      </a:moveTo>
                      <a:lnTo>
                        <a:pt x="13692" y="13121"/>
                      </a:lnTo>
                      <a:lnTo>
                        <a:pt x="10359" y="14074"/>
                      </a:lnTo>
                      <a:lnTo>
                        <a:pt x="9049" y="9799"/>
                      </a:lnTo>
                      <a:lnTo>
                        <a:pt x="12407" y="8835"/>
                      </a:lnTo>
                      <a:close/>
                      <a:moveTo>
                        <a:pt x="8930" y="9835"/>
                      </a:moveTo>
                      <a:lnTo>
                        <a:pt x="10251" y="14109"/>
                      </a:lnTo>
                      <a:lnTo>
                        <a:pt x="6561" y="15169"/>
                      </a:lnTo>
                      <a:lnTo>
                        <a:pt x="5072" y="10942"/>
                      </a:lnTo>
                      <a:lnTo>
                        <a:pt x="8930" y="9835"/>
                      </a:lnTo>
                      <a:close/>
                      <a:moveTo>
                        <a:pt x="20384" y="11323"/>
                      </a:moveTo>
                      <a:lnTo>
                        <a:pt x="21122" y="14252"/>
                      </a:lnTo>
                      <a:lnTo>
                        <a:pt x="18181" y="15169"/>
                      </a:lnTo>
                      <a:lnTo>
                        <a:pt x="17288" y="12216"/>
                      </a:lnTo>
                      <a:lnTo>
                        <a:pt x="20384" y="11323"/>
                      </a:lnTo>
                      <a:close/>
                      <a:moveTo>
                        <a:pt x="17169" y="12252"/>
                      </a:moveTo>
                      <a:lnTo>
                        <a:pt x="18062" y="15205"/>
                      </a:lnTo>
                      <a:lnTo>
                        <a:pt x="14740" y="16229"/>
                      </a:lnTo>
                      <a:lnTo>
                        <a:pt x="13835" y="13205"/>
                      </a:lnTo>
                      <a:lnTo>
                        <a:pt x="17169" y="12252"/>
                      </a:lnTo>
                      <a:close/>
                      <a:moveTo>
                        <a:pt x="13716" y="13240"/>
                      </a:moveTo>
                      <a:lnTo>
                        <a:pt x="14633" y="16265"/>
                      </a:lnTo>
                      <a:lnTo>
                        <a:pt x="11347" y="17277"/>
                      </a:lnTo>
                      <a:lnTo>
                        <a:pt x="10394" y="14193"/>
                      </a:lnTo>
                      <a:lnTo>
                        <a:pt x="13716" y="13240"/>
                      </a:lnTo>
                      <a:close/>
                      <a:moveTo>
                        <a:pt x="10275" y="14217"/>
                      </a:moveTo>
                      <a:lnTo>
                        <a:pt x="11228" y="17312"/>
                      </a:lnTo>
                      <a:lnTo>
                        <a:pt x="7692" y="18408"/>
                      </a:lnTo>
                      <a:lnTo>
                        <a:pt x="6596" y="15276"/>
                      </a:lnTo>
                      <a:lnTo>
                        <a:pt x="10275" y="14217"/>
                      </a:lnTo>
                      <a:close/>
                      <a:moveTo>
                        <a:pt x="17633" y="1"/>
                      </a:moveTo>
                      <a:lnTo>
                        <a:pt x="17514" y="36"/>
                      </a:lnTo>
                      <a:lnTo>
                        <a:pt x="18205" y="2739"/>
                      </a:lnTo>
                      <a:lnTo>
                        <a:pt x="14704" y="3680"/>
                      </a:lnTo>
                      <a:lnTo>
                        <a:pt x="13823" y="763"/>
                      </a:lnTo>
                      <a:lnTo>
                        <a:pt x="13716" y="798"/>
                      </a:lnTo>
                      <a:lnTo>
                        <a:pt x="14585" y="3715"/>
                      </a:lnTo>
                      <a:lnTo>
                        <a:pt x="11252" y="4608"/>
                      </a:lnTo>
                      <a:lnTo>
                        <a:pt x="10394" y="1787"/>
                      </a:lnTo>
                      <a:lnTo>
                        <a:pt x="10287" y="1822"/>
                      </a:lnTo>
                      <a:lnTo>
                        <a:pt x="11133" y="4632"/>
                      </a:lnTo>
                      <a:lnTo>
                        <a:pt x="7727" y="5549"/>
                      </a:lnTo>
                      <a:lnTo>
                        <a:pt x="6894" y="2810"/>
                      </a:lnTo>
                      <a:lnTo>
                        <a:pt x="6775" y="2846"/>
                      </a:lnTo>
                      <a:lnTo>
                        <a:pt x="7620" y="5585"/>
                      </a:lnTo>
                      <a:lnTo>
                        <a:pt x="3572" y="6668"/>
                      </a:lnTo>
                      <a:lnTo>
                        <a:pt x="2620" y="3953"/>
                      </a:lnTo>
                      <a:lnTo>
                        <a:pt x="2501" y="3989"/>
                      </a:lnTo>
                      <a:lnTo>
                        <a:pt x="3453" y="6704"/>
                      </a:lnTo>
                      <a:lnTo>
                        <a:pt x="0" y="7633"/>
                      </a:lnTo>
                      <a:lnTo>
                        <a:pt x="24" y="7740"/>
                      </a:lnTo>
                      <a:lnTo>
                        <a:pt x="3501" y="6811"/>
                      </a:lnTo>
                      <a:lnTo>
                        <a:pt x="4917" y="10871"/>
                      </a:lnTo>
                      <a:lnTo>
                        <a:pt x="1203" y="11943"/>
                      </a:lnTo>
                      <a:lnTo>
                        <a:pt x="1227" y="12050"/>
                      </a:lnTo>
                      <a:lnTo>
                        <a:pt x="4965" y="10978"/>
                      </a:lnTo>
                      <a:lnTo>
                        <a:pt x="6441" y="15193"/>
                      </a:lnTo>
                      <a:lnTo>
                        <a:pt x="2548" y="16312"/>
                      </a:lnTo>
                      <a:lnTo>
                        <a:pt x="2572" y="16431"/>
                      </a:lnTo>
                      <a:lnTo>
                        <a:pt x="6477" y="15312"/>
                      </a:lnTo>
                      <a:lnTo>
                        <a:pt x="7584" y="18443"/>
                      </a:lnTo>
                      <a:lnTo>
                        <a:pt x="3536" y="19694"/>
                      </a:lnTo>
                      <a:lnTo>
                        <a:pt x="3572" y="19801"/>
                      </a:lnTo>
                      <a:lnTo>
                        <a:pt x="7620" y="18551"/>
                      </a:lnTo>
                      <a:lnTo>
                        <a:pt x="8597" y="21313"/>
                      </a:lnTo>
                      <a:lnTo>
                        <a:pt x="8704" y="21277"/>
                      </a:lnTo>
                      <a:lnTo>
                        <a:pt x="7727" y="18515"/>
                      </a:lnTo>
                      <a:lnTo>
                        <a:pt x="11264" y="17419"/>
                      </a:lnTo>
                      <a:lnTo>
                        <a:pt x="12097" y="20146"/>
                      </a:lnTo>
                      <a:lnTo>
                        <a:pt x="12216" y="20110"/>
                      </a:lnTo>
                      <a:lnTo>
                        <a:pt x="11371" y="17384"/>
                      </a:lnTo>
                      <a:lnTo>
                        <a:pt x="14657" y="16372"/>
                      </a:lnTo>
                      <a:lnTo>
                        <a:pt x="15490" y="19146"/>
                      </a:lnTo>
                      <a:lnTo>
                        <a:pt x="15609" y="19110"/>
                      </a:lnTo>
                      <a:lnTo>
                        <a:pt x="14776" y="16336"/>
                      </a:lnTo>
                      <a:lnTo>
                        <a:pt x="18098" y="15312"/>
                      </a:lnTo>
                      <a:lnTo>
                        <a:pt x="18895" y="17943"/>
                      </a:lnTo>
                      <a:lnTo>
                        <a:pt x="19003" y="17908"/>
                      </a:lnTo>
                      <a:lnTo>
                        <a:pt x="18205" y="15276"/>
                      </a:lnTo>
                      <a:lnTo>
                        <a:pt x="21158" y="14360"/>
                      </a:lnTo>
                      <a:lnTo>
                        <a:pt x="21812" y="16979"/>
                      </a:lnTo>
                      <a:lnTo>
                        <a:pt x="21932" y="16943"/>
                      </a:lnTo>
                      <a:lnTo>
                        <a:pt x="21265" y="14324"/>
                      </a:lnTo>
                      <a:lnTo>
                        <a:pt x="23551" y="13621"/>
                      </a:lnTo>
                      <a:lnTo>
                        <a:pt x="23515" y="13514"/>
                      </a:lnTo>
                      <a:lnTo>
                        <a:pt x="21241" y="14217"/>
                      </a:lnTo>
                      <a:lnTo>
                        <a:pt x="20503" y="11300"/>
                      </a:lnTo>
                      <a:lnTo>
                        <a:pt x="22932" y="10597"/>
                      </a:lnTo>
                      <a:lnTo>
                        <a:pt x="22896" y="10490"/>
                      </a:lnTo>
                      <a:lnTo>
                        <a:pt x="20467" y="11181"/>
                      </a:lnTo>
                      <a:lnTo>
                        <a:pt x="19360" y="6835"/>
                      </a:lnTo>
                      <a:lnTo>
                        <a:pt x="22039" y="6061"/>
                      </a:lnTo>
                      <a:lnTo>
                        <a:pt x="22003" y="5942"/>
                      </a:lnTo>
                      <a:lnTo>
                        <a:pt x="19336" y="6716"/>
                      </a:lnTo>
                      <a:lnTo>
                        <a:pt x="18348" y="2822"/>
                      </a:lnTo>
                      <a:lnTo>
                        <a:pt x="21158" y="2060"/>
                      </a:lnTo>
                      <a:lnTo>
                        <a:pt x="21122" y="1953"/>
                      </a:lnTo>
                      <a:lnTo>
                        <a:pt x="18312" y="2703"/>
                      </a:lnTo>
                      <a:lnTo>
                        <a:pt x="17633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437" name="Google Shape;1437;p77"/>
              <p:cNvGrpSpPr/>
              <p:nvPr/>
            </p:nvGrpSpPr>
            <p:grpSpPr>
              <a:xfrm>
                <a:off x="4900900" y="7388550"/>
                <a:ext cx="392625" cy="407500"/>
                <a:chOff x="4900900" y="7388550"/>
                <a:chExt cx="392625" cy="407500"/>
              </a:xfrm>
            </p:grpSpPr>
            <p:sp>
              <p:nvSpPr>
                <p:cNvPr id="1438" name="Google Shape;1438;p77"/>
                <p:cNvSpPr/>
                <p:nvPr/>
              </p:nvSpPr>
              <p:spPr>
                <a:xfrm>
                  <a:off x="4900900" y="7394400"/>
                  <a:ext cx="371200" cy="291650"/>
                </a:xfrm>
                <a:custGeom>
                  <a:rect b="b" l="l" r="r" t="t"/>
                  <a:pathLst>
                    <a:path extrusionOk="0" h="11666" w="14848">
                      <a:moveTo>
                        <a:pt x="8353" y="0"/>
                      </a:moveTo>
                      <a:cubicBezTo>
                        <a:pt x="7265" y="0"/>
                        <a:pt x="6122" y="247"/>
                        <a:pt x="5025" y="766"/>
                      </a:cubicBezTo>
                      <a:cubicBezTo>
                        <a:pt x="1655" y="2362"/>
                        <a:pt x="0" y="5922"/>
                        <a:pt x="1334" y="8720"/>
                      </a:cubicBezTo>
                      <a:cubicBezTo>
                        <a:pt x="2225" y="10607"/>
                        <a:pt x="4243" y="11665"/>
                        <a:pt x="6495" y="11665"/>
                      </a:cubicBezTo>
                      <a:cubicBezTo>
                        <a:pt x="7583" y="11665"/>
                        <a:pt x="8726" y="11418"/>
                        <a:pt x="9823" y="10899"/>
                      </a:cubicBezTo>
                      <a:cubicBezTo>
                        <a:pt x="13193" y="9303"/>
                        <a:pt x="14848" y="5743"/>
                        <a:pt x="13526" y="2945"/>
                      </a:cubicBezTo>
                      <a:cubicBezTo>
                        <a:pt x="12627" y="1059"/>
                        <a:pt x="10607" y="0"/>
                        <a:pt x="8353" y="0"/>
                      </a:cubicBezTo>
                      <a:close/>
                    </a:path>
                  </a:pathLst>
                </a:custGeom>
                <a:solidFill>
                  <a:srgbClr val="6BC0CE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39" name="Google Shape;1439;p77"/>
                <p:cNvSpPr/>
                <p:nvPr/>
              </p:nvSpPr>
              <p:spPr>
                <a:xfrm>
                  <a:off x="4942875" y="7426825"/>
                  <a:ext cx="148250" cy="157900"/>
                </a:xfrm>
                <a:custGeom>
                  <a:rect b="b" l="l" r="r" t="t"/>
                  <a:pathLst>
                    <a:path extrusionOk="0" h="6316" w="5930">
                      <a:moveTo>
                        <a:pt x="4463" y="0"/>
                      </a:moveTo>
                      <a:cubicBezTo>
                        <a:pt x="3746" y="0"/>
                        <a:pt x="3179" y="2660"/>
                        <a:pt x="3179" y="2660"/>
                      </a:cubicBezTo>
                      <a:cubicBezTo>
                        <a:pt x="3179" y="2660"/>
                        <a:pt x="2706" y="1153"/>
                        <a:pt x="2447" y="1153"/>
                      </a:cubicBezTo>
                      <a:cubicBezTo>
                        <a:pt x="2437" y="1153"/>
                        <a:pt x="2427" y="1155"/>
                        <a:pt x="2417" y="1160"/>
                      </a:cubicBezTo>
                      <a:cubicBezTo>
                        <a:pt x="2167" y="1303"/>
                        <a:pt x="2905" y="2863"/>
                        <a:pt x="2905" y="2863"/>
                      </a:cubicBezTo>
                      <a:cubicBezTo>
                        <a:pt x="2905" y="2863"/>
                        <a:pt x="0" y="3565"/>
                        <a:pt x="60" y="3958"/>
                      </a:cubicBezTo>
                      <a:cubicBezTo>
                        <a:pt x="69" y="4015"/>
                        <a:pt x="136" y="4039"/>
                        <a:pt x="245" y="4039"/>
                      </a:cubicBezTo>
                      <a:cubicBezTo>
                        <a:pt x="864" y="4039"/>
                        <a:pt x="2810" y="3256"/>
                        <a:pt x="2810" y="3256"/>
                      </a:cubicBezTo>
                      <a:lnTo>
                        <a:pt x="2810" y="3256"/>
                      </a:lnTo>
                      <a:cubicBezTo>
                        <a:pt x="2810" y="3256"/>
                        <a:pt x="1596" y="5589"/>
                        <a:pt x="2000" y="5744"/>
                      </a:cubicBezTo>
                      <a:cubicBezTo>
                        <a:pt x="2014" y="5749"/>
                        <a:pt x="2027" y="5751"/>
                        <a:pt x="2042" y="5751"/>
                      </a:cubicBezTo>
                      <a:cubicBezTo>
                        <a:pt x="2473" y="5751"/>
                        <a:pt x="3310" y="3541"/>
                        <a:pt x="3310" y="3541"/>
                      </a:cubicBezTo>
                      <a:lnTo>
                        <a:pt x="5751" y="6316"/>
                      </a:lnTo>
                      <a:lnTo>
                        <a:pt x="5930" y="6066"/>
                      </a:lnTo>
                      <a:lnTo>
                        <a:pt x="3858" y="3160"/>
                      </a:lnTo>
                      <a:cubicBezTo>
                        <a:pt x="3858" y="3160"/>
                        <a:pt x="5930" y="2625"/>
                        <a:pt x="5751" y="2065"/>
                      </a:cubicBezTo>
                      <a:cubicBezTo>
                        <a:pt x="5717" y="1964"/>
                        <a:pt x="5627" y="1923"/>
                        <a:pt x="5504" y="1923"/>
                      </a:cubicBezTo>
                      <a:cubicBezTo>
                        <a:pt x="4944" y="1923"/>
                        <a:pt x="3679" y="2779"/>
                        <a:pt x="3679" y="2779"/>
                      </a:cubicBezTo>
                      <a:cubicBezTo>
                        <a:pt x="3679" y="2779"/>
                        <a:pt x="5322" y="267"/>
                        <a:pt x="4560" y="17"/>
                      </a:cubicBezTo>
                      <a:cubicBezTo>
                        <a:pt x="4527" y="6"/>
                        <a:pt x="4495" y="0"/>
                        <a:pt x="4463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40" name="Google Shape;1440;p77"/>
                <p:cNvSpPr/>
                <p:nvPr/>
              </p:nvSpPr>
              <p:spPr>
                <a:xfrm>
                  <a:off x="5081350" y="7445625"/>
                  <a:ext cx="105125" cy="131075"/>
                </a:xfrm>
                <a:custGeom>
                  <a:rect b="b" l="l" r="r" t="t"/>
                  <a:pathLst>
                    <a:path extrusionOk="0" h="5243" w="4205">
                      <a:moveTo>
                        <a:pt x="587" y="0"/>
                      </a:moveTo>
                      <a:cubicBezTo>
                        <a:pt x="565" y="0"/>
                        <a:pt x="543" y="5"/>
                        <a:pt x="521" y="15"/>
                      </a:cubicBezTo>
                      <a:cubicBezTo>
                        <a:pt x="69" y="230"/>
                        <a:pt x="1355" y="2337"/>
                        <a:pt x="1355" y="2337"/>
                      </a:cubicBezTo>
                      <a:cubicBezTo>
                        <a:pt x="1355" y="2337"/>
                        <a:pt x="1275" y="2334"/>
                        <a:pt x="1154" y="2334"/>
                      </a:cubicBezTo>
                      <a:cubicBezTo>
                        <a:pt x="777" y="2334"/>
                        <a:pt x="0" y="2362"/>
                        <a:pt x="10" y="2587"/>
                      </a:cubicBezTo>
                      <a:cubicBezTo>
                        <a:pt x="16" y="2755"/>
                        <a:pt x="410" y="2793"/>
                        <a:pt x="770" y="2793"/>
                      </a:cubicBezTo>
                      <a:cubicBezTo>
                        <a:pt x="1075" y="2793"/>
                        <a:pt x="1355" y="2766"/>
                        <a:pt x="1355" y="2766"/>
                      </a:cubicBezTo>
                      <a:lnTo>
                        <a:pt x="1355" y="2766"/>
                      </a:lnTo>
                      <a:lnTo>
                        <a:pt x="914" y="5242"/>
                      </a:lnTo>
                      <a:lnTo>
                        <a:pt x="1141" y="5242"/>
                      </a:lnTo>
                      <a:lnTo>
                        <a:pt x="1760" y="2682"/>
                      </a:lnTo>
                      <a:cubicBezTo>
                        <a:pt x="1760" y="2682"/>
                        <a:pt x="2736" y="3727"/>
                        <a:pt x="3109" y="3727"/>
                      </a:cubicBezTo>
                      <a:cubicBezTo>
                        <a:pt x="3146" y="3727"/>
                        <a:pt x="3177" y="3717"/>
                        <a:pt x="3200" y="3694"/>
                      </a:cubicBezTo>
                      <a:cubicBezTo>
                        <a:pt x="3474" y="3432"/>
                        <a:pt x="2081" y="2623"/>
                        <a:pt x="2081" y="2623"/>
                      </a:cubicBezTo>
                      <a:lnTo>
                        <a:pt x="2081" y="2623"/>
                      </a:lnTo>
                      <a:cubicBezTo>
                        <a:pt x="2081" y="2623"/>
                        <a:pt x="2203" y="2626"/>
                        <a:pt x="2387" y="2626"/>
                      </a:cubicBezTo>
                      <a:cubicBezTo>
                        <a:pt x="2976" y="2626"/>
                        <a:pt x="4204" y="2592"/>
                        <a:pt x="4141" y="2301"/>
                      </a:cubicBezTo>
                      <a:cubicBezTo>
                        <a:pt x="4095" y="2117"/>
                        <a:pt x="3646" y="2069"/>
                        <a:pt x="3195" y="2069"/>
                      </a:cubicBezTo>
                      <a:cubicBezTo>
                        <a:pt x="2716" y="2069"/>
                        <a:pt x="2236" y="2123"/>
                        <a:pt x="2236" y="2123"/>
                      </a:cubicBezTo>
                      <a:cubicBezTo>
                        <a:pt x="2236" y="2123"/>
                        <a:pt x="4201" y="694"/>
                        <a:pt x="3689" y="408"/>
                      </a:cubicBezTo>
                      <a:cubicBezTo>
                        <a:pt x="3653" y="388"/>
                        <a:pt x="3612" y="378"/>
                        <a:pt x="3568" y="378"/>
                      </a:cubicBezTo>
                      <a:cubicBezTo>
                        <a:pt x="2987" y="378"/>
                        <a:pt x="1724" y="1980"/>
                        <a:pt x="1724" y="1980"/>
                      </a:cubicBezTo>
                      <a:cubicBezTo>
                        <a:pt x="1724" y="1980"/>
                        <a:pt x="1043" y="0"/>
                        <a:pt x="587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41" name="Google Shape;1441;p77"/>
                <p:cNvSpPr/>
                <p:nvPr/>
              </p:nvSpPr>
              <p:spPr>
                <a:xfrm>
                  <a:off x="5013125" y="7560875"/>
                  <a:ext cx="201825" cy="79575"/>
                </a:xfrm>
                <a:custGeom>
                  <a:rect b="b" l="l" r="r" t="t"/>
                  <a:pathLst>
                    <a:path extrusionOk="0" h="3183" w="8073">
                      <a:moveTo>
                        <a:pt x="5150" y="0"/>
                      </a:moveTo>
                      <a:cubicBezTo>
                        <a:pt x="3344" y="0"/>
                        <a:pt x="1157" y="598"/>
                        <a:pt x="0" y="3132"/>
                      </a:cubicBezTo>
                      <a:cubicBezTo>
                        <a:pt x="0" y="3132"/>
                        <a:pt x="398" y="3183"/>
                        <a:pt x="1038" y="3183"/>
                      </a:cubicBezTo>
                      <a:cubicBezTo>
                        <a:pt x="2678" y="3183"/>
                        <a:pt x="5905" y="2850"/>
                        <a:pt x="8073" y="477"/>
                      </a:cubicBezTo>
                      <a:cubicBezTo>
                        <a:pt x="8073" y="477"/>
                        <a:pt x="6763" y="0"/>
                        <a:pt x="515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42" name="Google Shape;1442;p77"/>
                <p:cNvSpPr/>
                <p:nvPr/>
              </p:nvSpPr>
              <p:spPr>
                <a:xfrm>
                  <a:off x="4911900" y="7388550"/>
                  <a:ext cx="381625" cy="407500"/>
                </a:xfrm>
                <a:custGeom>
                  <a:rect b="b" l="l" r="r" t="t"/>
                  <a:pathLst>
                    <a:path extrusionOk="0" h="16300" w="15265">
                      <a:moveTo>
                        <a:pt x="7919" y="465"/>
                      </a:moveTo>
                      <a:cubicBezTo>
                        <a:pt x="10145" y="465"/>
                        <a:pt x="12050" y="1548"/>
                        <a:pt x="12872" y="3275"/>
                      </a:cubicBezTo>
                      <a:cubicBezTo>
                        <a:pt x="14134" y="5953"/>
                        <a:pt x="12526" y="9382"/>
                        <a:pt x="9288" y="10918"/>
                      </a:cubicBezTo>
                      <a:cubicBezTo>
                        <a:pt x="8252" y="11407"/>
                        <a:pt x="7145" y="11657"/>
                        <a:pt x="6049" y="11657"/>
                      </a:cubicBezTo>
                      <a:cubicBezTo>
                        <a:pt x="3823" y="11657"/>
                        <a:pt x="1918" y="10585"/>
                        <a:pt x="1096" y="8847"/>
                      </a:cubicBezTo>
                      <a:cubicBezTo>
                        <a:pt x="489" y="7561"/>
                        <a:pt x="525" y="6061"/>
                        <a:pt x="1192" y="4620"/>
                      </a:cubicBezTo>
                      <a:cubicBezTo>
                        <a:pt x="1870" y="3167"/>
                        <a:pt x="3108" y="1965"/>
                        <a:pt x="4680" y="1215"/>
                      </a:cubicBezTo>
                      <a:cubicBezTo>
                        <a:pt x="5716" y="727"/>
                        <a:pt x="6835" y="465"/>
                        <a:pt x="7919" y="465"/>
                      </a:cubicBezTo>
                      <a:close/>
                      <a:moveTo>
                        <a:pt x="7919" y="0"/>
                      </a:moveTo>
                      <a:cubicBezTo>
                        <a:pt x="6764" y="0"/>
                        <a:pt x="5573" y="274"/>
                        <a:pt x="4490" y="786"/>
                      </a:cubicBezTo>
                      <a:cubicBezTo>
                        <a:pt x="2811" y="1584"/>
                        <a:pt x="1489" y="2870"/>
                        <a:pt x="763" y="4429"/>
                      </a:cubicBezTo>
                      <a:cubicBezTo>
                        <a:pt x="37" y="5989"/>
                        <a:pt x="1" y="7632"/>
                        <a:pt x="680" y="9049"/>
                      </a:cubicBezTo>
                      <a:cubicBezTo>
                        <a:pt x="1573" y="10954"/>
                        <a:pt x="3632" y="12133"/>
                        <a:pt x="6049" y="12133"/>
                      </a:cubicBezTo>
                      <a:cubicBezTo>
                        <a:pt x="7204" y="12133"/>
                        <a:pt x="8395" y="11859"/>
                        <a:pt x="9478" y="11335"/>
                      </a:cubicBezTo>
                      <a:cubicBezTo>
                        <a:pt x="9776" y="11204"/>
                        <a:pt x="10062" y="11049"/>
                        <a:pt x="10324" y="10883"/>
                      </a:cubicBezTo>
                      <a:lnTo>
                        <a:pt x="13538" y="16300"/>
                      </a:lnTo>
                      <a:lnTo>
                        <a:pt x="15265" y="14859"/>
                      </a:lnTo>
                      <a:lnTo>
                        <a:pt x="11300" y="10168"/>
                      </a:lnTo>
                      <a:cubicBezTo>
                        <a:pt x="13503" y="8275"/>
                        <a:pt x="14396" y="5418"/>
                        <a:pt x="13288" y="3072"/>
                      </a:cubicBezTo>
                      <a:cubicBezTo>
                        <a:pt x="12395" y="1179"/>
                        <a:pt x="10336" y="0"/>
                        <a:pt x="791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43" name="Google Shape;1443;p77"/>
                <p:cNvSpPr/>
                <p:nvPr/>
              </p:nvSpPr>
              <p:spPr>
                <a:xfrm>
                  <a:off x="4996750" y="7559400"/>
                  <a:ext cx="230400" cy="106000"/>
                </a:xfrm>
                <a:custGeom>
                  <a:rect b="b" l="l" r="r" t="t"/>
                  <a:pathLst>
                    <a:path extrusionOk="0" h="4240" w="9216">
                      <a:moveTo>
                        <a:pt x="8477" y="1"/>
                      </a:moveTo>
                      <a:lnTo>
                        <a:pt x="8477" y="120"/>
                      </a:lnTo>
                      <a:cubicBezTo>
                        <a:pt x="8597" y="120"/>
                        <a:pt x="8930" y="167"/>
                        <a:pt x="9001" y="370"/>
                      </a:cubicBezTo>
                      <a:cubicBezTo>
                        <a:pt x="9061" y="548"/>
                        <a:pt x="8954" y="905"/>
                        <a:pt x="8096" y="1608"/>
                      </a:cubicBezTo>
                      <a:lnTo>
                        <a:pt x="8168" y="1703"/>
                      </a:lnTo>
                      <a:cubicBezTo>
                        <a:pt x="8906" y="1084"/>
                        <a:pt x="9216" y="643"/>
                        <a:pt x="9109" y="334"/>
                      </a:cubicBezTo>
                      <a:cubicBezTo>
                        <a:pt x="9001" y="12"/>
                        <a:pt x="8501" y="1"/>
                        <a:pt x="8477" y="1"/>
                      </a:cubicBezTo>
                      <a:close/>
                      <a:moveTo>
                        <a:pt x="203" y="2929"/>
                      </a:moveTo>
                      <a:cubicBezTo>
                        <a:pt x="203" y="2941"/>
                        <a:pt x="0" y="3239"/>
                        <a:pt x="167" y="3501"/>
                      </a:cubicBezTo>
                      <a:cubicBezTo>
                        <a:pt x="298" y="3703"/>
                        <a:pt x="631" y="3799"/>
                        <a:pt x="1143" y="3799"/>
                      </a:cubicBezTo>
                      <a:cubicBezTo>
                        <a:pt x="1560" y="3799"/>
                        <a:pt x="2108" y="3739"/>
                        <a:pt x="2762" y="3608"/>
                      </a:cubicBezTo>
                      <a:lnTo>
                        <a:pt x="2751" y="3489"/>
                      </a:lnTo>
                      <a:cubicBezTo>
                        <a:pt x="2033" y="3634"/>
                        <a:pt x="1518" y="3688"/>
                        <a:pt x="1149" y="3688"/>
                      </a:cubicBezTo>
                      <a:cubicBezTo>
                        <a:pt x="551" y="3688"/>
                        <a:pt x="336" y="3547"/>
                        <a:pt x="262" y="3430"/>
                      </a:cubicBezTo>
                      <a:cubicBezTo>
                        <a:pt x="131" y="3239"/>
                        <a:pt x="298" y="3001"/>
                        <a:pt x="298" y="2989"/>
                      </a:cubicBezTo>
                      <a:lnTo>
                        <a:pt x="203" y="2929"/>
                      </a:lnTo>
                      <a:close/>
                      <a:moveTo>
                        <a:pt x="6120" y="2703"/>
                      </a:moveTo>
                      <a:cubicBezTo>
                        <a:pt x="3883" y="3980"/>
                        <a:pt x="2106" y="4119"/>
                        <a:pt x="1434" y="4119"/>
                      </a:cubicBezTo>
                      <a:cubicBezTo>
                        <a:pt x="1247" y="4119"/>
                        <a:pt x="1146" y="4108"/>
                        <a:pt x="1143" y="4108"/>
                      </a:cubicBezTo>
                      <a:lnTo>
                        <a:pt x="1131" y="4215"/>
                      </a:lnTo>
                      <a:cubicBezTo>
                        <a:pt x="1131" y="4227"/>
                        <a:pt x="1238" y="4239"/>
                        <a:pt x="1429" y="4239"/>
                      </a:cubicBezTo>
                      <a:cubicBezTo>
                        <a:pt x="2120" y="4239"/>
                        <a:pt x="3917" y="4084"/>
                        <a:pt x="6180" y="2810"/>
                      </a:cubicBezTo>
                      <a:lnTo>
                        <a:pt x="6120" y="2703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44" name="Google Shape;1444;p77"/>
                <p:cNvSpPr/>
                <p:nvPr/>
              </p:nvSpPr>
              <p:spPr>
                <a:xfrm>
                  <a:off x="5150025" y="7415975"/>
                  <a:ext cx="76825" cy="59475"/>
                </a:xfrm>
                <a:custGeom>
                  <a:rect b="b" l="l" r="r" t="t"/>
                  <a:pathLst>
                    <a:path extrusionOk="0" h="2379" w="3073">
                      <a:moveTo>
                        <a:pt x="322" y="0"/>
                      </a:moveTo>
                      <a:cubicBezTo>
                        <a:pt x="251" y="0"/>
                        <a:pt x="198" y="19"/>
                        <a:pt x="168" y="58"/>
                      </a:cubicBezTo>
                      <a:cubicBezTo>
                        <a:pt x="1" y="261"/>
                        <a:pt x="477" y="927"/>
                        <a:pt x="1239" y="1558"/>
                      </a:cubicBezTo>
                      <a:cubicBezTo>
                        <a:pt x="1844" y="2057"/>
                        <a:pt x="2448" y="2378"/>
                        <a:pt x="2747" y="2378"/>
                      </a:cubicBezTo>
                      <a:cubicBezTo>
                        <a:pt x="2819" y="2378"/>
                        <a:pt x="2874" y="2360"/>
                        <a:pt x="2906" y="2320"/>
                      </a:cubicBezTo>
                      <a:cubicBezTo>
                        <a:pt x="3073" y="2118"/>
                        <a:pt x="2597" y="1451"/>
                        <a:pt x="1835" y="820"/>
                      </a:cubicBezTo>
                      <a:cubicBezTo>
                        <a:pt x="1230" y="321"/>
                        <a:pt x="618" y="0"/>
                        <a:pt x="322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45" name="Google Shape;1445;p77"/>
                <p:cNvSpPr/>
                <p:nvPr/>
              </p:nvSpPr>
              <p:spPr>
                <a:xfrm>
                  <a:off x="5171175" y="7645725"/>
                  <a:ext cx="39600" cy="35450"/>
                </a:xfrm>
                <a:custGeom>
                  <a:rect b="b" l="l" r="r" t="t"/>
                  <a:pathLst>
                    <a:path extrusionOk="0" h="1418" w="1584">
                      <a:moveTo>
                        <a:pt x="1179" y="0"/>
                      </a:moveTo>
                      <a:lnTo>
                        <a:pt x="0" y="834"/>
                      </a:lnTo>
                      <a:lnTo>
                        <a:pt x="131" y="1024"/>
                      </a:lnTo>
                      <a:lnTo>
                        <a:pt x="1322" y="191"/>
                      </a:lnTo>
                      <a:lnTo>
                        <a:pt x="1179" y="0"/>
                      </a:lnTo>
                      <a:close/>
                      <a:moveTo>
                        <a:pt x="1453" y="369"/>
                      </a:moveTo>
                      <a:lnTo>
                        <a:pt x="215" y="1215"/>
                      </a:lnTo>
                      <a:lnTo>
                        <a:pt x="346" y="1417"/>
                      </a:lnTo>
                      <a:lnTo>
                        <a:pt x="1584" y="560"/>
                      </a:lnTo>
                      <a:lnTo>
                        <a:pt x="1453" y="369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1446" name="Google Shape;1446;p77"/>
            <p:cNvSpPr/>
            <p:nvPr/>
          </p:nvSpPr>
          <p:spPr>
            <a:xfrm flipH="1">
              <a:off x="263931" y="4691175"/>
              <a:ext cx="282600" cy="103500"/>
            </a:xfrm>
            <a:prstGeom prst="ellipse">
              <a:avLst/>
            </a:prstGeom>
            <a:solidFill>
              <a:srgbClr val="033342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3">
    <p:spTree>
      <p:nvGrpSpPr>
        <p:cNvPr id="1447" name="Shape 1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8" name="Google Shape;1448;p78"/>
          <p:cNvGrpSpPr/>
          <p:nvPr/>
        </p:nvGrpSpPr>
        <p:grpSpPr>
          <a:xfrm>
            <a:off x="0" y="0"/>
            <a:ext cx="9144003" cy="5143501"/>
            <a:chOff x="0" y="0"/>
            <a:chExt cx="9144003" cy="5143501"/>
          </a:xfrm>
        </p:grpSpPr>
        <p:pic>
          <p:nvPicPr>
            <p:cNvPr id="1449" name="Google Shape;1449;p78"/>
            <p:cNvPicPr preferRelativeResize="0"/>
            <p:nvPr/>
          </p:nvPicPr>
          <p:blipFill rotWithShape="1">
            <a:blip r:embed="rId2">
              <a:alphaModFix/>
            </a:blip>
            <a:srcRect b="8068" l="0" r="0" t="8060"/>
            <a:stretch/>
          </p:blipFill>
          <p:spPr>
            <a:xfrm>
              <a:off x="0" y="0"/>
              <a:ext cx="9144003" cy="5143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50" name="Google Shape;1450;p78"/>
            <p:cNvSpPr/>
            <p:nvPr/>
          </p:nvSpPr>
          <p:spPr>
            <a:xfrm>
              <a:off x="209980" y="194500"/>
              <a:ext cx="8763466" cy="4752275"/>
            </a:xfrm>
            <a:custGeom>
              <a:rect b="b" l="l" r="r" t="t"/>
              <a:pathLst>
                <a:path extrusionOk="0" h="147209" w="271904">
                  <a:moveTo>
                    <a:pt x="596" y="0"/>
                  </a:moveTo>
                  <a:lnTo>
                    <a:pt x="596" y="0"/>
                  </a:lnTo>
                  <a:cubicBezTo>
                    <a:pt x="2025" y="5965"/>
                    <a:pt x="3072" y="13895"/>
                    <a:pt x="3644" y="22312"/>
                  </a:cubicBezTo>
                  <a:cubicBezTo>
                    <a:pt x="7942" y="23515"/>
                    <a:pt x="13609" y="23932"/>
                    <a:pt x="5085" y="25063"/>
                  </a:cubicBezTo>
                  <a:cubicBezTo>
                    <a:pt x="5096" y="25110"/>
                    <a:pt x="5108" y="25146"/>
                    <a:pt x="5120" y="25194"/>
                  </a:cubicBezTo>
                  <a:cubicBezTo>
                    <a:pt x="5263" y="25301"/>
                    <a:pt x="5394" y="25396"/>
                    <a:pt x="5525" y="25503"/>
                  </a:cubicBezTo>
                  <a:cubicBezTo>
                    <a:pt x="5692" y="25539"/>
                    <a:pt x="5954" y="25479"/>
                    <a:pt x="6037" y="25658"/>
                  </a:cubicBezTo>
                  <a:cubicBezTo>
                    <a:pt x="8561" y="26230"/>
                    <a:pt x="4561" y="26670"/>
                    <a:pt x="3894" y="26789"/>
                  </a:cubicBezTo>
                  <a:cubicBezTo>
                    <a:pt x="4203" y="33719"/>
                    <a:pt x="4192" y="40803"/>
                    <a:pt x="3787" y="47256"/>
                  </a:cubicBezTo>
                  <a:cubicBezTo>
                    <a:pt x="2560" y="47137"/>
                    <a:pt x="1298" y="47006"/>
                    <a:pt x="1" y="46875"/>
                  </a:cubicBezTo>
                  <a:lnTo>
                    <a:pt x="1" y="46875"/>
                  </a:lnTo>
                  <a:cubicBezTo>
                    <a:pt x="1429" y="52840"/>
                    <a:pt x="2477" y="60770"/>
                    <a:pt x="3049" y="69199"/>
                  </a:cubicBezTo>
                  <a:cubicBezTo>
                    <a:pt x="7347" y="70402"/>
                    <a:pt x="13014" y="70818"/>
                    <a:pt x="4489" y="71949"/>
                  </a:cubicBezTo>
                  <a:cubicBezTo>
                    <a:pt x="4501" y="71985"/>
                    <a:pt x="4513" y="72033"/>
                    <a:pt x="4525" y="72069"/>
                  </a:cubicBezTo>
                  <a:cubicBezTo>
                    <a:pt x="4668" y="72176"/>
                    <a:pt x="4787" y="72283"/>
                    <a:pt x="4930" y="72390"/>
                  </a:cubicBezTo>
                  <a:cubicBezTo>
                    <a:pt x="5096" y="72414"/>
                    <a:pt x="5358" y="72366"/>
                    <a:pt x="5442" y="72545"/>
                  </a:cubicBezTo>
                  <a:cubicBezTo>
                    <a:pt x="7966" y="73104"/>
                    <a:pt x="3965" y="73557"/>
                    <a:pt x="3299" y="73664"/>
                  </a:cubicBezTo>
                  <a:cubicBezTo>
                    <a:pt x="3513" y="78510"/>
                    <a:pt x="3572" y="83427"/>
                    <a:pt x="3453" y="88154"/>
                  </a:cubicBezTo>
                  <a:cubicBezTo>
                    <a:pt x="2322" y="88047"/>
                    <a:pt x="1179" y="87928"/>
                    <a:pt x="1" y="87809"/>
                  </a:cubicBezTo>
                  <a:lnTo>
                    <a:pt x="1" y="87809"/>
                  </a:lnTo>
                  <a:cubicBezTo>
                    <a:pt x="989" y="91940"/>
                    <a:pt x="1798" y="97036"/>
                    <a:pt x="2394" y="102584"/>
                  </a:cubicBezTo>
                  <a:cubicBezTo>
                    <a:pt x="2239" y="103727"/>
                    <a:pt x="2072" y="104834"/>
                    <a:pt x="1882" y="105894"/>
                  </a:cubicBezTo>
                  <a:cubicBezTo>
                    <a:pt x="2156" y="105870"/>
                    <a:pt x="2429" y="105846"/>
                    <a:pt x="2715" y="105811"/>
                  </a:cubicBezTo>
                  <a:cubicBezTo>
                    <a:pt x="2834" y="107228"/>
                    <a:pt x="2953" y="108668"/>
                    <a:pt x="3049" y="110121"/>
                  </a:cubicBezTo>
                  <a:cubicBezTo>
                    <a:pt x="7347" y="111323"/>
                    <a:pt x="13014" y="111740"/>
                    <a:pt x="4489" y="112871"/>
                  </a:cubicBezTo>
                  <a:cubicBezTo>
                    <a:pt x="4501" y="112919"/>
                    <a:pt x="4513" y="112954"/>
                    <a:pt x="4525" y="113002"/>
                  </a:cubicBezTo>
                  <a:cubicBezTo>
                    <a:pt x="4668" y="113109"/>
                    <a:pt x="4799" y="113205"/>
                    <a:pt x="4930" y="113312"/>
                  </a:cubicBezTo>
                  <a:cubicBezTo>
                    <a:pt x="5096" y="113347"/>
                    <a:pt x="5358" y="113288"/>
                    <a:pt x="5442" y="113466"/>
                  </a:cubicBezTo>
                  <a:cubicBezTo>
                    <a:pt x="7966" y="114038"/>
                    <a:pt x="3965" y="114478"/>
                    <a:pt x="3299" y="114598"/>
                  </a:cubicBezTo>
                  <a:cubicBezTo>
                    <a:pt x="3822" y="126123"/>
                    <a:pt x="4668" y="127147"/>
                    <a:pt x="3120" y="135886"/>
                  </a:cubicBezTo>
                  <a:cubicBezTo>
                    <a:pt x="4608" y="136338"/>
                    <a:pt x="14133" y="147209"/>
                    <a:pt x="14133" y="147209"/>
                  </a:cubicBezTo>
                  <a:cubicBezTo>
                    <a:pt x="14133" y="147209"/>
                    <a:pt x="16765" y="146220"/>
                    <a:pt x="20479" y="146137"/>
                  </a:cubicBezTo>
                  <a:cubicBezTo>
                    <a:pt x="20503" y="146054"/>
                    <a:pt x="20539" y="145959"/>
                    <a:pt x="20563" y="145875"/>
                  </a:cubicBezTo>
                  <a:lnTo>
                    <a:pt x="20563" y="145875"/>
                  </a:lnTo>
                  <a:cubicBezTo>
                    <a:pt x="20491" y="146340"/>
                    <a:pt x="23242" y="146363"/>
                    <a:pt x="23158" y="146816"/>
                  </a:cubicBezTo>
                  <a:cubicBezTo>
                    <a:pt x="29516" y="146220"/>
                    <a:pt x="36481" y="145875"/>
                    <a:pt x="44589" y="145697"/>
                  </a:cubicBezTo>
                  <a:cubicBezTo>
                    <a:pt x="44613" y="145625"/>
                    <a:pt x="44637" y="145554"/>
                    <a:pt x="44661" y="145494"/>
                  </a:cubicBezTo>
                  <a:cubicBezTo>
                    <a:pt x="45090" y="145494"/>
                    <a:pt x="45530" y="145494"/>
                    <a:pt x="45959" y="145482"/>
                  </a:cubicBezTo>
                  <a:cubicBezTo>
                    <a:pt x="45959" y="145542"/>
                    <a:pt x="45959" y="145601"/>
                    <a:pt x="45959" y="145661"/>
                  </a:cubicBezTo>
                  <a:cubicBezTo>
                    <a:pt x="46173" y="145661"/>
                    <a:pt x="46387" y="145661"/>
                    <a:pt x="46602" y="145649"/>
                  </a:cubicBezTo>
                  <a:cubicBezTo>
                    <a:pt x="46637" y="145601"/>
                    <a:pt x="46661" y="145542"/>
                    <a:pt x="46685" y="145482"/>
                  </a:cubicBezTo>
                  <a:cubicBezTo>
                    <a:pt x="47197" y="145482"/>
                    <a:pt x="47709" y="145482"/>
                    <a:pt x="48221" y="145494"/>
                  </a:cubicBezTo>
                  <a:cubicBezTo>
                    <a:pt x="48221" y="145530"/>
                    <a:pt x="48221" y="145578"/>
                    <a:pt x="48221" y="145625"/>
                  </a:cubicBezTo>
                  <a:cubicBezTo>
                    <a:pt x="50912" y="145578"/>
                    <a:pt x="53900" y="145542"/>
                    <a:pt x="57031" y="145518"/>
                  </a:cubicBezTo>
                  <a:cubicBezTo>
                    <a:pt x="59651" y="145542"/>
                    <a:pt x="62151" y="145566"/>
                    <a:pt x="64461" y="145601"/>
                  </a:cubicBezTo>
                  <a:cubicBezTo>
                    <a:pt x="64461" y="145566"/>
                    <a:pt x="64461" y="145530"/>
                    <a:pt x="64461" y="145494"/>
                  </a:cubicBezTo>
                  <a:cubicBezTo>
                    <a:pt x="65592" y="145488"/>
                    <a:pt x="66726" y="145485"/>
                    <a:pt x="67860" y="145485"/>
                  </a:cubicBezTo>
                  <a:cubicBezTo>
                    <a:pt x="68994" y="145485"/>
                    <a:pt x="70128" y="145488"/>
                    <a:pt x="71259" y="145494"/>
                  </a:cubicBezTo>
                  <a:cubicBezTo>
                    <a:pt x="71402" y="145578"/>
                    <a:pt x="71545" y="145661"/>
                    <a:pt x="71700" y="145744"/>
                  </a:cubicBezTo>
                  <a:cubicBezTo>
                    <a:pt x="78891" y="145947"/>
                    <a:pt x="85190" y="146268"/>
                    <a:pt x="90976" y="146816"/>
                  </a:cubicBezTo>
                  <a:cubicBezTo>
                    <a:pt x="90845" y="146054"/>
                    <a:pt x="90714" y="145256"/>
                    <a:pt x="90595" y="144435"/>
                  </a:cubicBezTo>
                  <a:lnTo>
                    <a:pt x="90595" y="144435"/>
                  </a:lnTo>
                  <a:cubicBezTo>
                    <a:pt x="91429" y="144792"/>
                    <a:pt x="92191" y="145304"/>
                    <a:pt x="92976" y="145744"/>
                  </a:cubicBezTo>
                  <a:cubicBezTo>
                    <a:pt x="96596" y="145851"/>
                    <a:pt x="99989" y="145982"/>
                    <a:pt x="103204" y="146161"/>
                  </a:cubicBezTo>
                  <a:cubicBezTo>
                    <a:pt x="103156" y="146375"/>
                    <a:pt x="103121" y="146601"/>
                    <a:pt x="103085" y="146828"/>
                  </a:cubicBezTo>
                  <a:cubicBezTo>
                    <a:pt x="104573" y="146685"/>
                    <a:pt x="106109" y="146554"/>
                    <a:pt x="107669" y="146447"/>
                  </a:cubicBezTo>
                  <a:cubicBezTo>
                    <a:pt x="109240" y="146554"/>
                    <a:pt x="110764" y="146685"/>
                    <a:pt x="112265" y="146828"/>
                  </a:cubicBezTo>
                  <a:cubicBezTo>
                    <a:pt x="112217" y="146601"/>
                    <a:pt x="112181" y="146375"/>
                    <a:pt x="112146" y="146161"/>
                  </a:cubicBezTo>
                  <a:cubicBezTo>
                    <a:pt x="115979" y="145947"/>
                    <a:pt x="120075" y="145792"/>
                    <a:pt x="124504" y="145697"/>
                  </a:cubicBezTo>
                  <a:cubicBezTo>
                    <a:pt x="125022" y="144156"/>
                    <a:pt x="125413" y="143165"/>
                    <a:pt x="125645" y="143165"/>
                  </a:cubicBezTo>
                  <a:cubicBezTo>
                    <a:pt x="125846" y="143165"/>
                    <a:pt x="125929" y="143902"/>
                    <a:pt x="125873" y="145661"/>
                  </a:cubicBezTo>
                  <a:cubicBezTo>
                    <a:pt x="126100" y="145661"/>
                    <a:pt x="126302" y="145661"/>
                    <a:pt x="126528" y="145649"/>
                  </a:cubicBezTo>
                  <a:cubicBezTo>
                    <a:pt x="127181" y="144357"/>
                    <a:pt x="127670" y="143321"/>
                    <a:pt x="127939" y="143321"/>
                  </a:cubicBezTo>
                  <a:cubicBezTo>
                    <a:pt x="128150" y="143321"/>
                    <a:pt x="128225" y="143963"/>
                    <a:pt x="128136" y="145625"/>
                  </a:cubicBezTo>
                  <a:cubicBezTo>
                    <a:pt x="130541" y="145589"/>
                    <a:pt x="133184" y="145554"/>
                    <a:pt x="135946" y="145530"/>
                  </a:cubicBezTo>
                  <a:cubicBezTo>
                    <a:pt x="138720" y="145554"/>
                    <a:pt x="141352" y="145589"/>
                    <a:pt x="143757" y="145625"/>
                  </a:cubicBezTo>
                  <a:cubicBezTo>
                    <a:pt x="143667" y="143963"/>
                    <a:pt x="143745" y="143321"/>
                    <a:pt x="143959" y="143321"/>
                  </a:cubicBezTo>
                  <a:cubicBezTo>
                    <a:pt x="144230" y="143321"/>
                    <a:pt x="144723" y="144357"/>
                    <a:pt x="145376" y="145649"/>
                  </a:cubicBezTo>
                  <a:cubicBezTo>
                    <a:pt x="145590" y="145661"/>
                    <a:pt x="145804" y="145661"/>
                    <a:pt x="146019" y="145661"/>
                  </a:cubicBezTo>
                  <a:cubicBezTo>
                    <a:pt x="145964" y="143902"/>
                    <a:pt x="146046" y="143165"/>
                    <a:pt x="146247" y="143165"/>
                  </a:cubicBezTo>
                  <a:cubicBezTo>
                    <a:pt x="146479" y="143165"/>
                    <a:pt x="146870" y="144156"/>
                    <a:pt x="147388" y="145697"/>
                  </a:cubicBezTo>
                  <a:cubicBezTo>
                    <a:pt x="151817" y="145792"/>
                    <a:pt x="155913" y="145947"/>
                    <a:pt x="159759" y="146161"/>
                  </a:cubicBezTo>
                  <a:cubicBezTo>
                    <a:pt x="159711" y="146375"/>
                    <a:pt x="159675" y="146601"/>
                    <a:pt x="159640" y="146828"/>
                  </a:cubicBezTo>
                  <a:cubicBezTo>
                    <a:pt x="161128" y="146685"/>
                    <a:pt x="162664" y="146554"/>
                    <a:pt x="164223" y="146447"/>
                  </a:cubicBezTo>
                  <a:cubicBezTo>
                    <a:pt x="165795" y="146554"/>
                    <a:pt x="167319" y="146685"/>
                    <a:pt x="168819" y="146828"/>
                  </a:cubicBezTo>
                  <a:cubicBezTo>
                    <a:pt x="168772" y="146601"/>
                    <a:pt x="168736" y="146375"/>
                    <a:pt x="168700" y="146161"/>
                  </a:cubicBezTo>
                  <a:cubicBezTo>
                    <a:pt x="171915" y="145982"/>
                    <a:pt x="175296" y="145851"/>
                    <a:pt x="178916" y="145744"/>
                  </a:cubicBezTo>
                  <a:cubicBezTo>
                    <a:pt x="179702" y="145304"/>
                    <a:pt x="180464" y="144792"/>
                    <a:pt x="181309" y="144435"/>
                  </a:cubicBezTo>
                  <a:lnTo>
                    <a:pt x="181309" y="144435"/>
                  </a:lnTo>
                  <a:cubicBezTo>
                    <a:pt x="181190" y="145256"/>
                    <a:pt x="181059" y="146054"/>
                    <a:pt x="180916" y="146816"/>
                  </a:cubicBezTo>
                  <a:cubicBezTo>
                    <a:pt x="186714" y="146268"/>
                    <a:pt x="193001" y="145947"/>
                    <a:pt x="200204" y="145744"/>
                  </a:cubicBezTo>
                  <a:cubicBezTo>
                    <a:pt x="200347" y="145661"/>
                    <a:pt x="200490" y="145578"/>
                    <a:pt x="200645" y="145494"/>
                  </a:cubicBezTo>
                  <a:cubicBezTo>
                    <a:pt x="201770" y="145488"/>
                    <a:pt x="202904" y="145485"/>
                    <a:pt x="204039" y="145485"/>
                  </a:cubicBezTo>
                  <a:cubicBezTo>
                    <a:pt x="205175" y="145485"/>
                    <a:pt x="206312" y="145488"/>
                    <a:pt x="207443" y="145494"/>
                  </a:cubicBezTo>
                  <a:cubicBezTo>
                    <a:pt x="207443" y="145530"/>
                    <a:pt x="207443" y="145566"/>
                    <a:pt x="207431" y="145601"/>
                  </a:cubicBezTo>
                  <a:cubicBezTo>
                    <a:pt x="209741" y="145566"/>
                    <a:pt x="212253" y="145542"/>
                    <a:pt x="214873" y="145518"/>
                  </a:cubicBezTo>
                  <a:cubicBezTo>
                    <a:pt x="218004" y="145542"/>
                    <a:pt x="220981" y="145578"/>
                    <a:pt x="223683" y="145625"/>
                  </a:cubicBezTo>
                  <a:cubicBezTo>
                    <a:pt x="223671" y="145578"/>
                    <a:pt x="223671" y="145530"/>
                    <a:pt x="223671" y="145494"/>
                  </a:cubicBezTo>
                  <a:cubicBezTo>
                    <a:pt x="224183" y="145494"/>
                    <a:pt x="224695" y="145482"/>
                    <a:pt x="225207" y="145482"/>
                  </a:cubicBezTo>
                  <a:cubicBezTo>
                    <a:pt x="225243" y="145542"/>
                    <a:pt x="225267" y="145601"/>
                    <a:pt x="225291" y="145649"/>
                  </a:cubicBezTo>
                  <a:cubicBezTo>
                    <a:pt x="225517" y="145661"/>
                    <a:pt x="225731" y="145661"/>
                    <a:pt x="225945" y="145661"/>
                  </a:cubicBezTo>
                  <a:cubicBezTo>
                    <a:pt x="225945" y="145601"/>
                    <a:pt x="225934" y="145542"/>
                    <a:pt x="225934" y="145482"/>
                  </a:cubicBezTo>
                  <a:cubicBezTo>
                    <a:pt x="226374" y="145482"/>
                    <a:pt x="226803" y="145482"/>
                    <a:pt x="227243" y="145494"/>
                  </a:cubicBezTo>
                  <a:cubicBezTo>
                    <a:pt x="227267" y="145554"/>
                    <a:pt x="227291" y="145625"/>
                    <a:pt x="227315" y="145697"/>
                  </a:cubicBezTo>
                  <a:cubicBezTo>
                    <a:pt x="235411" y="145875"/>
                    <a:pt x="242376" y="146220"/>
                    <a:pt x="248734" y="146816"/>
                  </a:cubicBezTo>
                  <a:cubicBezTo>
                    <a:pt x="248651" y="146363"/>
                    <a:pt x="248579" y="145899"/>
                    <a:pt x="248508" y="145423"/>
                  </a:cubicBezTo>
                  <a:lnTo>
                    <a:pt x="248508" y="145423"/>
                  </a:lnTo>
                  <a:cubicBezTo>
                    <a:pt x="248532" y="145506"/>
                    <a:pt x="248567" y="145601"/>
                    <a:pt x="248591" y="145697"/>
                  </a:cubicBezTo>
                  <a:cubicBezTo>
                    <a:pt x="256699" y="145875"/>
                    <a:pt x="263664" y="146220"/>
                    <a:pt x="270022" y="146816"/>
                  </a:cubicBezTo>
                  <a:cubicBezTo>
                    <a:pt x="268463" y="138065"/>
                    <a:pt x="268082" y="126123"/>
                    <a:pt x="268606" y="114598"/>
                  </a:cubicBezTo>
                  <a:cubicBezTo>
                    <a:pt x="267939" y="114478"/>
                    <a:pt x="263926" y="114038"/>
                    <a:pt x="266462" y="113466"/>
                  </a:cubicBezTo>
                  <a:cubicBezTo>
                    <a:pt x="266546" y="113288"/>
                    <a:pt x="266808" y="113347"/>
                    <a:pt x="266974" y="113312"/>
                  </a:cubicBezTo>
                  <a:cubicBezTo>
                    <a:pt x="267105" y="113205"/>
                    <a:pt x="267236" y="113109"/>
                    <a:pt x="267367" y="113002"/>
                  </a:cubicBezTo>
                  <a:cubicBezTo>
                    <a:pt x="267391" y="112954"/>
                    <a:pt x="267403" y="112919"/>
                    <a:pt x="267415" y="112871"/>
                  </a:cubicBezTo>
                  <a:cubicBezTo>
                    <a:pt x="258878" y="111740"/>
                    <a:pt x="264557" y="111323"/>
                    <a:pt x="268856" y="110121"/>
                  </a:cubicBezTo>
                  <a:cubicBezTo>
                    <a:pt x="268951" y="108668"/>
                    <a:pt x="269070" y="107228"/>
                    <a:pt x="269189" y="105811"/>
                  </a:cubicBezTo>
                  <a:cubicBezTo>
                    <a:pt x="269463" y="105846"/>
                    <a:pt x="269749" y="105870"/>
                    <a:pt x="270022" y="105894"/>
                  </a:cubicBezTo>
                  <a:cubicBezTo>
                    <a:pt x="269832" y="104834"/>
                    <a:pt x="269653" y="103727"/>
                    <a:pt x="269510" y="102584"/>
                  </a:cubicBezTo>
                  <a:cubicBezTo>
                    <a:pt x="270094" y="97036"/>
                    <a:pt x="270903" y="91940"/>
                    <a:pt x="271904" y="87809"/>
                  </a:cubicBezTo>
                  <a:lnTo>
                    <a:pt x="271904" y="87809"/>
                  </a:lnTo>
                  <a:cubicBezTo>
                    <a:pt x="270725" y="87928"/>
                    <a:pt x="269570" y="88047"/>
                    <a:pt x="268451" y="88154"/>
                  </a:cubicBezTo>
                  <a:cubicBezTo>
                    <a:pt x="268320" y="83427"/>
                    <a:pt x="268379" y="78510"/>
                    <a:pt x="268606" y="73664"/>
                  </a:cubicBezTo>
                  <a:cubicBezTo>
                    <a:pt x="267939" y="73557"/>
                    <a:pt x="263926" y="73104"/>
                    <a:pt x="266462" y="72545"/>
                  </a:cubicBezTo>
                  <a:cubicBezTo>
                    <a:pt x="266546" y="72366"/>
                    <a:pt x="266808" y="72426"/>
                    <a:pt x="266974" y="72390"/>
                  </a:cubicBezTo>
                  <a:cubicBezTo>
                    <a:pt x="267105" y="72283"/>
                    <a:pt x="267236" y="72176"/>
                    <a:pt x="267367" y="72069"/>
                  </a:cubicBezTo>
                  <a:cubicBezTo>
                    <a:pt x="267391" y="72033"/>
                    <a:pt x="267403" y="71985"/>
                    <a:pt x="267415" y="71949"/>
                  </a:cubicBezTo>
                  <a:cubicBezTo>
                    <a:pt x="258878" y="70818"/>
                    <a:pt x="264557" y="70402"/>
                    <a:pt x="268856" y="69199"/>
                  </a:cubicBezTo>
                  <a:cubicBezTo>
                    <a:pt x="269415" y="60770"/>
                    <a:pt x="270463" y="52840"/>
                    <a:pt x="271904" y="46875"/>
                  </a:cubicBezTo>
                  <a:lnTo>
                    <a:pt x="271904" y="46875"/>
                  </a:lnTo>
                  <a:cubicBezTo>
                    <a:pt x="270606" y="47006"/>
                    <a:pt x="269344" y="47137"/>
                    <a:pt x="268105" y="47256"/>
                  </a:cubicBezTo>
                  <a:cubicBezTo>
                    <a:pt x="267713" y="40803"/>
                    <a:pt x="267689" y="33719"/>
                    <a:pt x="268010" y="26789"/>
                  </a:cubicBezTo>
                  <a:cubicBezTo>
                    <a:pt x="267343" y="26670"/>
                    <a:pt x="263331" y="26230"/>
                    <a:pt x="265867" y="25658"/>
                  </a:cubicBezTo>
                  <a:cubicBezTo>
                    <a:pt x="265950" y="25479"/>
                    <a:pt x="266212" y="25539"/>
                    <a:pt x="266379" y="25503"/>
                  </a:cubicBezTo>
                  <a:cubicBezTo>
                    <a:pt x="266510" y="25396"/>
                    <a:pt x="266641" y="25301"/>
                    <a:pt x="266772" y="25194"/>
                  </a:cubicBezTo>
                  <a:cubicBezTo>
                    <a:pt x="266796" y="25146"/>
                    <a:pt x="266808" y="25110"/>
                    <a:pt x="266820" y="25063"/>
                  </a:cubicBezTo>
                  <a:cubicBezTo>
                    <a:pt x="258283" y="23932"/>
                    <a:pt x="263962" y="23515"/>
                    <a:pt x="268260" y="22312"/>
                  </a:cubicBezTo>
                  <a:cubicBezTo>
                    <a:pt x="268415" y="19919"/>
                    <a:pt x="268856" y="15300"/>
                    <a:pt x="268856" y="15300"/>
                  </a:cubicBezTo>
                  <a:lnTo>
                    <a:pt x="254901" y="1453"/>
                  </a:lnTo>
                  <a:cubicBezTo>
                    <a:pt x="254901" y="1453"/>
                    <a:pt x="251413" y="1679"/>
                    <a:pt x="249615" y="1774"/>
                  </a:cubicBezTo>
                  <a:cubicBezTo>
                    <a:pt x="249746" y="1167"/>
                    <a:pt x="249889" y="572"/>
                    <a:pt x="250020" y="0"/>
                  </a:cubicBezTo>
                  <a:lnTo>
                    <a:pt x="250020" y="0"/>
                  </a:lnTo>
                  <a:cubicBezTo>
                    <a:pt x="240828" y="929"/>
                    <a:pt x="233577" y="1572"/>
                    <a:pt x="225017" y="1929"/>
                  </a:cubicBezTo>
                  <a:cubicBezTo>
                    <a:pt x="224814" y="2179"/>
                    <a:pt x="224600" y="2441"/>
                    <a:pt x="224386" y="2715"/>
                  </a:cubicBezTo>
                  <a:cubicBezTo>
                    <a:pt x="223731" y="2953"/>
                    <a:pt x="223112" y="3274"/>
                    <a:pt x="222647" y="3751"/>
                  </a:cubicBezTo>
                  <a:cubicBezTo>
                    <a:pt x="222755" y="3346"/>
                    <a:pt x="222945" y="2774"/>
                    <a:pt x="223219" y="2000"/>
                  </a:cubicBezTo>
                  <a:cubicBezTo>
                    <a:pt x="223094" y="1992"/>
                    <a:pt x="222968" y="1988"/>
                    <a:pt x="222843" y="1988"/>
                  </a:cubicBezTo>
                  <a:cubicBezTo>
                    <a:pt x="221740" y="1988"/>
                    <a:pt x="220632" y="2285"/>
                    <a:pt x="219537" y="2285"/>
                  </a:cubicBezTo>
                  <a:cubicBezTo>
                    <a:pt x="219371" y="2285"/>
                    <a:pt x="219205" y="2278"/>
                    <a:pt x="219040" y="2262"/>
                  </a:cubicBezTo>
                  <a:cubicBezTo>
                    <a:pt x="218567" y="2506"/>
                    <a:pt x="218202" y="2952"/>
                    <a:pt x="217926" y="2952"/>
                  </a:cubicBezTo>
                  <a:cubicBezTo>
                    <a:pt x="217744" y="2952"/>
                    <a:pt x="217601" y="2757"/>
                    <a:pt x="217492" y="2179"/>
                  </a:cubicBezTo>
                  <a:cubicBezTo>
                    <a:pt x="216420" y="2203"/>
                    <a:pt x="215337" y="2227"/>
                    <a:pt x="214218" y="2239"/>
                  </a:cubicBezTo>
                  <a:cubicBezTo>
                    <a:pt x="210515" y="2179"/>
                    <a:pt x="207169" y="2084"/>
                    <a:pt x="204002" y="1965"/>
                  </a:cubicBezTo>
                  <a:cubicBezTo>
                    <a:pt x="203967" y="2131"/>
                    <a:pt x="203943" y="2298"/>
                    <a:pt x="203919" y="2453"/>
                  </a:cubicBezTo>
                  <a:cubicBezTo>
                    <a:pt x="203550" y="2560"/>
                    <a:pt x="203181" y="2679"/>
                    <a:pt x="202824" y="2822"/>
                  </a:cubicBezTo>
                  <a:cubicBezTo>
                    <a:pt x="202776" y="2548"/>
                    <a:pt x="202728" y="2239"/>
                    <a:pt x="202681" y="1905"/>
                  </a:cubicBezTo>
                  <a:cubicBezTo>
                    <a:pt x="194453" y="1524"/>
                    <a:pt x="187357" y="905"/>
                    <a:pt x="178440" y="0"/>
                  </a:cubicBezTo>
                  <a:lnTo>
                    <a:pt x="178440" y="0"/>
                  </a:lnTo>
                  <a:cubicBezTo>
                    <a:pt x="178582" y="572"/>
                    <a:pt x="178713" y="1167"/>
                    <a:pt x="178844" y="1774"/>
                  </a:cubicBezTo>
                  <a:cubicBezTo>
                    <a:pt x="175773" y="1607"/>
                    <a:pt x="172832" y="1417"/>
                    <a:pt x="169831" y="1179"/>
                  </a:cubicBezTo>
                  <a:cubicBezTo>
                    <a:pt x="169927" y="774"/>
                    <a:pt x="170010" y="381"/>
                    <a:pt x="170105" y="0"/>
                  </a:cubicBezTo>
                  <a:lnTo>
                    <a:pt x="170105" y="0"/>
                  </a:lnTo>
                  <a:cubicBezTo>
                    <a:pt x="167843" y="226"/>
                    <a:pt x="165700" y="441"/>
                    <a:pt x="163628" y="631"/>
                  </a:cubicBezTo>
                  <a:cubicBezTo>
                    <a:pt x="161556" y="441"/>
                    <a:pt x="159413" y="226"/>
                    <a:pt x="157163" y="0"/>
                  </a:cubicBezTo>
                  <a:lnTo>
                    <a:pt x="157163" y="0"/>
                  </a:lnTo>
                  <a:cubicBezTo>
                    <a:pt x="157246" y="381"/>
                    <a:pt x="157342" y="774"/>
                    <a:pt x="157425" y="1179"/>
                  </a:cubicBezTo>
                  <a:cubicBezTo>
                    <a:pt x="153377" y="1500"/>
                    <a:pt x="149400" y="1750"/>
                    <a:pt x="145102" y="1929"/>
                  </a:cubicBezTo>
                  <a:cubicBezTo>
                    <a:pt x="144154" y="3043"/>
                    <a:pt x="143049" y="4616"/>
                    <a:pt x="142712" y="4616"/>
                  </a:cubicBezTo>
                  <a:cubicBezTo>
                    <a:pt x="142491" y="4616"/>
                    <a:pt x="142601" y="3936"/>
                    <a:pt x="143304" y="2000"/>
                  </a:cubicBezTo>
                  <a:cubicBezTo>
                    <a:pt x="143179" y="1992"/>
                    <a:pt x="143053" y="1988"/>
                    <a:pt x="142928" y="1988"/>
                  </a:cubicBezTo>
                  <a:cubicBezTo>
                    <a:pt x="141825" y="1988"/>
                    <a:pt x="140718" y="2285"/>
                    <a:pt x="139622" y="2285"/>
                  </a:cubicBezTo>
                  <a:cubicBezTo>
                    <a:pt x="139456" y="2285"/>
                    <a:pt x="139290" y="2278"/>
                    <a:pt x="139125" y="2262"/>
                  </a:cubicBezTo>
                  <a:cubicBezTo>
                    <a:pt x="138780" y="2441"/>
                    <a:pt x="138494" y="2715"/>
                    <a:pt x="138256" y="2858"/>
                  </a:cubicBezTo>
                  <a:lnTo>
                    <a:pt x="138256" y="2250"/>
                  </a:lnTo>
                  <a:cubicBezTo>
                    <a:pt x="138030" y="2250"/>
                    <a:pt x="137803" y="2239"/>
                    <a:pt x="137589" y="2239"/>
                  </a:cubicBezTo>
                  <a:cubicBezTo>
                    <a:pt x="137577" y="2215"/>
                    <a:pt x="137577" y="2203"/>
                    <a:pt x="137565" y="2179"/>
                  </a:cubicBezTo>
                  <a:cubicBezTo>
                    <a:pt x="137041" y="2191"/>
                    <a:pt x="136494" y="2203"/>
                    <a:pt x="135946" y="2215"/>
                  </a:cubicBezTo>
                  <a:cubicBezTo>
                    <a:pt x="135410" y="2203"/>
                    <a:pt x="134863" y="2191"/>
                    <a:pt x="134327" y="2179"/>
                  </a:cubicBezTo>
                  <a:cubicBezTo>
                    <a:pt x="134327" y="2203"/>
                    <a:pt x="134327" y="2215"/>
                    <a:pt x="134315" y="2239"/>
                  </a:cubicBezTo>
                  <a:cubicBezTo>
                    <a:pt x="134089" y="2239"/>
                    <a:pt x="133874" y="2250"/>
                    <a:pt x="133648" y="2250"/>
                  </a:cubicBezTo>
                  <a:lnTo>
                    <a:pt x="133648" y="2858"/>
                  </a:lnTo>
                  <a:cubicBezTo>
                    <a:pt x="133410" y="2715"/>
                    <a:pt x="133124" y="2441"/>
                    <a:pt x="132779" y="2262"/>
                  </a:cubicBezTo>
                  <a:cubicBezTo>
                    <a:pt x="132604" y="2280"/>
                    <a:pt x="132429" y="2288"/>
                    <a:pt x="132254" y="2288"/>
                  </a:cubicBezTo>
                  <a:cubicBezTo>
                    <a:pt x="131165" y="2288"/>
                    <a:pt x="130064" y="1988"/>
                    <a:pt x="128968" y="1988"/>
                  </a:cubicBezTo>
                  <a:cubicBezTo>
                    <a:pt x="128845" y="1988"/>
                    <a:pt x="128723" y="1992"/>
                    <a:pt x="128600" y="2000"/>
                  </a:cubicBezTo>
                  <a:cubicBezTo>
                    <a:pt x="129303" y="3936"/>
                    <a:pt x="129413" y="4616"/>
                    <a:pt x="129192" y="4616"/>
                  </a:cubicBezTo>
                  <a:cubicBezTo>
                    <a:pt x="128855" y="4616"/>
                    <a:pt x="127750" y="3043"/>
                    <a:pt x="126802" y="1929"/>
                  </a:cubicBezTo>
                  <a:cubicBezTo>
                    <a:pt x="122492" y="1750"/>
                    <a:pt x="118527" y="1500"/>
                    <a:pt x="114467" y="1179"/>
                  </a:cubicBezTo>
                  <a:cubicBezTo>
                    <a:pt x="114562" y="774"/>
                    <a:pt x="114646" y="381"/>
                    <a:pt x="114741" y="0"/>
                  </a:cubicBezTo>
                  <a:lnTo>
                    <a:pt x="114741" y="0"/>
                  </a:lnTo>
                  <a:cubicBezTo>
                    <a:pt x="112491" y="226"/>
                    <a:pt x="110348" y="441"/>
                    <a:pt x="108276" y="631"/>
                  </a:cubicBezTo>
                  <a:cubicBezTo>
                    <a:pt x="106192" y="441"/>
                    <a:pt x="104061" y="226"/>
                    <a:pt x="101799" y="0"/>
                  </a:cubicBezTo>
                  <a:lnTo>
                    <a:pt x="101799" y="0"/>
                  </a:lnTo>
                  <a:cubicBezTo>
                    <a:pt x="101894" y="381"/>
                    <a:pt x="101978" y="774"/>
                    <a:pt x="102073" y="1179"/>
                  </a:cubicBezTo>
                  <a:cubicBezTo>
                    <a:pt x="99072" y="1417"/>
                    <a:pt x="96132" y="1607"/>
                    <a:pt x="93060" y="1774"/>
                  </a:cubicBezTo>
                  <a:cubicBezTo>
                    <a:pt x="93191" y="1167"/>
                    <a:pt x="93322" y="572"/>
                    <a:pt x="93465" y="0"/>
                  </a:cubicBezTo>
                  <a:lnTo>
                    <a:pt x="93465" y="0"/>
                  </a:lnTo>
                  <a:cubicBezTo>
                    <a:pt x="84535" y="905"/>
                    <a:pt x="77439" y="1524"/>
                    <a:pt x="69212" y="1905"/>
                  </a:cubicBezTo>
                  <a:cubicBezTo>
                    <a:pt x="69164" y="2239"/>
                    <a:pt x="69116" y="2548"/>
                    <a:pt x="69081" y="2822"/>
                  </a:cubicBezTo>
                  <a:cubicBezTo>
                    <a:pt x="68723" y="2667"/>
                    <a:pt x="68342" y="2548"/>
                    <a:pt x="67973" y="2453"/>
                  </a:cubicBezTo>
                  <a:cubicBezTo>
                    <a:pt x="67950" y="2298"/>
                    <a:pt x="67926" y="2131"/>
                    <a:pt x="67902" y="1953"/>
                  </a:cubicBezTo>
                  <a:cubicBezTo>
                    <a:pt x="64735" y="2084"/>
                    <a:pt x="61377" y="2179"/>
                    <a:pt x="57686" y="2239"/>
                  </a:cubicBezTo>
                  <a:cubicBezTo>
                    <a:pt x="56567" y="2227"/>
                    <a:pt x="55472" y="2203"/>
                    <a:pt x="54412" y="2179"/>
                  </a:cubicBezTo>
                  <a:cubicBezTo>
                    <a:pt x="54303" y="2757"/>
                    <a:pt x="54160" y="2952"/>
                    <a:pt x="53977" y="2952"/>
                  </a:cubicBezTo>
                  <a:cubicBezTo>
                    <a:pt x="53701" y="2952"/>
                    <a:pt x="53333" y="2506"/>
                    <a:pt x="52852" y="2262"/>
                  </a:cubicBezTo>
                  <a:cubicBezTo>
                    <a:pt x="52687" y="2278"/>
                    <a:pt x="52522" y="2285"/>
                    <a:pt x="52356" y="2285"/>
                  </a:cubicBezTo>
                  <a:cubicBezTo>
                    <a:pt x="51262" y="2285"/>
                    <a:pt x="50161" y="1988"/>
                    <a:pt x="49052" y="1988"/>
                  </a:cubicBezTo>
                  <a:cubicBezTo>
                    <a:pt x="48926" y="1988"/>
                    <a:pt x="48800" y="1992"/>
                    <a:pt x="48673" y="2000"/>
                  </a:cubicBezTo>
                  <a:cubicBezTo>
                    <a:pt x="48959" y="2774"/>
                    <a:pt x="49138" y="3346"/>
                    <a:pt x="49257" y="3751"/>
                  </a:cubicBezTo>
                  <a:cubicBezTo>
                    <a:pt x="48792" y="3274"/>
                    <a:pt x="48173" y="2953"/>
                    <a:pt x="47518" y="2703"/>
                  </a:cubicBezTo>
                  <a:cubicBezTo>
                    <a:pt x="47304" y="2441"/>
                    <a:pt x="47090" y="2179"/>
                    <a:pt x="46875" y="1929"/>
                  </a:cubicBezTo>
                  <a:cubicBezTo>
                    <a:pt x="38315" y="1572"/>
                    <a:pt x="31064" y="929"/>
                    <a:pt x="21872" y="0"/>
                  </a:cubicBezTo>
                  <a:lnTo>
                    <a:pt x="21872" y="0"/>
                  </a:lnTo>
                  <a:cubicBezTo>
                    <a:pt x="22015" y="572"/>
                    <a:pt x="22146" y="1167"/>
                    <a:pt x="22277" y="1774"/>
                  </a:cubicBezTo>
                  <a:cubicBezTo>
                    <a:pt x="15098" y="1393"/>
                    <a:pt x="8573" y="810"/>
                    <a:pt x="5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1" name="Google Shape;1451;p78"/>
            <p:cNvSpPr/>
            <p:nvPr/>
          </p:nvSpPr>
          <p:spPr>
            <a:xfrm>
              <a:off x="283950" y="193150"/>
              <a:ext cx="8615526" cy="4752359"/>
            </a:xfrm>
            <a:custGeom>
              <a:rect b="b" l="l" r="r" t="t"/>
              <a:pathLst>
                <a:path extrusionOk="0" h="146757" w="269046">
                  <a:moveTo>
                    <a:pt x="21241" y="131"/>
                  </a:moveTo>
                  <a:cubicBezTo>
                    <a:pt x="20884" y="346"/>
                    <a:pt x="20527" y="572"/>
                    <a:pt x="20170" y="798"/>
                  </a:cubicBezTo>
                  <a:cubicBezTo>
                    <a:pt x="20217" y="953"/>
                    <a:pt x="20253" y="1120"/>
                    <a:pt x="20289" y="1286"/>
                  </a:cubicBezTo>
                  <a:cubicBezTo>
                    <a:pt x="20860" y="929"/>
                    <a:pt x="21432" y="560"/>
                    <a:pt x="22015" y="203"/>
                  </a:cubicBezTo>
                  <a:cubicBezTo>
                    <a:pt x="21753" y="179"/>
                    <a:pt x="21503" y="155"/>
                    <a:pt x="21241" y="131"/>
                  </a:cubicBezTo>
                  <a:close/>
                  <a:moveTo>
                    <a:pt x="18777" y="1691"/>
                  </a:moveTo>
                  <a:cubicBezTo>
                    <a:pt x="18515" y="1858"/>
                    <a:pt x="18265" y="2012"/>
                    <a:pt x="18015" y="2179"/>
                  </a:cubicBezTo>
                  <a:cubicBezTo>
                    <a:pt x="11788" y="6263"/>
                    <a:pt x="6156" y="10644"/>
                    <a:pt x="1155" y="15252"/>
                  </a:cubicBezTo>
                  <a:cubicBezTo>
                    <a:pt x="1179" y="15455"/>
                    <a:pt x="1203" y="15657"/>
                    <a:pt x="1215" y="15848"/>
                  </a:cubicBezTo>
                  <a:cubicBezTo>
                    <a:pt x="6263" y="11156"/>
                    <a:pt x="11966" y="6727"/>
                    <a:pt x="18277" y="2584"/>
                  </a:cubicBezTo>
                  <a:cubicBezTo>
                    <a:pt x="18705" y="2298"/>
                    <a:pt x="19146" y="2012"/>
                    <a:pt x="19574" y="1739"/>
                  </a:cubicBezTo>
                  <a:cubicBezTo>
                    <a:pt x="19312" y="1727"/>
                    <a:pt x="19039" y="1703"/>
                    <a:pt x="18777" y="1691"/>
                  </a:cubicBezTo>
                  <a:close/>
                  <a:moveTo>
                    <a:pt x="257199" y="5608"/>
                  </a:moveTo>
                  <a:cubicBezTo>
                    <a:pt x="259819" y="11180"/>
                    <a:pt x="262128" y="16943"/>
                    <a:pt x="264105" y="22884"/>
                  </a:cubicBezTo>
                  <a:cubicBezTo>
                    <a:pt x="264307" y="22836"/>
                    <a:pt x="264522" y="22789"/>
                    <a:pt x="264736" y="22741"/>
                  </a:cubicBezTo>
                  <a:cubicBezTo>
                    <a:pt x="262950" y="17360"/>
                    <a:pt x="260890" y="12085"/>
                    <a:pt x="258557" y="6942"/>
                  </a:cubicBezTo>
                  <a:lnTo>
                    <a:pt x="257199" y="5608"/>
                  </a:lnTo>
                  <a:close/>
                  <a:moveTo>
                    <a:pt x="234685" y="1239"/>
                  </a:moveTo>
                  <a:cubicBezTo>
                    <a:pt x="234423" y="1262"/>
                    <a:pt x="234149" y="1286"/>
                    <a:pt x="233887" y="1298"/>
                  </a:cubicBezTo>
                  <a:cubicBezTo>
                    <a:pt x="234554" y="1727"/>
                    <a:pt x="235220" y="2143"/>
                    <a:pt x="235875" y="2584"/>
                  </a:cubicBezTo>
                  <a:cubicBezTo>
                    <a:pt x="245662" y="9001"/>
                    <a:pt x="253961" y="16145"/>
                    <a:pt x="260676" y="23813"/>
                  </a:cubicBezTo>
                  <a:cubicBezTo>
                    <a:pt x="260783" y="23741"/>
                    <a:pt x="260938" y="23682"/>
                    <a:pt x="261140" y="23610"/>
                  </a:cubicBezTo>
                  <a:cubicBezTo>
                    <a:pt x="254377" y="15871"/>
                    <a:pt x="246007" y="8656"/>
                    <a:pt x="236137" y="2179"/>
                  </a:cubicBezTo>
                  <a:cubicBezTo>
                    <a:pt x="235649" y="1870"/>
                    <a:pt x="235173" y="1548"/>
                    <a:pt x="234685" y="1239"/>
                  </a:cubicBezTo>
                  <a:close/>
                  <a:moveTo>
                    <a:pt x="264807" y="25051"/>
                  </a:moveTo>
                  <a:lnTo>
                    <a:pt x="264867" y="25218"/>
                  </a:lnTo>
                  <a:cubicBezTo>
                    <a:pt x="264879" y="25218"/>
                    <a:pt x="264879" y="25206"/>
                    <a:pt x="264891" y="25194"/>
                  </a:cubicBezTo>
                  <a:cubicBezTo>
                    <a:pt x="264914" y="25158"/>
                    <a:pt x="264926" y="25111"/>
                    <a:pt x="264938" y="25075"/>
                  </a:cubicBezTo>
                  <a:cubicBezTo>
                    <a:pt x="264891" y="25063"/>
                    <a:pt x="264855" y="25063"/>
                    <a:pt x="264807" y="25051"/>
                  </a:cubicBezTo>
                  <a:close/>
                  <a:moveTo>
                    <a:pt x="265319" y="26670"/>
                  </a:moveTo>
                  <a:lnTo>
                    <a:pt x="265319" y="26670"/>
                  </a:lnTo>
                  <a:cubicBezTo>
                    <a:pt x="265557" y="27480"/>
                    <a:pt x="265807" y="28290"/>
                    <a:pt x="266034" y="29099"/>
                  </a:cubicBezTo>
                  <a:cubicBezTo>
                    <a:pt x="266057" y="28444"/>
                    <a:pt x="266081" y="27789"/>
                    <a:pt x="266117" y="27135"/>
                  </a:cubicBezTo>
                  <a:cubicBezTo>
                    <a:pt x="266081" y="27016"/>
                    <a:pt x="266046" y="26896"/>
                    <a:pt x="266010" y="26777"/>
                  </a:cubicBezTo>
                  <a:cubicBezTo>
                    <a:pt x="265843" y="26754"/>
                    <a:pt x="265593" y="26718"/>
                    <a:pt x="265319" y="26670"/>
                  </a:cubicBezTo>
                  <a:close/>
                  <a:moveTo>
                    <a:pt x="261188" y="24408"/>
                  </a:moveTo>
                  <a:lnTo>
                    <a:pt x="261188" y="24408"/>
                  </a:lnTo>
                  <a:cubicBezTo>
                    <a:pt x="262902" y="26396"/>
                    <a:pt x="264498" y="28409"/>
                    <a:pt x="265998" y="30456"/>
                  </a:cubicBezTo>
                  <a:cubicBezTo>
                    <a:pt x="265998" y="30195"/>
                    <a:pt x="266010" y="29944"/>
                    <a:pt x="266022" y="29683"/>
                  </a:cubicBezTo>
                  <a:cubicBezTo>
                    <a:pt x="265153" y="28516"/>
                    <a:pt x="264260" y="27361"/>
                    <a:pt x="263331" y="26218"/>
                  </a:cubicBezTo>
                  <a:cubicBezTo>
                    <a:pt x="263200" y="26158"/>
                    <a:pt x="263140" y="26087"/>
                    <a:pt x="263164" y="26015"/>
                  </a:cubicBezTo>
                  <a:cubicBezTo>
                    <a:pt x="262771" y="25539"/>
                    <a:pt x="262378" y="25075"/>
                    <a:pt x="261986" y="24599"/>
                  </a:cubicBezTo>
                  <a:cubicBezTo>
                    <a:pt x="261664" y="24539"/>
                    <a:pt x="261402" y="24468"/>
                    <a:pt x="261188" y="24408"/>
                  </a:cubicBezTo>
                  <a:close/>
                  <a:moveTo>
                    <a:pt x="127076" y="17431"/>
                  </a:moveTo>
                  <a:cubicBezTo>
                    <a:pt x="133339" y="17431"/>
                    <a:pt x="139506" y="17574"/>
                    <a:pt x="145578" y="17848"/>
                  </a:cubicBezTo>
                  <a:cubicBezTo>
                    <a:pt x="146150" y="29278"/>
                    <a:pt x="146554" y="41363"/>
                    <a:pt x="146769" y="53924"/>
                  </a:cubicBezTo>
                  <a:cubicBezTo>
                    <a:pt x="140292" y="53816"/>
                    <a:pt x="133720" y="53769"/>
                    <a:pt x="127076" y="53769"/>
                  </a:cubicBezTo>
                  <a:cubicBezTo>
                    <a:pt x="120432" y="53769"/>
                    <a:pt x="113860" y="53816"/>
                    <a:pt x="107371" y="53924"/>
                  </a:cubicBezTo>
                  <a:cubicBezTo>
                    <a:pt x="107585" y="41363"/>
                    <a:pt x="107990" y="29278"/>
                    <a:pt x="108562" y="17848"/>
                  </a:cubicBezTo>
                  <a:cubicBezTo>
                    <a:pt x="114634" y="17574"/>
                    <a:pt x="120813" y="17431"/>
                    <a:pt x="127076" y="17431"/>
                  </a:cubicBezTo>
                  <a:close/>
                  <a:moveTo>
                    <a:pt x="108359" y="17848"/>
                  </a:moveTo>
                  <a:cubicBezTo>
                    <a:pt x="107776" y="29385"/>
                    <a:pt x="107371" y="41482"/>
                    <a:pt x="107169" y="53924"/>
                  </a:cubicBezTo>
                  <a:cubicBezTo>
                    <a:pt x="94727" y="54138"/>
                    <a:pt x="82630" y="54531"/>
                    <a:pt x="71093" y="55114"/>
                  </a:cubicBezTo>
                  <a:cubicBezTo>
                    <a:pt x="71617" y="43244"/>
                    <a:pt x="72640" y="31766"/>
                    <a:pt x="74117" y="20872"/>
                  </a:cubicBezTo>
                  <a:cubicBezTo>
                    <a:pt x="85011" y="19407"/>
                    <a:pt x="96477" y="18384"/>
                    <a:pt x="108359" y="17848"/>
                  </a:cubicBezTo>
                  <a:close/>
                  <a:moveTo>
                    <a:pt x="145792" y="17860"/>
                  </a:moveTo>
                  <a:lnTo>
                    <a:pt x="145792" y="17860"/>
                  </a:lnTo>
                  <a:cubicBezTo>
                    <a:pt x="157675" y="18384"/>
                    <a:pt x="169141" y="19407"/>
                    <a:pt x="180035" y="20884"/>
                  </a:cubicBezTo>
                  <a:cubicBezTo>
                    <a:pt x="181499" y="31766"/>
                    <a:pt x="182523" y="43244"/>
                    <a:pt x="183059" y="55114"/>
                  </a:cubicBezTo>
                  <a:cubicBezTo>
                    <a:pt x="171522" y="54531"/>
                    <a:pt x="159425" y="54138"/>
                    <a:pt x="146983" y="53924"/>
                  </a:cubicBezTo>
                  <a:cubicBezTo>
                    <a:pt x="146781" y="41482"/>
                    <a:pt x="146376" y="29385"/>
                    <a:pt x="145792" y="17860"/>
                  </a:cubicBezTo>
                  <a:close/>
                  <a:moveTo>
                    <a:pt x="73724" y="20931"/>
                  </a:moveTo>
                  <a:lnTo>
                    <a:pt x="73724" y="20931"/>
                  </a:lnTo>
                  <a:cubicBezTo>
                    <a:pt x="72259" y="31909"/>
                    <a:pt x="71247" y="43375"/>
                    <a:pt x="70724" y="55138"/>
                  </a:cubicBezTo>
                  <a:cubicBezTo>
                    <a:pt x="54805" y="55948"/>
                    <a:pt x="39958" y="57103"/>
                    <a:pt x="26742" y="58579"/>
                  </a:cubicBezTo>
                  <a:cubicBezTo>
                    <a:pt x="27373" y="48816"/>
                    <a:pt x="28599" y="39255"/>
                    <a:pt x="30397" y="29992"/>
                  </a:cubicBezTo>
                  <a:cubicBezTo>
                    <a:pt x="43292" y="26158"/>
                    <a:pt x="57901" y="23086"/>
                    <a:pt x="73724" y="20931"/>
                  </a:cubicBezTo>
                  <a:close/>
                  <a:moveTo>
                    <a:pt x="180416" y="20931"/>
                  </a:moveTo>
                  <a:lnTo>
                    <a:pt x="180416" y="20931"/>
                  </a:lnTo>
                  <a:cubicBezTo>
                    <a:pt x="196251" y="23086"/>
                    <a:pt x="210860" y="26170"/>
                    <a:pt x="223755" y="29992"/>
                  </a:cubicBezTo>
                  <a:cubicBezTo>
                    <a:pt x="225552" y="39255"/>
                    <a:pt x="226779" y="48816"/>
                    <a:pt x="227410" y="58579"/>
                  </a:cubicBezTo>
                  <a:cubicBezTo>
                    <a:pt x="214194" y="57103"/>
                    <a:pt x="199335" y="55948"/>
                    <a:pt x="183416" y="55138"/>
                  </a:cubicBezTo>
                  <a:cubicBezTo>
                    <a:pt x="182904" y="43375"/>
                    <a:pt x="181892" y="31909"/>
                    <a:pt x="180416" y="20931"/>
                  </a:cubicBezTo>
                  <a:close/>
                  <a:moveTo>
                    <a:pt x="70724" y="55352"/>
                  </a:moveTo>
                  <a:cubicBezTo>
                    <a:pt x="70450" y="61436"/>
                    <a:pt x="70319" y="67616"/>
                    <a:pt x="70319" y="73843"/>
                  </a:cubicBezTo>
                  <a:cubicBezTo>
                    <a:pt x="70319" y="80070"/>
                    <a:pt x="70450" y="86237"/>
                    <a:pt x="70724" y="92321"/>
                  </a:cubicBezTo>
                  <a:cubicBezTo>
                    <a:pt x="54543" y="91500"/>
                    <a:pt x="39696" y="90333"/>
                    <a:pt x="26730" y="88892"/>
                  </a:cubicBezTo>
                  <a:cubicBezTo>
                    <a:pt x="26420" y="83915"/>
                    <a:pt x="26254" y="78891"/>
                    <a:pt x="26254" y="73843"/>
                  </a:cubicBezTo>
                  <a:cubicBezTo>
                    <a:pt x="26254" y="68783"/>
                    <a:pt x="26420" y="63758"/>
                    <a:pt x="26730" y="58781"/>
                  </a:cubicBezTo>
                  <a:cubicBezTo>
                    <a:pt x="39696" y="57341"/>
                    <a:pt x="54543" y="56174"/>
                    <a:pt x="70724" y="55352"/>
                  </a:cubicBezTo>
                  <a:close/>
                  <a:moveTo>
                    <a:pt x="183428" y="55352"/>
                  </a:moveTo>
                  <a:cubicBezTo>
                    <a:pt x="199609" y="56174"/>
                    <a:pt x="214444" y="57341"/>
                    <a:pt x="227410" y="58781"/>
                  </a:cubicBezTo>
                  <a:cubicBezTo>
                    <a:pt x="227731" y="63758"/>
                    <a:pt x="227886" y="68783"/>
                    <a:pt x="227886" y="73843"/>
                  </a:cubicBezTo>
                  <a:cubicBezTo>
                    <a:pt x="227886" y="78903"/>
                    <a:pt x="227731" y="83915"/>
                    <a:pt x="227410" y="88892"/>
                  </a:cubicBezTo>
                  <a:cubicBezTo>
                    <a:pt x="214444" y="90333"/>
                    <a:pt x="199609" y="91500"/>
                    <a:pt x="183428" y="92321"/>
                  </a:cubicBezTo>
                  <a:cubicBezTo>
                    <a:pt x="183690" y="86237"/>
                    <a:pt x="183833" y="80070"/>
                    <a:pt x="183833" y="73843"/>
                  </a:cubicBezTo>
                  <a:cubicBezTo>
                    <a:pt x="183833" y="67616"/>
                    <a:pt x="183690" y="61436"/>
                    <a:pt x="183428" y="55352"/>
                  </a:cubicBezTo>
                  <a:close/>
                  <a:moveTo>
                    <a:pt x="107157" y="54138"/>
                  </a:moveTo>
                  <a:cubicBezTo>
                    <a:pt x="107050" y="60627"/>
                    <a:pt x="107002" y="67199"/>
                    <a:pt x="107002" y="73843"/>
                  </a:cubicBezTo>
                  <a:cubicBezTo>
                    <a:pt x="107002" y="80475"/>
                    <a:pt x="107050" y="87047"/>
                    <a:pt x="107157" y="93536"/>
                  </a:cubicBezTo>
                  <a:cubicBezTo>
                    <a:pt x="94596" y="93321"/>
                    <a:pt x="82511" y="92917"/>
                    <a:pt x="71081" y="92345"/>
                  </a:cubicBezTo>
                  <a:cubicBezTo>
                    <a:pt x="70807" y="86273"/>
                    <a:pt x="70676" y="80105"/>
                    <a:pt x="70676" y="73843"/>
                  </a:cubicBezTo>
                  <a:cubicBezTo>
                    <a:pt x="70676" y="67580"/>
                    <a:pt x="70807" y="61401"/>
                    <a:pt x="71081" y="55329"/>
                  </a:cubicBezTo>
                  <a:cubicBezTo>
                    <a:pt x="82511" y="54757"/>
                    <a:pt x="94596" y="54352"/>
                    <a:pt x="107157" y="54138"/>
                  </a:cubicBezTo>
                  <a:close/>
                  <a:moveTo>
                    <a:pt x="146983" y="54138"/>
                  </a:moveTo>
                  <a:cubicBezTo>
                    <a:pt x="159544" y="54352"/>
                    <a:pt x="171641" y="54757"/>
                    <a:pt x="183071" y="55329"/>
                  </a:cubicBezTo>
                  <a:cubicBezTo>
                    <a:pt x="183333" y="61401"/>
                    <a:pt x="183476" y="67568"/>
                    <a:pt x="183476" y="73831"/>
                  </a:cubicBezTo>
                  <a:cubicBezTo>
                    <a:pt x="183476" y="80094"/>
                    <a:pt x="183333" y="86273"/>
                    <a:pt x="183071" y="92345"/>
                  </a:cubicBezTo>
                  <a:cubicBezTo>
                    <a:pt x="171641" y="92917"/>
                    <a:pt x="159544" y="93321"/>
                    <a:pt x="146983" y="93536"/>
                  </a:cubicBezTo>
                  <a:cubicBezTo>
                    <a:pt x="147090" y="87047"/>
                    <a:pt x="147150" y="80475"/>
                    <a:pt x="147150" y="73843"/>
                  </a:cubicBezTo>
                  <a:cubicBezTo>
                    <a:pt x="147150" y="67199"/>
                    <a:pt x="147090" y="60627"/>
                    <a:pt x="146983" y="54138"/>
                  </a:cubicBezTo>
                  <a:close/>
                  <a:moveTo>
                    <a:pt x="127076" y="53971"/>
                  </a:moveTo>
                  <a:cubicBezTo>
                    <a:pt x="133743" y="53971"/>
                    <a:pt x="140327" y="54031"/>
                    <a:pt x="146781" y="54138"/>
                  </a:cubicBezTo>
                  <a:cubicBezTo>
                    <a:pt x="146876" y="60591"/>
                    <a:pt x="146935" y="67163"/>
                    <a:pt x="146935" y="73843"/>
                  </a:cubicBezTo>
                  <a:cubicBezTo>
                    <a:pt x="146935" y="80510"/>
                    <a:pt x="146888" y="87082"/>
                    <a:pt x="146781" y="93536"/>
                  </a:cubicBezTo>
                  <a:cubicBezTo>
                    <a:pt x="140327" y="93643"/>
                    <a:pt x="133743" y="93702"/>
                    <a:pt x="127076" y="93702"/>
                  </a:cubicBezTo>
                  <a:cubicBezTo>
                    <a:pt x="120396" y="93702"/>
                    <a:pt x="113824" y="93643"/>
                    <a:pt x="107371" y="93536"/>
                  </a:cubicBezTo>
                  <a:cubicBezTo>
                    <a:pt x="107264" y="87082"/>
                    <a:pt x="107204" y="80510"/>
                    <a:pt x="107204" y="73843"/>
                  </a:cubicBezTo>
                  <a:cubicBezTo>
                    <a:pt x="107204" y="67163"/>
                    <a:pt x="107264" y="60591"/>
                    <a:pt x="107371" y="54138"/>
                  </a:cubicBezTo>
                  <a:cubicBezTo>
                    <a:pt x="113824" y="54031"/>
                    <a:pt x="120396" y="53971"/>
                    <a:pt x="127076" y="53971"/>
                  </a:cubicBezTo>
                  <a:close/>
                  <a:moveTo>
                    <a:pt x="48" y="105632"/>
                  </a:moveTo>
                  <a:cubicBezTo>
                    <a:pt x="36" y="105716"/>
                    <a:pt x="12" y="105811"/>
                    <a:pt x="0" y="105894"/>
                  </a:cubicBezTo>
                  <a:cubicBezTo>
                    <a:pt x="155" y="105882"/>
                    <a:pt x="310" y="105870"/>
                    <a:pt x="477" y="105859"/>
                  </a:cubicBezTo>
                  <a:cubicBezTo>
                    <a:pt x="334" y="105775"/>
                    <a:pt x="191" y="105704"/>
                    <a:pt x="48" y="105632"/>
                  </a:cubicBezTo>
                  <a:close/>
                  <a:moveTo>
                    <a:pt x="26742" y="89095"/>
                  </a:moveTo>
                  <a:cubicBezTo>
                    <a:pt x="39958" y="90571"/>
                    <a:pt x="54805" y="91726"/>
                    <a:pt x="70724" y="92536"/>
                  </a:cubicBezTo>
                  <a:cubicBezTo>
                    <a:pt x="71247" y="104299"/>
                    <a:pt x="72259" y="115765"/>
                    <a:pt x="73724" y="126742"/>
                  </a:cubicBezTo>
                  <a:cubicBezTo>
                    <a:pt x="57901" y="124587"/>
                    <a:pt x="43292" y="121515"/>
                    <a:pt x="30397" y="117681"/>
                  </a:cubicBezTo>
                  <a:cubicBezTo>
                    <a:pt x="28599" y="108418"/>
                    <a:pt x="27373" y="98858"/>
                    <a:pt x="26742" y="89095"/>
                  </a:cubicBezTo>
                  <a:close/>
                  <a:moveTo>
                    <a:pt x="227410" y="89095"/>
                  </a:moveTo>
                  <a:cubicBezTo>
                    <a:pt x="226779" y="98858"/>
                    <a:pt x="225552" y="108418"/>
                    <a:pt x="223755" y="117681"/>
                  </a:cubicBezTo>
                  <a:cubicBezTo>
                    <a:pt x="210860" y="121515"/>
                    <a:pt x="196251" y="124587"/>
                    <a:pt x="180416" y="126742"/>
                  </a:cubicBezTo>
                  <a:cubicBezTo>
                    <a:pt x="181892" y="115765"/>
                    <a:pt x="182904" y="104299"/>
                    <a:pt x="183416" y="92536"/>
                  </a:cubicBezTo>
                  <a:cubicBezTo>
                    <a:pt x="199347" y="91726"/>
                    <a:pt x="214194" y="90571"/>
                    <a:pt x="227410" y="89095"/>
                  </a:cubicBezTo>
                  <a:close/>
                  <a:moveTo>
                    <a:pt x="71093" y="92559"/>
                  </a:moveTo>
                  <a:lnTo>
                    <a:pt x="71093" y="92559"/>
                  </a:lnTo>
                  <a:cubicBezTo>
                    <a:pt x="82630" y="93143"/>
                    <a:pt x="94715" y="93536"/>
                    <a:pt x="107169" y="93750"/>
                  </a:cubicBezTo>
                  <a:cubicBezTo>
                    <a:pt x="107371" y="106192"/>
                    <a:pt x="107776" y="118289"/>
                    <a:pt x="108347" y="129826"/>
                  </a:cubicBezTo>
                  <a:cubicBezTo>
                    <a:pt x="96477" y="129290"/>
                    <a:pt x="85011" y="128266"/>
                    <a:pt x="74117" y="126790"/>
                  </a:cubicBezTo>
                  <a:cubicBezTo>
                    <a:pt x="72640" y="115907"/>
                    <a:pt x="71617" y="104442"/>
                    <a:pt x="71093" y="92559"/>
                  </a:cubicBezTo>
                  <a:close/>
                  <a:moveTo>
                    <a:pt x="183059" y="92559"/>
                  </a:moveTo>
                  <a:lnTo>
                    <a:pt x="183059" y="92559"/>
                  </a:lnTo>
                  <a:cubicBezTo>
                    <a:pt x="182523" y="104442"/>
                    <a:pt x="181499" y="115907"/>
                    <a:pt x="180035" y="126802"/>
                  </a:cubicBezTo>
                  <a:cubicBezTo>
                    <a:pt x="169141" y="128266"/>
                    <a:pt x="157675" y="129290"/>
                    <a:pt x="145792" y="129826"/>
                  </a:cubicBezTo>
                  <a:cubicBezTo>
                    <a:pt x="146376" y="118289"/>
                    <a:pt x="146769" y="106192"/>
                    <a:pt x="146983" y="93750"/>
                  </a:cubicBezTo>
                  <a:cubicBezTo>
                    <a:pt x="159425" y="93536"/>
                    <a:pt x="171522" y="93143"/>
                    <a:pt x="183059" y="92559"/>
                  </a:cubicBezTo>
                  <a:close/>
                  <a:moveTo>
                    <a:pt x="107371" y="93750"/>
                  </a:moveTo>
                  <a:cubicBezTo>
                    <a:pt x="113860" y="93857"/>
                    <a:pt x="120432" y="93917"/>
                    <a:pt x="127076" y="93917"/>
                  </a:cubicBezTo>
                  <a:cubicBezTo>
                    <a:pt x="133708" y="93917"/>
                    <a:pt x="140292" y="93857"/>
                    <a:pt x="146769" y="93750"/>
                  </a:cubicBezTo>
                  <a:lnTo>
                    <a:pt x="146769" y="93750"/>
                  </a:lnTo>
                  <a:cubicBezTo>
                    <a:pt x="146566" y="106311"/>
                    <a:pt x="146150" y="118396"/>
                    <a:pt x="145578" y="129826"/>
                  </a:cubicBezTo>
                  <a:cubicBezTo>
                    <a:pt x="139506" y="130100"/>
                    <a:pt x="133339" y="130243"/>
                    <a:pt x="127076" y="130243"/>
                  </a:cubicBezTo>
                  <a:cubicBezTo>
                    <a:pt x="120813" y="130243"/>
                    <a:pt x="114634" y="130100"/>
                    <a:pt x="108574" y="129826"/>
                  </a:cubicBezTo>
                  <a:cubicBezTo>
                    <a:pt x="107990" y="118396"/>
                    <a:pt x="107585" y="106311"/>
                    <a:pt x="107371" y="93750"/>
                  </a:cubicBezTo>
                  <a:close/>
                  <a:moveTo>
                    <a:pt x="266653" y="116300"/>
                  </a:moveTo>
                  <a:lnTo>
                    <a:pt x="266653" y="116300"/>
                  </a:lnTo>
                  <a:cubicBezTo>
                    <a:pt x="259152" y="126861"/>
                    <a:pt x="248817" y="136600"/>
                    <a:pt x="235875" y="145101"/>
                  </a:cubicBezTo>
                  <a:cubicBezTo>
                    <a:pt x="235411" y="145399"/>
                    <a:pt x="234946" y="145697"/>
                    <a:pt x="234482" y="145994"/>
                  </a:cubicBezTo>
                  <a:cubicBezTo>
                    <a:pt x="234756" y="146006"/>
                    <a:pt x="235030" y="146018"/>
                    <a:pt x="235304" y="146030"/>
                  </a:cubicBezTo>
                  <a:cubicBezTo>
                    <a:pt x="235577" y="145852"/>
                    <a:pt x="235851" y="145673"/>
                    <a:pt x="236137" y="145494"/>
                  </a:cubicBezTo>
                  <a:cubicBezTo>
                    <a:pt x="248710" y="137243"/>
                    <a:pt x="258854" y="127814"/>
                    <a:pt x="266319" y="117586"/>
                  </a:cubicBezTo>
                  <a:lnTo>
                    <a:pt x="266319" y="117586"/>
                  </a:lnTo>
                  <a:cubicBezTo>
                    <a:pt x="263533" y="127504"/>
                    <a:pt x="259831" y="137005"/>
                    <a:pt x="255306" y="145971"/>
                  </a:cubicBezTo>
                  <a:cubicBezTo>
                    <a:pt x="255544" y="145983"/>
                    <a:pt x="255794" y="145994"/>
                    <a:pt x="256032" y="146006"/>
                  </a:cubicBezTo>
                  <a:cubicBezTo>
                    <a:pt x="260354" y="137374"/>
                    <a:pt x="263879" y="128338"/>
                    <a:pt x="266569" y="118991"/>
                  </a:cubicBezTo>
                  <a:cubicBezTo>
                    <a:pt x="266593" y="118098"/>
                    <a:pt x="266617" y="117193"/>
                    <a:pt x="266653" y="116300"/>
                  </a:cubicBezTo>
                  <a:close/>
                  <a:moveTo>
                    <a:pt x="1798" y="132362"/>
                  </a:moveTo>
                  <a:cubicBezTo>
                    <a:pt x="1774" y="132540"/>
                    <a:pt x="1739" y="132731"/>
                    <a:pt x="1715" y="132933"/>
                  </a:cubicBezTo>
                  <a:cubicBezTo>
                    <a:pt x="6573" y="137362"/>
                    <a:pt x="12014" y="141553"/>
                    <a:pt x="18015" y="145494"/>
                  </a:cubicBezTo>
                  <a:cubicBezTo>
                    <a:pt x="18229" y="145637"/>
                    <a:pt x="18455" y="145780"/>
                    <a:pt x="18669" y="145923"/>
                  </a:cubicBezTo>
                  <a:cubicBezTo>
                    <a:pt x="18681" y="145899"/>
                    <a:pt x="18681" y="145887"/>
                    <a:pt x="18693" y="145875"/>
                  </a:cubicBezTo>
                  <a:lnTo>
                    <a:pt x="18693" y="145875"/>
                  </a:lnTo>
                  <a:cubicBezTo>
                    <a:pt x="18681" y="145899"/>
                    <a:pt x="18693" y="145911"/>
                    <a:pt x="18693" y="145935"/>
                  </a:cubicBezTo>
                  <a:cubicBezTo>
                    <a:pt x="18800" y="146006"/>
                    <a:pt x="18908" y="146066"/>
                    <a:pt x="19015" y="146137"/>
                  </a:cubicBezTo>
                  <a:cubicBezTo>
                    <a:pt x="19348" y="146256"/>
                    <a:pt x="19872" y="146328"/>
                    <a:pt x="20336" y="146423"/>
                  </a:cubicBezTo>
                  <a:cubicBezTo>
                    <a:pt x="19646" y="145983"/>
                    <a:pt x="18955" y="145542"/>
                    <a:pt x="18277" y="145090"/>
                  </a:cubicBezTo>
                  <a:cubicBezTo>
                    <a:pt x="12204" y="141113"/>
                    <a:pt x="6692" y="136850"/>
                    <a:pt x="1798" y="132362"/>
                  </a:cubicBezTo>
                  <a:close/>
                  <a:moveTo>
                    <a:pt x="176558" y="0"/>
                  </a:moveTo>
                  <a:cubicBezTo>
                    <a:pt x="176701" y="572"/>
                    <a:pt x="176832" y="1167"/>
                    <a:pt x="176963" y="1774"/>
                  </a:cubicBezTo>
                  <a:lnTo>
                    <a:pt x="176903" y="1774"/>
                  </a:lnTo>
                  <a:cubicBezTo>
                    <a:pt x="178070" y="7787"/>
                    <a:pt x="179106" y="14038"/>
                    <a:pt x="179975" y="20491"/>
                  </a:cubicBezTo>
                  <a:cubicBezTo>
                    <a:pt x="168998" y="19015"/>
                    <a:pt x="157544" y="18003"/>
                    <a:pt x="145781" y="17491"/>
                  </a:cubicBezTo>
                  <a:cubicBezTo>
                    <a:pt x="145507" y="12157"/>
                    <a:pt x="145197" y="6942"/>
                    <a:pt x="144852" y="1858"/>
                  </a:cubicBezTo>
                  <a:cubicBezTo>
                    <a:pt x="144780" y="1870"/>
                    <a:pt x="144697" y="1870"/>
                    <a:pt x="144626" y="1870"/>
                  </a:cubicBezTo>
                  <a:cubicBezTo>
                    <a:pt x="144971" y="6918"/>
                    <a:pt x="145292" y="12121"/>
                    <a:pt x="145554" y="17479"/>
                  </a:cubicBezTo>
                  <a:cubicBezTo>
                    <a:pt x="139470" y="17217"/>
                    <a:pt x="133303" y="17074"/>
                    <a:pt x="127076" y="17074"/>
                  </a:cubicBezTo>
                  <a:cubicBezTo>
                    <a:pt x="120849" y="17074"/>
                    <a:pt x="114681" y="17217"/>
                    <a:pt x="108585" y="17479"/>
                  </a:cubicBezTo>
                  <a:cubicBezTo>
                    <a:pt x="108895" y="11573"/>
                    <a:pt x="109240" y="5846"/>
                    <a:pt x="109621" y="322"/>
                  </a:cubicBezTo>
                  <a:lnTo>
                    <a:pt x="109621" y="322"/>
                  </a:lnTo>
                  <a:cubicBezTo>
                    <a:pt x="109550" y="334"/>
                    <a:pt x="109478" y="334"/>
                    <a:pt x="109407" y="346"/>
                  </a:cubicBezTo>
                  <a:cubicBezTo>
                    <a:pt x="109014" y="5894"/>
                    <a:pt x="108669" y="11621"/>
                    <a:pt x="108371" y="17491"/>
                  </a:cubicBezTo>
                  <a:cubicBezTo>
                    <a:pt x="96608" y="18003"/>
                    <a:pt x="85142" y="19015"/>
                    <a:pt x="74164" y="20491"/>
                  </a:cubicBezTo>
                  <a:cubicBezTo>
                    <a:pt x="75069" y="13871"/>
                    <a:pt x="76129" y="7454"/>
                    <a:pt x="77343" y="1298"/>
                  </a:cubicBezTo>
                  <a:lnTo>
                    <a:pt x="77343" y="1298"/>
                  </a:lnTo>
                  <a:cubicBezTo>
                    <a:pt x="77212" y="1310"/>
                    <a:pt x="77081" y="1322"/>
                    <a:pt x="76951" y="1334"/>
                  </a:cubicBezTo>
                  <a:cubicBezTo>
                    <a:pt x="75724" y="7537"/>
                    <a:pt x="74665" y="13954"/>
                    <a:pt x="73783" y="20539"/>
                  </a:cubicBezTo>
                  <a:cubicBezTo>
                    <a:pt x="58198" y="22646"/>
                    <a:pt x="43601" y="25682"/>
                    <a:pt x="30480" y="29575"/>
                  </a:cubicBezTo>
                  <a:cubicBezTo>
                    <a:pt x="32374" y="19872"/>
                    <a:pt x="34910" y="10502"/>
                    <a:pt x="38029" y="1560"/>
                  </a:cubicBezTo>
                  <a:cubicBezTo>
                    <a:pt x="37874" y="1548"/>
                    <a:pt x="37708" y="1548"/>
                    <a:pt x="37541" y="1536"/>
                  </a:cubicBezTo>
                  <a:cubicBezTo>
                    <a:pt x="34409" y="10525"/>
                    <a:pt x="31862" y="19955"/>
                    <a:pt x="29968" y="29718"/>
                  </a:cubicBezTo>
                  <a:cubicBezTo>
                    <a:pt x="25849" y="30957"/>
                    <a:pt x="21884" y="32266"/>
                    <a:pt x="18086" y="33659"/>
                  </a:cubicBezTo>
                  <a:cubicBezTo>
                    <a:pt x="12252" y="35802"/>
                    <a:pt x="6942" y="38088"/>
                    <a:pt x="2191" y="40493"/>
                  </a:cubicBezTo>
                  <a:lnTo>
                    <a:pt x="2179" y="40934"/>
                  </a:lnTo>
                  <a:cubicBezTo>
                    <a:pt x="10097" y="36910"/>
                    <a:pt x="19420" y="33278"/>
                    <a:pt x="29885" y="30147"/>
                  </a:cubicBezTo>
                  <a:lnTo>
                    <a:pt x="29885" y="30147"/>
                  </a:lnTo>
                  <a:cubicBezTo>
                    <a:pt x="28111" y="39386"/>
                    <a:pt x="26885" y="48911"/>
                    <a:pt x="26266" y="58627"/>
                  </a:cubicBezTo>
                  <a:cubicBezTo>
                    <a:pt x="23480" y="58948"/>
                    <a:pt x="20765" y="59270"/>
                    <a:pt x="18134" y="59615"/>
                  </a:cubicBezTo>
                  <a:cubicBezTo>
                    <a:pt x="11621" y="60460"/>
                    <a:pt x="5763" y="61365"/>
                    <a:pt x="584" y="62329"/>
                  </a:cubicBezTo>
                  <a:cubicBezTo>
                    <a:pt x="596" y="62389"/>
                    <a:pt x="596" y="62460"/>
                    <a:pt x="608" y="62520"/>
                  </a:cubicBezTo>
                  <a:cubicBezTo>
                    <a:pt x="7942" y="61163"/>
                    <a:pt x="16574" y="59924"/>
                    <a:pt x="26254" y="58841"/>
                  </a:cubicBezTo>
                  <a:lnTo>
                    <a:pt x="26254" y="58841"/>
                  </a:lnTo>
                  <a:cubicBezTo>
                    <a:pt x="25944" y="63794"/>
                    <a:pt x="25777" y="68794"/>
                    <a:pt x="25777" y="73843"/>
                  </a:cubicBezTo>
                  <a:cubicBezTo>
                    <a:pt x="25777" y="78879"/>
                    <a:pt x="25944" y="83880"/>
                    <a:pt x="26254" y="88833"/>
                  </a:cubicBezTo>
                  <a:cubicBezTo>
                    <a:pt x="17014" y="87797"/>
                    <a:pt x="8740" y="86618"/>
                    <a:pt x="1620" y="85332"/>
                  </a:cubicBezTo>
                  <a:cubicBezTo>
                    <a:pt x="1620" y="85404"/>
                    <a:pt x="1620" y="85475"/>
                    <a:pt x="1620" y="85535"/>
                  </a:cubicBezTo>
                  <a:cubicBezTo>
                    <a:pt x="6537" y="86428"/>
                    <a:pt x="12050" y="87273"/>
                    <a:pt x="18134" y="88059"/>
                  </a:cubicBezTo>
                  <a:cubicBezTo>
                    <a:pt x="20765" y="88404"/>
                    <a:pt x="23480" y="88726"/>
                    <a:pt x="26266" y="89047"/>
                  </a:cubicBezTo>
                  <a:cubicBezTo>
                    <a:pt x="26885" y="98762"/>
                    <a:pt x="28099" y="108287"/>
                    <a:pt x="29885" y="117527"/>
                  </a:cubicBezTo>
                  <a:cubicBezTo>
                    <a:pt x="18824" y="114217"/>
                    <a:pt x="9037" y="110359"/>
                    <a:pt x="846" y="106049"/>
                  </a:cubicBezTo>
                  <a:lnTo>
                    <a:pt x="846" y="106049"/>
                  </a:lnTo>
                  <a:cubicBezTo>
                    <a:pt x="858" y="106204"/>
                    <a:pt x="870" y="106359"/>
                    <a:pt x="881" y="106513"/>
                  </a:cubicBezTo>
                  <a:cubicBezTo>
                    <a:pt x="5977" y="109169"/>
                    <a:pt x="11716" y="111669"/>
                    <a:pt x="18086" y="114014"/>
                  </a:cubicBezTo>
                  <a:cubicBezTo>
                    <a:pt x="21884" y="115407"/>
                    <a:pt x="25849" y="116717"/>
                    <a:pt x="29968" y="117955"/>
                  </a:cubicBezTo>
                  <a:cubicBezTo>
                    <a:pt x="31850" y="127611"/>
                    <a:pt x="34350" y="136946"/>
                    <a:pt x="37446" y="145852"/>
                  </a:cubicBezTo>
                  <a:cubicBezTo>
                    <a:pt x="37600" y="145840"/>
                    <a:pt x="37767" y="145840"/>
                    <a:pt x="37934" y="145828"/>
                  </a:cubicBezTo>
                  <a:cubicBezTo>
                    <a:pt x="34862" y="136981"/>
                    <a:pt x="32362" y="127706"/>
                    <a:pt x="30480" y="118098"/>
                  </a:cubicBezTo>
                  <a:lnTo>
                    <a:pt x="30480" y="118098"/>
                  </a:lnTo>
                  <a:cubicBezTo>
                    <a:pt x="43589" y="121992"/>
                    <a:pt x="58198" y="125028"/>
                    <a:pt x="73783" y="127135"/>
                  </a:cubicBezTo>
                  <a:cubicBezTo>
                    <a:pt x="74653" y="133600"/>
                    <a:pt x="75688" y="139910"/>
                    <a:pt x="76879" y="146006"/>
                  </a:cubicBezTo>
                  <a:cubicBezTo>
                    <a:pt x="77010" y="146006"/>
                    <a:pt x="77141" y="146018"/>
                    <a:pt x="77272" y="146018"/>
                  </a:cubicBezTo>
                  <a:cubicBezTo>
                    <a:pt x="76093" y="139970"/>
                    <a:pt x="75046" y="133683"/>
                    <a:pt x="74164" y="127183"/>
                  </a:cubicBezTo>
                  <a:lnTo>
                    <a:pt x="74164" y="127183"/>
                  </a:lnTo>
                  <a:cubicBezTo>
                    <a:pt x="85154" y="128659"/>
                    <a:pt x="96608" y="129659"/>
                    <a:pt x="108371" y="130183"/>
                  </a:cubicBezTo>
                  <a:cubicBezTo>
                    <a:pt x="108657" y="135850"/>
                    <a:pt x="108990" y="141375"/>
                    <a:pt x="109371" y="146733"/>
                  </a:cubicBezTo>
                  <a:cubicBezTo>
                    <a:pt x="109443" y="146745"/>
                    <a:pt x="109514" y="146745"/>
                    <a:pt x="109586" y="146756"/>
                  </a:cubicBezTo>
                  <a:cubicBezTo>
                    <a:pt x="109205" y="141411"/>
                    <a:pt x="108883" y="135886"/>
                    <a:pt x="108585" y="130195"/>
                  </a:cubicBezTo>
                  <a:lnTo>
                    <a:pt x="108585" y="130195"/>
                  </a:lnTo>
                  <a:cubicBezTo>
                    <a:pt x="114681" y="130457"/>
                    <a:pt x="120849" y="130600"/>
                    <a:pt x="127076" y="130600"/>
                  </a:cubicBezTo>
                  <a:cubicBezTo>
                    <a:pt x="133303" y="130600"/>
                    <a:pt x="139470" y="130457"/>
                    <a:pt x="145554" y="130195"/>
                  </a:cubicBezTo>
                  <a:lnTo>
                    <a:pt x="145554" y="130195"/>
                  </a:lnTo>
                  <a:cubicBezTo>
                    <a:pt x="145328" y="134815"/>
                    <a:pt x="145066" y="139327"/>
                    <a:pt x="144769" y="143720"/>
                  </a:cubicBezTo>
                  <a:cubicBezTo>
                    <a:pt x="144828" y="143851"/>
                    <a:pt x="144888" y="143994"/>
                    <a:pt x="144959" y="144161"/>
                  </a:cubicBezTo>
                  <a:cubicBezTo>
                    <a:pt x="145257" y="139613"/>
                    <a:pt x="145531" y="134945"/>
                    <a:pt x="145781" y="130183"/>
                  </a:cubicBezTo>
                  <a:cubicBezTo>
                    <a:pt x="157544" y="129671"/>
                    <a:pt x="168998" y="128659"/>
                    <a:pt x="179975" y="127183"/>
                  </a:cubicBezTo>
                  <a:lnTo>
                    <a:pt x="179975" y="127183"/>
                  </a:lnTo>
                  <a:cubicBezTo>
                    <a:pt x="179106" y="133588"/>
                    <a:pt x="178094" y="139791"/>
                    <a:pt x="176927" y="145756"/>
                  </a:cubicBezTo>
                  <a:lnTo>
                    <a:pt x="177034" y="145756"/>
                  </a:lnTo>
                  <a:cubicBezTo>
                    <a:pt x="177142" y="145697"/>
                    <a:pt x="177249" y="145625"/>
                    <a:pt x="177356" y="145566"/>
                  </a:cubicBezTo>
                  <a:cubicBezTo>
                    <a:pt x="178511" y="139601"/>
                    <a:pt x="179511" y="133445"/>
                    <a:pt x="180368" y="127135"/>
                  </a:cubicBezTo>
                  <a:cubicBezTo>
                    <a:pt x="195953" y="125028"/>
                    <a:pt x="210551" y="121992"/>
                    <a:pt x="223671" y="118098"/>
                  </a:cubicBezTo>
                  <a:lnTo>
                    <a:pt x="223671" y="118098"/>
                  </a:lnTo>
                  <a:cubicBezTo>
                    <a:pt x="221814" y="127599"/>
                    <a:pt x="219337" y="136791"/>
                    <a:pt x="216301" y="145554"/>
                  </a:cubicBezTo>
                  <a:lnTo>
                    <a:pt x="216801" y="145554"/>
                  </a:lnTo>
                  <a:cubicBezTo>
                    <a:pt x="219849" y="136743"/>
                    <a:pt x="222326" y="127504"/>
                    <a:pt x="224183" y="117943"/>
                  </a:cubicBezTo>
                  <a:cubicBezTo>
                    <a:pt x="228291" y="116717"/>
                    <a:pt x="232268" y="115407"/>
                    <a:pt x="236066" y="114002"/>
                  </a:cubicBezTo>
                  <a:cubicBezTo>
                    <a:pt x="249877" y="108930"/>
                    <a:pt x="260747" y="103073"/>
                    <a:pt x="268367" y="96679"/>
                  </a:cubicBezTo>
                  <a:cubicBezTo>
                    <a:pt x="268391" y="96476"/>
                    <a:pt x="268427" y="96286"/>
                    <a:pt x="268451" y="96084"/>
                  </a:cubicBezTo>
                  <a:lnTo>
                    <a:pt x="268451" y="96084"/>
                  </a:lnTo>
                  <a:cubicBezTo>
                    <a:pt x="258592" y="104477"/>
                    <a:pt x="243317" y="111824"/>
                    <a:pt x="224267" y="117527"/>
                  </a:cubicBezTo>
                  <a:cubicBezTo>
                    <a:pt x="226041" y="108287"/>
                    <a:pt x="227267" y="98762"/>
                    <a:pt x="227886" y="89047"/>
                  </a:cubicBezTo>
                  <a:cubicBezTo>
                    <a:pt x="230672" y="88726"/>
                    <a:pt x="233387" y="88404"/>
                    <a:pt x="236018" y="88059"/>
                  </a:cubicBezTo>
                  <a:cubicBezTo>
                    <a:pt x="248770" y="86404"/>
                    <a:pt x="259009" y="84511"/>
                    <a:pt x="266510" y="82451"/>
                  </a:cubicBezTo>
                  <a:cubicBezTo>
                    <a:pt x="266510" y="82379"/>
                    <a:pt x="266510" y="82308"/>
                    <a:pt x="266510" y="82249"/>
                  </a:cubicBezTo>
                  <a:cubicBezTo>
                    <a:pt x="257306" y="84773"/>
                    <a:pt x="244079" y="87023"/>
                    <a:pt x="227898" y="88833"/>
                  </a:cubicBezTo>
                  <a:cubicBezTo>
                    <a:pt x="228208" y="83880"/>
                    <a:pt x="228362" y="78867"/>
                    <a:pt x="228362" y="73831"/>
                  </a:cubicBezTo>
                  <a:cubicBezTo>
                    <a:pt x="228362" y="68794"/>
                    <a:pt x="228208" y="63782"/>
                    <a:pt x="227898" y="58829"/>
                  </a:cubicBezTo>
                  <a:lnTo>
                    <a:pt x="227898" y="58829"/>
                  </a:lnTo>
                  <a:cubicBezTo>
                    <a:pt x="244519" y="60698"/>
                    <a:pt x="258009" y="63008"/>
                    <a:pt x="267248" y="65627"/>
                  </a:cubicBezTo>
                  <a:cubicBezTo>
                    <a:pt x="267248" y="65556"/>
                    <a:pt x="267260" y="65496"/>
                    <a:pt x="267260" y="65425"/>
                  </a:cubicBezTo>
                  <a:cubicBezTo>
                    <a:pt x="259711" y="63282"/>
                    <a:pt x="249210" y="61317"/>
                    <a:pt x="236018" y="59603"/>
                  </a:cubicBezTo>
                  <a:cubicBezTo>
                    <a:pt x="233387" y="59270"/>
                    <a:pt x="230672" y="58936"/>
                    <a:pt x="227886" y="58627"/>
                  </a:cubicBezTo>
                  <a:cubicBezTo>
                    <a:pt x="227267" y="48899"/>
                    <a:pt x="226041" y="39374"/>
                    <a:pt x="224267" y="30135"/>
                  </a:cubicBezTo>
                  <a:lnTo>
                    <a:pt x="224267" y="30135"/>
                  </a:lnTo>
                  <a:cubicBezTo>
                    <a:pt x="243650" y="35945"/>
                    <a:pt x="259116" y="43446"/>
                    <a:pt x="268963" y="52019"/>
                  </a:cubicBezTo>
                  <a:cubicBezTo>
                    <a:pt x="268986" y="51864"/>
                    <a:pt x="269010" y="51709"/>
                    <a:pt x="269046" y="51566"/>
                  </a:cubicBezTo>
                  <a:cubicBezTo>
                    <a:pt x="261390" y="44946"/>
                    <a:pt x="250294" y="38886"/>
                    <a:pt x="236066" y="33659"/>
                  </a:cubicBezTo>
                  <a:cubicBezTo>
                    <a:pt x="232268" y="32266"/>
                    <a:pt x="228291" y="30945"/>
                    <a:pt x="224183" y="29718"/>
                  </a:cubicBezTo>
                  <a:cubicBezTo>
                    <a:pt x="222338" y="20277"/>
                    <a:pt x="219909" y="11133"/>
                    <a:pt x="216908" y="2417"/>
                  </a:cubicBezTo>
                  <a:cubicBezTo>
                    <a:pt x="216766" y="2513"/>
                    <a:pt x="216635" y="2620"/>
                    <a:pt x="216504" y="2715"/>
                  </a:cubicBezTo>
                  <a:cubicBezTo>
                    <a:pt x="219456" y="11299"/>
                    <a:pt x="221850" y="20277"/>
                    <a:pt x="223671" y="29563"/>
                  </a:cubicBezTo>
                  <a:cubicBezTo>
                    <a:pt x="210551" y="25682"/>
                    <a:pt x="195953" y="22646"/>
                    <a:pt x="180368" y="20539"/>
                  </a:cubicBezTo>
                  <a:cubicBezTo>
                    <a:pt x="179416" y="13490"/>
                    <a:pt x="178273" y="6644"/>
                    <a:pt x="176951" y="36"/>
                  </a:cubicBezTo>
                  <a:cubicBezTo>
                    <a:pt x="176820" y="24"/>
                    <a:pt x="176689" y="12"/>
                    <a:pt x="176558" y="0"/>
                  </a:cubicBezTo>
                  <a:close/>
                </a:path>
              </a:pathLst>
            </a:custGeom>
            <a:solidFill>
              <a:srgbClr val="E3C98E">
                <a:alpha val="246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52" name="Google Shape;1452;p7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53" name="Google Shape;1453;p78"/>
          <p:cNvSpPr/>
          <p:nvPr/>
        </p:nvSpPr>
        <p:spPr>
          <a:xfrm>
            <a:off x="8345388" y="4656975"/>
            <a:ext cx="361800" cy="103500"/>
          </a:xfrm>
          <a:prstGeom prst="ellipse">
            <a:avLst/>
          </a:prstGeom>
          <a:solidFill>
            <a:srgbClr val="033342">
              <a:alpha val="145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54" name="Google Shape;1454;p78"/>
          <p:cNvGrpSpPr/>
          <p:nvPr/>
        </p:nvGrpSpPr>
        <p:grpSpPr>
          <a:xfrm>
            <a:off x="8154361" y="4187774"/>
            <a:ext cx="466444" cy="572713"/>
            <a:chOff x="1232300" y="6366250"/>
            <a:chExt cx="326550" cy="400975"/>
          </a:xfrm>
        </p:grpSpPr>
        <p:sp>
          <p:nvSpPr>
            <p:cNvPr id="1455" name="Google Shape;1455;p78"/>
            <p:cNvSpPr/>
            <p:nvPr/>
          </p:nvSpPr>
          <p:spPr>
            <a:xfrm>
              <a:off x="1232300" y="6460925"/>
              <a:ext cx="326550" cy="306300"/>
            </a:xfrm>
            <a:custGeom>
              <a:rect b="b" l="l" r="r" t="t"/>
              <a:pathLst>
                <a:path extrusionOk="0" h="12252" w="13062">
                  <a:moveTo>
                    <a:pt x="6716" y="1381"/>
                  </a:moveTo>
                  <a:lnTo>
                    <a:pt x="6716" y="1381"/>
                  </a:lnTo>
                  <a:cubicBezTo>
                    <a:pt x="9037" y="1453"/>
                    <a:pt x="10990" y="2846"/>
                    <a:pt x="11704" y="4739"/>
                  </a:cubicBezTo>
                  <a:lnTo>
                    <a:pt x="7121" y="5632"/>
                  </a:lnTo>
                  <a:lnTo>
                    <a:pt x="6716" y="1381"/>
                  </a:lnTo>
                  <a:close/>
                  <a:moveTo>
                    <a:pt x="5751" y="1429"/>
                  </a:moveTo>
                  <a:lnTo>
                    <a:pt x="6370" y="5775"/>
                  </a:lnTo>
                  <a:lnTo>
                    <a:pt x="1108" y="6787"/>
                  </a:lnTo>
                  <a:cubicBezTo>
                    <a:pt x="1096" y="6632"/>
                    <a:pt x="1084" y="6477"/>
                    <a:pt x="1084" y="6322"/>
                  </a:cubicBezTo>
                  <a:cubicBezTo>
                    <a:pt x="1084" y="3834"/>
                    <a:pt x="3108" y="1774"/>
                    <a:pt x="5751" y="1429"/>
                  </a:cubicBezTo>
                  <a:close/>
                  <a:moveTo>
                    <a:pt x="11931" y="5632"/>
                  </a:moveTo>
                  <a:cubicBezTo>
                    <a:pt x="11966" y="5858"/>
                    <a:pt x="11990" y="6084"/>
                    <a:pt x="11990" y="6310"/>
                  </a:cubicBezTo>
                  <a:cubicBezTo>
                    <a:pt x="11990" y="7822"/>
                    <a:pt x="11228" y="9180"/>
                    <a:pt x="10050" y="10085"/>
                  </a:cubicBezTo>
                  <a:cubicBezTo>
                    <a:pt x="9490" y="9299"/>
                    <a:pt x="8573" y="8787"/>
                    <a:pt x="7525" y="8787"/>
                  </a:cubicBezTo>
                  <a:lnTo>
                    <a:pt x="7430" y="8787"/>
                  </a:lnTo>
                  <a:lnTo>
                    <a:pt x="7216" y="6549"/>
                  </a:lnTo>
                  <a:lnTo>
                    <a:pt x="11931" y="5632"/>
                  </a:lnTo>
                  <a:close/>
                  <a:moveTo>
                    <a:pt x="6501" y="6691"/>
                  </a:moveTo>
                  <a:lnTo>
                    <a:pt x="6811" y="8870"/>
                  </a:lnTo>
                  <a:cubicBezTo>
                    <a:pt x="5751" y="9120"/>
                    <a:pt x="4906" y="9906"/>
                    <a:pt x="4585" y="10930"/>
                  </a:cubicBezTo>
                  <a:cubicBezTo>
                    <a:pt x="3001" y="10382"/>
                    <a:pt x="1775" y="9180"/>
                    <a:pt x="1298" y="7703"/>
                  </a:cubicBezTo>
                  <a:lnTo>
                    <a:pt x="6501" y="6691"/>
                  </a:lnTo>
                  <a:close/>
                  <a:moveTo>
                    <a:pt x="6537" y="0"/>
                  </a:moveTo>
                  <a:cubicBezTo>
                    <a:pt x="2930" y="0"/>
                    <a:pt x="1" y="2739"/>
                    <a:pt x="1" y="6120"/>
                  </a:cubicBezTo>
                  <a:cubicBezTo>
                    <a:pt x="1" y="8823"/>
                    <a:pt x="1870" y="11121"/>
                    <a:pt x="4454" y="11930"/>
                  </a:cubicBezTo>
                  <a:cubicBezTo>
                    <a:pt x="5108" y="12133"/>
                    <a:pt x="5811" y="12252"/>
                    <a:pt x="6537" y="12252"/>
                  </a:cubicBezTo>
                  <a:cubicBezTo>
                    <a:pt x="8014" y="12252"/>
                    <a:pt x="9383" y="11787"/>
                    <a:pt x="10478" y="11001"/>
                  </a:cubicBezTo>
                  <a:cubicBezTo>
                    <a:pt x="12050" y="9882"/>
                    <a:pt x="13062" y="8108"/>
                    <a:pt x="13062" y="6120"/>
                  </a:cubicBezTo>
                  <a:cubicBezTo>
                    <a:pt x="13062" y="2739"/>
                    <a:pt x="10145" y="0"/>
                    <a:pt x="65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6" name="Google Shape;1456;p78"/>
            <p:cNvSpPr/>
            <p:nvPr/>
          </p:nvSpPr>
          <p:spPr>
            <a:xfrm>
              <a:off x="1273675" y="6495450"/>
              <a:ext cx="240525" cy="221475"/>
            </a:xfrm>
            <a:custGeom>
              <a:rect b="b" l="l" r="r" t="t"/>
              <a:pathLst>
                <a:path extrusionOk="0" h="8859" w="9621">
                  <a:moveTo>
                    <a:pt x="9418" y="0"/>
                  </a:moveTo>
                  <a:lnTo>
                    <a:pt x="8335" y="727"/>
                  </a:lnTo>
                  <a:lnTo>
                    <a:pt x="8764" y="1262"/>
                  </a:lnTo>
                  <a:lnTo>
                    <a:pt x="3489" y="4144"/>
                  </a:lnTo>
                  <a:lnTo>
                    <a:pt x="4561" y="5620"/>
                  </a:lnTo>
                  <a:lnTo>
                    <a:pt x="1548" y="8108"/>
                  </a:lnTo>
                  <a:lnTo>
                    <a:pt x="1179" y="7454"/>
                  </a:lnTo>
                  <a:lnTo>
                    <a:pt x="1" y="8275"/>
                  </a:lnTo>
                  <a:lnTo>
                    <a:pt x="644" y="8858"/>
                  </a:lnTo>
                  <a:lnTo>
                    <a:pt x="6347" y="5382"/>
                  </a:lnTo>
                  <a:lnTo>
                    <a:pt x="5597" y="3715"/>
                  </a:lnTo>
                  <a:lnTo>
                    <a:pt x="9621" y="786"/>
                  </a:lnTo>
                  <a:lnTo>
                    <a:pt x="94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7" name="Google Shape;1457;p78"/>
            <p:cNvSpPr/>
            <p:nvPr/>
          </p:nvSpPr>
          <p:spPr>
            <a:xfrm>
              <a:off x="1382025" y="6599625"/>
              <a:ext cx="33075" cy="25025"/>
            </a:xfrm>
            <a:custGeom>
              <a:rect b="b" l="l" r="r" t="t"/>
              <a:pathLst>
                <a:path extrusionOk="0" h="1001" w="1323">
                  <a:moveTo>
                    <a:pt x="632" y="358"/>
                  </a:moveTo>
                  <a:cubicBezTo>
                    <a:pt x="477" y="358"/>
                    <a:pt x="358" y="441"/>
                    <a:pt x="358" y="536"/>
                  </a:cubicBezTo>
                  <a:cubicBezTo>
                    <a:pt x="358" y="631"/>
                    <a:pt x="477" y="715"/>
                    <a:pt x="632" y="715"/>
                  </a:cubicBezTo>
                  <a:cubicBezTo>
                    <a:pt x="774" y="715"/>
                    <a:pt x="905" y="631"/>
                    <a:pt x="905" y="536"/>
                  </a:cubicBezTo>
                  <a:cubicBezTo>
                    <a:pt x="905" y="441"/>
                    <a:pt x="774" y="358"/>
                    <a:pt x="632" y="358"/>
                  </a:cubicBezTo>
                  <a:close/>
                  <a:moveTo>
                    <a:pt x="667" y="119"/>
                  </a:moveTo>
                  <a:cubicBezTo>
                    <a:pt x="965" y="119"/>
                    <a:pt x="1203" y="286"/>
                    <a:pt x="1203" y="500"/>
                  </a:cubicBezTo>
                  <a:cubicBezTo>
                    <a:pt x="1203" y="715"/>
                    <a:pt x="965" y="881"/>
                    <a:pt x="667" y="881"/>
                  </a:cubicBezTo>
                  <a:cubicBezTo>
                    <a:pt x="370" y="881"/>
                    <a:pt x="120" y="715"/>
                    <a:pt x="120" y="500"/>
                  </a:cubicBezTo>
                  <a:cubicBezTo>
                    <a:pt x="120" y="286"/>
                    <a:pt x="358" y="119"/>
                    <a:pt x="667" y="119"/>
                  </a:cubicBezTo>
                  <a:close/>
                  <a:moveTo>
                    <a:pt x="667" y="0"/>
                  </a:moveTo>
                  <a:cubicBezTo>
                    <a:pt x="298" y="0"/>
                    <a:pt x="0" y="227"/>
                    <a:pt x="0" y="500"/>
                  </a:cubicBezTo>
                  <a:cubicBezTo>
                    <a:pt x="0" y="774"/>
                    <a:pt x="298" y="1001"/>
                    <a:pt x="667" y="1001"/>
                  </a:cubicBezTo>
                  <a:cubicBezTo>
                    <a:pt x="1024" y="1001"/>
                    <a:pt x="1322" y="774"/>
                    <a:pt x="1322" y="500"/>
                  </a:cubicBezTo>
                  <a:cubicBezTo>
                    <a:pt x="1322" y="227"/>
                    <a:pt x="1024" y="0"/>
                    <a:pt x="667" y="0"/>
                  </a:cubicBezTo>
                  <a:close/>
                </a:path>
              </a:pathLst>
            </a:custGeom>
            <a:solidFill>
              <a:srgbClr val="003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8" name="Google Shape;1458;p78"/>
            <p:cNvSpPr/>
            <p:nvPr/>
          </p:nvSpPr>
          <p:spPr>
            <a:xfrm>
              <a:off x="1356425" y="6688050"/>
              <a:ext cx="119375" cy="54175"/>
            </a:xfrm>
            <a:custGeom>
              <a:rect b="b" l="l" r="r" t="t"/>
              <a:pathLst>
                <a:path extrusionOk="0" h="2167" w="4775">
                  <a:moveTo>
                    <a:pt x="3120" y="654"/>
                  </a:moveTo>
                  <a:lnTo>
                    <a:pt x="3001" y="678"/>
                  </a:lnTo>
                  <a:lnTo>
                    <a:pt x="3025" y="893"/>
                  </a:lnTo>
                  <a:cubicBezTo>
                    <a:pt x="2941" y="904"/>
                    <a:pt x="2858" y="940"/>
                    <a:pt x="2787" y="1000"/>
                  </a:cubicBezTo>
                  <a:lnTo>
                    <a:pt x="2560" y="857"/>
                  </a:lnTo>
                  <a:lnTo>
                    <a:pt x="2489" y="964"/>
                  </a:lnTo>
                  <a:lnTo>
                    <a:pt x="2715" y="1095"/>
                  </a:lnTo>
                  <a:cubicBezTo>
                    <a:pt x="2679" y="1154"/>
                    <a:pt x="2656" y="1214"/>
                    <a:pt x="2656" y="1274"/>
                  </a:cubicBezTo>
                  <a:cubicBezTo>
                    <a:pt x="2656" y="1297"/>
                    <a:pt x="2668" y="1309"/>
                    <a:pt x="2668" y="1321"/>
                  </a:cubicBezTo>
                  <a:lnTo>
                    <a:pt x="2382" y="1381"/>
                  </a:lnTo>
                  <a:lnTo>
                    <a:pt x="2406" y="1500"/>
                  </a:lnTo>
                  <a:lnTo>
                    <a:pt x="2703" y="1440"/>
                  </a:lnTo>
                  <a:cubicBezTo>
                    <a:pt x="2739" y="1512"/>
                    <a:pt x="2787" y="1559"/>
                    <a:pt x="2858" y="1595"/>
                  </a:cubicBezTo>
                  <a:lnTo>
                    <a:pt x="2703" y="1845"/>
                  </a:lnTo>
                  <a:lnTo>
                    <a:pt x="2810" y="1905"/>
                  </a:lnTo>
                  <a:lnTo>
                    <a:pt x="2965" y="1655"/>
                  </a:lnTo>
                  <a:cubicBezTo>
                    <a:pt x="3013" y="1666"/>
                    <a:pt x="3072" y="1678"/>
                    <a:pt x="3120" y="1678"/>
                  </a:cubicBezTo>
                  <a:cubicBezTo>
                    <a:pt x="3132" y="1678"/>
                    <a:pt x="3132" y="1666"/>
                    <a:pt x="3144" y="1666"/>
                  </a:cubicBezTo>
                  <a:lnTo>
                    <a:pt x="3180" y="1952"/>
                  </a:lnTo>
                  <a:lnTo>
                    <a:pt x="3299" y="1928"/>
                  </a:lnTo>
                  <a:lnTo>
                    <a:pt x="3263" y="1655"/>
                  </a:lnTo>
                  <a:cubicBezTo>
                    <a:pt x="3322" y="1631"/>
                    <a:pt x="3394" y="1607"/>
                    <a:pt x="3441" y="1559"/>
                  </a:cubicBezTo>
                  <a:lnTo>
                    <a:pt x="3620" y="1702"/>
                  </a:lnTo>
                  <a:lnTo>
                    <a:pt x="3691" y="1607"/>
                  </a:lnTo>
                  <a:lnTo>
                    <a:pt x="3525" y="1476"/>
                  </a:lnTo>
                  <a:cubicBezTo>
                    <a:pt x="3561" y="1416"/>
                    <a:pt x="3584" y="1357"/>
                    <a:pt x="3584" y="1285"/>
                  </a:cubicBezTo>
                  <a:lnTo>
                    <a:pt x="3846" y="1238"/>
                  </a:lnTo>
                  <a:lnTo>
                    <a:pt x="3834" y="1119"/>
                  </a:lnTo>
                  <a:lnTo>
                    <a:pt x="3572" y="1166"/>
                  </a:lnTo>
                  <a:cubicBezTo>
                    <a:pt x="3549" y="1095"/>
                    <a:pt x="3513" y="1047"/>
                    <a:pt x="3453" y="1000"/>
                  </a:cubicBezTo>
                  <a:lnTo>
                    <a:pt x="3561" y="833"/>
                  </a:lnTo>
                  <a:lnTo>
                    <a:pt x="3465" y="762"/>
                  </a:lnTo>
                  <a:lnTo>
                    <a:pt x="3346" y="928"/>
                  </a:lnTo>
                  <a:cubicBezTo>
                    <a:pt x="3287" y="904"/>
                    <a:pt x="3227" y="881"/>
                    <a:pt x="3156" y="881"/>
                  </a:cubicBezTo>
                  <a:lnTo>
                    <a:pt x="3120" y="654"/>
                  </a:lnTo>
                  <a:close/>
                  <a:moveTo>
                    <a:pt x="2622" y="1"/>
                  </a:moveTo>
                  <a:cubicBezTo>
                    <a:pt x="2486" y="1"/>
                    <a:pt x="2342" y="11"/>
                    <a:pt x="2191" y="35"/>
                  </a:cubicBezTo>
                  <a:cubicBezTo>
                    <a:pt x="298" y="333"/>
                    <a:pt x="1" y="2083"/>
                    <a:pt x="1" y="2095"/>
                  </a:cubicBezTo>
                  <a:lnTo>
                    <a:pt x="108" y="2119"/>
                  </a:lnTo>
                  <a:cubicBezTo>
                    <a:pt x="120" y="2095"/>
                    <a:pt x="405" y="440"/>
                    <a:pt x="2215" y="154"/>
                  </a:cubicBezTo>
                  <a:cubicBezTo>
                    <a:pt x="2365" y="131"/>
                    <a:pt x="2506" y="120"/>
                    <a:pt x="2640" y="120"/>
                  </a:cubicBezTo>
                  <a:cubicBezTo>
                    <a:pt x="4114" y="120"/>
                    <a:pt x="4646" y="1446"/>
                    <a:pt x="4668" y="1512"/>
                  </a:cubicBezTo>
                  <a:lnTo>
                    <a:pt x="4775" y="1464"/>
                  </a:lnTo>
                  <a:cubicBezTo>
                    <a:pt x="4775" y="1453"/>
                    <a:pt x="4190" y="1"/>
                    <a:pt x="2622" y="1"/>
                  </a:cubicBezTo>
                  <a:close/>
                  <a:moveTo>
                    <a:pt x="1536" y="1202"/>
                  </a:moveTo>
                  <a:cubicBezTo>
                    <a:pt x="1227" y="1202"/>
                    <a:pt x="977" y="1416"/>
                    <a:pt x="977" y="1690"/>
                  </a:cubicBezTo>
                  <a:cubicBezTo>
                    <a:pt x="977" y="1952"/>
                    <a:pt x="1227" y="2166"/>
                    <a:pt x="1536" y="2166"/>
                  </a:cubicBezTo>
                  <a:cubicBezTo>
                    <a:pt x="1751" y="2166"/>
                    <a:pt x="1941" y="2071"/>
                    <a:pt x="2037" y="1916"/>
                  </a:cubicBezTo>
                  <a:lnTo>
                    <a:pt x="2037" y="1916"/>
                  </a:lnTo>
                  <a:cubicBezTo>
                    <a:pt x="1965" y="1952"/>
                    <a:pt x="1894" y="1976"/>
                    <a:pt x="1810" y="1976"/>
                  </a:cubicBezTo>
                  <a:cubicBezTo>
                    <a:pt x="1572" y="1976"/>
                    <a:pt x="1382" y="1809"/>
                    <a:pt x="1382" y="1607"/>
                  </a:cubicBezTo>
                  <a:cubicBezTo>
                    <a:pt x="1382" y="1416"/>
                    <a:pt x="1536" y="1274"/>
                    <a:pt x="1739" y="1238"/>
                  </a:cubicBezTo>
                  <a:cubicBezTo>
                    <a:pt x="1679" y="1214"/>
                    <a:pt x="1608" y="1202"/>
                    <a:pt x="1536" y="120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9" name="Google Shape;1459;p78"/>
            <p:cNvSpPr/>
            <p:nvPr/>
          </p:nvSpPr>
          <p:spPr>
            <a:xfrm>
              <a:off x="1241225" y="6473425"/>
              <a:ext cx="292025" cy="120875"/>
            </a:xfrm>
            <a:custGeom>
              <a:rect b="b" l="l" r="r" t="t"/>
              <a:pathLst>
                <a:path extrusionOk="0" h="4835" w="11681">
                  <a:moveTo>
                    <a:pt x="7633" y="0"/>
                  </a:moveTo>
                  <a:lnTo>
                    <a:pt x="7561" y="726"/>
                  </a:lnTo>
                  <a:lnTo>
                    <a:pt x="7668" y="738"/>
                  </a:lnTo>
                  <a:lnTo>
                    <a:pt x="7752" y="12"/>
                  </a:lnTo>
                  <a:lnTo>
                    <a:pt x="7633" y="0"/>
                  </a:lnTo>
                  <a:close/>
                  <a:moveTo>
                    <a:pt x="2965" y="643"/>
                  </a:moveTo>
                  <a:lnTo>
                    <a:pt x="2858" y="703"/>
                  </a:lnTo>
                  <a:lnTo>
                    <a:pt x="3204" y="1357"/>
                  </a:lnTo>
                  <a:lnTo>
                    <a:pt x="3311" y="1310"/>
                  </a:lnTo>
                  <a:lnTo>
                    <a:pt x="2965" y="643"/>
                  </a:lnTo>
                  <a:close/>
                  <a:moveTo>
                    <a:pt x="9562" y="750"/>
                  </a:moveTo>
                  <a:lnTo>
                    <a:pt x="9169" y="1381"/>
                  </a:lnTo>
                  <a:lnTo>
                    <a:pt x="9276" y="1441"/>
                  </a:lnTo>
                  <a:lnTo>
                    <a:pt x="9669" y="810"/>
                  </a:lnTo>
                  <a:lnTo>
                    <a:pt x="9562" y="750"/>
                  </a:lnTo>
                  <a:close/>
                  <a:moveTo>
                    <a:pt x="1168" y="2072"/>
                  </a:moveTo>
                  <a:lnTo>
                    <a:pt x="1096" y="2167"/>
                  </a:lnTo>
                  <a:lnTo>
                    <a:pt x="1668" y="2560"/>
                  </a:lnTo>
                  <a:lnTo>
                    <a:pt x="1727" y="2465"/>
                  </a:lnTo>
                  <a:lnTo>
                    <a:pt x="1168" y="2072"/>
                  </a:lnTo>
                  <a:close/>
                  <a:moveTo>
                    <a:pt x="11621" y="2798"/>
                  </a:moveTo>
                  <a:lnTo>
                    <a:pt x="10990" y="3179"/>
                  </a:lnTo>
                  <a:lnTo>
                    <a:pt x="11050" y="3274"/>
                  </a:lnTo>
                  <a:lnTo>
                    <a:pt x="11681" y="2893"/>
                  </a:lnTo>
                  <a:lnTo>
                    <a:pt x="11621" y="2798"/>
                  </a:lnTo>
                  <a:close/>
                  <a:moveTo>
                    <a:pt x="37" y="4548"/>
                  </a:moveTo>
                  <a:lnTo>
                    <a:pt x="1" y="4655"/>
                  </a:lnTo>
                  <a:lnTo>
                    <a:pt x="668" y="4834"/>
                  </a:lnTo>
                  <a:lnTo>
                    <a:pt x="691" y="4715"/>
                  </a:lnTo>
                  <a:lnTo>
                    <a:pt x="37" y="454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0" name="Google Shape;1460;p78"/>
            <p:cNvSpPr/>
            <p:nvPr/>
          </p:nvSpPr>
          <p:spPr>
            <a:xfrm>
              <a:off x="1318325" y="6366250"/>
              <a:ext cx="103025" cy="92600"/>
            </a:xfrm>
            <a:custGeom>
              <a:rect b="b" l="l" r="r" t="t"/>
              <a:pathLst>
                <a:path extrusionOk="0" h="3704" w="4121">
                  <a:moveTo>
                    <a:pt x="2060" y="334"/>
                  </a:moveTo>
                  <a:cubicBezTo>
                    <a:pt x="2965" y="334"/>
                    <a:pt x="3703" y="870"/>
                    <a:pt x="3703" y="1513"/>
                  </a:cubicBezTo>
                  <a:cubicBezTo>
                    <a:pt x="3703" y="1763"/>
                    <a:pt x="3596" y="1989"/>
                    <a:pt x="3418" y="2180"/>
                  </a:cubicBezTo>
                  <a:lnTo>
                    <a:pt x="3406" y="1584"/>
                  </a:lnTo>
                  <a:lnTo>
                    <a:pt x="1132" y="1799"/>
                  </a:lnTo>
                  <a:lnTo>
                    <a:pt x="1310" y="2561"/>
                  </a:lnTo>
                  <a:cubicBezTo>
                    <a:pt x="786" y="2370"/>
                    <a:pt x="417" y="1977"/>
                    <a:pt x="417" y="1513"/>
                  </a:cubicBezTo>
                  <a:cubicBezTo>
                    <a:pt x="417" y="870"/>
                    <a:pt x="1155" y="334"/>
                    <a:pt x="2060" y="334"/>
                  </a:cubicBezTo>
                  <a:close/>
                  <a:moveTo>
                    <a:pt x="2060" y="1"/>
                  </a:moveTo>
                  <a:cubicBezTo>
                    <a:pt x="929" y="1"/>
                    <a:pt x="1" y="680"/>
                    <a:pt x="1" y="1513"/>
                  </a:cubicBezTo>
                  <a:cubicBezTo>
                    <a:pt x="1" y="2180"/>
                    <a:pt x="596" y="2751"/>
                    <a:pt x="1405" y="2954"/>
                  </a:cubicBezTo>
                  <a:lnTo>
                    <a:pt x="1584" y="3704"/>
                  </a:lnTo>
                  <a:lnTo>
                    <a:pt x="3453" y="3525"/>
                  </a:lnTo>
                  <a:lnTo>
                    <a:pt x="3430" y="2644"/>
                  </a:lnTo>
                  <a:cubicBezTo>
                    <a:pt x="3858" y="2370"/>
                    <a:pt x="4120" y="1965"/>
                    <a:pt x="4120" y="1513"/>
                  </a:cubicBezTo>
                  <a:cubicBezTo>
                    <a:pt x="4120" y="680"/>
                    <a:pt x="3203" y="1"/>
                    <a:pt x="20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1" name="Google Shape;1461;p78"/>
            <p:cNvSpPr/>
            <p:nvPr/>
          </p:nvSpPr>
          <p:spPr>
            <a:xfrm>
              <a:off x="1355525" y="6409725"/>
              <a:ext cx="37825" cy="46150"/>
            </a:xfrm>
            <a:custGeom>
              <a:rect b="b" l="l" r="r" t="t"/>
              <a:pathLst>
                <a:path extrusionOk="0" h="1846" w="1513">
                  <a:moveTo>
                    <a:pt x="715" y="95"/>
                  </a:moveTo>
                  <a:lnTo>
                    <a:pt x="608" y="107"/>
                  </a:lnTo>
                  <a:lnTo>
                    <a:pt x="810" y="1750"/>
                  </a:lnTo>
                  <a:lnTo>
                    <a:pt x="930" y="1739"/>
                  </a:lnTo>
                  <a:lnTo>
                    <a:pt x="715" y="95"/>
                  </a:lnTo>
                  <a:close/>
                  <a:moveTo>
                    <a:pt x="1406" y="0"/>
                  </a:moveTo>
                  <a:lnTo>
                    <a:pt x="1287" y="12"/>
                  </a:lnTo>
                  <a:lnTo>
                    <a:pt x="1406" y="1750"/>
                  </a:lnTo>
                  <a:lnTo>
                    <a:pt x="1513" y="1739"/>
                  </a:lnTo>
                  <a:lnTo>
                    <a:pt x="1406" y="0"/>
                  </a:lnTo>
                  <a:close/>
                  <a:moveTo>
                    <a:pt x="120" y="84"/>
                  </a:moveTo>
                  <a:lnTo>
                    <a:pt x="1" y="107"/>
                  </a:lnTo>
                  <a:lnTo>
                    <a:pt x="370" y="1846"/>
                  </a:lnTo>
                  <a:lnTo>
                    <a:pt x="489" y="1822"/>
                  </a:lnTo>
                  <a:lnTo>
                    <a:pt x="120" y="84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62" name="Google Shape;1462;p78"/>
          <p:cNvGrpSpPr/>
          <p:nvPr/>
        </p:nvGrpSpPr>
        <p:grpSpPr>
          <a:xfrm rot="-1278386">
            <a:off x="354342" y="290709"/>
            <a:ext cx="845692" cy="976124"/>
            <a:chOff x="6836250" y="6659075"/>
            <a:chExt cx="279225" cy="322300"/>
          </a:xfrm>
        </p:grpSpPr>
        <p:sp>
          <p:nvSpPr>
            <p:cNvPr id="1463" name="Google Shape;1463;p78"/>
            <p:cNvSpPr/>
            <p:nvPr/>
          </p:nvSpPr>
          <p:spPr>
            <a:xfrm>
              <a:off x="6911275" y="6937900"/>
              <a:ext cx="61025" cy="43475"/>
            </a:xfrm>
            <a:custGeom>
              <a:rect b="b" l="l" r="r" t="t"/>
              <a:pathLst>
                <a:path extrusionOk="0" h="1739" w="2441">
                  <a:moveTo>
                    <a:pt x="107" y="0"/>
                  </a:moveTo>
                  <a:lnTo>
                    <a:pt x="0" y="1441"/>
                  </a:lnTo>
                  <a:lnTo>
                    <a:pt x="2179" y="1739"/>
                  </a:lnTo>
                  <a:lnTo>
                    <a:pt x="2441" y="274"/>
                  </a:lnTo>
                  <a:lnTo>
                    <a:pt x="10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4" name="Google Shape;1464;p78"/>
            <p:cNvSpPr/>
            <p:nvPr/>
          </p:nvSpPr>
          <p:spPr>
            <a:xfrm>
              <a:off x="6836250" y="6659075"/>
              <a:ext cx="279225" cy="244325"/>
            </a:xfrm>
            <a:custGeom>
              <a:rect b="b" l="l" r="r" t="t"/>
              <a:pathLst>
                <a:path extrusionOk="0" h="9773" w="11169">
                  <a:moveTo>
                    <a:pt x="5126" y="1"/>
                  </a:moveTo>
                  <a:cubicBezTo>
                    <a:pt x="2777" y="1"/>
                    <a:pt x="616" y="834"/>
                    <a:pt x="346" y="3295"/>
                  </a:cubicBezTo>
                  <a:cubicBezTo>
                    <a:pt x="1" y="6438"/>
                    <a:pt x="2894" y="8772"/>
                    <a:pt x="2894" y="8772"/>
                  </a:cubicBezTo>
                  <a:lnTo>
                    <a:pt x="2894" y="9427"/>
                  </a:lnTo>
                  <a:lnTo>
                    <a:pt x="6025" y="9772"/>
                  </a:lnTo>
                  <a:lnTo>
                    <a:pt x="6180" y="9082"/>
                  </a:lnTo>
                  <a:cubicBezTo>
                    <a:pt x="6180" y="9082"/>
                    <a:pt x="9895" y="7284"/>
                    <a:pt x="10538" y="5403"/>
                  </a:cubicBezTo>
                  <a:cubicBezTo>
                    <a:pt x="11169" y="3521"/>
                    <a:pt x="10050" y="688"/>
                    <a:pt x="7085" y="176"/>
                  </a:cubicBezTo>
                  <a:cubicBezTo>
                    <a:pt x="6442" y="65"/>
                    <a:pt x="5777" y="1"/>
                    <a:pt x="51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5" name="Google Shape;1465;p78"/>
            <p:cNvSpPr/>
            <p:nvPr/>
          </p:nvSpPr>
          <p:spPr>
            <a:xfrm>
              <a:off x="6867800" y="6662575"/>
              <a:ext cx="204225" cy="240225"/>
            </a:xfrm>
            <a:custGeom>
              <a:rect b="b" l="l" r="r" t="t"/>
              <a:pathLst>
                <a:path extrusionOk="0" h="9609" w="8169">
                  <a:moveTo>
                    <a:pt x="3347" y="607"/>
                  </a:moveTo>
                  <a:cubicBezTo>
                    <a:pt x="3561" y="774"/>
                    <a:pt x="3823" y="964"/>
                    <a:pt x="4156" y="1107"/>
                  </a:cubicBezTo>
                  <a:cubicBezTo>
                    <a:pt x="739" y="3893"/>
                    <a:pt x="2549" y="8049"/>
                    <a:pt x="2858" y="8704"/>
                  </a:cubicBezTo>
                  <a:lnTo>
                    <a:pt x="2239" y="8644"/>
                  </a:lnTo>
                  <a:cubicBezTo>
                    <a:pt x="2061" y="8394"/>
                    <a:pt x="72" y="5525"/>
                    <a:pt x="751" y="3143"/>
                  </a:cubicBezTo>
                  <a:cubicBezTo>
                    <a:pt x="1084" y="2024"/>
                    <a:pt x="1954" y="1167"/>
                    <a:pt x="3347" y="607"/>
                  </a:cubicBezTo>
                  <a:close/>
                  <a:moveTo>
                    <a:pt x="4263" y="1155"/>
                  </a:moveTo>
                  <a:cubicBezTo>
                    <a:pt x="4561" y="1262"/>
                    <a:pt x="4894" y="1334"/>
                    <a:pt x="5275" y="1334"/>
                  </a:cubicBezTo>
                  <a:cubicBezTo>
                    <a:pt x="5418" y="1334"/>
                    <a:pt x="5573" y="1322"/>
                    <a:pt x="5740" y="1298"/>
                  </a:cubicBezTo>
                  <a:lnTo>
                    <a:pt x="5740" y="1298"/>
                  </a:lnTo>
                  <a:lnTo>
                    <a:pt x="5716" y="1310"/>
                  </a:lnTo>
                  <a:cubicBezTo>
                    <a:pt x="7204" y="4858"/>
                    <a:pt x="3918" y="8489"/>
                    <a:pt x="3656" y="8775"/>
                  </a:cubicBezTo>
                  <a:lnTo>
                    <a:pt x="2989" y="8715"/>
                  </a:lnTo>
                  <a:cubicBezTo>
                    <a:pt x="2799" y="8346"/>
                    <a:pt x="715" y="4001"/>
                    <a:pt x="4263" y="1155"/>
                  </a:cubicBezTo>
                  <a:close/>
                  <a:moveTo>
                    <a:pt x="6942" y="881"/>
                  </a:moveTo>
                  <a:cubicBezTo>
                    <a:pt x="7764" y="1988"/>
                    <a:pt x="8061" y="3131"/>
                    <a:pt x="7835" y="4298"/>
                  </a:cubicBezTo>
                  <a:cubicBezTo>
                    <a:pt x="7347" y="6846"/>
                    <a:pt x="4466" y="8692"/>
                    <a:pt x="4240" y="8834"/>
                  </a:cubicBezTo>
                  <a:lnTo>
                    <a:pt x="3787" y="8787"/>
                  </a:lnTo>
                  <a:cubicBezTo>
                    <a:pt x="4287" y="8227"/>
                    <a:pt x="7252" y="4727"/>
                    <a:pt x="5823" y="1286"/>
                  </a:cubicBezTo>
                  <a:cubicBezTo>
                    <a:pt x="6168" y="1215"/>
                    <a:pt x="6537" y="1095"/>
                    <a:pt x="6942" y="881"/>
                  </a:cubicBezTo>
                  <a:close/>
                  <a:moveTo>
                    <a:pt x="2918" y="0"/>
                  </a:moveTo>
                  <a:lnTo>
                    <a:pt x="2835" y="60"/>
                  </a:lnTo>
                  <a:cubicBezTo>
                    <a:pt x="2835" y="60"/>
                    <a:pt x="2977" y="274"/>
                    <a:pt x="3251" y="524"/>
                  </a:cubicBezTo>
                  <a:cubicBezTo>
                    <a:pt x="1858" y="1095"/>
                    <a:pt x="977" y="1977"/>
                    <a:pt x="656" y="3120"/>
                  </a:cubicBezTo>
                  <a:cubicBezTo>
                    <a:pt x="1" y="5394"/>
                    <a:pt x="1739" y="8096"/>
                    <a:pt x="2108" y="8620"/>
                  </a:cubicBezTo>
                  <a:lnTo>
                    <a:pt x="1501" y="8561"/>
                  </a:lnTo>
                  <a:lnTo>
                    <a:pt x="1489" y="8668"/>
                  </a:lnTo>
                  <a:lnTo>
                    <a:pt x="1918" y="8715"/>
                  </a:lnTo>
                  <a:lnTo>
                    <a:pt x="1894" y="9323"/>
                  </a:lnTo>
                  <a:lnTo>
                    <a:pt x="2001" y="9323"/>
                  </a:lnTo>
                  <a:lnTo>
                    <a:pt x="2025" y="8727"/>
                  </a:lnTo>
                  <a:lnTo>
                    <a:pt x="2549" y="8775"/>
                  </a:lnTo>
                  <a:lnTo>
                    <a:pt x="2489" y="9382"/>
                  </a:lnTo>
                  <a:lnTo>
                    <a:pt x="2596" y="9394"/>
                  </a:lnTo>
                  <a:lnTo>
                    <a:pt x="2656" y="8787"/>
                  </a:lnTo>
                  <a:lnTo>
                    <a:pt x="3287" y="8846"/>
                  </a:lnTo>
                  <a:lnTo>
                    <a:pt x="3228" y="9466"/>
                  </a:lnTo>
                  <a:lnTo>
                    <a:pt x="3335" y="9477"/>
                  </a:lnTo>
                  <a:lnTo>
                    <a:pt x="3394" y="8858"/>
                  </a:lnTo>
                  <a:lnTo>
                    <a:pt x="3942" y="8906"/>
                  </a:lnTo>
                  <a:lnTo>
                    <a:pt x="3870" y="9537"/>
                  </a:lnTo>
                  <a:lnTo>
                    <a:pt x="3978" y="9549"/>
                  </a:lnTo>
                  <a:lnTo>
                    <a:pt x="4049" y="8918"/>
                  </a:lnTo>
                  <a:lnTo>
                    <a:pt x="4513" y="8965"/>
                  </a:lnTo>
                  <a:lnTo>
                    <a:pt x="4382" y="9585"/>
                  </a:lnTo>
                  <a:lnTo>
                    <a:pt x="4478" y="9608"/>
                  </a:lnTo>
                  <a:lnTo>
                    <a:pt x="4621" y="8977"/>
                  </a:lnTo>
                  <a:lnTo>
                    <a:pt x="5061" y="9013"/>
                  </a:lnTo>
                  <a:lnTo>
                    <a:pt x="5073" y="8906"/>
                  </a:lnTo>
                  <a:lnTo>
                    <a:pt x="4406" y="8846"/>
                  </a:lnTo>
                  <a:cubicBezTo>
                    <a:pt x="5013" y="8453"/>
                    <a:pt x="7490" y="6691"/>
                    <a:pt x="7942" y="4322"/>
                  </a:cubicBezTo>
                  <a:cubicBezTo>
                    <a:pt x="8169" y="3131"/>
                    <a:pt x="7859" y="1953"/>
                    <a:pt x="7026" y="834"/>
                  </a:cubicBezTo>
                  <a:cubicBezTo>
                    <a:pt x="7109" y="786"/>
                    <a:pt x="7192" y="738"/>
                    <a:pt x="7276" y="679"/>
                  </a:cubicBezTo>
                  <a:lnTo>
                    <a:pt x="7216" y="595"/>
                  </a:lnTo>
                  <a:cubicBezTo>
                    <a:pt x="6467" y="1067"/>
                    <a:pt x="5808" y="1239"/>
                    <a:pt x="5245" y="1239"/>
                  </a:cubicBezTo>
                  <a:cubicBezTo>
                    <a:pt x="3776" y="1239"/>
                    <a:pt x="2961" y="69"/>
                    <a:pt x="291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6" name="Google Shape;1466;p78"/>
            <p:cNvSpPr/>
            <p:nvPr/>
          </p:nvSpPr>
          <p:spPr>
            <a:xfrm>
              <a:off x="6910675" y="6891450"/>
              <a:ext cx="74725" cy="60750"/>
            </a:xfrm>
            <a:custGeom>
              <a:rect b="b" l="l" r="r" t="t"/>
              <a:pathLst>
                <a:path extrusionOk="0" h="2430" w="2989">
                  <a:moveTo>
                    <a:pt x="48" y="1"/>
                  </a:moveTo>
                  <a:lnTo>
                    <a:pt x="0" y="13"/>
                  </a:lnTo>
                  <a:lnTo>
                    <a:pt x="453" y="1846"/>
                  </a:lnTo>
                  <a:lnTo>
                    <a:pt x="24" y="1787"/>
                  </a:lnTo>
                  <a:lnTo>
                    <a:pt x="24" y="2108"/>
                  </a:lnTo>
                  <a:lnTo>
                    <a:pt x="2465" y="2430"/>
                  </a:lnTo>
                  <a:lnTo>
                    <a:pt x="2536" y="2120"/>
                  </a:lnTo>
                  <a:lnTo>
                    <a:pt x="2144" y="2061"/>
                  </a:lnTo>
                  <a:lnTo>
                    <a:pt x="2989" y="322"/>
                  </a:lnTo>
                  <a:lnTo>
                    <a:pt x="2941" y="311"/>
                  </a:lnTo>
                  <a:lnTo>
                    <a:pt x="2096" y="2061"/>
                  </a:lnTo>
                  <a:lnTo>
                    <a:pt x="1953" y="2037"/>
                  </a:lnTo>
                  <a:lnTo>
                    <a:pt x="2465" y="239"/>
                  </a:lnTo>
                  <a:lnTo>
                    <a:pt x="2417" y="227"/>
                  </a:lnTo>
                  <a:lnTo>
                    <a:pt x="1905" y="2037"/>
                  </a:lnTo>
                  <a:lnTo>
                    <a:pt x="679" y="1870"/>
                  </a:lnTo>
                  <a:lnTo>
                    <a:pt x="631" y="13"/>
                  </a:lnTo>
                  <a:lnTo>
                    <a:pt x="572" y="13"/>
                  </a:lnTo>
                  <a:lnTo>
                    <a:pt x="620" y="1858"/>
                  </a:lnTo>
                  <a:lnTo>
                    <a:pt x="512" y="1846"/>
                  </a:lnTo>
                  <a:lnTo>
                    <a:pt x="48" y="1"/>
                  </a:lnTo>
                  <a:close/>
                </a:path>
              </a:pathLst>
            </a:custGeom>
            <a:solidFill>
              <a:srgbClr val="003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4">
    <p:spTree>
      <p:nvGrpSpPr>
        <p:cNvPr id="1467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8" name="Google Shape;1468;p79"/>
          <p:cNvGrpSpPr/>
          <p:nvPr/>
        </p:nvGrpSpPr>
        <p:grpSpPr>
          <a:xfrm>
            <a:off x="0" y="0"/>
            <a:ext cx="9144003" cy="5143501"/>
            <a:chOff x="0" y="0"/>
            <a:chExt cx="9144003" cy="5143501"/>
          </a:xfrm>
        </p:grpSpPr>
        <p:pic>
          <p:nvPicPr>
            <p:cNvPr id="1469" name="Google Shape;1469;p79"/>
            <p:cNvPicPr preferRelativeResize="0"/>
            <p:nvPr/>
          </p:nvPicPr>
          <p:blipFill rotWithShape="1">
            <a:blip r:embed="rId2">
              <a:alphaModFix/>
            </a:blip>
            <a:srcRect b="8068" l="0" r="0" t="8060"/>
            <a:stretch/>
          </p:blipFill>
          <p:spPr>
            <a:xfrm>
              <a:off x="0" y="0"/>
              <a:ext cx="9144003" cy="5143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70" name="Google Shape;1470;p79"/>
            <p:cNvSpPr/>
            <p:nvPr/>
          </p:nvSpPr>
          <p:spPr>
            <a:xfrm>
              <a:off x="209980" y="194500"/>
              <a:ext cx="8763466" cy="4752275"/>
            </a:xfrm>
            <a:custGeom>
              <a:rect b="b" l="l" r="r" t="t"/>
              <a:pathLst>
                <a:path extrusionOk="0" h="147209" w="271904">
                  <a:moveTo>
                    <a:pt x="596" y="0"/>
                  </a:moveTo>
                  <a:lnTo>
                    <a:pt x="596" y="0"/>
                  </a:lnTo>
                  <a:cubicBezTo>
                    <a:pt x="2025" y="5965"/>
                    <a:pt x="3072" y="13895"/>
                    <a:pt x="3644" y="22312"/>
                  </a:cubicBezTo>
                  <a:cubicBezTo>
                    <a:pt x="7942" y="23515"/>
                    <a:pt x="13609" y="23932"/>
                    <a:pt x="5085" y="25063"/>
                  </a:cubicBezTo>
                  <a:cubicBezTo>
                    <a:pt x="5096" y="25110"/>
                    <a:pt x="5108" y="25146"/>
                    <a:pt x="5120" y="25194"/>
                  </a:cubicBezTo>
                  <a:cubicBezTo>
                    <a:pt x="5263" y="25301"/>
                    <a:pt x="5394" y="25396"/>
                    <a:pt x="5525" y="25503"/>
                  </a:cubicBezTo>
                  <a:cubicBezTo>
                    <a:pt x="5692" y="25539"/>
                    <a:pt x="5954" y="25479"/>
                    <a:pt x="6037" y="25658"/>
                  </a:cubicBezTo>
                  <a:cubicBezTo>
                    <a:pt x="8561" y="26230"/>
                    <a:pt x="4561" y="26670"/>
                    <a:pt x="3894" y="26789"/>
                  </a:cubicBezTo>
                  <a:cubicBezTo>
                    <a:pt x="4203" y="33719"/>
                    <a:pt x="4192" y="40803"/>
                    <a:pt x="3787" y="47256"/>
                  </a:cubicBezTo>
                  <a:cubicBezTo>
                    <a:pt x="2560" y="47137"/>
                    <a:pt x="1298" y="47006"/>
                    <a:pt x="1" y="46875"/>
                  </a:cubicBezTo>
                  <a:lnTo>
                    <a:pt x="1" y="46875"/>
                  </a:lnTo>
                  <a:cubicBezTo>
                    <a:pt x="1429" y="52840"/>
                    <a:pt x="2477" y="60770"/>
                    <a:pt x="3049" y="69199"/>
                  </a:cubicBezTo>
                  <a:cubicBezTo>
                    <a:pt x="7347" y="70402"/>
                    <a:pt x="13014" y="70818"/>
                    <a:pt x="4489" y="71949"/>
                  </a:cubicBezTo>
                  <a:cubicBezTo>
                    <a:pt x="4501" y="71985"/>
                    <a:pt x="4513" y="72033"/>
                    <a:pt x="4525" y="72069"/>
                  </a:cubicBezTo>
                  <a:cubicBezTo>
                    <a:pt x="4668" y="72176"/>
                    <a:pt x="4787" y="72283"/>
                    <a:pt x="4930" y="72390"/>
                  </a:cubicBezTo>
                  <a:cubicBezTo>
                    <a:pt x="5096" y="72414"/>
                    <a:pt x="5358" y="72366"/>
                    <a:pt x="5442" y="72545"/>
                  </a:cubicBezTo>
                  <a:cubicBezTo>
                    <a:pt x="7966" y="73104"/>
                    <a:pt x="3965" y="73557"/>
                    <a:pt x="3299" y="73664"/>
                  </a:cubicBezTo>
                  <a:cubicBezTo>
                    <a:pt x="3513" y="78510"/>
                    <a:pt x="3572" y="83427"/>
                    <a:pt x="3453" y="88154"/>
                  </a:cubicBezTo>
                  <a:cubicBezTo>
                    <a:pt x="2322" y="88047"/>
                    <a:pt x="1179" y="87928"/>
                    <a:pt x="1" y="87809"/>
                  </a:cubicBezTo>
                  <a:lnTo>
                    <a:pt x="1" y="87809"/>
                  </a:lnTo>
                  <a:cubicBezTo>
                    <a:pt x="989" y="91940"/>
                    <a:pt x="1798" y="97036"/>
                    <a:pt x="2394" y="102584"/>
                  </a:cubicBezTo>
                  <a:cubicBezTo>
                    <a:pt x="2239" y="103727"/>
                    <a:pt x="2072" y="104834"/>
                    <a:pt x="1882" y="105894"/>
                  </a:cubicBezTo>
                  <a:cubicBezTo>
                    <a:pt x="2156" y="105870"/>
                    <a:pt x="2429" y="105846"/>
                    <a:pt x="2715" y="105811"/>
                  </a:cubicBezTo>
                  <a:cubicBezTo>
                    <a:pt x="2834" y="107228"/>
                    <a:pt x="2953" y="108668"/>
                    <a:pt x="3049" y="110121"/>
                  </a:cubicBezTo>
                  <a:cubicBezTo>
                    <a:pt x="7347" y="111323"/>
                    <a:pt x="13014" y="111740"/>
                    <a:pt x="4489" y="112871"/>
                  </a:cubicBezTo>
                  <a:cubicBezTo>
                    <a:pt x="4501" y="112919"/>
                    <a:pt x="4513" y="112954"/>
                    <a:pt x="4525" y="113002"/>
                  </a:cubicBezTo>
                  <a:cubicBezTo>
                    <a:pt x="4668" y="113109"/>
                    <a:pt x="4799" y="113205"/>
                    <a:pt x="4930" y="113312"/>
                  </a:cubicBezTo>
                  <a:cubicBezTo>
                    <a:pt x="5096" y="113347"/>
                    <a:pt x="5358" y="113288"/>
                    <a:pt x="5442" y="113466"/>
                  </a:cubicBezTo>
                  <a:cubicBezTo>
                    <a:pt x="7966" y="114038"/>
                    <a:pt x="3965" y="114478"/>
                    <a:pt x="3299" y="114598"/>
                  </a:cubicBezTo>
                  <a:cubicBezTo>
                    <a:pt x="3822" y="126123"/>
                    <a:pt x="4668" y="127147"/>
                    <a:pt x="3120" y="135886"/>
                  </a:cubicBezTo>
                  <a:cubicBezTo>
                    <a:pt x="4608" y="136338"/>
                    <a:pt x="14133" y="147209"/>
                    <a:pt x="14133" y="147209"/>
                  </a:cubicBezTo>
                  <a:cubicBezTo>
                    <a:pt x="14133" y="147209"/>
                    <a:pt x="16765" y="146220"/>
                    <a:pt x="20479" y="146137"/>
                  </a:cubicBezTo>
                  <a:cubicBezTo>
                    <a:pt x="20503" y="146054"/>
                    <a:pt x="20539" y="145959"/>
                    <a:pt x="20563" y="145875"/>
                  </a:cubicBezTo>
                  <a:lnTo>
                    <a:pt x="20563" y="145875"/>
                  </a:lnTo>
                  <a:cubicBezTo>
                    <a:pt x="20491" y="146340"/>
                    <a:pt x="23242" y="146363"/>
                    <a:pt x="23158" y="146816"/>
                  </a:cubicBezTo>
                  <a:cubicBezTo>
                    <a:pt x="29516" y="146220"/>
                    <a:pt x="36481" y="145875"/>
                    <a:pt x="44589" y="145697"/>
                  </a:cubicBezTo>
                  <a:cubicBezTo>
                    <a:pt x="44613" y="145625"/>
                    <a:pt x="44637" y="145554"/>
                    <a:pt x="44661" y="145494"/>
                  </a:cubicBezTo>
                  <a:cubicBezTo>
                    <a:pt x="45090" y="145494"/>
                    <a:pt x="45530" y="145494"/>
                    <a:pt x="45959" y="145482"/>
                  </a:cubicBezTo>
                  <a:cubicBezTo>
                    <a:pt x="45959" y="145542"/>
                    <a:pt x="45959" y="145601"/>
                    <a:pt x="45959" y="145661"/>
                  </a:cubicBezTo>
                  <a:cubicBezTo>
                    <a:pt x="46173" y="145661"/>
                    <a:pt x="46387" y="145661"/>
                    <a:pt x="46602" y="145649"/>
                  </a:cubicBezTo>
                  <a:cubicBezTo>
                    <a:pt x="46637" y="145601"/>
                    <a:pt x="46661" y="145542"/>
                    <a:pt x="46685" y="145482"/>
                  </a:cubicBezTo>
                  <a:cubicBezTo>
                    <a:pt x="47197" y="145482"/>
                    <a:pt x="47709" y="145482"/>
                    <a:pt x="48221" y="145494"/>
                  </a:cubicBezTo>
                  <a:cubicBezTo>
                    <a:pt x="48221" y="145530"/>
                    <a:pt x="48221" y="145578"/>
                    <a:pt x="48221" y="145625"/>
                  </a:cubicBezTo>
                  <a:cubicBezTo>
                    <a:pt x="50912" y="145578"/>
                    <a:pt x="53900" y="145542"/>
                    <a:pt x="57031" y="145518"/>
                  </a:cubicBezTo>
                  <a:cubicBezTo>
                    <a:pt x="59651" y="145542"/>
                    <a:pt x="62151" y="145566"/>
                    <a:pt x="64461" y="145601"/>
                  </a:cubicBezTo>
                  <a:cubicBezTo>
                    <a:pt x="64461" y="145566"/>
                    <a:pt x="64461" y="145530"/>
                    <a:pt x="64461" y="145494"/>
                  </a:cubicBezTo>
                  <a:cubicBezTo>
                    <a:pt x="65592" y="145488"/>
                    <a:pt x="66726" y="145485"/>
                    <a:pt x="67860" y="145485"/>
                  </a:cubicBezTo>
                  <a:cubicBezTo>
                    <a:pt x="68994" y="145485"/>
                    <a:pt x="70128" y="145488"/>
                    <a:pt x="71259" y="145494"/>
                  </a:cubicBezTo>
                  <a:cubicBezTo>
                    <a:pt x="71402" y="145578"/>
                    <a:pt x="71545" y="145661"/>
                    <a:pt x="71700" y="145744"/>
                  </a:cubicBezTo>
                  <a:cubicBezTo>
                    <a:pt x="78891" y="145947"/>
                    <a:pt x="85190" y="146268"/>
                    <a:pt x="90976" y="146816"/>
                  </a:cubicBezTo>
                  <a:cubicBezTo>
                    <a:pt x="90845" y="146054"/>
                    <a:pt x="90714" y="145256"/>
                    <a:pt x="90595" y="144435"/>
                  </a:cubicBezTo>
                  <a:lnTo>
                    <a:pt x="90595" y="144435"/>
                  </a:lnTo>
                  <a:cubicBezTo>
                    <a:pt x="91429" y="144792"/>
                    <a:pt x="92191" y="145304"/>
                    <a:pt x="92976" y="145744"/>
                  </a:cubicBezTo>
                  <a:cubicBezTo>
                    <a:pt x="96596" y="145851"/>
                    <a:pt x="99989" y="145982"/>
                    <a:pt x="103204" y="146161"/>
                  </a:cubicBezTo>
                  <a:cubicBezTo>
                    <a:pt x="103156" y="146375"/>
                    <a:pt x="103121" y="146601"/>
                    <a:pt x="103085" y="146828"/>
                  </a:cubicBezTo>
                  <a:cubicBezTo>
                    <a:pt x="104573" y="146685"/>
                    <a:pt x="106109" y="146554"/>
                    <a:pt x="107669" y="146447"/>
                  </a:cubicBezTo>
                  <a:cubicBezTo>
                    <a:pt x="109240" y="146554"/>
                    <a:pt x="110764" y="146685"/>
                    <a:pt x="112265" y="146828"/>
                  </a:cubicBezTo>
                  <a:cubicBezTo>
                    <a:pt x="112217" y="146601"/>
                    <a:pt x="112181" y="146375"/>
                    <a:pt x="112146" y="146161"/>
                  </a:cubicBezTo>
                  <a:cubicBezTo>
                    <a:pt x="115979" y="145947"/>
                    <a:pt x="120075" y="145792"/>
                    <a:pt x="124504" y="145697"/>
                  </a:cubicBezTo>
                  <a:cubicBezTo>
                    <a:pt x="125022" y="144156"/>
                    <a:pt x="125413" y="143165"/>
                    <a:pt x="125645" y="143165"/>
                  </a:cubicBezTo>
                  <a:cubicBezTo>
                    <a:pt x="125846" y="143165"/>
                    <a:pt x="125929" y="143902"/>
                    <a:pt x="125873" y="145661"/>
                  </a:cubicBezTo>
                  <a:cubicBezTo>
                    <a:pt x="126100" y="145661"/>
                    <a:pt x="126302" y="145661"/>
                    <a:pt x="126528" y="145649"/>
                  </a:cubicBezTo>
                  <a:cubicBezTo>
                    <a:pt x="127181" y="144357"/>
                    <a:pt x="127670" y="143321"/>
                    <a:pt x="127939" y="143321"/>
                  </a:cubicBezTo>
                  <a:cubicBezTo>
                    <a:pt x="128150" y="143321"/>
                    <a:pt x="128225" y="143963"/>
                    <a:pt x="128136" y="145625"/>
                  </a:cubicBezTo>
                  <a:cubicBezTo>
                    <a:pt x="130541" y="145589"/>
                    <a:pt x="133184" y="145554"/>
                    <a:pt x="135946" y="145530"/>
                  </a:cubicBezTo>
                  <a:cubicBezTo>
                    <a:pt x="138720" y="145554"/>
                    <a:pt x="141352" y="145589"/>
                    <a:pt x="143757" y="145625"/>
                  </a:cubicBezTo>
                  <a:cubicBezTo>
                    <a:pt x="143667" y="143963"/>
                    <a:pt x="143745" y="143321"/>
                    <a:pt x="143959" y="143321"/>
                  </a:cubicBezTo>
                  <a:cubicBezTo>
                    <a:pt x="144230" y="143321"/>
                    <a:pt x="144723" y="144357"/>
                    <a:pt x="145376" y="145649"/>
                  </a:cubicBezTo>
                  <a:cubicBezTo>
                    <a:pt x="145590" y="145661"/>
                    <a:pt x="145804" y="145661"/>
                    <a:pt x="146019" y="145661"/>
                  </a:cubicBezTo>
                  <a:cubicBezTo>
                    <a:pt x="145964" y="143902"/>
                    <a:pt x="146046" y="143165"/>
                    <a:pt x="146247" y="143165"/>
                  </a:cubicBezTo>
                  <a:cubicBezTo>
                    <a:pt x="146479" y="143165"/>
                    <a:pt x="146870" y="144156"/>
                    <a:pt x="147388" y="145697"/>
                  </a:cubicBezTo>
                  <a:cubicBezTo>
                    <a:pt x="151817" y="145792"/>
                    <a:pt x="155913" y="145947"/>
                    <a:pt x="159759" y="146161"/>
                  </a:cubicBezTo>
                  <a:cubicBezTo>
                    <a:pt x="159711" y="146375"/>
                    <a:pt x="159675" y="146601"/>
                    <a:pt x="159640" y="146828"/>
                  </a:cubicBezTo>
                  <a:cubicBezTo>
                    <a:pt x="161128" y="146685"/>
                    <a:pt x="162664" y="146554"/>
                    <a:pt x="164223" y="146447"/>
                  </a:cubicBezTo>
                  <a:cubicBezTo>
                    <a:pt x="165795" y="146554"/>
                    <a:pt x="167319" y="146685"/>
                    <a:pt x="168819" y="146828"/>
                  </a:cubicBezTo>
                  <a:cubicBezTo>
                    <a:pt x="168772" y="146601"/>
                    <a:pt x="168736" y="146375"/>
                    <a:pt x="168700" y="146161"/>
                  </a:cubicBezTo>
                  <a:cubicBezTo>
                    <a:pt x="171915" y="145982"/>
                    <a:pt x="175296" y="145851"/>
                    <a:pt x="178916" y="145744"/>
                  </a:cubicBezTo>
                  <a:cubicBezTo>
                    <a:pt x="179702" y="145304"/>
                    <a:pt x="180464" y="144792"/>
                    <a:pt x="181309" y="144435"/>
                  </a:cubicBezTo>
                  <a:lnTo>
                    <a:pt x="181309" y="144435"/>
                  </a:lnTo>
                  <a:cubicBezTo>
                    <a:pt x="181190" y="145256"/>
                    <a:pt x="181059" y="146054"/>
                    <a:pt x="180916" y="146816"/>
                  </a:cubicBezTo>
                  <a:cubicBezTo>
                    <a:pt x="186714" y="146268"/>
                    <a:pt x="193001" y="145947"/>
                    <a:pt x="200204" y="145744"/>
                  </a:cubicBezTo>
                  <a:cubicBezTo>
                    <a:pt x="200347" y="145661"/>
                    <a:pt x="200490" y="145578"/>
                    <a:pt x="200645" y="145494"/>
                  </a:cubicBezTo>
                  <a:cubicBezTo>
                    <a:pt x="201770" y="145488"/>
                    <a:pt x="202904" y="145485"/>
                    <a:pt x="204039" y="145485"/>
                  </a:cubicBezTo>
                  <a:cubicBezTo>
                    <a:pt x="205175" y="145485"/>
                    <a:pt x="206312" y="145488"/>
                    <a:pt x="207443" y="145494"/>
                  </a:cubicBezTo>
                  <a:cubicBezTo>
                    <a:pt x="207443" y="145530"/>
                    <a:pt x="207443" y="145566"/>
                    <a:pt x="207431" y="145601"/>
                  </a:cubicBezTo>
                  <a:cubicBezTo>
                    <a:pt x="209741" y="145566"/>
                    <a:pt x="212253" y="145542"/>
                    <a:pt x="214873" y="145518"/>
                  </a:cubicBezTo>
                  <a:cubicBezTo>
                    <a:pt x="218004" y="145542"/>
                    <a:pt x="220981" y="145578"/>
                    <a:pt x="223683" y="145625"/>
                  </a:cubicBezTo>
                  <a:cubicBezTo>
                    <a:pt x="223671" y="145578"/>
                    <a:pt x="223671" y="145530"/>
                    <a:pt x="223671" y="145494"/>
                  </a:cubicBezTo>
                  <a:cubicBezTo>
                    <a:pt x="224183" y="145494"/>
                    <a:pt x="224695" y="145482"/>
                    <a:pt x="225207" y="145482"/>
                  </a:cubicBezTo>
                  <a:cubicBezTo>
                    <a:pt x="225243" y="145542"/>
                    <a:pt x="225267" y="145601"/>
                    <a:pt x="225291" y="145649"/>
                  </a:cubicBezTo>
                  <a:cubicBezTo>
                    <a:pt x="225517" y="145661"/>
                    <a:pt x="225731" y="145661"/>
                    <a:pt x="225945" y="145661"/>
                  </a:cubicBezTo>
                  <a:cubicBezTo>
                    <a:pt x="225945" y="145601"/>
                    <a:pt x="225934" y="145542"/>
                    <a:pt x="225934" y="145482"/>
                  </a:cubicBezTo>
                  <a:cubicBezTo>
                    <a:pt x="226374" y="145482"/>
                    <a:pt x="226803" y="145482"/>
                    <a:pt x="227243" y="145494"/>
                  </a:cubicBezTo>
                  <a:cubicBezTo>
                    <a:pt x="227267" y="145554"/>
                    <a:pt x="227291" y="145625"/>
                    <a:pt x="227315" y="145697"/>
                  </a:cubicBezTo>
                  <a:cubicBezTo>
                    <a:pt x="235411" y="145875"/>
                    <a:pt x="242376" y="146220"/>
                    <a:pt x="248734" y="146816"/>
                  </a:cubicBezTo>
                  <a:cubicBezTo>
                    <a:pt x="248651" y="146363"/>
                    <a:pt x="248579" y="145899"/>
                    <a:pt x="248508" y="145423"/>
                  </a:cubicBezTo>
                  <a:lnTo>
                    <a:pt x="248508" y="145423"/>
                  </a:lnTo>
                  <a:cubicBezTo>
                    <a:pt x="248532" y="145506"/>
                    <a:pt x="248567" y="145601"/>
                    <a:pt x="248591" y="145697"/>
                  </a:cubicBezTo>
                  <a:cubicBezTo>
                    <a:pt x="256699" y="145875"/>
                    <a:pt x="263664" y="146220"/>
                    <a:pt x="270022" y="146816"/>
                  </a:cubicBezTo>
                  <a:cubicBezTo>
                    <a:pt x="268463" y="138065"/>
                    <a:pt x="268082" y="126123"/>
                    <a:pt x="268606" y="114598"/>
                  </a:cubicBezTo>
                  <a:cubicBezTo>
                    <a:pt x="267939" y="114478"/>
                    <a:pt x="263926" y="114038"/>
                    <a:pt x="266462" y="113466"/>
                  </a:cubicBezTo>
                  <a:cubicBezTo>
                    <a:pt x="266546" y="113288"/>
                    <a:pt x="266808" y="113347"/>
                    <a:pt x="266974" y="113312"/>
                  </a:cubicBezTo>
                  <a:cubicBezTo>
                    <a:pt x="267105" y="113205"/>
                    <a:pt x="267236" y="113109"/>
                    <a:pt x="267367" y="113002"/>
                  </a:cubicBezTo>
                  <a:cubicBezTo>
                    <a:pt x="267391" y="112954"/>
                    <a:pt x="267403" y="112919"/>
                    <a:pt x="267415" y="112871"/>
                  </a:cubicBezTo>
                  <a:cubicBezTo>
                    <a:pt x="258878" y="111740"/>
                    <a:pt x="264557" y="111323"/>
                    <a:pt x="268856" y="110121"/>
                  </a:cubicBezTo>
                  <a:cubicBezTo>
                    <a:pt x="268951" y="108668"/>
                    <a:pt x="269070" y="107228"/>
                    <a:pt x="269189" y="105811"/>
                  </a:cubicBezTo>
                  <a:cubicBezTo>
                    <a:pt x="269463" y="105846"/>
                    <a:pt x="269749" y="105870"/>
                    <a:pt x="270022" y="105894"/>
                  </a:cubicBezTo>
                  <a:cubicBezTo>
                    <a:pt x="269832" y="104834"/>
                    <a:pt x="269653" y="103727"/>
                    <a:pt x="269510" y="102584"/>
                  </a:cubicBezTo>
                  <a:cubicBezTo>
                    <a:pt x="270094" y="97036"/>
                    <a:pt x="270903" y="91940"/>
                    <a:pt x="271904" y="87809"/>
                  </a:cubicBezTo>
                  <a:lnTo>
                    <a:pt x="271904" y="87809"/>
                  </a:lnTo>
                  <a:cubicBezTo>
                    <a:pt x="270725" y="87928"/>
                    <a:pt x="269570" y="88047"/>
                    <a:pt x="268451" y="88154"/>
                  </a:cubicBezTo>
                  <a:cubicBezTo>
                    <a:pt x="268320" y="83427"/>
                    <a:pt x="268379" y="78510"/>
                    <a:pt x="268606" y="73664"/>
                  </a:cubicBezTo>
                  <a:cubicBezTo>
                    <a:pt x="267939" y="73557"/>
                    <a:pt x="263926" y="73104"/>
                    <a:pt x="266462" y="72545"/>
                  </a:cubicBezTo>
                  <a:cubicBezTo>
                    <a:pt x="266546" y="72366"/>
                    <a:pt x="266808" y="72426"/>
                    <a:pt x="266974" y="72390"/>
                  </a:cubicBezTo>
                  <a:cubicBezTo>
                    <a:pt x="267105" y="72283"/>
                    <a:pt x="267236" y="72176"/>
                    <a:pt x="267367" y="72069"/>
                  </a:cubicBezTo>
                  <a:cubicBezTo>
                    <a:pt x="267391" y="72033"/>
                    <a:pt x="267403" y="71985"/>
                    <a:pt x="267415" y="71949"/>
                  </a:cubicBezTo>
                  <a:cubicBezTo>
                    <a:pt x="258878" y="70818"/>
                    <a:pt x="264557" y="70402"/>
                    <a:pt x="268856" y="69199"/>
                  </a:cubicBezTo>
                  <a:cubicBezTo>
                    <a:pt x="269415" y="60770"/>
                    <a:pt x="270463" y="52840"/>
                    <a:pt x="271904" y="46875"/>
                  </a:cubicBezTo>
                  <a:lnTo>
                    <a:pt x="271904" y="46875"/>
                  </a:lnTo>
                  <a:cubicBezTo>
                    <a:pt x="270606" y="47006"/>
                    <a:pt x="269344" y="47137"/>
                    <a:pt x="268105" y="47256"/>
                  </a:cubicBezTo>
                  <a:cubicBezTo>
                    <a:pt x="267713" y="40803"/>
                    <a:pt x="267689" y="33719"/>
                    <a:pt x="268010" y="26789"/>
                  </a:cubicBezTo>
                  <a:cubicBezTo>
                    <a:pt x="267343" y="26670"/>
                    <a:pt x="263331" y="26230"/>
                    <a:pt x="265867" y="25658"/>
                  </a:cubicBezTo>
                  <a:cubicBezTo>
                    <a:pt x="265950" y="25479"/>
                    <a:pt x="266212" y="25539"/>
                    <a:pt x="266379" y="25503"/>
                  </a:cubicBezTo>
                  <a:cubicBezTo>
                    <a:pt x="266510" y="25396"/>
                    <a:pt x="266641" y="25301"/>
                    <a:pt x="266772" y="25194"/>
                  </a:cubicBezTo>
                  <a:cubicBezTo>
                    <a:pt x="266796" y="25146"/>
                    <a:pt x="266808" y="25110"/>
                    <a:pt x="266820" y="25063"/>
                  </a:cubicBezTo>
                  <a:cubicBezTo>
                    <a:pt x="258283" y="23932"/>
                    <a:pt x="263962" y="23515"/>
                    <a:pt x="268260" y="22312"/>
                  </a:cubicBezTo>
                  <a:cubicBezTo>
                    <a:pt x="268415" y="19919"/>
                    <a:pt x="268856" y="15300"/>
                    <a:pt x="268856" y="15300"/>
                  </a:cubicBezTo>
                  <a:lnTo>
                    <a:pt x="254901" y="1453"/>
                  </a:lnTo>
                  <a:cubicBezTo>
                    <a:pt x="254901" y="1453"/>
                    <a:pt x="251413" y="1679"/>
                    <a:pt x="249615" y="1774"/>
                  </a:cubicBezTo>
                  <a:cubicBezTo>
                    <a:pt x="249746" y="1167"/>
                    <a:pt x="249889" y="572"/>
                    <a:pt x="250020" y="0"/>
                  </a:cubicBezTo>
                  <a:lnTo>
                    <a:pt x="250020" y="0"/>
                  </a:lnTo>
                  <a:cubicBezTo>
                    <a:pt x="240828" y="929"/>
                    <a:pt x="233577" y="1572"/>
                    <a:pt x="225017" y="1929"/>
                  </a:cubicBezTo>
                  <a:cubicBezTo>
                    <a:pt x="224814" y="2179"/>
                    <a:pt x="224600" y="2441"/>
                    <a:pt x="224386" y="2715"/>
                  </a:cubicBezTo>
                  <a:cubicBezTo>
                    <a:pt x="223731" y="2953"/>
                    <a:pt x="223112" y="3274"/>
                    <a:pt x="222647" y="3751"/>
                  </a:cubicBezTo>
                  <a:cubicBezTo>
                    <a:pt x="222755" y="3346"/>
                    <a:pt x="222945" y="2774"/>
                    <a:pt x="223219" y="2000"/>
                  </a:cubicBezTo>
                  <a:cubicBezTo>
                    <a:pt x="223094" y="1992"/>
                    <a:pt x="222968" y="1988"/>
                    <a:pt x="222843" y="1988"/>
                  </a:cubicBezTo>
                  <a:cubicBezTo>
                    <a:pt x="221740" y="1988"/>
                    <a:pt x="220632" y="2285"/>
                    <a:pt x="219537" y="2285"/>
                  </a:cubicBezTo>
                  <a:cubicBezTo>
                    <a:pt x="219371" y="2285"/>
                    <a:pt x="219205" y="2278"/>
                    <a:pt x="219040" y="2262"/>
                  </a:cubicBezTo>
                  <a:cubicBezTo>
                    <a:pt x="218567" y="2506"/>
                    <a:pt x="218202" y="2952"/>
                    <a:pt x="217926" y="2952"/>
                  </a:cubicBezTo>
                  <a:cubicBezTo>
                    <a:pt x="217744" y="2952"/>
                    <a:pt x="217601" y="2757"/>
                    <a:pt x="217492" y="2179"/>
                  </a:cubicBezTo>
                  <a:cubicBezTo>
                    <a:pt x="216420" y="2203"/>
                    <a:pt x="215337" y="2227"/>
                    <a:pt x="214218" y="2239"/>
                  </a:cubicBezTo>
                  <a:cubicBezTo>
                    <a:pt x="210515" y="2179"/>
                    <a:pt x="207169" y="2084"/>
                    <a:pt x="204002" y="1965"/>
                  </a:cubicBezTo>
                  <a:cubicBezTo>
                    <a:pt x="203967" y="2131"/>
                    <a:pt x="203943" y="2298"/>
                    <a:pt x="203919" y="2453"/>
                  </a:cubicBezTo>
                  <a:cubicBezTo>
                    <a:pt x="203550" y="2560"/>
                    <a:pt x="203181" y="2679"/>
                    <a:pt x="202824" y="2822"/>
                  </a:cubicBezTo>
                  <a:cubicBezTo>
                    <a:pt x="202776" y="2548"/>
                    <a:pt x="202728" y="2239"/>
                    <a:pt x="202681" y="1905"/>
                  </a:cubicBezTo>
                  <a:cubicBezTo>
                    <a:pt x="194453" y="1524"/>
                    <a:pt x="187357" y="905"/>
                    <a:pt x="178440" y="0"/>
                  </a:cubicBezTo>
                  <a:lnTo>
                    <a:pt x="178440" y="0"/>
                  </a:lnTo>
                  <a:cubicBezTo>
                    <a:pt x="178582" y="572"/>
                    <a:pt x="178713" y="1167"/>
                    <a:pt x="178844" y="1774"/>
                  </a:cubicBezTo>
                  <a:cubicBezTo>
                    <a:pt x="175773" y="1607"/>
                    <a:pt x="172832" y="1417"/>
                    <a:pt x="169831" y="1179"/>
                  </a:cubicBezTo>
                  <a:cubicBezTo>
                    <a:pt x="169927" y="774"/>
                    <a:pt x="170010" y="381"/>
                    <a:pt x="170105" y="0"/>
                  </a:cubicBezTo>
                  <a:lnTo>
                    <a:pt x="170105" y="0"/>
                  </a:lnTo>
                  <a:cubicBezTo>
                    <a:pt x="167843" y="226"/>
                    <a:pt x="165700" y="441"/>
                    <a:pt x="163628" y="631"/>
                  </a:cubicBezTo>
                  <a:cubicBezTo>
                    <a:pt x="161556" y="441"/>
                    <a:pt x="159413" y="226"/>
                    <a:pt x="157163" y="0"/>
                  </a:cubicBezTo>
                  <a:lnTo>
                    <a:pt x="157163" y="0"/>
                  </a:lnTo>
                  <a:cubicBezTo>
                    <a:pt x="157246" y="381"/>
                    <a:pt x="157342" y="774"/>
                    <a:pt x="157425" y="1179"/>
                  </a:cubicBezTo>
                  <a:cubicBezTo>
                    <a:pt x="153377" y="1500"/>
                    <a:pt x="149400" y="1750"/>
                    <a:pt x="145102" y="1929"/>
                  </a:cubicBezTo>
                  <a:cubicBezTo>
                    <a:pt x="144154" y="3043"/>
                    <a:pt x="143049" y="4616"/>
                    <a:pt x="142712" y="4616"/>
                  </a:cubicBezTo>
                  <a:cubicBezTo>
                    <a:pt x="142491" y="4616"/>
                    <a:pt x="142601" y="3936"/>
                    <a:pt x="143304" y="2000"/>
                  </a:cubicBezTo>
                  <a:cubicBezTo>
                    <a:pt x="143179" y="1992"/>
                    <a:pt x="143053" y="1988"/>
                    <a:pt x="142928" y="1988"/>
                  </a:cubicBezTo>
                  <a:cubicBezTo>
                    <a:pt x="141825" y="1988"/>
                    <a:pt x="140718" y="2285"/>
                    <a:pt x="139622" y="2285"/>
                  </a:cubicBezTo>
                  <a:cubicBezTo>
                    <a:pt x="139456" y="2285"/>
                    <a:pt x="139290" y="2278"/>
                    <a:pt x="139125" y="2262"/>
                  </a:cubicBezTo>
                  <a:cubicBezTo>
                    <a:pt x="138780" y="2441"/>
                    <a:pt x="138494" y="2715"/>
                    <a:pt x="138256" y="2858"/>
                  </a:cubicBezTo>
                  <a:lnTo>
                    <a:pt x="138256" y="2250"/>
                  </a:lnTo>
                  <a:cubicBezTo>
                    <a:pt x="138030" y="2250"/>
                    <a:pt x="137803" y="2239"/>
                    <a:pt x="137589" y="2239"/>
                  </a:cubicBezTo>
                  <a:cubicBezTo>
                    <a:pt x="137577" y="2215"/>
                    <a:pt x="137577" y="2203"/>
                    <a:pt x="137565" y="2179"/>
                  </a:cubicBezTo>
                  <a:cubicBezTo>
                    <a:pt x="137041" y="2191"/>
                    <a:pt x="136494" y="2203"/>
                    <a:pt x="135946" y="2215"/>
                  </a:cubicBezTo>
                  <a:cubicBezTo>
                    <a:pt x="135410" y="2203"/>
                    <a:pt x="134863" y="2191"/>
                    <a:pt x="134327" y="2179"/>
                  </a:cubicBezTo>
                  <a:cubicBezTo>
                    <a:pt x="134327" y="2203"/>
                    <a:pt x="134327" y="2215"/>
                    <a:pt x="134315" y="2239"/>
                  </a:cubicBezTo>
                  <a:cubicBezTo>
                    <a:pt x="134089" y="2239"/>
                    <a:pt x="133874" y="2250"/>
                    <a:pt x="133648" y="2250"/>
                  </a:cubicBezTo>
                  <a:lnTo>
                    <a:pt x="133648" y="2858"/>
                  </a:lnTo>
                  <a:cubicBezTo>
                    <a:pt x="133410" y="2715"/>
                    <a:pt x="133124" y="2441"/>
                    <a:pt x="132779" y="2262"/>
                  </a:cubicBezTo>
                  <a:cubicBezTo>
                    <a:pt x="132604" y="2280"/>
                    <a:pt x="132429" y="2288"/>
                    <a:pt x="132254" y="2288"/>
                  </a:cubicBezTo>
                  <a:cubicBezTo>
                    <a:pt x="131165" y="2288"/>
                    <a:pt x="130064" y="1988"/>
                    <a:pt x="128968" y="1988"/>
                  </a:cubicBezTo>
                  <a:cubicBezTo>
                    <a:pt x="128845" y="1988"/>
                    <a:pt x="128723" y="1992"/>
                    <a:pt x="128600" y="2000"/>
                  </a:cubicBezTo>
                  <a:cubicBezTo>
                    <a:pt x="129303" y="3936"/>
                    <a:pt x="129413" y="4616"/>
                    <a:pt x="129192" y="4616"/>
                  </a:cubicBezTo>
                  <a:cubicBezTo>
                    <a:pt x="128855" y="4616"/>
                    <a:pt x="127750" y="3043"/>
                    <a:pt x="126802" y="1929"/>
                  </a:cubicBezTo>
                  <a:cubicBezTo>
                    <a:pt x="122492" y="1750"/>
                    <a:pt x="118527" y="1500"/>
                    <a:pt x="114467" y="1179"/>
                  </a:cubicBezTo>
                  <a:cubicBezTo>
                    <a:pt x="114562" y="774"/>
                    <a:pt x="114646" y="381"/>
                    <a:pt x="114741" y="0"/>
                  </a:cubicBezTo>
                  <a:lnTo>
                    <a:pt x="114741" y="0"/>
                  </a:lnTo>
                  <a:cubicBezTo>
                    <a:pt x="112491" y="226"/>
                    <a:pt x="110348" y="441"/>
                    <a:pt x="108276" y="631"/>
                  </a:cubicBezTo>
                  <a:cubicBezTo>
                    <a:pt x="106192" y="441"/>
                    <a:pt x="104061" y="226"/>
                    <a:pt x="101799" y="0"/>
                  </a:cubicBezTo>
                  <a:lnTo>
                    <a:pt x="101799" y="0"/>
                  </a:lnTo>
                  <a:cubicBezTo>
                    <a:pt x="101894" y="381"/>
                    <a:pt x="101978" y="774"/>
                    <a:pt x="102073" y="1179"/>
                  </a:cubicBezTo>
                  <a:cubicBezTo>
                    <a:pt x="99072" y="1417"/>
                    <a:pt x="96132" y="1607"/>
                    <a:pt x="93060" y="1774"/>
                  </a:cubicBezTo>
                  <a:cubicBezTo>
                    <a:pt x="93191" y="1167"/>
                    <a:pt x="93322" y="572"/>
                    <a:pt x="93465" y="0"/>
                  </a:cubicBezTo>
                  <a:lnTo>
                    <a:pt x="93465" y="0"/>
                  </a:lnTo>
                  <a:cubicBezTo>
                    <a:pt x="84535" y="905"/>
                    <a:pt x="77439" y="1524"/>
                    <a:pt x="69212" y="1905"/>
                  </a:cubicBezTo>
                  <a:cubicBezTo>
                    <a:pt x="69164" y="2239"/>
                    <a:pt x="69116" y="2548"/>
                    <a:pt x="69081" y="2822"/>
                  </a:cubicBezTo>
                  <a:cubicBezTo>
                    <a:pt x="68723" y="2667"/>
                    <a:pt x="68342" y="2548"/>
                    <a:pt x="67973" y="2453"/>
                  </a:cubicBezTo>
                  <a:cubicBezTo>
                    <a:pt x="67950" y="2298"/>
                    <a:pt x="67926" y="2131"/>
                    <a:pt x="67902" y="1953"/>
                  </a:cubicBezTo>
                  <a:cubicBezTo>
                    <a:pt x="64735" y="2084"/>
                    <a:pt x="61377" y="2179"/>
                    <a:pt x="57686" y="2239"/>
                  </a:cubicBezTo>
                  <a:cubicBezTo>
                    <a:pt x="56567" y="2227"/>
                    <a:pt x="55472" y="2203"/>
                    <a:pt x="54412" y="2179"/>
                  </a:cubicBezTo>
                  <a:cubicBezTo>
                    <a:pt x="54303" y="2757"/>
                    <a:pt x="54160" y="2952"/>
                    <a:pt x="53977" y="2952"/>
                  </a:cubicBezTo>
                  <a:cubicBezTo>
                    <a:pt x="53701" y="2952"/>
                    <a:pt x="53333" y="2506"/>
                    <a:pt x="52852" y="2262"/>
                  </a:cubicBezTo>
                  <a:cubicBezTo>
                    <a:pt x="52687" y="2278"/>
                    <a:pt x="52522" y="2285"/>
                    <a:pt x="52356" y="2285"/>
                  </a:cubicBezTo>
                  <a:cubicBezTo>
                    <a:pt x="51262" y="2285"/>
                    <a:pt x="50161" y="1988"/>
                    <a:pt x="49052" y="1988"/>
                  </a:cubicBezTo>
                  <a:cubicBezTo>
                    <a:pt x="48926" y="1988"/>
                    <a:pt x="48800" y="1992"/>
                    <a:pt x="48673" y="2000"/>
                  </a:cubicBezTo>
                  <a:cubicBezTo>
                    <a:pt x="48959" y="2774"/>
                    <a:pt x="49138" y="3346"/>
                    <a:pt x="49257" y="3751"/>
                  </a:cubicBezTo>
                  <a:cubicBezTo>
                    <a:pt x="48792" y="3274"/>
                    <a:pt x="48173" y="2953"/>
                    <a:pt x="47518" y="2703"/>
                  </a:cubicBezTo>
                  <a:cubicBezTo>
                    <a:pt x="47304" y="2441"/>
                    <a:pt x="47090" y="2179"/>
                    <a:pt x="46875" y="1929"/>
                  </a:cubicBezTo>
                  <a:cubicBezTo>
                    <a:pt x="38315" y="1572"/>
                    <a:pt x="31064" y="929"/>
                    <a:pt x="21872" y="0"/>
                  </a:cubicBezTo>
                  <a:lnTo>
                    <a:pt x="21872" y="0"/>
                  </a:lnTo>
                  <a:cubicBezTo>
                    <a:pt x="22015" y="572"/>
                    <a:pt x="22146" y="1167"/>
                    <a:pt x="22277" y="1774"/>
                  </a:cubicBezTo>
                  <a:cubicBezTo>
                    <a:pt x="15098" y="1393"/>
                    <a:pt x="8573" y="810"/>
                    <a:pt x="5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1" name="Google Shape;1471;p79"/>
            <p:cNvSpPr/>
            <p:nvPr/>
          </p:nvSpPr>
          <p:spPr>
            <a:xfrm>
              <a:off x="283950" y="193150"/>
              <a:ext cx="8615526" cy="4752359"/>
            </a:xfrm>
            <a:custGeom>
              <a:rect b="b" l="l" r="r" t="t"/>
              <a:pathLst>
                <a:path extrusionOk="0" h="146757" w="269046">
                  <a:moveTo>
                    <a:pt x="21241" y="131"/>
                  </a:moveTo>
                  <a:cubicBezTo>
                    <a:pt x="20884" y="346"/>
                    <a:pt x="20527" y="572"/>
                    <a:pt x="20170" y="798"/>
                  </a:cubicBezTo>
                  <a:cubicBezTo>
                    <a:pt x="20217" y="953"/>
                    <a:pt x="20253" y="1120"/>
                    <a:pt x="20289" y="1286"/>
                  </a:cubicBezTo>
                  <a:cubicBezTo>
                    <a:pt x="20860" y="929"/>
                    <a:pt x="21432" y="560"/>
                    <a:pt x="22015" y="203"/>
                  </a:cubicBezTo>
                  <a:cubicBezTo>
                    <a:pt x="21753" y="179"/>
                    <a:pt x="21503" y="155"/>
                    <a:pt x="21241" y="131"/>
                  </a:cubicBezTo>
                  <a:close/>
                  <a:moveTo>
                    <a:pt x="18777" y="1691"/>
                  </a:moveTo>
                  <a:cubicBezTo>
                    <a:pt x="18515" y="1858"/>
                    <a:pt x="18265" y="2012"/>
                    <a:pt x="18015" y="2179"/>
                  </a:cubicBezTo>
                  <a:cubicBezTo>
                    <a:pt x="11788" y="6263"/>
                    <a:pt x="6156" y="10644"/>
                    <a:pt x="1155" y="15252"/>
                  </a:cubicBezTo>
                  <a:cubicBezTo>
                    <a:pt x="1179" y="15455"/>
                    <a:pt x="1203" y="15657"/>
                    <a:pt x="1215" y="15848"/>
                  </a:cubicBezTo>
                  <a:cubicBezTo>
                    <a:pt x="6263" y="11156"/>
                    <a:pt x="11966" y="6727"/>
                    <a:pt x="18277" y="2584"/>
                  </a:cubicBezTo>
                  <a:cubicBezTo>
                    <a:pt x="18705" y="2298"/>
                    <a:pt x="19146" y="2012"/>
                    <a:pt x="19574" y="1739"/>
                  </a:cubicBezTo>
                  <a:cubicBezTo>
                    <a:pt x="19312" y="1727"/>
                    <a:pt x="19039" y="1703"/>
                    <a:pt x="18777" y="1691"/>
                  </a:cubicBezTo>
                  <a:close/>
                  <a:moveTo>
                    <a:pt x="257199" y="5608"/>
                  </a:moveTo>
                  <a:cubicBezTo>
                    <a:pt x="259819" y="11180"/>
                    <a:pt x="262128" y="16943"/>
                    <a:pt x="264105" y="22884"/>
                  </a:cubicBezTo>
                  <a:cubicBezTo>
                    <a:pt x="264307" y="22836"/>
                    <a:pt x="264522" y="22789"/>
                    <a:pt x="264736" y="22741"/>
                  </a:cubicBezTo>
                  <a:cubicBezTo>
                    <a:pt x="262950" y="17360"/>
                    <a:pt x="260890" y="12085"/>
                    <a:pt x="258557" y="6942"/>
                  </a:cubicBezTo>
                  <a:lnTo>
                    <a:pt x="257199" y="5608"/>
                  </a:lnTo>
                  <a:close/>
                  <a:moveTo>
                    <a:pt x="234685" y="1239"/>
                  </a:moveTo>
                  <a:cubicBezTo>
                    <a:pt x="234423" y="1262"/>
                    <a:pt x="234149" y="1286"/>
                    <a:pt x="233887" y="1298"/>
                  </a:cubicBezTo>
                  <a:cubicBezTo>
                    <a:pt x="234554" y="1727"/>
                    <a:pt x="235220" y="2143"/>
                    <a:pt x="235875" y="2584"/>
                  </a:cubicBezTo>
                  <a:cubicBezTo>
                    <a:pt x="245662" y="9001"/>
                    <a:pt x="253961" y="16145"/>
                    <a:pt x="260676" y="23813"/>
                  </a:cubicBezTo>
                  <a:cubicBezTo>
                    <a:pt x="260783" y="23741"/>
                    <a:pt x="260938" y="23682"/>
                    <a:pt x="261140" y="23610"/>
                  </a:cubicBezTo>
                  <a:cubicBezTo>
                    <a:pt x="254377" y="15871"/>
                    <a:pt x="246007" y="8656"/>
                    <a:pt x="236137" y="2179"/>
                  </a:cubicBezTo>
                  <a:cubicBezTo>
                    <a:pt x="235649" y="1870"/>
                    <a:pt x="235173" y="1548"/>
                    <a:pt x="234685" y="1239"/>
                  </a:cubicBezTo>
                  <a:close/>
                  <a:moveTo>
                    <a:pt x="264807" y="25051"/>
                  </a:moveTo>
                  <a:lnTo>
                    <a:pt x="264867" y="25218"/>
                  </a:lnTo>
                  <a:cubicBezTo>
                    <a:pt x="264879" y="25218"/>
                    <a:pt x="264879" y="25206"/>
                    <a:pt x="264891" y="25194"/>
                  </a:cubicBezTo>
                  <a:cubicBezTo>
                    <a:pt x="264914" y="25158"/>
                    <a:pt x="264926" y="25111"/>
                    <a:pt x="264938" y="25075"/>
                  </a:cubicBezTo>
                  <a:cubicBezTo>
                    <a:pt x="264891" y="25063"/>
                    <a:pt x="264855" y="25063"/>
                    <a:pt x="264807" y="25051"/>
                  </a:cubicBezTo>
                  <a:close/>
                  <a:moveTo>
                    <a:pt x="265319" y="26670"/>
                  </a:moveTo>
                  <a:lnTo>
                    <a:pt x="265319" y="26670"/>
                  </a:lnTo>
                  <a:cubicBezTo>
                    <a:pt x="265557" y="27480"/>
                    <a:pt x="265807" y="28290"/>
                    <a:pt x="266034" y="29099"/>
                  </a:cubicBezTo>
                  <a:cubicBezTo>
                    <a:pt x="266057" y="28444"/>
                    <a:pt x="266081" y="27789"/>
                    <a:pt x="266117" y="27135"/>
                  </a:cubicBezTo>
                  <a:cubicBezTo>
                    <a:pt x="266081" y="27016"/>
                    <a:pt x="266046" y="26896"/>
                    <a:pt x="266010" y="26777"/>
                  </a:cubicBezTo>
                  <a:cubicBezTo>
                    <a:pt x="265843" y="26754"/>
                    <a:pt x="265593" y="26718"/>
                    <a:pt x="265319" y="26670"/>
                  </a:cubicBezTo>
                  <a:close/>
                  <a:moveTo>
                    <a:pt x="261188" y="24408"/>
                  </a:moveTo>
                  <a:lnTo>
                    <a:pt x="261188" y="24408"/>
                  </a:lnTo>
                  <a:cubicBezTo>
                    <a:pt x="262902" y="26396"/>
                    <a:pt x="264498" y="28409"/>
                    <a:pt x="265998" y="30456"/>
                  </a:cubicBezTo>
                  <a:cubicBezTo>
                    <a:pt x="265998" y="30195"/>
                    <a:pt x="266010" y="29944"/>
                    <a:pt x="266022" y="29683"/>
                  </a:cubicBezTo>
                  <a:cubicBezTo>
                    <a:pt x="265153" y="28516"/>
                    <a:pt x="264260" y="27361"/>
                    <a:pt x="263331" y="26218"/>
                  </a:cubicBezTo>
                  <a:cubicBezTo>
                    <a:pt x="263200" y="26158"/>
                    <a:pt x="263140" y="26087"/>
                    <a:pt x="263164" y="26015"/>
                  </a:cubicBezTo>
                  <a:cubicBezTo>
                    <a:pt x="262771" y="25539"/>
                    <a:pt x="262378" y="25075"/>
                    <a:pt x="261986" y="24599"/>
                  </a:cubicBezTo>
                  <a:cubicBezTo>
                    <a:pt x="261664" y="24539"/>
                    <a:pt x="261402" y="24468"/>
                    <a:pt x="261188" y="24408"/>
                  </a:cubicBezTo>
                  <a:close/>
                  <a:moveTo>
                    <a:pt x="127076" y="17431"/>
                  </a:moveTo>
                  <a:cubicBezTo>
                    <a:pt x="133339" y="17431"/>
                    <a:pt x="139506" y="17574"/>
                    <a:pt x="145578" y="17848"/>
                  </a:cubicBezTo>
                  <a:cubicBezTo>
                    <a:pt x="146150" y="29278"/>
                    <a:pt x="146554" y="41363"/>
                    <a:pt x="146769" y="53924"/>
                  </a:cubicBezTo>
                  <a:cubicBezTo>
                    <a:pt x="140292" y="53816"/>
                    <a:pt x="133720" y="53769"/>
                    <a:pt x="127076" y="53769"/>
                  </a:cubicBezTo>
                  <a:cubicBezTo>
                    <a:pt x="120432" y="53769"/>
                    <a:pt x="113860" y="53816"/>
                    <a:pt x="107371" y="53924"/>
                  </a:cubicBezTo>
                  <a:cubicBezTo>
                    <a:pt x="107585" y="41363"/>
                    <a:pt x="107990" y="29278"/>
                    <a:pt x="108562" y="17848"/>
                  </a:cubicBezTo>
                  <a:cubicBezTo>
                    <a:pt x="114634" y="17574"/>
                    <a:pt x="120813" y="17431"/>
                    <a:pt x="127076" y="17431"/>
                  </a:cubicBezTo>
                  <a:close/>
                  <a:moveTo>
                    <a:pt x="108359" y="17848"/>
                  </a:moveTo>
                  <a:cubicBezTo>
                    <a:pt x="107776" y="29385"/>
                    <a:pt x="107371" y="41482"/>
                    <a:pt x="107169" y="53924"/>
                  </a:cubicBezTo>
                  <a:cubicBezTo>
                    <a:pt x="94727" y="54138"/>
                    <a:pt x="82630" y="54531"/>
                    <a:pt x="71093" y="55114"/>
                  </a:cubicBezTo>
                  <a:cubicBezTo>
                    <a:pt x="71617" y="43244"/>
                    <a:pt x="72640" y="31766"/>
                    <a:pt x="74117" y="20872"/>
                  </a:cubicBezTo>
                  <a:cubicBezTo>
                    <a:pt x="85011" y="19407"/>
                    <a:pt x="96477" y="18384"/>
                    <a:pt x="108359" y="17848"/>
                  </a:cubicBezTo>
                  <a:close/>
                  <a:moveTo>
                    <a:pt x="145792" y="17860"/>
                  </a:moveTo>
                  <a:lnTo>
                    <a:pt x="145792" y="17860"/>
                  </a:lnTo>
                  <a:cubicBezTo>
                    <a:pt x="157675" y="18384"/>
                    <a:pt x="169141" y="19407"/>
                    <a:pt x="180035" y="20884"/>
                  </a:cubicBezTo>
                  <a:cubicBezTo>
                    <a:pt x="181499" y="31766"/>
                    <a:pt x="182523" y="43244"/>
                    <a:pt x="183059" y="55114"/>
                  </a:cubicBezTo>
                  <a:cubicBezTo>
                    <a:pt x="171522" y="54531"/>
                    <a:pt x="159425" y="54138"/>
                    <a:pt x="146983" y="53924"/>
                  </a:cubicBezTo>
                  <a:cubicBezTo>
                    <a:pt x="146781" y="41482"/>
                    <a:pt x="146376" y="29385"/>
                    <a:pt x="145792" y="17860"/>
                  </a:cubicBezTo>
                  <a:close/>
                  <a:moveTo>
                    <a:pt x="73724" y="20931"/>
                  </a:moveTo>
                  <a:lnTo>
                    <a:pt x="73724" y="20931"/>
                  </a:lnTo>
                  <a:cubicBezTo>
                    <a:pt x="72259" y="31909"/>
                    <a:pt x="71247" y="43375"/>
                    <a:pt x="70724" y="55138"/>
                  </a:cubicBezTo>
                  <a:cubicBezTo>
                    <a:pt x="54805" y="55948"/>
                    <a:pt x="39958" y="57103"/>
                    <a:pt x="26742" y="58579"/>
                  </a:cubicBezTo>
                  <a:cubicBezTo>
                    <a:pt x="27373" y="48816"/>
                    <a:pt x="28599" y="39255"/>
                    <a:pt x="30397" y="29992"/>
                  </a:cubicBezTo>
                  <a:cubicBezTo>
                    <a:pt x="43292" y="26158"/>
                    <a:pt x="57901" y="23086"/>
                    <a:pt x="73724" y="20931"/>
                  </a:cubicBezTo>
                  <a:close/>
                  <a:moveTo>
                    <a:pt x="180416" y="20931"/>
                  </a:moveTo>
                  <a:lnTo>
                    <a:pt x="180416" y="20931"/>
                  </a:lnTo>
                  <a:cubicBezTo>
                    <a:pt x="196251" y="23086"/>
                    <a:pt x="210860" y="26170"/>
                    <a:pt x="223755" y="29992"/>
                  </a:cubicBezTo>
                  <a:cubicBezTo>
                    <a:pt x="225552" y="39255"/>
                    <a:pt x="226779" y="48816"/>
                    <a:pt x="227410" y="58579"/>
                  </a:cubicBezTo>
                  <a:cubicBezTo>
                    <a:pt x="214194" y="57103"/>
                    <a:pt x="199335" y="55948"/>
                    <a:pt x="183416" y="55138"/>
                  </a:cubicBezTo>
                  <a:cubicBezTo>
                    <a:pt x="182904" y="43375"/>
                    <a:pt x="181892" y="31909"/>
                    <a:pt x="180416" y="20931"/>
                  </a:cubicBezTo>
                  <a:close/>
                  <a:moveTo>
                    <a:pt x="70724" y="55352"/>
                  </a:moveTo>
                  <a:cubicBezTo>
                    <a:pt x="70450" y="61436"/>
                    <a:pt x="70319" y="67616"/>
                    <a:pt x="70319" y="73843"/>
                  </a:cubicBezTo>
                  <a:cubicBezTo>
                    <a:pt x="70319" y="80070"/>
                    <a:pt x="70450" y="86237"/>
                    <a:pt x="70724" y="92321"/>
                  </a:cubicBezTo>
                  <a:cubicBezTo>
                    <a:pt x="54543" y="91500"/>
                    <a:pt x="39696" y="90333"/>
                    <a:pt x="26730" y="88892"/>
                  </a:cubicBezTo>
                  <a:cubicBezTo>
                    <a:pt x="26420" y="83915"/>
                    <a:pt x="26254" y="78891"/>
                    <a:pt x="26254" y="73843"/>
                  </a:cubicBezTo>
                  <a:cubicBezTo>
                    <a:pt x="26254" y="68783"/>
                    <a:pt x="26420" y="63758"/>
                    <a:pt x="26730" y="58781"/>
                  </a:cubicBezTo>
                  <a:cubicBezTo>
                    <a:pt x="39696" y="57341"/>
                    <a:pt x="54543" y="56174"/>
                    <a:pt x="70724" y="55352"/>
                  </a:cubicBezTo>
                  <a:close/>
                  <a:moveTo>
                    <a:pt x="183428" y="55352"/>
                  </a:moveTo>
                  <a:cubicBezTo>
                    <a:pt x="199609" y="56174"/>
                    <a:pt x="214444" y="57341"/>
                    <a:pt x="227410" y="58781"/>
                  </a:cubicBezTo>
                  <a:cubicBezTo>
                    <a:pt x="227731" y="63758"/>
                    <a:pt x="227886" y="68783"/>
                    <a:pt x="227886" y="73843"/>
                  </a:cubicBezTo>
                  <a:cubicBezTo>
                    <a:pt x="227886" y="78903"/>
                    <a:pt x="227731" y="83915"/>
                    <a:pt x="227410" y="88892"/>
                  </a:cubicBezTo>
                  <a:cubicBezTo>
                    <a:pt x="214444" y="90333"/>
                    <a:pt x="199609" y="91500"/>
                    <a:pt x="183428" y="92321"/>
                  </a:cubicBezTo>
                  <a:cubicBezTo>
                    <a:pt x="183690" y="86237"/>
                    <a:pt x="183833" y="80070"/>
                    <a:pt x="183833" y="73843"/>
                  </a:cubicBezTo>
                  <a:cubicBezTo>
                    <a:pt x="183833" y="67616"/>
                    <a:pt x="183690" y="61436"/>
                    <a:pt x="183428" y="55352"/>
                  </a:cubicBezTo>
                  <a:close/>
                  <a:moveTo>
                    <a:pt x="107157" y="54138"/>
                  </a:moveTo>
                  <a:cubicBezTo>
                    <a:pt x="107050" y="60627"/>
                    <a:pt x="107002" y="67199"/>
                    <a:pt x="107002" y="73843"/>
                  </a:cubicBezTo>
                  <a:cubicBezTo>
                    <a:pt x="107002" y="80475"/>
                    <a:pt x="107050" y="87047"/>
                    <a:pt x="107157" y="93536"/>
                  </a:cubicBezTo>
                  <a:cubicBezTo>
                    <a:pt x="94596" y="93321"/>
                    <a:pt x="82511" y="92917"/>
                    <a:pt x="71081" y="92345"/>
                  </a:cubicBezTo>
                  <a:cubicBezTo>
                    <a:pt x="70807" y="86273"/>
                    <a:pt x="70676" y="80105"/>
                    <a:pt x="70676" y="73843"/>
                  </a:cubicBezTo>
                  <a:cubicBezTo>
                    <a:pt x="70676" y="67580"/>
                    <a:pt x="70807" y="61401"/>
                    <a:pt x="71081" y="55329"/>
                  </a:cubicBezTo>
                  <a:cubicBezTo>
                    <a:pt x="82511" y="54757"/>
                    <a:pt x="94596" y="54352"/>
                    <a:pt x="107157" y="54138"/>
                  </a:cubicBezTo>
                  <a:close/>
                  <a:moveTo>
                    <a:pt x="146983" y="54138"/>
                  </a:moveTo>
                  <a:cubicBezTo>
                    <a:pt x="159544" y="54352"/>
                    <a:pt x="171641" y="54757"/>
                    <a:pt x="183071" y="55329"/>
                  </a:cubicBezTo>
                  <a:cubicBezTo>
                    <a:pt x="183333" y="61401"/>
                    <a:pt x="183476" y="67568"/>
                    <a:pt x="183476" y="73831"/>
                  </a:cubicBezTo>
                  <a:cubicBezTo>
                    <a:pt x="183476" y="80094"/>
                    <a:pt x="183333" y="86273"/>
                    <a:pt x="183071" y="92345"/>
                  </a:cubicBezTo>
                  <a:cubicBezTo>
                    <a:pt x="171641" y="92917"/>
                    <a:pt x="159544" y="93321"/>
                    <a:pt x="146983" y="93536"/>
                  </a:cubicBezTo>
                  <a:cubicBezTo>
                    <a:pt x="147090" y="87047"/>
                    <a:pt x="147150" y="80475"/>
                    <a:pt x="147150" y="73843"/>
                  </a:cubicBezTo>
                  <a:cubicBezTo>
                    <a:pt x="147150" y="67199"/>
                    <a:pt x="147090" y="60627"/>
                    <a:pt x="146983" y="54138"/>
                  </a:cubicBezTo>
                  <a:close/>
                  <a:moveTo>
                    <a:pt x="127076" y="53971"/>
                  </a:moveTo>
                  <a:cubicBezTo>
                    <a:pt x="133743" y="53971"/>
                    <a:pt x="140327" y="54031"/>
                    <a:pt x="146781" y="54138"/>
                  </a:cubicBezTo>
                  <a:cubicBezTo>
                    <a:pt x="146876" y="60591"/>
                    <a:pt x="146935" y="67163"/>
                    <a:pt x="146935" y="73843"/>
                  </a:cubicBezTo>
                  <a:cubicBezTo>
                    <a:pt x="146935" y="80510"/>
                    <a:pt x="146888" y="87082"/>
                    <a:pt x="146781" y="93536"/>
                  </a:cubicBezTo>
                  <a:cubicBezTo>
                    <a:pt x="140327" y="93643"/>
                    <a:pt x="133743" y="93702"/>
                    <a:pt x="127076" y="93702"/>
                  </a:cubicBezTo>
                  <a:cubicBezTo>
                    <a:pt x="120396" y="93702"/>
                    <a:pt x="113824" y="93643"/>
                    <a:pt x="107371" y="93536"/>
                  </a:cubicBezTo>
                  <a:cubicBezTo>
                    <a:pt x="107264" y="87082"/>
                    <a:pt x="107204" y="80510"/>
                    <a:pt x="107204" y="73843"/>
                  </a:cubicBezTo>
                  <a:cubicBezTo>
                    <a:pt x="107204" y="67163"/>
                    <a:pt x="107264" y="60591"/>
                    <a:pt x="107371" y="54138"/>
                  </a:cubicBezTo>
                  <a:cubicBezTo>
                    <a:pt x="113824" y="54031"/>
                    <a:pt x="120396" y="53971"/>
                    <a:pt x="127076" y="53971"/>
                  </a:cubicBezTo>
                  <a:close/>
                  <a:moveTo>
                    <a:pt x="48" y="105632"/>
                  </a:moveTo>
                  <a:cubicBezTo>
                    <a:pt x="36" y="105716"/>
                    <a:pt x="12" y="105811"/>
                    <a:pt x="0" y="105894"/>
                  </a:cubicBezTo>
                  <a:cubicBezTo>
                    <a:pt x="155" y="105882"/>
                    <a:pt x="310" y="105870"/>
                    <a:pt x="477" y="105859"/>
                  </a:cubicBezTo>
                  <a:cubicBezTo>
                    <a:pt x="334" y="105775"/>
                    <a:pt x="191" y="105704"/>
                    <a:pt x="48" y="105632"/>
                  </a:cubicBezTo>
                  <a:close/>
                  <a:moveTo>
                    <a:pt x="26742" y="89095"/>
                  </a:moveTo>
                  <a:cubicBezTo>
                    <a:pt x="39958" y="90571"/>
                    <a:pt x="54805" y="91726"/>
                    <a:pt x="70724" y="92536"/>
                  </a:cubicBezTo>
                  <a:cubicBezTo>
                    <a:pt x="71247" y="104299"/>
                    <a:pt x="72259" y="115765"/>
                    <a:pt x="73724" y="126742"/>
                  </a:cubicBezTo>
                  <a:cubicBezTo>
                    <a:pt x="57901" y="124587"/>
                    <a:pt x="43292" y="121515"/>
                    <a:pt x="30397" y="117681"/>
                  </a:cubicBezTo>
                  <a:cubicBezTo>
                    <a:pt x="28599" y="108418"/>
                    <a:pt x="27373" y="98858"/>
                    <a:pt x="26742" y="89095"/>
                  </a:cubicBezTo>
                  <a:close/>
                  <a:moveTo>
                    <a:pt x="227410" y="89095"/>
                  </a:moveTo>
                  <a:cubicBezTo>
                    <a:pt x="226779" y="98858"/>
                    <a:pt x="225552" y="108418"/>
                    <a:pt x="223755" y="117681"/>
                  </a:cubicBezTo>
                  <a:cubicBezTo>
                    <a:pt x="210860" y="121515"/>
                    <a:pt x="196251" y="124587"/>
                    <a:pt x="180416" y="126742"/>
                  </a:cubicBezTo>
                  <a:cubicBezTo>
                    <a:pt x="181892" y="115765"/>
                    <a:pt x="182904" y="104299"/>
                    <a:pt x="183416" y="92536"/>
                  </a:cubicBezTo>
                  <a:cubicBezTo>
                    <a:pt x="199347" y="91726"/>
                    <a:pt x="214194" y="90571"/>
                    <a:pt x="227410" y="89095"/>
                  </a:cubicBezTo>
                  <a:close/>
                  <a:moveTo>
                    <a:pt x="71093" y="92559"/>
                  </a:moveTo>
                  <a:lnTo>
                    <a:pt x="71093" y="92559"/>
                  </a:lnTo>
                  <a:cubicBezTo>
                    <a:pt x="82630" y="93143"/>
                    <a:pt x="94715" y="93536"/>
                    <a:pt x="107169" y="93750"/>
                  </a:cubicBezTo>
                  <a:cubicBezTo>
                    <a:pt x="107371" y="106192"/>
                    <a:pt x="107776" y="118289"/>
                    <a:pt x="108347" y="129826"/>
                  </a:cubicBezTo>
                  <a:cubicBezTo>
                    <a:pt x="96477" y="129290"/>
                    <a:pt x="85011" y="128266"/>
                    <a:pt x="74117" y="126790"/>
                  </a:cubicBezTo>
                  <a:cubicBezTo>
                    <a:pt x="72640" y="115907"/>
                    <a:pt x="71617" y="104442"/>
                    <a:pt x="71093" y="92559"/>
                  </a:cubicBezTo>
                  <a:close/>
                  <a:moveTo>
                    <a:pt x="183059" y="92559"/>
                  </a:moveTo>
                  <a:lnTo>
                    <a:pt x="183059" y="92559"/>
                  </a:lnTo>
                  <a:cubicBezTo>
                    <a:pt x="182523" y="104442"/>
                    <a:pt x="181499" y="115907"/>
                    <a:pt x="180035" y="126802"/>
                  </a:cubicBezTo>
                  <a:cubicBezTo>
                    <a:pt x="169141" y="128266"/>
                    <a:pt x="157675" y="129290"/>
                    <a:pt x="145792" y="129826"/>
                  </a:cubicBezTo>
                  <a:cubicBezTo>
                    <a:pt x="146376" y="118289"/>
                    <a:pt x="146769" y="106192"/>
                    <a:pt x="146983" y="93750"/>
                  </a:cubicBezTo>
                  <a:cubicBezTo>
                    <a:pt x="159425" y="93536"/>
                    <a:pt x="171522" y="93143"/>
                    <a:pt x="183059" y="92559"/>
                  </a:cubicBezTo>
                  <a:close/>
                  <a:moveTo>
                    <a:pt x="107371" y="93750"/>
                  </a:moveTo>
                  <a:cubicBezTo>
                    <a:pt x="113860" y="93857"/>
                    <a:pt x="120432" y="93917"/>
                    <a:pt x="127076" y="93917"/>
                  </a:cubicBezTo>
                  <a:cubicBezTo>
                    <a:pt x="133708" y="93917"/>
                    <a:pt x="140292" y="93857"/>
                    <a:pt x="146769" y="93750"/>
                  </a:cubicBezTo>
                  <a:lnTo>
                    <a:pt x="146769" y="93750"/>
                  </a:lnTo>
                  <a:cubicBezTo>
                    <a:pt x="146566" y="106311"/>
                    <a:pt x="146150" y="118396"/>
                    <a:pt x="145578" y="129826"/>
                  </a:cubicBezTo>
                  <a:cubicBezTo>
                    <a:pt x="139506" y="130100"/>
                    <a:pt x="133339" y="130243"/>
                    <a:pt x="127076" y="130243"/>
                  </a:cubicBezTo>
                  <a:cubicBezTo>
                    <a:pt x="120813" y="130243"/>
                    <a:pt x="114634" y="130100"/>
                    <a:pt x="108574" y="129826"/>
                  </a:cubicBezTo>
                  <a:cubicBezTo>
                    <a:pt x="107990" y="118396"/>
                    <a:pt x="107585" y="106311"/>
                    <a:pt x="107371" y="93750"/>
                  </a:cubicBezTo>
                  <a:close/>
                  <a:moveTo>
                    <a:pt x="266653" y="116300"/>
                  </a:moveTo>
                  <a:lnTo>
                    <a:pt x="266653" y="116300"/>
                  </a:lnTo>
                  <a:cubicBezTo>
                    <a:pt x="259152" y="126861"/>
                    <a:pt x="248817" y="136600"/>
                    <a:pt x="235875" y="145101"/>
                  </a:cubicBezTo>
                  <a:cubicBezTo>
                    <a:pt x="235411" y="145399"/>
                    <a:pt x="234946" y="145697"/>
                    <a:pt x="234482" y="145994"/>
                  </a:cubicBezTo>
                  <a:cubicBezTo>
                    <a:pt x="234756" y="146006"/>
                    <a:pt x="235030" y="146018"/>
                    <a:pt x="235304" y="146030"/>
                  </a:cubicBezTo>
                  <a:cubicBezTo>
                    <a:pt x="235577" y="145852"/>
                    <a:pt x="235851" y="145673"/>
                    <a:pt x="236137" y="145494"/>
                  </a:cubicBezTo>
                  <a:cubicBezTo>
                    <a:pt x="248710" y="137243"/>
                    <a:pt x="258854" y="127814"/>
                    <a:pt x="266319" y="117586"/>
                  </a:cubicBezTo>
                  <a:lnTo>
                    <a:pt x="266319" y="117586"/>
                  </a:lnTo>
                  <a:cubicBezTo>
                    <a:pt x="263533" y="127504"/>
                    <a:pt x="259831" y="137005"/>
                    <a:pt x="255306" y="145971"/>
                  </a:cubicBezTo>
                  <a:cubicBezTo>
                    <a:pt x="255544" y="145983"/>
                    <a:pt x="255794" y="145994"/>
                    <a:pt x="256032" y="146006"/>
                  </a:cubicBezTo>
                  <a:cubicBezTo>
                    <a:pt x="260354" y="137374"/>
                    <a:pt x="263879" y="128338"/>
                    <a:pt x="266569" y="118991"/>
                  </a:cubicBezTo>
                  <a:cubicBezTo>
                    <a:pt x="266593" y="118098"/>
                    <a:pt x="266617" y="117193"/>
                    <a:pt x="266653" y="116300"/>
                  </a:cubicBezTo>
                  <a:close/>
                  <a:moveTo>
                    <a:pt x="1798" y="132362"/>
                  </a:moveTo>
                  <a:cubicBezTo>
                    <a:pt x="1774" y="132540"/>
                    <a:pt x="1739" y="132731"/>
                    <a:pt x="1715" y="132933"/>
                  </a:cubicBezTo>
                  <a:cubicBezTo>
                    <a:pt x="6573" y="137362"/>
                    <a:pt x="12014" y="141553"/>
                    <a:pt x="18015" y="145494"/>
                  </a:cubicBezTo>
                  <a:cubicBezTo>
                    <a:pt x="18229" y="145637"/>
                    <a:pt x="18455" y="145780"/>
                    <a:pt x="18669" y="145923"/>
                  </a:cubicBezTo>
                  <a:cubicBezTo>
                    <a:pt x="18681" y="145899"/>
                    <a:pt x="18681" y="145887"/>
                    <a:pt x="18693" y="145875"/>
                  </a:cubicBezTo>
                  <a:lnTo>
                    <a:pt x="18693" y="145875"/>
                  </a:lnTo>
                  <a:cubicBezTo>
                    <a:pt x="18681" y="145899"/>
                    <a:pt x="18693" y="145911"/>
                    <a:pt x="18693" y="145935"/>
                  </a:cubicBezTo>
                  <a:cubicBezTo>
                    <a:pt x="18800" y="146006"/>
                    <a:pt x="18908" y="146066"/>
                    <a:pt x="19015" y="146137"/>
                  </a:cubicBezTo>
                  <a:cubicBezTo>
                    <a:pt x="19348" y="146256"/>
                    <a:pt x="19872" y="146328"/>
                    <a:pt x="20336" y="146423"/>
                  </a:cubicBezTo>
                  <a:cubicBezTo>
                    <a:pt x="19646" y="145983"/>
                    <a:pt x="18955" y="145542"/>
                    <a:pt x="18277" y="145090"/>
                  </a:cubicBezTo>
                  <a:cubicBezTo>
                    <a:pt x="12204" y="141113"/>
                    <a:pt x="6692" y="136850"/>
                    <a:pt x="1798" y="132362"/>
                  </a:cubicBezTo>
                  <a:close/>
                  <a:moveTo>
                    <a:pt x="176558" y="0"/>
                  </a:moveTo>
                  <a:cubicBezTo>
                    <a:pt x="176701" y="572"/>
                    <a:pt x="176832" y="1167"/>
                    <a:pt x="176963" y="1774"/>
                  </a:cubicBezTo>
                  <a:lnTo>
                    <a:pt x="176903" y="1774"/>
                  </a:lnTo>
                  <a:cubicBezTo>
                    <a:pt x="178070" y="7787"/>
                    <a:pt x="179106" y="14038"/>
                    <a:pt x="179975" y="20491"/>
                  </a:cubicBezTo>
                  <a:cubicBezTo>
                    <a:pt x="168998" y="19015"/>
                    <a:pt x="157544" y="18003"/>
                    <a:pt x="145781" y="17491"/>
                  </a:cubicBezTo>
                  <a:cubicBezTo>
                    <a:pt x="145507" y="12157"/>
                    <a:pt x="145197" y="6942"/>
                    <a:pt x="144852" y="1858"/>
                  </a:cubicBezTo>
                  <a:cubicBezTo>
                    <a:pt x="144780" y="1870"/>
                    <a:pt x="144697" y="1870"/>
                    <a:pt x="144626" y="1870"/>
                  </a:cubicBezTo>
                  <a:cubicBezTo>
                    <a:pt x="144971" y="6918"/>
                    <a:pt x="145292" y="12121"/>
                    <a:pt x="145554" y="17479"/>
                  </a:cubicBezTo>
                  <a:cubicBezTo>
                    <a:pt x="139470" y="17217"/>
                    <a:pt x="133303" y="17074"/>
                    <a:pt x="127076" y="17074"/>
                  </a:cubicBezTo>
                  <a:cubicBezTo>
                    <a:pt x="120849" y="17074"/>
                    <a:pt x="114681" y="17217"/>
                    <a:pt x="108585" y="17479"/>
                  </a:cubicBezTo>
                  <a:cubicBezTo>
                    <a:pt x="108895" y="11573"/>
                    <a:pt x="109240" y="5846"/>
                    <a:pt x="109621" y="322"/>
                  </a:cubicBezTo>
                  <a:lnTo>
                    <a:pt x="109621" y="322"/>
                  </a:lnTo>
                  <a:cubicBezTo>
                    <a:pt x="109550" y="334"/>
                    <a:pt x="109478" y="334"/>
                    <a:pt x="109407" y="346"/>
                  </a:cubicBezTo>
                  <a:cubicBezTo>
                    <a:pt x="109014" y="5894"/>
                    <a:pt x="108669" y="11621"/>
                    <a:pt x="108371" y="17491"/>
                  </a:cubicBezTo>
                  <a:cubicBezTo>
                    <a:pt x="96608" y="18003"/>
                    <a:pt x="85142" y="19015"/>
                    <a:pt x="74164" y="20491"/>
                  </a:cubicBezTo>
                  <a:cubicBezTo>
                    <a:pt x="75069" y="13871"/>
                    <a:pt x="76129" y="7454"/>
                    <a:pt x="77343" y="1298"/>
                  </a:cubicBezTo>
                  <a:lnTo>
                    <a:pt x="77343" y="1298"/>
                  </a:lnTo>
                  <a:cubicBezTo>
                    <a:pt x="77212" y="1310"/>
                    <a:pt x="77081" y="1322"/>
                    <a:pt x="76951" y="1334"/>
                  </a:cubicBezTo>
                  <a:cubicBezTo>
                    <a:pt x="75724" y="7537"/>
                    <a:pt x="74665" y="13954"/>
                    <a:pt x="73783" y="20539"/>
                  </a:cubicBezTo>
                  <a:cubicBezTo>
                    <a:pt x="58198" y="22646"/>
                    <a:pt x="43601" y="25682"/>
                    <a:pt x="30480" y="29575"/>
                  </a:cubicBezTo>
                  <a:cubicBezTo>
                    <a:pt x="32374" y="19872"/>
                    <a:pt x="34910" y="10502"/>
                    <a:pt x="38029" y="1560"/>
                  </a:cubicBezTo>
                  <a:cubicBezTo>
                    <a:pt x="37874" y="1548"/>
                    <a:pt x="37708" y="1548"/>
                    <a:pt x="37541" y="1536"/>
                  </a:cubicBezTo>
                  <a:cubicBezTo>
                    <a:pt x="34409" y="10525"/>
                    <a:pt x="31862" y="19955"/>
                    <a:pt x="29968" y="29718"/>
                  </a:cubicBezTo>
                  <a:cubicBezTo>
                    <a:pt x="25849" y="30957"/>
                    <a:pt x="21884" y="32266"/>
                    <a:pt x="18086" y="33659"/>
                  </a:cubicBezTo>
                  <a:cubicBezTo>
                    <a:pt x="12252" y="35802"/>
                    <a:pt x="6942" y="38088"/>
                    <a:pt x="2191" y="40493"/>
                  </a:cubicBezTo>
                  <a:lnTo>
                    <a:pt x="2179" y="40934"/>
                  </a:lnTo>
                  <a:cubicBezTo>
                    <a:pt x="10097" y="36910"/>
                    <a:pt x="19420" y="33278"/>
                    <a:pt x="29885" y="30147"/>
                  </a:cubicBezTo>
                  <a:lnTo>
                    <a:pt x="29885" y="30147"/>
                  </a:lnTo>
                  <a:cubicBezTo>
                    <a:pt x="28111" y="39386"/>
                    <a:pt x="26885" y="48911"/>
                    <a:pt x="26266" y="58627"/>
                  </a:cubicBezTo>
                  <a:cubicBezTo>
                    <a:pt x="23480" y="58948"/>
                    <a:pt x="20765" y="59270"/>
                    <a:pt x="18134" y="59615"/>
                  </a:cubicBezTo>
                  <a:cubicBezTo>
                    <a:pt x="11621" y="60460"/>
                    <a:pt x="5763" y="61365"/>
                    <a:pt x="584" y="62329"/>
                  </a:cubicBezTo>
                  <a:cubicBezTo>
                    <a:pt x="596" y="62389"/>
                    <a:pt x="596" y="62460"/>
                    <a:pt x="608" y="62520"/>
                  </a:cubicBezTo>
                  <a:cubicBezTo>
                    <a:pt x="7942" y="61163"/>
                    <a:pt x="16574" y="59924"/>
                    <a:pt x="26254" y="58841"/>
                  </a:cubicBezTo>
                  <a:lnTo>
                    <a:pt x="26254" y="58841"/>
                  </a:lnTo>
                  <a:cubicBezTo>
                    <a:pt x="25944" y="63794"/>
                    <a:pt x="25777" y="68794"/>
                    <a:pt x="25777" y="73843"/>
                  </a:cubicBezTo>
                  <a:cubicBezTo>
                    <a:pt x="25777" y="78879"/>
                    <a:pt x="25944" y="83880"/>
                    <a:pt x="26254" y="88833"/>
                  </a:cubicBezTo>
                  <a:cubicBezTo>
                    <a:pt x="17014" y="87797"/>
                    <a:pt x="8740" y="86618"/>
                    <a:pt x="1620" y="85332"/>
                  </a:cubicBezTo>
                  <a:cubicBezTo>
                    <a:pt x="1620" y="85404"/>
                    <a:pt x="1620" y="85475"/>
                    <a:pt x="1620" y="85535"/>
                  </a:cubicBezTo>
                  <a:cubicBezTo>
                    <a:pt x="6537" y="86428"/>
                    <a:pt x="12050" y="87273"/>
                    <a:pt x="18134" y="88059"/>
                  </a:cubicBezTo>
                  <a:cubicBezTo>
                    <a:pt x="20765" y="88404"/>
                    <a:pt x="23480" y="88726"/>
                    <a:pt x="26266" y="89047"/>
                  </a:cubicBezTo>
                  <a:cubicBezTo>
                    <a:pt x="26885" y="98762"/>
                    <a:pt x="28099" y="108287"/>
                    <a:pt x="29885" y="117527"/>
                  </a:cubicBezTo>
                  <a:cubicBezTo>
                    <a:pt x="18824" y="114217"/>
                    <a:pt x="9037" y="110359"/>
                    <a:pt x="846" y="106049"/>
                  </a:cubicBezTo>
                  <a:lnTo>
                    <a:pt x="846" y="106049"/>
                  </a:lnTo>
                  <a:cubicBezTo>
                    <a:pt x="858" y="106204"/>
                    <a:pt x="870" y="106359"/>
                    <a:pt x="881" y="106513"/>
                  </a:cubicBezTo>
                  <a:cubicBezTo>
                    <a:pt x="5977" y="109169"/>
                    <a:pt x="11716" y="111669"/>
                    <a:pt x="18086" y="114014"/>
                  </a:cubicBezTo>
                  <a:cubicBezTo>
                    <a:pt x="21884" y="115407"/>
                    <a:pt x="25849" y="116717"/>
                    <a:pt x="29968" y="117955"/>
                  </a:cubicBezTo>
                  <a:cubicBezTo>
                    <a:pt x="31850" y="127611"/>
                    <a:pt x="34350" y="136946"/>
                    <a:pt x="37446" y="145852"/>
                  </a:cubicBezTo>
                  <a:cubicBezTo>
                    <a:pt x="37600" y="145840"/>
                    <a:pt x="37767" y="145840"/>
                    <a:pt x="37934" y="145828"/>
                  </a:cubicBezTo>
                  <a:cubicBezTo>
                    <a:pt x="34862" y="136981"/>
                    <a:pt x="32362" y="127706"/>
                    <a:pt x="30480" y="118098"/>
                  </a:cubicBezTo>
                  <a:lnTo>
                    <a:pt x="30480" y="118098"/>
                  </a:lnTo>
                  <a:cubicBezTo>
                    <a:pt x="43589" y="121992"/>
                    <a:pt x="58198" y="125028"/>
                    <a:pt x="73783" y="127135"/>
                  </a:cubicBezTo>
                  <a:cubicBezTo>
                    <a:pt x="74653" y="133600"/>
                    <a:pt x="75688" y="139910"/>
                    <a:pt x="76879" y="146006"/>
                  </a:cubicBezTo>
                  <a:cubicBezTo>
                    <a:pt x="77010" y="146006"/>
                    <a:pt x="77141" y="146018"/>
                    <a:pt x="77272" y="146018"/>
                  </a:cubicBezTo>
                  <a:cubicBezTo>
                    <a:pt x="76093" y="139970"/>
                    <a:pt x="75046" y="133683"/>
                    <a:pt x="74164" y="127183"/>
                  </a:cubicBezTo>
                  <a:lnTo>
                    <a:pt x="74164" y="127183"/>
                  </a:lnTo>
                  <a:cubicBezTo>
                    <a:pt x="85154" y="128659"/>
                    <a:pt x="96608" y="129659"/>
                    <a:pt x="108371" y="130183"/>
                  </a:cubicBezTo>
                  <a:cubicBezTo>
                    <a:pt x="108657" y="135850"/>
                    <a:pt x="108990" y="141375"/>
                    <a:pt x="109371" y="146733"/>
                  </a:cubicBezTo>
                  <a:cubicBezTo>
                    <a:pt x="109443" y="146745"/>
                    <a:pt x="109514" y="146745"/>
                    <a:pt x="109586" y="146756"/>
                  </a:cubicBezTo>
                  <a:cubicBezTo>
                    <a:pt x="109205" y="141411"/>
                    <a:pt x="108883" y="135886"/>
                    <a:pt x="108585" y="130195"/>
                  </a:cubicBezTo>
                  <a:lnTo>
                    <a:pt x="108585" y="130195"/>
                  </a:lnTo>
                  <a:cubicBezTo>
                    <a:pt x="114681" y="130457"/>
                    <a:pt x="120849" y="130600"/>
                    <a:pt x="127076" y="130600"/>
                  </a:cubicBezTo>
                  <a:cubicBezTo>
                    <a:pt x="133303" y="130600"/>
                    <a:pt x="139470" y="130457"/>
                    <a:pt x="145554" y="130195"/>
                  </a:cubicBezTo>
                  <a:lnTo>
                    <a:pt x="145554" y="130195"/>
                  </a:lnTo>
                  <a:cubicBezTo>
                    <a:pt x="145328" y="134815"/>
                    <a:pt x="145066" y="139327"/>
                    <a:pt x="144769" y="143720"/>
                  </a:cubicBezTo>
                  <a:cubicBezTo>
                    <a:pt x="144828" y="143851"/>
                    <a:pt x="144888" y="143994"/>
                    <a:pt x="144959" y="144161"/>
                  </a:cubicBezTo>
                  <a:cubicBezTo>
                    <a:pt x="145257" y="139613"/>
                    <a:pt x="145531" y="134945"/>
                    <a:pt x="145781" y="130183"/>
                  </a:cubicBezTo>
                  <a:cubicBezTo>
                    <a:pt x="157544" y="129671"/>
                    <a:pt x="168998" y="128659"/>
                    <a:pt x="179975" y="127183"/>
                  </a:cubicBezTo>
                  <a:lnTo>
                    <a:pt x="179975" y="127183"/>
                  </a:lnTo>
                  <a:cubicBezTo>
                    <a:pt x="179106" y="133588"/>
                    <a:pt x="178094" y="139791"/>
                    <a:pt x="176927" y="145756"/>
                  </a:cubicBezTo>
                  <a:lnTo>
                    <a:pt x="177034" y="145756"/>
                  </a:lnTo>
                  <a:cubicBezTo>
                    <a:pt x="177142" y="145697"/>
                    <a:pt x="177249" y="145625"/>
                    <a:pt x="177356" y="145566"/>
                  </a:cubicBezTo>
                  <a:cubicBezTo>
                    <a:pt x="178511" y="139601"/>
                    <a:pt x="179511" y="133445"/>
                    <a:pt x="180368" y="127135"/>
                  </a:cubicBezTo>
                  <a:cubicBezTo>
                    <a:pt x="195953" y="125028"/>
                    <a:pt x="210551" y="121992"/>
                    <a:pt x="223671" y="118098"/>
                  </a:cubicBezTo>
                  <a:lnTo>
                    <a:pt x="223671" y="118098"/>
                  </a:lnTo>
                  <a:cubicBezTo>
                    <a:pt x="221814" y="127599"/>
                    <a:pt x="219337" y="136791"/>
                    <a:pt x="216301" y="145554"/>
                  </a:cubicBezTo>
                  <a:lnTo>
                    <a:pt x="216801" y="145554"/>
                  </a:lnTo>
                  <a:cubicBezTo>
                    <a:pt x="219849" y="136743"/>
                    <a:pt x="222326" y="127504"/>
                    <a:pt x="224183" y="117943"/>
                  </a:cubicBezTo>
                  <a:cubicBezTo>
                    <a:pt x="228291" y="116717"/>
                    <a:pt x="232268" y="115407"/>
                    <a:pt x="236066" y="114002"/>
                  </a:cubicBezTo>
                  <a:cubicBezTo>
                    <a:pt x="249877" y="108930"/>
                    <a:pt x="260747" y="103073"/>
                    <a:pt x="268367" y="96679"/>
                  </a:cubicBezTo>
                  <a:cubicBezTo>
                    <a:pt x="268391" y="96476"/>
                    <a:pt x="268427" y="96286"/>
                    <a:pt x="268451" y="96084"/>
                  </a:cubicBezTo>
                  <a:lnTo>
                    <a:pt x="268451" y="96084"/>
                  </a:lnTo>
                  <a:cubicBezTo>
                    <a:pt x="258592" y="104477"/>
                    <a:pt x="243317" y="111824"/>
                    <a:pt x="224267" y="117527"/>
                  </a:cubicBezTo>
                  <a:cubicBezTo>
                    <a:pt x="226041" y="108287"/>
                    <a:pt x="227267" y="98762"/>
                    <a:pt x="227886" y="89047"/>
                  </a:cubicBezTo>
                  <a:cubicBezTo>
                    <a:pt x="230672" y="88726"/>
                    <a:pt x="233387" y="88404"/>
                    <a:pt x="236018" y="88059"/>
                  </a:cubicBezTo>
                  <a:cubicBezTo>
                    <a:pt x="248770" y="86404"/>
                    <a:pt x="259009" y="84511"/>
                    <a:pt x="266510" y="82451"/>
                  </a:cubicBezTo>
                  <a:cubicBezTo>
                    <a:pt x="266510" y="82379"/>
                    <a:pt x="266510" y="82308"/>
                    <a:pt x="266510" y="82249"/>
                  </a:cubicBezTo>
                  <a:cubicBezTo>
                    <a:pt x="257306" y="84773"/>
                    <a:pt x="244079" y="87023"/>
                    <a:pt x="227898" y="88833"/>
                  </a:cubicBezTo>
                  <a:cubicBezTo>
                    <a:pt x="228208" y="83880"/>
                    <a:pt x="228362" y="78867"/>
                    <a:pt x="228362" y="73831"/>
                  </a:cubicBezTo>
                  <a:cubicBezTo>
                    <a:pt x="228362" y="68794"/>
                    <a:pt x="228208" y="63782"/>
                    <a:pt x="227898" y="58829"/>
                  </a:cubicBezTo>
                  <a:lnTo>
                    <a:pt x="227898" y="58829"/>
                  </a:lnTo>
                  <a:cubicBezTo>
                    <a:pt x="244519" y="60698"/>
                    <a:pt x="258009" y="63008"/>
                    <a:pt x="267248" y="65627"/>
                  </a:cubicBezTo>
                  <a:cubicBezTo>
                    <a:pt x="267248" y="65556"/>
                    <a:pt x="267260" y="65496"/>
                    <a:pt x="267260" y="65425"/>
                  </a:cubicBezTo>
                  <a:cubicBezTo>
                    <a:pt x="259711" y="63282"/>
                    <a:pt x="249210" y="61317"/>
                    <a:pt x="236018" y="59603"/>
                  </a:cubicBezTo>
                  <a:cubicBezTo>
                    <a:pt x="233387" y="59270"/>
                    <a:pt x="230672" y="58936"/>
                    <a:pt x="227886" y="58627"/>
                  </a:cubicBezTo>
                  <a:cubicBezTo>
                    <a:pt x="227267" y="48899"/>
                    <a:pt x="226041" y="39374"/>
                    <a:pt x="224267" y="30135"/>
                  </a:cubicBezTo>
                  <a:lnTo>
                    <a:pt x="224267" y="30135"/>
                  </a:lnTo>
                  <a:cubicBezTo>
                    <a:pt x="243650" y="35945"/>
                    <a:pt x="259116" y="43446"/>
                    <a:pt x="268963" y="52019"/>
                  </a:cubicBezTo>
                  <a:cubicBezTo>
                    <a:pt x="268986" y="51864"/>
                    <a:pt x="269010" y="51709"/>
                    <a:pt x="269046" y="51566"/>
                  </a:cubicBezTo>
                  <a:cubicBezTo>
                    <a:pt x="261390" y="44946"/>
                    <a:pt x="250294" y="38886"/>
                    <a:pt x="236066" y="33659"/>
                  </a:cubicBezTo>
                  <a:cubicBezTo>
                    <a:pt x="232268" y="32266"/>
                    <a:pt x="228291" y="30945"/>
                    <a:pt x="224183" y="29718"/>
                  </a:cubicBezTo>
                  <a:cubicBezTo>
                    <a:pt x="222338" y="20277"/>
                    <a:pt x="219909" y="11133"/>
                    <a:pt x="216908" y="2417"/>
                  </a:cubicBezTo>
                  <a:cubicBezTo>
                    <a:pt x="216766" y="2513"/>
                    <a:pt x="216635" y="2620"/>
                    <a:pt x="216504" y="2715"/>
                  </a:cubicBezTo>
                  <a:cubicBezTo>
                    <a:pt x="219456" y="11299"/>
                    <a:pt x="221850" y="20277"/>
                    <a:pt x="223671" y="29563"/>
                  </a:cubicBezTo>
                  <a:cubicBezTo>
                    <a:pt x="210551" y="25682"/>
                    <a:pt x="195953" y="22646"/>
                    <a:pt x="180368" y="20539"/>
                  </a:cubicBezTo>
                  <a:cubicBezTo>
                    <a:pt x="179416" y="13490"/>
                    <a:pt x="178273" y="6644"/>
                    <a:pt x="176951" y="36"/>
                  </a:cubicBezTo>
                  <a:cubicBezTo>
                    <a:pt x="176820" y="24"/>
                    <a:pt x="176689" y="12"/>
                    <a:pt x="176558" y="0"/>
                  </a:cubicBezTo>
                  <a:close/>
                </a:path>
              </a:pathLst>
            </a:custGeom>
            <a:solidFill>
              <a:srgbClr val="E3C98E">
                <a:alpha val="246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72" name="Google Shape;1472;p79"/>
          <p:cNvSpPr txBox="1"/>
          <p:nvPr>
            <p:ph type="title"/>
          </p:nvPr>
        </p:nvSpPr>
        <p:spPr>
          <a:xfrm>
            <a:off x="720000" y="449133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473" name="Google Shape;1473;p79"/>
          <p:cNvGrpSpPr/>
          <p:nvPr/>
        </p:nvGrpSpPr>
        <p:grpSpPr>
          <a:xfrm>
            <a:off x="7901276" y="641229"/>
            <a:ext cx="1059010" cy="599942"/>
            <a:chOff x="96100" y="539500"/>
            <a:chExt cx="880162" cy="498622"/>
          </a:xfrm>
        </p:grpSpPr>
        <p:sp>
          <p:nvSpPr>
            <p:cNvPr id="1474" name="Google Shape;1474;p79"/>
            <p:cNvSpPr/>
            <p:nvPr/>
          </p:nvSpPr>
          <p:spPr>
            <a:xfrm>
              <a:off x="552205" y="912034"/>
              <a:ext cx="165739" cy="126088"/>
            </a:xfrm>
            <a:custGeom>
              <a:rect b="b" l="l" r="r" t="t"/>
              <a:pathLst>
                <a:path extrusionOk="0" h="2156" w="2834">
                  <a:moveTo>
                    <a:pt x="2834" y="1"/>
                  </a:moveTo>
                  <a:lnTo>
                    <a:pt x="0" y="441"/>
                  </a:lnTo>
                  <a:lnTo>
                    <a:pt x="905" y="2156"/>
                  </a:lnTo>
                  <a:lnTo>
                    <a:pt x="2691" y="1775"/>
                  </a:lnTo>
                  <a:lnTo>
                    <a:pt x="283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5" name="Google Shape;1475;p79"/>
            <p:cNvSpPr/>
            <p:nvPr/>
          </p:nvSpPr>
          <p:spPr>
            <a:xfrm>
              <a:off x="587704" y="958001"/>
              <a:ext cx="114216" cy="45324"/>
            </a:xfrm>
            <a:custGeom>
              <a:rect b="b" l="l" r="r" t="t"/>
              <a:pathLst>
                <a:path extrusionOk="0" h="775" w="1953">
                  <a:moveTo>
                    <a:pt x="1917" y="0"/>
                  </a:moveTo>
                  <a:lnTo>
                    <a:pt x="1393" y="119"/>
                  </a:lnTo>
                  <a:lnTo>
                    <a:pt x="1489" y="477"/>
                  </a:lnTo>
                  <a:lnTo>
                    <a:pt x="1953" y="381"/>
                  </a:lnTo>
                  <a:lnTo>
                    <a:pt x="1917" y="0"/>
                  </a:lnTo>
                  <a:close/>
                  <a:moveTo>
                    <a:pt x="1227" y="155"/>
                  </a:moveTo>
                  <a:lnTo>
                    <a:pt x="703" y="262"/>
                  </a:lnTo>
                  <a:lnTo>
                    <a:pt x="798" y="631"/>
                  </a:lnTo>
                  <a:lnTo>
                    <a:pt x="1262" y="524"/>
                  </a:lnTo>
                  <a:lnTo>
                    <a:pt x="1227" y="155"/>
                  </a:lnTo>
                  <a:close/>
                  <a:moveTo>
                    <a:pt x="524" y="298"/>
                  </a:moveTo>
                  <a:lnTo>
                    <a:pt x="0" y="405"/>
                  </a:lnTo>
                  <a:lnTo>
                    <a:pt x="131" y="774"/>
                  </a:lnTo>
                  <a:lnTo>
                    <a:pt x="560" y="667"/>
                  </a:lnTo>
                  <a:lnTo>
                    <a:pt x="524" y="29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6" name="Google Shape;1476;p79"/>
            <p:cNvSpPr/>
            <p:nvPr/>
          </p:nvSpPr>
          <p:spPr>
            <a:xfrm>
              <a:off x="96100" y="539909"/>
              <a:ext cx="880162" cy="435578"/>
            </a:xfrm>
            <a:custGeom>
              <a:rect b="b" l="l" r="r" t="t"/>
              <a:pathLst>
                <a:path extrusionOk="0" h="7448" w="15050">
                  <a:moveTo>
                    <a:pt x="703" y="4685"/>
                  </a:moveTo>
                  <a:lnTo>
                    <a:pt x="1596" y="5506"/>
                  </a:lnTo>
                  <a:lnTo>
                    <a:pt x="512" y="5625"/>
                  </a:lnTo>
                  <a:lnTo>
                    <a:pt x="262" y="4792"/>
                  </a:lnTo>
                  <a:lnTo>
                    <a:pt x="703" y="4685"/>
                  </a:lnTo>
                  <a:close/>
                  <a:moveTo>
                    <a:pt x="1691" y="5780"/>
                  </a:moveTo>
                  <a:lnTo>
                    <a:pt x="1370" y="6947"/>
                  </a:lnTo>
                  <a:lnTo>
                    <a:pt x="715" y="6995"/>
                  </a:lnTo>
                  <a:lnTo>
                    <a:pt x="631" y="6042"/>
                  </a:lnTo>
                  <a:lnTo>
                    <a:pt x="1691" y="5780"/>
                  </a:lnTo>
                  <a:close/>
                  <a:moveTo>
                    <a:pt x="9744" y="0"/>
                  </a:moveTo>
                  <a:cubicBezTo>
                    <a:pt x="7476" y="0"/>
                    <a:pt x="4637" y="1108"/>
                    <a:pt x="1536" y="4875"/>
                  </a:cubicBezTo>
                  <a:lnTo>
                    <a:pt x="727" y="4304"/>
                  </a:lnTo>
                  <a:lnTo>
                    <a:pt x="0" y="4482"/>
                  </a:lnTo>
                  <a:lnTo>
                    <a:pt x="560" y="7447"/>
                  </a:lnTo>
                  <a:lnTo>
                    <a:pt x="1584" y="7268"/>
                  </a:lnTo>
                  <a:lnTo>
                    <a:pt x="1882" y="6387"/>
                  </a:lnTo>
                  <a:cubicBezTo>
                    <a:pt x="3691" y="6768"/>
                    <a:pt x="5257" y="6928"/>
                    <a:pt x="6610" y="6928"/>
                  </a:cubicBezTo>
                  <a:cubicBezTo>
                    <a:pt x="6948" y="6928"/>
                    <a:pt x="7273" y="6918"/>
                    <a:pt x="7585" y="6899"/>
                  </a:cubicBezTo>
                  <a:lnTo>
                    <a:pt x="7740" y="7304"/>
                  </a:lnTo>
                  <a:lnTo>
                    <a:pt x="10823" y="6518"/>
                  </a:lnTo>
                  <a:lnTo>
                    <a:pt x="10752" y="6292"/>
                  </a:lnTo>
                  <a:cubicBezTo>
                    <a:pt x="14359" y="5006"/>
                    <a:pt x="15050" y="2256"/>
                    <a:pt x="15050" y="2256"/>
                  </a:cubicBezTo>
                  <a:cubicBezTo>
                    <a:pt x="15050" y="2256"/>
                    <a:pt x="12979" y="0"/>
                    <a:pt x="97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7" name="Google Shape;1477;p79"/>
            <p:cNvSpPr/>
            <p:nvPr/>
          </p:nvSpPr>
          <p:spPr>
            <a:xfrm>
              <a:off x="197041" y="539500"/>
              <a:ext cx="767407" cy="410898"/>
            </a:xfrm>
            <a:custGeom>
              <a:rect b="b" l="l" r="r" t="t"/>
              <a:pathLst>
                <a:path extrusionOk="0" h="7026" w="13122">
                  <a:moveTo>
                    <a:pt x="8778" y="1214"/>
                  </a:moveTo>
                  <a:cubicBezTo>
                    <a:pt x="8825" y="1214"/>
                    <a:pt x="8872" y="1215"/>
                    <a:pt x="8919" y="1215"/>
                  </a:cubicBezTo>
                  <a:lnTo>
                    <a:pt x="9276" y="3204"/>
                  </a:lnTo>
                  <a:lnTo>
                    <a:pt x="3096" y="4751"/>
                  </a:lnTo>
                  <a:lnTo>
                    <a:pt x="2489" y="3168"/>
                  </a:lnTo>
                  <a:cubicBezTo>
                    <a:pt x="4953" y="1618"/>
                    <a:pt x="7169" y="1214"/>
                    <a:pt x="8778" y="1214"/>
                  </a:cubicBezTo>
                  <a:close/>
                  <a:moveTo>
                    <a:pt x="9288" y="3323"/>
                  </a:moveTo>
                  <a:lnTo>
                    <a:pt x="9609" y="5097"/>
                  </a:lnTo>
                  <a:cubicBezTo>
                    <a:pt x="8276" y="5680"/>
                    <a:pt x="6311" y="6216"/>
                    <a:pt x="3656" y="6240"/>
                  </a:cubicBezTo>
                  <a:lnTo>
                    <a:pt x="3132" y="4870"/>
                  </a:lnTo>
                  <a:lnTo>
                    <a:pt x="9288" y="3323"/>
                  </a:lnTo>
                  <a:close/>
                  <a:moveTo>
                    <a:pt x="8704" y="1"/>
                  </a:moveTo>
                  <a:lnTo>
                    <a:pt x="8895" y="1096"/>
                  </a:lnTo>
                  <a:cubicBezTo>
                    <a:pt x="8871" y="1096"/>
                    <a:pt x="8846" y="1096"/>
                    <a:pt x="8822" y="1096"/>
                  </a:cubicBezTo>
                  <a:cubicBezTo>
                    <a:pt x="7207" y="1096"/>
                    <a:pt x="4952" y="1489"/>
                    <a:pt x="2454" y="3061"/>
                  </a:cubicBezTo>
                  <a:lnTo>
                    <a:pt x="2180" y="2358"/>
                  </a:lnTo>
                  <a:lnTo>
                    <a:pt x="2025" y="2501"/>
                  </a:lnTo>
                  <a:lnTo>
                    <a:pt x="2275" y="3168"/>
                  </a:lnTo>
                  <a:cubicBezTo>
                    <a:pt x="1525" y="3644"/>
                    <a:pt x="763" y="4239"/>
                    <a:pt x="1" y="4942"/>
                  </a:cubicBezTo>
                  <a:lnTo>
                    <a:pt x="72" y="5037"/>
                  </a:lnTo>
                  <a:cubicBezTo>
                    <a:pt x="834" y="4335"/>
                    <a:pt x="1584" y="3763"/>
                    <a:pt x="2311" y="3287"/>
                  </a:cubicBezTo>
                  <a:lnTo>
                    <a:pt x="2870" y="4811"/>
                  </a:lnTo>
                  <a:lnTo>
                    <a:pt x="60" y="5513"/>
                  </a:lnTo>
                  <a:lnTo>
                    <a:pt x="84" y="5632"/>
                  </a:lnTo>
                  <a:lnTo>
                    <a:pt x="2906" y="4918"/>
                  </a:lnTo>
                  <a:lnTo>
                    <a:pt x="3382" y="6240"/>
                  </a:lnTo>
                  <a:cubicBezTo>
                    <a:pt x="2418" y="6228"/>
                    <a:pt x="1370" y="6156"/>
                    <a:pt x="227" y="5978"/>
                  </a:cubicBezTo>
                  <a:lnTo>
                    <a:pt x="203" y="6097"/>
                  </a:lnTo>
                  <a:cubicBezTo>
                    <a:pt x="1382" y="6275"/>
                    <a:pt x="2454" y="6347"/>
                    <a:pt x="3430" y="6359"/>
                  </a:cubicBezTo>
                  <a:lnTo>
                    <a:pt x="3668" y="7025"/>
                  </a:lnTo>
                  <a:lnTo>
                    <a:pt x="3930" y="6978"/>
                  </a:lnTo>
                  <a:lnTo>
                    <a:pt x="3692" y="6359"/>
                  </a:lnTo>
                  <a:cubicBezTo>
                    <a:pt x="6335" y="6335"/>
                    <a:pt x="8288" y="5799"/>
                    <a:pt x="9621" y="5216"/>
                  </a:cubicBezTo>
                  <a:lnTo>
                    <a:pt x="9776" y="6085"/>
                  </a:lnTo>
                  <a:lnTo>
                    <a:pt x="10097" y="5918"/>
                  </a:lnTo>
                  <a:lnTo>
                    <a:pt x="9931" y="5073"/>
                  </a:lnTo>
                  <a:cubicBezTo>
                    <a:pt x="9954" y="5061"/>
                    <a:pt x="9990" y="5049"/>
                    <a:pt x="10014" y="5037"/>
                  </a:cubicBezTo>
                  <a:cubicBezTo>
                    <a:pt x="11990" y="4085"/>
                    <a:pt x="12848" y="2953"/>
                    <a:pt x="12848" y="2942"/>
                  </a:cubicBezTo>
                  <a:lnTo>
                    <a:pt x="12752" y="2870"/>
                  </a:lnTo>
                  <a:cubicBezTo>
                    <a:pt x="12752" y="2870"/>
                    <a:pt x="11919" y="3989"/>
                    <a:pt x="9954" y="4930"/>
                  </a:cubicBezTo>
                  <a:cubicBezTo>
                    <a:pt x="9943" y="4942"/>
                    <a:pt x="9931" y="4954"/>
                    <a:pt x="9907" y="4954"/>
                  </a:cubicBezTo>
                  <a:lnTo>
                    <a:pt x="9562" y="3251"/>
                  </a:lnTo>
                  <a:lnTo>
                    <a:pt x="13122" y="2358"/>
                  </a:lnTo>
                  <a:lnTo>
                    <a:pt x="13098" y="2239"/>
                  </a:lnTo>
                  <a:lnTo>
                    <a:pt x="9538" y="3132"/>
                  </a:lnTo>
                  <a:lnTo>
                    <a:pt x="9145" y="1227"/>
                  </a:lnTo>
                  <a:lnTo>
                    <a:pt x="9145" y="1227"/>
                  </a:lnTo>
                  <a:cubicBezTo>
                    <a:pt x="11312" y="1299"/>
                    <a:pt x="12705" y="2037"/>
                    <a:pt x="12717" y="2049"/>
                  </a:cubicBezTo>
                  <a:lnTo>
                    <a:pt x="12776" y="1941"/>
                  </a:lnTo>
                  <a:cubicBezTo>
                    <a:pt x="12764" y="1941"/>
                    <a:pt x="11324" y="1168"/>
                    <a:pt x="9121" y="1108"/>
                  </a:cubicBezTo>
                  <a:lnTo>
                    <a:pt x="88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78" name="Google Shape;1478;p79"/>
          <p:cNvGrpSpPr/>
          <p:nvPr/>
        </p:nvGrpSpPr>
        <p:grpSpPr>
          <a:xfrm flipH="1">
            <a:off x="104456" y="3863737"/>
            <a:ext cx="1058943" cy="1093171"/>
            <a:chOff x="7577543" y="3676183"/>
            <a:chExt cx="1272156" cy="1313118"/>
          </a:xfrm>
        </p:grpSpPr>
        <p:sp>
          <p:nvSpPr>
            <p:cNvPr id="1479" name="Google Shape;1479;p79"/>
            <p:cNvSpPr/>
            <p:nvPr/>
          </p:nvSpPr>
          <p:spPr>
            <a:xfrm>
              <a:off x="7753640" y="4923601"/>
              <a:ext cx="849900" cy="65700"/>
            </a:xfrm>
            <a:prstGeom prst="ellipse">
              <a:avLst/>
            </a:prstGeom>
            <a:solidFill>
              <a:srgbClr val="033342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80" name="Google Shape;1480;p79"/>
            <p:cNvGrpSpPr/>
            <p:nvPr/>
          </p:nvGrpSpPr>
          <p:grpSpPr>
            <a:xfrm flipH="1">
              <a:off x="7577543" y="3676183"/>
              <a:ext cx="1272156" cy="1298731"/>
              <a:chOff x="5518825" y="5502600"/>
              <a:chExt cx="603375" cy="580750"/>
            </a:xfrm>
          </p:grpSpPr>
          <p:sp>
            <p:nvSpPr>
              <p:cNvPr id="1481" name="Google Shape;1481;p79"/>
              <p:cNvSpPr/>
              <p:nvPr/>
            </p:nvSpPr>
            <p:spPr>
              <a:xfrm>
                <a:off x="5518825" y="5502600"/>
                <a:ext cx="400075" cy="580750"/>
              </a:xfrm>
              <a:custGeom>
                <a:rect b="b" l="l" r="r" t="t"/>
                <a:pathLst>
                  <a:path extrusionOk="0" h="23230" w="16003">
                    <a:moveTo>
                      <a:pt x="10859" y="1"/>
                    </a:moveTo>
                    <a:cubicBezTo>
                      <a:pt x="7502" y="763"/>
                      <a:pt x="4597" y="2548"/>
                      <a:pt x="2668" y="5037"/>
                    </a:cubicBezTo>
                    <a:cubicBezTo>
                      <a:pt x="727" y="7549"/>
                      <a:pt x="1" y="10454"/>
                      <a:pt x="632" y="13228"/>
                    </a:cubicBezTo>
                    <a:cubicBezTo>
                      <a:pt x="1275" y="16014"/>
                      <a:pt x="3180" y="18312"/>
                      <a:pt x="6025" y="19729"/>
                    </a:cubicBezTo>
                    <a:cubicBezTo>
                      <a:pt x="7871" y="20646"/>
                      <a:pt x="9954" y="21110"/>
                      <a:pt x="12109" y="21110"/>
                    </a:cubicBezTo>
                    <a:cubicBezTo>
                      <a:pt x="12443" y="21110"/>
                      <a:pt x="12776" y="21098"/>
                      <a:pt x="13110" y="21075"/>
                    </a:cubicBezTo>
                    <a:lnTo>
                      <a:pt x="13110" y="21075"/>
                    </a:lnTo>
                    <a:lnTo>
                      <a:pt x="12824" y="22706"/>
                    </a:lnTo>
                    <a:lnTo>
                      <a:pt x="10788" y="22360"/>
                    </a:lnTo>
                    <a:lnTo>
                      <a:pt x="11216" y="23230"/>
                    </a:lnTo>
                    <a:lnTo>
                      <a:pt x="15574" y="23230"/>
                    </a:lnTo>
                    <a:lnTo>
                      <a:pt x="16003" y="22313"/>
                    </a:lnTo>
                    <a:lnTo>
                      <a:pt x="13907" y="22670"/>
                    </a:lnTo>
                    <a:lnTo>
                      <a:pt x="13538" y="21039"/>
                    </a:lnTo>
                    <a:cubicBezTo>
                      <a:pt x="14217" y="20979"/>
                      <a:pt x="14907" y="20860"/>
                      <a:pt x="15598" y="20705"/>
                    </a:cubicBezTo>
                    <a:lnTo>
                      <a:pt x="15455" y="20098"/>
                    </a:lnTo>
                    <a:cubicBezTo>
                      <a:pt x="14335" y="20355"/>
                      <a:pt x="13210" y="20483"/>
                      <a:pt x="12106" y="20483"/>
                    </a:cubicBezTo>
                    <a:cubicBezTo>
                      <a:pt x="10043" y="20483"/>
                      <a:pt x="8052" y="20038"/>
                      <a:pt x="6299" y="19170"/>
                    </a:cubicBezTo>
                    <a:cubicBezTo>
                      <a:pt x="3632" y="17848"/>
                      <a:pt x="1834" y="15681"/>
                      <a:pt x="1239" y="13097"/>
                    </a:cubicBezTo>
                    <a:cubicBezTo>
                      <a:pt x="644" y="10502"/>
                      <a:pt x="1334" y="7775"/>
                      <a:pt x="3156" y="5418"/>
                    </a:cubicBezTo>
                    <a:cubicBezTo>
                      <a:pt x="5001" y="3049"/>
                      <a:pt x="7787" y="1334"/>
                      <a:pt x="10990" y="608"/>
                    </a:cubicBezTo>
                    <a:lnTo>
                      <a:pt x="1085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2" name="Google Shape;1482;p79"/>
              <p:cNvSpPr/>
              <p:nvPr/>
            </p:nvSpPr>
            <p:spPr>
              <a:xfrm>
                <a:off x="5575100" y="5527025"/>
                <a:ext cx="547100" cy="458400"/>
              </a:xfrm>
              <a:custGeom>
                <a:rect b="b" l="l" r="r" t="t"/>
                <a:pathLst>
                  <a:path extrusionOk="0" h="18336" w="21884">
                    <a:moveTo>
                      <a:pt x="11390" y="0"/>
                    </a:moveTo>
                    <a:cubicBezTo>
                      <a:pt x="10437" y="0"/>
                      <a:pt x="9459" y="108"/>
                      <a:pt x="8477" y="333"/>
                    </a:cubicBezTo>
                    <a:cubicBezTo>
                      <a:pt x="7251" y="607"/>
                      <a:pt x="6120" y="1048"/>
                      <a:pt x="5096" y="1619"/>
                    </a:cubicBezTo>
                    <a:lnTo>
                      <a:pt x="560" y="7227"/>
                    </a:lnTo>
                    <a:lnTo>
                      <a:pt x="0" y="10227"/>
                    </a:lnTo>
                    <a:lnTo>
                      <a:pt x="1286" y="13109"/>
                    </a:lnTo>
                    <a:lnTo>
                      <a:pt x="1667" y="15502"/>
                    </a:lnTo>
                    <a:cubicBezTo>
                      <a:pt x="2810" y="16752"/>
                      <a:pt x="4334" y="17704"/>
                      <a:pt x="6084" y="18252"/>
                    </a:cubicBezTo>
                    <a:lnTo>
                      <a:pt x="7822" y="18335"/>
                    </a:lnTo>
                    <a:lnTo>
                      <a:pt x="11132" y="17419"/>
                    </a:lnTo>
                    <a:lnTo>
                      <a:pt x="13978" y="16823"/>
                    </a:lnTo>
                    <a:lnTo>
                      <a:pt x="17478" y="16240"/>
                    </a:lnTo>
                    <a:cubicBezTo>
                      <a:pt x="20288" y="14097"/>
                      <a:pt x="21884" y="10906"/>
                      <a:pt x="21479" y="7691"/>
                    </a:cubicBezTo>
                    <a:lnTo>
                      <a:pt x="18729" y="3095"/>
                    </a:lnTo>
                    <a:lnTo>
                      <a:pt x="15133" y="583"/>
                    </a:lnTo>
                    <a:cubicBezTo>
                      <a:pt x="13967" y="204"/>
                      <a:pt x="12702" y="0"/>
                      <a:pt x="1139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3" name="Google Shape;1483;p79"/>
              <p:cNvSpPr/>
              <p:nvPr/>
            </p:nvSpPr>
            <p:spPr>
              <a:xfrm>
                <a:off x="5727200" y="5908950"/>
                <a:ext cx="284875" cy="88100"/>
              </a:xfrm>
              <a:custGeom>
                <a:rect b="b" l="l" r="r" t="t"/>
                <a:pathLst>
                  <a:path extrusionOk="0" h="3524" w="11395">
                    <a:moveTo>
                      <a:pt x="8679" y="0"/>
                    </a:moveTo>
                    <a:cubicBezTo>
                      <a:pt x="6842" y="0"/>
                      <a:pt x="4693" y="745"/>
                      <a:pt x="3358" y="1439"/>
                    </a:cubicBezTo>
                    <a:cubicBezTo>
                      <a:pt x="2500" y="1880"/>
                      <a:pt x="1667" y="2332"/>
                      <a:pt x="798" y="2713"/>
                    </a:cubicBezTo>
                    <a:cubicBezTo>
                      <a:pt x="548" y="2808"/>
                      <a:pt x="274" y="2916"/>
                      <a:pt x="0" y="2975"/>
                    </a:cubicBezTo>
                    <a:cubicBezTo>
                      <a:pt x="1132" y="3334"/>
                      <a:pt x="2352" y="3524"/>
                      <a:pt x="3615" y="3524"/>
                    </a:cubicBezTo>
                    <a:cubicBezTo>
                      <a:pt x="4571" y="3524"/>
                      <a:pt x="5552" y="3415"/>
                      <a:pt x="6537" y="3189"/>
                    </a:cubicBezTo>
                    <a:cubicBezTo>
                      <a:pt x="8382" y="2773"/>
                      <a:pt x="10025" y="1987"/>
                      <a:pt x="11394" y="963"/>
                    </a:cubicBezTo>
                    <a:cubicBezTo>
                      <a:pt x="10759" y="265"/>
                      <a:pt x="9774" y="0"/>
                      <a:pt x="86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4" name="Google Shape;1484;p79"/>
              <p:cNvSpPr/>
              <p:nvPr/>
            </p:nvSpPr>
            <p:spPr>
              <a:xfrm>
                <a:off x="5546525" y="5567500"/>
                <a:ext cx="180700" cy="347075"/>
              </a:xfrm>
              <a:custGeom>
                <a:rect b="b" l="l" r="r" t="t"/>
                <a:pathLst>
                  <a:path extrusionOk="0" h="13883" w="7228">
                    <a:moveTo>
                      <a:pt x="6239" y="0"/>
                    </a:moveTo>
                    <a:cubicBezTo>
                      <a:pt x="2274" y="2191"/>
                      <a:pt x="0" y="6275"/>
                      <a:pt x="905" y="10251"/>
                    </a:cubicBezTo>
                    <a:cubicBezTo>
                      <a:pt x="1215" y="11632"/>
                      <a:pt x="1893" y="12859"/>
                      <a:pt x="2810" y="13883"/>
                    </a:cubicBezTo>
                    <a:cubicBezTo>
                      <a:pt x="2893" y="13609"/>
                      <a:pt x="3036" y="13359"/>
                      <a:pt x="3179" y="13156"/>
                    </a:cubicBezTo>
                    <a:cubicBezTo>
                      <a:pt x="3798" y="12216"/>
                      <a:pt x="5001" y="11704"/>
                      <a:pt x="4977" y="10418"/>
                    </a:cubicBezTo>
                    <a:cubicBezTo>
                      <a:pt x="4917" y="8573"/>
                      <a:pt x="1703" y="9894"/>
                      <a:pt x="1619" y="8049"/>
                    </a:cubicBezTo>
                    <a:cubicBezTo>
                      <a:pt x="1589" y="7321"/>
                      <a:pt x="1909" y="7123"/>
                      <a:pt x="2336" y="7123"/>
                    </a:cubicBezTo>
                    <a:cubicBezTo>
                      <a:pt x="2847" y="7123"/>
                      <a:pt x="3511" y="7408"/>
                      <a:pt x="3909" y="7408"/>
                    </a:cubicBezTo>
                    <a:cubicBezTo>
                      <a:pt x="4098" y="7408"/>
                      <a:pt x="4226" y="7344"/>
                      <a:pt x="4251" y="7156"/>
                    </a:cubicBezTo>
                    <a:cubicBezTo>
                      <a:pt x="4298" y="6810"/>
                      <a:pt x="3465" y="6310"/>
                      <a:pt x="3298" y="6001"/>
                    </a:cubicBezTo>
                    <a:cubicBezTo>
                      <a:pt x="2965" y="5334"/>
                      <a:pt x="3465" y="4917"/>
                      <a:pt x="4072" y="4715"/>
                    </a:cubicBezTo>
                    <a:cubicBezTo>
                      <a:pt x="5251" y="4322"/>
                      <a:pt x="6679" y="4524"/>
                      <a:pt x="7013" y="2989"/>
                    </a:cubicBezTo>
                    <a:cubicBezTo>
                      <a:pt x="7227" y="1977"/>
                      <a:pt x="6799" y="953"/>
                      <a:pt x="623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5" name="Google Shape;1485;p79"/>
              <p:cNvSpPr/>
              <p:nvPr/>
            </p:nvSpPr>
            <p:spPr>
              <a:xfrm>
                <a:off x="5913225" y="5541600"/>
                <a:ext cx="198850" cy="317400"/>
              </a:xfrm>
              <a:custGeom>
                <a:rect b="b" l="l" r="r" t="t"/>
                <a:pathLst>
                  <a:path extrusionOk="0" h="12696" w="7954">
                    <a:moveTo>
                      <a:pt x="1608" y="0"/>
                    </a:moveTo>
                    <a:cubicBezTo>
                      <a:pt x="1667" y="524"/>
                      <a:pt x="1834" y="1060"/>
                      <a:pt x="2048" y="1512"/>
                    </a:cubicBezTo>
                    <a:cubicBezTo>
                      <a:pt x="2418" y="2286"/>
                      <a:pt x="2977" y="2096"/>
                      <a:pt x="3727" y="2286"/>
                    </a:cubicBezTo>
                    <a:cubicBezTo>
                      <a:pt x="4311" y="2429"/>
                      <a:pt x="5073" y="2727"/>
                      <a:pt x="4846" y="3429"/>
                    </a:cubicBezTo>
                    <a:cubicBezTo>
                      <a:pt x="4584" y="4322"/>
                      <a:pt x="3703" y="4894"/>
                      <a:pt x="3191" y="5620"/>
                    </a:cubicBezTo>
                    <a:cubicBezTo>
                      <a:pt x="2072" y="7215"/>
                      <a:pt x="1" y="10228"/>
                      <a:pt x="2275" y="11764"/>
                    </a:cubicBezTo>
                    <a:cubicBezTo>
                      <a:pt x="2992" y="12225"/>
                      <a:pt x="4002" y="12695"/>
                      <a:pt x="4914" y="12695"/>
                    </a:cubicBezTo>
                    <a:cubicBezTo>
                      <a:pt x="5061" y="12695"/>
                      <a:pt x="5206" y="12683"/>
                      <a:pt x="5346" y="12657"/>
                    </a:cubicBezTo>
                    <a:cubicBezTo>
                      <a:pt x="6406" y="12466"/>
                      <a:pt x="5882" y="11597"/>
                      <a:pt x="5466" y="11061"/>
                    </a:cubicBezTo>
                    <a:cubicBezTo>
                      <a:pt x="4930" y="10287"/>
                      <a:pt x="4168" y="9073"/>
                      <a:pt x="4965" y="8239"/>
                    </a:cubicBezTo>
                    <a:cubicBezTo>
                      <a:pt x="5668" y="7489"/>
                      <a:pt x="6847" y="7120"/>
                      <a:pt x="7954" y="7108"/>
                    </a:cubicBezTo>
                    <a:cubicBezTo>
                      <a:pt x="7918" y="6858"/>
                      <a:pt x="7871" y="6608"/>
                      <a:pt x="7811" y="6346"/>
                    </a:cubicBezTo>
                    <a:cubicBezTo>
                      <a:pt x="7121" y="3310"/>
                      <a:pt x="4715" y="1024"/>
                      <a:pt x="160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1486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7" name="Google Shape;1487;p80"/>
          <p:cNvGrpSpPr/>
          <p:nvPr/>
        </p:nvGrpSpPr>
        <p:grpSpPr>
          <a:xfrm>
            <a:off x="0" y="0"/>
            <a:ext cx="9144003" cy="5143501"/>
            <a:chOff x="0" y="0"/>
            <a:chExt cx="9144003" cy="5143501"/>
          </a:xfrm>
        </p:grpSpPr>
        <p:pic>
          <p:nvPicPr>
            <p:cNvPr id="1488" name="Google Shape;1488;p80"/>
            <p:cNvPicPr preferRelativeResize="0"/>
            <p:nvPr/>
          </p:nvPicPr>
          <p:blipFill rotWithShape="1">
            <a:blip r:embed="rId2">
              <a:alphaModFix/>
            </a:blip>
            <a:srcRect b="8068" l="0" r="0" t="8060"/>
            <a:stretch/>
          </p:blipFill>
          <p:spPr>
            <a:xfrm>
              <a:off x="0" y="0"/>
              <a:ext cx="9144003" cy="5143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89" name="Google Shape;1489;p80"/>
            <p:cNvSpPr/>
            <p:nvPr/>
          </p:nvSpPr>
          <p:spPr>
            <a:xfrm>
              <a:off x="209980" y="194500"/>
              <a:ext cx="8763466" cy="4752275"/>
            </a:xfrm>
            <a:custGeom>
              <a:rect b="b" l="l" r="r" t="t"/>
              <a:pathLst>
                <a:path extrusionOk="0" h="147209" w="271904">
                  <a:moveTo>
                    <a:pt x="596" y="0"/>
                  </a:moveTo>
                  <a:lnTo>
                    <a:pt x="596" y="0"/>
                  </a:lnTo>
                  <a:cubicBezTo>
                    <a:pt x="2025" y="5965"/>
                    <a:pt x="3072" y="13895"/>
                    <a:pt x="3644" y="22312"/>
                  </a:cubicBezTo>
                  <a:cubicBezTo>
                    <a:pt x="7942" y="23515"/>
                    <a:pt x="13609" y="23932"/>
                    <a:pt x="5085" y="25063"/>
                  </a:cubicBezTo>
                  <a:cubicBezTo>
                    <a:pt x="5096" y="25110"/>
                    <a:pt x="5108" y="25146"/>
                    <a:pt x="5120" y="25194"/>
                  </a:cubicBezTo>
                  <a:cubicBezTo>
                    <a:pt x="5263" y="25301"/>
                    <a:pt x="5394" y="25396"/>
                    <a:pt x="5525" y="25503"/>
                  </a:cubicBezTo>
                  <a:cubicBezTo>
                    <a:pt x="5692" y="25539"/>
                    <a:pt x="5954" y="25479"/>
                    <a:pt x="6037" y="25658"/>
                  </a:cubicBezTo>
                  <a:cubicBezTo>
                    <a:pt x="8561" y="26230"/>
                    <a:pt x="4561" y="26670"/>
                    <a:pt x="3894" y="26789"/>
                  </a:cubicBezTo>
                  <a:cubicBezTo>
                    <a:pt x="4203" y="33719"/>
                    <a:pt x="4192" y="40803"/>
                    <a:pt x="3787" y="47256"/>
                  </a:cubicBezTo>
                  <a:cubicBezTo>
                    <a:pt x="2560" y="47137"/>
                    <a:pt x="1298" y="47006"/>
                    <a:pt x="1" y="46875"/>
                  </a:cubicBezTo>
                  <a:lnTo>
                    <a:pt x="1" y="46875"/>
                  </a:lnTo>
                  <a:cubicBezTo>
                    <a:pt x="1429" y="52840"/>
                    <a:pt x="2477" y="60770"/>
                    <a:pt x="3049" y="69199"/>
                  </a:cubicBezTo>
                  <a:cubicBezTo>
                    <a:pt x="7347" y="70402"/>
                    <a:pt x="13014" y="70818"/>
                    <a:pt x="4489" y="71949"/>
                  </a:cubicBezTo>
                  <a:cubicBezTo>
                    <a:pt x="4501" y="71985"/>
                    <a:pt x="4513" y="72033"/>
                    <a:pt x="4525" y="72069"/>
                  </a:cubicBezTo>
                  <a:cubicBezTo>
                    <a:pt x="4668" y="72176"/>
                    <a:pt x="4787" y="72283"/>
                    <a:pt x="4930" y="72390"/>
                  </a:cubicBezTo>
                  <a:cubicBezTo>
                    <a:pt x="5096" y="72414"/>
                    <a:pt x="5358" y="72366"/>
                    <a:pt x="5442" y="72545"/>
                  </a:cubicBezTo>
                  <a:cubicBezTo>
                    <a:pt x="7966" y="73104"/>
                    <a:pt x="3965" y="73557"/>
                    <a:pt x="3299" y="73664"/>
                  </a:cubicBezTo>
                  <a:cubicBezTo>
                    <a:pt x="3513" y="78510"/>
                    <a:pt x="3572" y="83427"/>
                    <a:pt x="3453" y="88154"/>
                  </a:cubicBezTo>
                  <a:cubicBezTo>
                    <a:pt x="2322" y="88047"/>
                    <a:pt x="1179" y="87928"/>
                    <a:pt x="1" y="87809"/>
                  </a:cubicBezTo>
                  <a:lnTo>
                    <a:pt x="1" y="87809"/>
                  </a:lnTo>
                  <a:cubicBezTo>
                    <a:pt x="989" y="91940"/>
                    <a:pt x="1798" y="97036"/>
                    <a:pt x="2394" y="102584"/>
                  </a:cubicBezTo>
                  <a:cubicBezTo>
                    <a:pt x="2239" y="103727"/>
                    <a:pt x="2072" y="104834"/>
                    <a:pt x="1882" y="105894"/>
                  </a:cubicBezTo>
                  <a:cubicBezTo>
                    <a:pt x="2156" y="105870"/>
                    <a:pt x="2429" y="105846"/>
                    <a:pt x="2715" y="105811"/>
                  </a:cubicBezTo>
                  <a:cubicBezTo>
                    <a:pt x="2834" y="107228"/>
                    <a:pt x="2953" y="108668"/>
                    <a:pt x="3049" y="110121"/>
                  </a:cubicBezTo>
                  <a:cubicBezTo>
                    <a:pt x="7347" y="111323"/>
                    <a:pt x="13014" y="111740"/>
                    <a:pt x="4489" y="112871"/>
                  </a:cubicBezTo>
                  <a:cubicBezTo>
                    <a:pt x="4501" y="112919"/>
                    <a:pt x="4513" y="112954"/>
                    <a:pt x="4525" y="113002"/>
                  </a:cubicBezTo>
                  <a:cubicBezTo>
                    <a:pt x="4668" y="113109"/>
                    <a:pt x="4799" y="113205"/>
                    <a:pt x="4930" y="113312"/>
                  </a:cubicBezTo>
                  <a:cubicBezTo>
                    <a:pt x="5096" y="113347"/>
                    <a:pt x="5358" y="113288"/>
                    <a:pt x="5442" y="113466"/>
                  </a:cubicBezTo>
                  <a:cubicBezTo>
                    <a:pt x="7966" y="114038"/>
                    <a:pt x="3965" y="114478"/>
                    <a:pt x="3299" y="114598"/>
                  </a:cubicBezTo>
                  <a:cubicBezTo>
                    <a:pt x="3822" y="126123"/>
                    <a:pt x="4668" y="127147"/>
                    <a:pt x="3120" y="135886"/>
                  </a:cubicBezTo>
                  <a:cubicBezTo>
                    <a:pt x="4608" y="136338"/>
                    <a:pt x="14133" y="147209"/>
                    <a:pt x="14133" y="147209"/>
                  </a:cubicBezTo>
                  <a:cubicBezTo>
                    <a:pt x="14133" y="147209"/>
                    <a:pt x="16765" y="146220"/>
                    <a:pt x="20479" y="146137"/>
                  </a:cubicBezTo>
                  <a:cubicBezTo>
                    <a:pt x="20503" y="146054"/>
                    <a:pt x="20539" y="145959"/>
                    <a:pt x="20563" y="145875"/>
                  </a:cubicBezTo>
                  <a:lnTo>
                    <a:pt x="20563" y="145875"/>
                  </a:lnTo>
                  <a:cubicBezTo>
                    <a:pt x="20491" y="146340"/>
                    <a:pt x="23242" y="146363"/>
                    <a:pt x="23158" y="146816"/>
                  </a:cubicBezTo>
                  <a:cubicBezTo>
                    <a:pt x="29516" y="146220"/>
                    <a:pt x="36481" y="145875"/>
                    <a:pt x="44589" y="145697"/>
                  </a:cubicBezTo>
                  <a:cubicBezTo>
                    <a:pt x="44613" y="145625"/>
                    <a:pt x="44637" y="145554"/>
                    <a:pt x="44661" y="145494"/>
                  </a:cubicBezTo>
                  <a:cubicBezTo>
                    <a:pt x="45090" y="145494"/>
                    <a:pt x="45530" y="145494"/>
                    <a:pt x="45959" y="145482"/>
                  </a:cubicBezTo>
                  <a:cubicBezTo>
                    <a:pt x="45959" y="145542"/>
                    <a:pt x="45959" y="145601"/>
                    <a:pt x="45959" y="145661"/>
                  </a:cubicBezTo>
                  <a:cubicBezTo>
                    <a:pt x="46173" y="145661"/>
                    <a:pt x="46387" y="145661"/>
                    <a:pt x="46602" y="145649"/>
                  </a:cubicBezTo>
                  <a:cubicBezTo>
                    <a:pt x="46637" y="145601"/>
                    <a:pt x="46661" y="145542"/>
                    <a:pt x="46685" y="145482"/>
                  </a:cubicBezTo>
                  <a:cubicBezTo>
                    <a:pt x="47197" y="145482"/>
                    <a:pt x="47709" y="145482"/>
                    <a:pt x="48221" y="145494"/>
                  </a:cubicBezTo>
                  <a:cubicBezTo>
                    <a:pt x="48221" y="145530"/>
                    <a:pt x="48221" y="145578"/>
                    <a:pt x="48221" y="145625"/>
                  </a:cubicBezTo>
                  <a:cubicBezTo>
                    <a:pt x="50912" y="145578"/>
                    <a:pt x="53900" y="145542"/>
                    <a:pt x="57031" y="145518"/>
                  </a:cubicBezTo>
                  <a:cubicBezTo>
                    <a:pt x="59651" y="145542"/>
                    <a:pt x="62151" y="145566"/>
                    <a:pt x="64461" y="145601"/>
                  </a:cubicBezTo>
                  <a:cubicBezTo>
                    <a:pt x="64461" y="145566"/>
                    <a:pt x="64461" y="145530"/>
                    <a:pt x="64461" y="145494"/>
                  </a:cubicBezTo>
                  <a:cubicBezTo>
                    <a:pt x="65592" y="145488"/>
                    <a:pt x="66726" y="145485"/>
                    <a:pt x="67860" y="145485"/>
                  </a:cubicBezTo>
                  <a:cubicBezTo>
                    <a:pt x="68994" y="145485"/>
                    <a:pt x="70128" y="145488"/>
                    <a:pt x="71259" y="145494"/>
                  </a:cubicBezTo>
                  <a:cubicBezTo>
                    <a:pt x="71402" y="145578"/>
                    <a:pt x="71545" y="145661"/>
                    <a:pt x="71700" y="145744"/>
                  </a:cubicBezTo>
                  <a:cubicBezTo>
                    <a:pt x="78891" y="145947"/>
                    <a:pt x="85190" y="146268"/>
                    <a:pt x="90976" y="146816"/>
                  </a:cubicBezTo>
                  <a:cubicBezTo>
                    <a:pt x="90845" y="146054"/>
                    <a:pt x="90714" y="145256"/>
                    <a:pt x="90595" y="144435"/>
                  </a:cubicBezTo>
                  <a:lnTo>
                    <a:pt x="90595" y="144435"/>
                  </a:lnTo>
                  <a:cubicBezTo>
                    <a:pt x="91429" y="144792"/>
                    <a:pt x="92191" y="145304"/>
                    <a:pt x="92976" y="145744"/>
                  </a:cubicBezTo>
                  <a:cubicBezTo>
                    <a:pt x="96596" y="145851"/>
                    <a:pt x="99989" y="145982"/>
                    <a:pt x="103204" y="146161"/>
                  </a:cubicBezTo>
                  <a:cubicBezTo>
                    <a:pt x="103156" y="146375"/>
                    <a:pt x="103121" y="146601"/>
                    <a:pt x="103085" y="146828"/>
                  </a:cubicBezTo>
                  <a:cubicBezTo>
                    <a:pt x="104573" y="146685"/>
                    <a:pt x="106109" y="146554"/>
                    <a:pt x="107669" y="146447"/>
                  </a:cubicBezTo>
                  <a:cubicBezTo>
                    <a:pt x="109240" y="146554"/>
                    <a:pt x="110764" y="146685"/>
                    <a:pt x="112265" y="146828"/>
                  </a:cubicBezTo>
                  <a:cubicBezTo>
                    <a:pt x="112217" y="146601"/>
                    <a:pt x="112181" y="146375"/>
                    <a:pt x="112146" y="146161"/>
                  </a:cubicBezTo>
                  <a:cubicBezTo>
                    <a:pt x="115979" y="145947"/>
                    <a:pt x="120075" y="145792"/>
                    <a:pt x="124504" y="145697"/>
                  </a:cubicBezTo>
                  <a:cubicBezTo>
                    <a:pt x="125022" y="144156"/>
                    <a:pt x="125413" y="143165"/>
                    <a:pt x="125645" y="143165"/>
                  </a:cubicBezTo>
                  <a:cubicBezTo>
                    <a:pt x="125846" y="143165"/>
                    <a:pt x="125929" y="143902"/>
                    <a:pt x="125873" y="145661"/>
                  </a:cubicBezTo>
                  <a:cubicBezTo>
                    <a:pt x="126100" y="145661"/>
                    <a:pt x="126302" y="145661"/>
                    <a:pt x="126528" y="145649"/>
                  </a:cubicBezTo>
                  <a:cubicBezTo>
                    <a:pt x="127181" y="144357"/>
                    <a:pt x="127670" y="143321"/>
                    <a:pt x="127939" y="143321"/>
                  </a:cubicBezTo>
                  <a:cubicBezTo>
                    <a:pt x="128150" y="143321"/>
                    <a:pt x="128225" y="143963"/>
                    <a:pt x="128136" y="145625"/>
                  </a:cubicBezTo>
                  <a:cubicBezTo>
                    <a:pt x="130541" y="145589"/>
                    <a:pt x="133184" y="145554"/>
                    <a:pt x="135946" y="145530"/>
                  </a:cubicBezTo>
                  <a:cubicBezTo>
                    <a:pt x="138720" y="145554"/>
                    <a:pt x="141352" y="145589"/>
                    <a:pt x="143757" y="145625"/>
                  </a:cubicBezTo>
                  <a:cubicBezTo>
                    <a:pt x="143667" y="143963"/>
                    <a:pt x="143745" y="143321"/>
                    <a:pt x="143959" y="143321"/>
                  </a:cubicBezTo>
                  <a:cubicBezTo>
                    <a:pt x="144230" y="143321"/>
                    <a:pt x="144723" y="144357"/>
                    <a:pt x="145376" y="145649"/>
                  </a:cubicBezTo>
                  <a:cubicBezTo>
                    <a:pt x="145590" y="145661"/>
                    <a:pt x="145804" y="145661"/>
                    <a:pt x="146019" y="145661"/>
                  </a:cubicBezTo>
                  <a:cubicBezTo>
                    <a:pt x="145964" y="143902"/>
                    <a:pt x="146046" y="143165"/>
                    <a:pt x="146247" y="143165"/>
                  </a:cubicBezTo>
                  <a:cubicBezTo>
                    <a:pt x="146479" y="143165"/>
                    <a:pt x="146870" y="144156"/>
                    <a:pt x="147388" y="145697"/>
                  </a:cubicBezTo>
                  <a:cubicBezTo>
                    <a:pt x="151817" y="145792"/>
                    <a:pt x="155913" y="145947"/>
                    <a:pt x="159759" y="146161"/>
                  </a:cubicBezTo>
                  <a:cubicBezTo>
                    <a:pt x="159711" y="146375"/>
                    <a:pt x="159675" y="146601"/>
                    <a:pt x="159640" y="146828"/>
                  </a:cubicBezTo>
                  <a:cubicBezTo>
                    <a:pt x="161128" y="146685"/>
                    <a:pt x="162664" y="146554"/>
                    <a:pt x="164223" y="146447"/>
                  </a:cubicBezTo>
                  <a:cubicBezTo>
                    <a:pt x="165795" y="146554"/>
                    <a:pt x="167319" y="146685"/>
                    <a:pt x="168819" y="146828"/>
                  </a:cubicBezTo>
                  <a:cubicBezTo>
                    <a:pt x="168772" y="146601"/>
                    <a:pt x="168736" y="146375"/>
                    <a:pt x="168700" y="146161"/>
                  </a:cubicBezTo>
                  <a:cubicBezTo>
                    <a:pt x="171915" y="145982"/>
                    <a:pt x="175296" y="145851"/>
                    <a:pt x="178916" y="145744"/>
                  </a:cubicBezTo>
                  <a:cubicBezTo>
                    <a:pt x="179702" y="145304"/>
                    <a:pt x="180464" y="144792"/>
                    <a:pt x="181309" y="144435"/>
                  </a:cubicBezTo>
                  <a:lnTo>
                    <a:pt x="181309" y="144435"/>
                  </a:lnTo>
                  <a:cubicBezTo>
                    <a:pt x="181190" y="145256"/>
                    <a:pt x="181059" y="146054"/>
                    <a:pt x="180916" y="146816"/>
                  </a:cubicBezTo>
                  <a:cubicBezTo>
                    <a:pt x="186714" y="146268"/>
                    <a:pt x="193001" y="145947"/>
                    <a:pt x="200204" y="145744"/>
                  </a:cubicBezTo>
                  <a:cubicBezTo>
                    <a:pt x="200347" y="145661"/>
                    <a:pt x="200490" y="145578"/>
                    <a:pt x="200645" y="145494"/>
                  </a:cubicBezTo>
                  <a:cubicBezTo>
                    <a:pt x="201770" y="145488"/>
                    <a:pt x="202904" y="145485"/>
                    <a:pt x="204039" y="145485"/>
                  </a:cubicBezTo>
                  <a:cubicBezTo>
                    <a:pt x="205175" y="145485"/>
                    <a:pt x="206312" y="145488"/>
                    <a:pt x="207443" y="145494"/>
                  </a:cubicBezTo>
                  <a:cubicBezTo>
                    <a:pt x="207443" y="145530"/>
                    <a:pt x="207443" y="145566"/>
                    <a:pt x="207431" y="145601"/>
                  </a:cubicBezTo>
                  <a:cubicBezTo>
                    <a:pt x="209741" y="145566"/>
                    <a:pt x="212253" y="145542"/>
                    <a:pt x="214873" y="145518"/>
                  </a:cubicBezTo>
                  <a:cubicBezTo>
                    <a:pt x="218004" y="145542"/>
                    <a:pt x="220981" y="145578"/>
                    <a:pt x="223683" y="145625"/>
                  </a:cubicBezTo>
                  <a:cubicBezTo>
                    <a:pt x="223671" y="145578"/>
                    <a:pt x="223671" y="145530"/>
                    <a:pt x="223671" y="145494"/>
                  </a:cubicBezTo>
                  <a:cubicBezTo>
                    <a:pt x="224183" y="145494"/>
                    <a:pt x="224695" y="145482"/>
                    <a:pt x="225207" y="145482"/>
                  </a:cubicBezTo>
                  <a:cubicBezTo>
                    <a:pt x="225243" y="145542"/>
                    <a:pt x="225267" y="145601"/>
                    <a:pt x="225291" y="145649"/>
                  </a:cubicBezTo>
                  <a:cubicBezTo>
                    <a:pt x="225517" y="145661"/>
                    <a:pt x="225731" y="145661"/>
                    <a:pt x="225945" y="145661"/>
                  </a:cubicBezTo>
                  <a:cubicBezTo>
                    <a:pt x="225945" y="145601"/>
                    <a:pt x="225934" y="145542"/>
                    <a:pt x="225934" y="145482"/>
                  </a:cubicBezTo>
                  <a:cubicBezTo>
                    <a:pt x="226374" y="145482"/>
                    <a:pt x="226803" y="145482"/>
                    <a:pt x="227243" y="145494"/>
                  </a:cubicBezTo>
                  <a:cubicBezTo>
                    <a:pt x="227267" y="145554"/>
                    <a:pt x="227291" y="145625"/>
                    <a:pt x="227315" y="145697"/>
                  </a:cubicBezTo>
                  <a:cubicBezTo>
                    <a:pt x="235411" y="145875"/>
                    <a:pt x="242376" y="146220"/>
                    <a:pt x="248734" y="146816"/>
                  </a:cubicBezTo>
                  <a:cubicBezTo>
                    <a:pt x="248651" y="146363"/>
                    <a:pt x="248579" y="145899"/>
                    <a:pt x="248508" y="145423"/>
                  </a:cubicBezTo>
                  <a:lnTo>
                    <a:pt x="248508" y="145423"/>
                  </a:lnTo>
                  <a:cubicBezTo>
                    <a:pt x="248532" y="145506"/>
                    <a:pt x="248567" y="145601"/>
                    <a:pt x="248591" y="145697"/>
                  </a:cubicBezTo>
                  <a:cubicBezTo>
                    <a:pt x="256699" y="145875"/>
                    <a:pt x="263664" y="146220"/>
                    <a:pt x="270022" y="146816"/>
                  </a:cubicBezTo>
                  <a:cubicBezTo>
                    <a:pt x="268463" y="138065"/>
                    <a:pt x="268082" y="126123"/>
                    <a:pt x="268606" y="114598"/>
                  </a:cubicBezTo>
                  <a:cubicBezTo>
                    <a:pt x="267939" y="114478"/>
                    <a:pt x="263926" y="114038"/>
                    <a:pt x="266462" y="113466"/>
                  </a:cubicBezTo>
                  <a:cubicBezTo>
                    <a:pt x="266546" y="113288"/>
                    <a:pt x="266808" y="113347"/>
                    <a:pt x="266974" y="113312"/>
                  </a:cubicBezTo>
                  <a:cubicBezTo>
                    <a:pt x="267105" y="113205"/>
                    <a:pt x="267236" y="113109"/>
                    <a:pt x="267367" y="113002"/>
                  </a:cubicBezTo>
                  <a:cubicBezTo>
                    <a:pt x="267391" y="112954"/>
                    <a:pt x="267403" y="112919"/>
                    <a:pt x="267415" y="112871"/>
                  </a:cubicBezTo>
                  <a:cubicBezTo>
                    <a:pt x="258878" y="111740"/>
                    <a:pt x="264557" y="111323"/>
                    <a:pt x="268856" y="110121"/>
                  </a:cubicBezTo>
                  <a:cubicBezTo>
                    <a:pt x="268951" y="108668"/>
                    <a:pt x="269070" y="107228"/>
                    <a:pt x="269189" y="105811"/>
                  </a:cubicBezTo>
                  <a:cubicBezTo>
                    <a:pt x="269463" y="105846"/>
                    <a:pt x="269749" y="105870"/>
                    <a:pt x="270022" y="105894"/>
                  </a:cubicBezTo>
                  <a:cubicBezTo>
                    <a:pt x="269832" y="104834"/>
                    <a:pt x="269653" y="103727"/>
                    <a:pt x="269510" y="102584"/>
                  </a:cubicBezTo>
                  <a:cubicBezTo>
                    <a:pt x="270094" y="97036"/>
                    <a:pt x="270903" y="91940"/>
                    <a:pt x="271904" y="87809"/>
                  </a:cubicBezTo>
                  <a:lnTo>
                    <a:pt x="271904" y="87809"/>
                  </a:lnTo>
                  <a:cubicBezTo>
                    <a:pt x="270725" y="87928"/>
                    <a:pt x="269570" y="88047"/>
                    <a:pt x="268451" y="88154"/>
                  </a:cubicBezTo>
                  <a:cubicBezTo>
                    <a:pt x="268320" y="83427"/>
                    <a:pt x="268379" y="78510"/>
                    <a:pt x="268606" y="73664"/>
                  </a:cubicBezTo>
                  <a:cubicBezTo>
                    <a:pt x="267939" y="73557"/>
                    <a:pt x="263926" y="73104"/>
                    <a:pt x="266462" y="72545"/>
                  </a:cubicBezTo>
                  <a:cubicBezTo>
                    <a:pt x="266546" y="72366"/>
                    <a:pt x="266808" y="72426"/>
                    <a:pt x="266974" y="72390"/>
                  </a:cubicBezTo>
                  <a:cubicBezTo>
                    <a:pt x="267105" y="72283"/>
                    <a:pt x="267236" y="72176"/>
                    <a:pt x="267367" y="72069"/>
                  </a:cubicBezTo>
                  <a:cubicBezTo>
                    <a:pt x="267391" y="72033"/>
                    <a:pt x="267403" y="71985"/>
                    <a:pt x="267415" y="71949"/>
                  </a:cubicBezTo>
                  <a:cubicBezTo>
                    <a:pt x="258878" y="70818"/>
                    <a:pt x="264557" y="70402"/>
                    <a:pt x="268856" y="69199"/>
                  </a:cubicBezTo>
                  <a:cubicBezTo>
                    <a:pt x="269415" y="60770"/>
                    <a:pt x="270463" y="52840"/>
                    <a:pt x="271904" y="46875"/>
                  </a:cubicBezTo>
                  <a:lnTo>
                    <a:pt x="271904" y="46875"/>
                  </a:lnTo>
                  <a:cubicBezTo>
                    <a:pt x="270606" y="47006"/>
                    <a:pt x="269344" y="47137"/>
                    <a:pt x="268105" y="47256"/>
                  </a:cubicBezTo>
                  <a:cubicBezTo>
                    <a:pt x="267713" y="40803"/>
                    <a:pt x="267689" y="33719"/>
                    <a:pt x="268010" y="26789"/>
                  </a:cubicBezTo>
                  <a:cubicBezTo>
                    <a:pt x="267343" y="26670"/>
                    <a:pt x="263331" y="26230"/>
                    <a:pt x="265867" y="25658"/>
                  </a:cubicBezTo>
                  <a:cubicBezTo>
                    <a:pt x="265950" y="25479"/>
                    <a:pt x="266212" y="25539"/>
                    <a:pt x="266379" y="25503"/>
                  </a:cubicBezTo>
                  <a:cubicBezTo>
                    <a:pt x="266510" y="25396"/>
                    <a:pt x="266641" y="25301"/>
                    <a:pt x="266772" y="25194"/>
                  </a:cubicBezTo>
                  <a:cubicBezTo>
                    <a:pt x="266796" y="25146"/>
                    <a:pt x="266808" y="25110"/>
                    <a:pt x="266820" y="25063"/>
                  </a:cubicBezTo>
                  <a:cubicBezTo>
                    <a:pt x="258283" y="23932"/>
                    <a:pt x="263962" y="23515"/>
                    <a:pt x="268260" y="22312"/>
                  </a:cubicBezTo>
                  <a:cubicBezTo>
                    <a:pt x="268415" y="19919"/>
                    <a:pt x="268856" y="15300"/>
                    <a:pt x="268856" y="15300"/>
                  </a:cubicBezTo>
                  <a:lnTo>
                    <a:pt x="254901" y="1453"/>
                  </a:lnTo>
                  <a:cubicBezTo>
                    <a:pt x="254901" y="1453"/>
                    <a:pt x="251413" y="1679"/>
                    <a:pt x="249615" y="1774"/>
                  </a:cubicBezTo>
                  <a:cubicBezTo>
                    <a:pt x="249746" y="1167"/>
                    <a:pt x="249889" y="572"/>
                    <a:pt x="250020" y="0"/>
                  </a:cubicBezTo>
                  <a:lnTo>
                    <a:pt x="250020" y="0"/>
                  </a:lnTo>
                  <a:cubicBezTo>
                    <a:pt x="240828" y="929"/>
                    <a:pt x="233577" y="1572"/>
                    <a:pt x="225017" y="1929"/>
                  </a:cubicBezTo>
                  <a:cubicBezTo>
                    <a:pt x="224814" y="2179"/>
                    <a:pt x="224600" y="2441"/>
                    <a:pt x="224386" y="2715"/>
                  </a:cubicBezTo>
                  <a:cubicBezTo>
                    <a:pt x="223731" y="2953"/>
                    <a:pt x="223112" y="3274"/>
                    <a:pt x="222647" y="3751"/>
                  </a:cubicBezTo>
                  <a:cubicBezTo>
                    <a:pt x="222755" y="3346"/>
                    <a:pt x="222945" y="2774"/>
                    <a:pt x="223219" y="2000"/>
                  </a:cubicBezTo>
                  <a:cubicBezTo>
                    <a:pt x="223094" y="1992"/>
                    <a:pt x="222968" y="1988"/>
                    <a:pt x="222843" y="1988"/>
                  </a:cubicBezTo>
                  <a:cubicBezTo>
                    <a:pt x="221740" y="1988"/>
                    <a:pt x="220632" y="2285"/>
                    <a:pt x="219537" y="2285"/>
                  </a:cubicBezTo>
                  <a:cubicBezTo>
                    <a:pt x="219371" y="2285"/>
                    <a:pt x="219205" y="2278"/>
                    <a:pt x="219040" y="2262"/>
                  </a:cubicBezTo>
                  <a:cubicBezTo>
                    <a:pt x="218567" y="2506"/>
                    <a:pt x="218202" y="2952"/>
                    <a:pt x="217926" y="2952"/>
                  </a:cubicBezTo>
                  <a:cubicBezTo>
                    <a:pt x="217744" y="2952"/>
                    <a:pt x="217601" y="2757"/>
                    <a:pt x="217492" y="2179"/>
                  </a:cubicBezTo>
                  <a:cubicBezTo>
                    <a:pt x="216420" y="2203"/>
                    <a:pt x="215337" y="2227"/>
                    <a:pt x="214218" y="2239"/>
                  </a:cubicBezTo>
                  <a:cubicBezTo>
                    <a:pt x="210515" y="2179"/>
                    <a:pt x="207169" y="2084"/>
                    <a:pt x="204002" y="1965"/>
                  </a:cubicBezTo>
                  <a:cubicBezTo>
                    <a:pt x="203967" y="2131"/>
                    <a:pt x="203943" y="2298"/>
                    <a:pt x="203919" y="2453"/>
                  </a:cubicBezTo>
                  <a:cubicBezTo>
                    <a:pt x="203550" y="2560"/>
                    <a:pt x="203181" y="2679"/>
                    <a:pt x="202824" y="2822"/>
                  </a:cubicBezTo>
                  <a:cubicBezTo>
                    <a:pt x="202776" y="2548"/>
                    <a:pt x="202728" y="2239"/>
                    <a:pt x="202681" y="1905"/>
                  </a:cubicBezTo>
                  <a:cubicBezTo>
                    <a:pt x="194453" y="1524"/>
                    <a:pt x="187357" y="905"/>
                    <a:pt x="178440" y="0"/>
                  </a:cubicBezTo>
                  <a:lnTo>
                    <a:pt x="178440" y="0"/>
                  </a:lnTo>
                  <a:cubicBezTo>
                    <a:pt x="178582" y="572"/>
                    <a:pt x="178713" y="1167"/>
                    <a:pt x="178844" y="1774"/>
                  </a:cubicBezTo>
                  <a:cubicBezTo>
                    <a:pt x="175773" y="1607"/>
                    <a:pt x="172832" y="1417"/>
                    <a:pt x="169831" y="1179"/>
                  </a:cubicBezTo>
                  <a:cubicBezTo>
                    <a:pt x="169927" y="774"/>
                    <a:pt x="170010" y="381"/>
                    <a:pt x="170105" y="0"/>
                  </a:cubicBezTo>
                  <a:lnTo>
                    <a:pt x="170105" y="0"/>
                  </a:lnTo>
                  <a:cubicBezTo>
                    <a:pt x="167843" y="226"/>
                    <a:pt x="165700" y="441"/>
                    <a:pt x="163628" y="631"/>
                  </a:cubicBezTo>
                  <a:cubicBezTo>
                    <a:pt x="161556" y="441"/>
                    <a:pt x="159413" y="226"/>
                    <a:pt x="157163" y="0"/>
                  </a:cubicBezTo>
                  <a:lnTo>
                    <a:pt x="157163" y="0"/>
                  </a:lnTo>
                  <a:cubicBezTo>
                    <a:pt x="157246" y="381"/>
                    <a:pt x="157342" y="774"/>
                    <a:pt x="157425" y="1179"/>
                  </a:cubicBezTo>
                  <a:cubicBezTo>
                    <a:pt x="153377" y="1500"/>
                    <a:pt x="149400" y="1750"/>
                    <a:pt x="145102" y="1929"/>
                  </a:cubicBezTo>
                  <a:cubicBezTo>
                    <a:pt x="144154" y="3043"/>
                    <a:pt x="143049" y="4616"/>
                    <a:pt x="142712" y="4616"/>
                  </a:cubicBezTo>
                  <a:cubicBezTo>
                    <a:pt x="142491" y="4616"/>
                    <a:pt x="142601" y="3936"/>
                    <a:pt x="143304" y="2000"/>
                  </a:cubicBezTo>
                  <a:cubicBezTo>
                    <a:pt x="143179" y="1992"/>
                    <a:pt x="143053" y="1988"/>
                    <a:pt x="142928" y="1988"/>
                  </a:cubicBezTo>
                  <a:cubicBezTo>
                    <a:pt x="141825" y="1988"/>
                    <a:pt x="140718" y="2285"/>
                    <a:pt x="139622" y="2285"/>
                  </a:cubicBezTo>
                  <a:cubicBezTo>
                    <a:pt x="139456" y="2285"/>
                    <a:pt x="139290" y="2278"/>
                    <a:pt x="139125" y="2262"/>
                  </a:cubicBezTo>
                  <a:cubicBezTo>
                    <a:pt x="138780" y="2441"/>
                    <a:pt x="138494" y="2715"/>
                    <a:pt x="138256" y="2858"/>
                  </a:cubicBezTo>
                  <a:lnTo>
                    <a:pt x="138256" y="2250"/>
                  </a:lnTo>
                  <a:cubicBezTo>
                    <a:pt x="138030" y="2250"/>
                    <a:pt x="137803" y="2239"/>
                    <a:pt x="137589" y="2239"/>
                  </a:cubicBezTo>
                  <a:cubicBezTo>
                    <a:pt x="137577" y="2215"/>
                    <a:pt x="137577" y="2203"/>
                    <a:pt x="137565" y="2179"/>
                  </a:cubicBezTo>
                  <a:cubicBezTo>
                    <a:pt x="137041" y="2191"/>
                    <a:pt x="136494" y="2203"/>
                    <a:pt x="135946" y="2215"/>
                  </a:cubicBezTo>
                  <a:cubicBezTo>
                    <a:pt x="135410" y="2203"/>
                    <a:pt x="134863" y="2191"/>
                    <a:pt x="134327" y="2179"/>
                  </a:cubicBezTo>
                  <a:cubicBezTo>
                    <a:pt x="134327" y="2203"/>
                    <a:pt x="134327" y="2215"/>
                    <a:pt x="134315" y="2239"/>
                  </a:cubicBezTo>
                  <a:cubicBezTo>
                    <a:pt x="134089" y="2239"/>
                    <a:pt x="133874" y="2250"/>
                    <a:pt x="133648" y="2250"/>
                  </a:cubicBezTo>
                  <a:lnTo>
                    <a:pt x="133648" y="2858"/>
                  </a:lnTo>
                  <a:cubicBezTo>
                    <a:pt x="133410" y="2715"/>
                    <a:pt x="133124" y="2441"/>
                    <a:pt x="132779" y="2262"/>
                  </a:cubicBezTo>
                  <a:cubicBezTo>
                    <a:pt x="132604" y="2280"/>
                    <a:pt x="132429" y="2288"/>
                    <a:pt x="132254" y="2288"/>
                  </a:cubicBezTo>
                  <a:cubicBezTo>
                    <a:pt x="131165" y="2288"/>
                    <a:pt x="130064" y="1988"/>
                    <a:pt x="128968" y="1988"/>
                  </a:cubicBezTo>
                  <a:cubicBezTo>
                    <a:pt x="128845" y="1988"/>
                    <a:pt x="128723" y="1992"/>
                    <a:pt x="128600" y="2000"/>
                  </a:cubicBezTo>
                  <a:cubicBezTo>
                    <a:pt x="129303" y="3936"/>
                    <a:pt x="129413" y="4616"/>
                    <a:pt x="129192" y="4616"/>
                  </a:cubicBezTo>
                  <a:cubicBezTo>
                    <a:pt x="128855" y="4616"/>
                    <a:pt x="127750" y="3043"/>
                    <a:pt x="126802" y="1929"/>
                  </a:cubicBezTo>
                  <a:cubicBezTo>
                    <a:pt x="122492" y="1750"/>
                    <a:pt x="118527" y="1500"/>
                    <a:pt x="114467" y="1179"/>
                  </a:cubicBezTo>
                  <a:cubicBezTo>
                    <a:pt x="114562" y="774"/>
                    <a:pt x="114646" y="381"/>
                    <a:pt x="114741" y="0"/>
                  </a:cubicBezTo>
                  <a:lnTo>
                    <a:pt x="114741" y="0"/>
                  </a:lnTo>
                  <a:cubicBezTo>
                    <a:pt x="112491" y="226"/>
                    <a:pt x="110348" y="441"/>
                    <a:pt x="108276" y="631"/>
                  </a:cubicBezTo>
                  <a:cubicBezTo>
                    <a:pt x="106192" y="441"/>
                    <a:pt x="104061" y="226"/>
                    <a:pt x="101799" y="0"/>
                  </a:cubicBezTo>
                  <a:lnTo>
                    <a:pt x="101799" y="0"/>
                  </a:lnTo>
                  <a:cubicBezTo>
                    <a:pt x="101894" y="381"/>
                    <a:pt x="101978" y="774"/>
                    <a:pt x="102073" y="1179"/>
                  </a:cubicBezTo>
                  <a:cubicBezTo>
                    <a:pt x="99072" y="1417"/>
                    <a:pt x="96132" y="1607"/>
                    <a:pt x="93060" y="1774"/>
                  </a:cubicBezTo>
                  <a:cubicBezTo>
                    <a:pt x="93191" y="1167"/>
                    <a:pt x="93322" y="572"/>
                    <a:pt x="93465" y="0"/>
                  </a:cubicBezTo>
                  <a:lnTo>
                    <a:pt x="93465" y="0"/>
                  </a:lnTo>
                  <a:cubicBezTo>
                    <a:pt x="84535" y="905"/>
                    <a:pt x="77439" y="1524"/>
                    <a:pt x="69212" y="1905"/>
                  </a:cubicBezTo>
                  <a:cubicBezTo>
                    <a:pt x="69164" y="2239"/>
                    <a:pt x="69116" y="2548"/>
                    <a:pt x="69081" y="2822"/>
                  </a:cubicBezTo>
                  <a:cubicBezTo>
                    <a:pt x="68723" y="2667"/>
                    <a:pt x="68342" y="2548"/>
                    <a:pt x="67973" y="2453"/>
                  </a:cubicBezTo>
                  <a:cubicBezTo>
                    <a:pt x="67950" y="2298"/>
                    <a:pt x="67926" y="2131"/>
                    <a:pt x="67902" y="1953"/>
                  </a:cubicBezTo>
                  <a:cubicBezTo>
                    <a:pt x="64735" y="2084"/>
                    <a:pt x="61377" y="2179"/>
                    <a:pt x="57686" y="2239"/>
                  </a:cubicBezTo>
                  <a:cubicBezTo>
                    <a:pt x="56567" y="2227"/>
                    <a:pt x="55472" y="2203"/>
                    <a:pt x="54412" y="2179"/>
                  </a:cubicBezTo>
                  <a:cubicBezTo>
                    <a:pt x="54303" y="2757"/>
                    <a:pt x="54160" y="2952"/>
                    <a:pt x="53977" y="2952"/>
                  </a:cubicBezTo>
                  <a:cubicBezTo>
                    <a:pt x="53701" y="2952"/>
                    <a:pt x="53333" y="2506"/>
                    <a:pt x="52852" y="2262"/>
                  </a:cubicBezTo>
                  <a:cubicBezTo>
                    <a:pt x="52687" y="2278"/>
                    <a:pt x="52522" y="2285"/>
                    <a:pt x="52356" y="2285"/>
                  </a:cubicBezTo>
                  <a:cubicBezTo>
                    <a:pt x="51262" y="2285"/>
                    <a:pt x="50161" y="1988"/>
                    <a:pt x="49052" y="1988"/>
                  </a:cubicBezTo>
                  <a:cubicBezTo>
                    <a:pt x="48926" y="1988"/>
                    <a:pt x="48800" y="1992"/>
                    <a:pt x="48673" y="2000"/>
                  </a:cubicBezTo>
                  <a:cubicBezTo>
                    <a:pt x="48959" y="2774"/>
                    <a:pt x="49138" y="3346"/>
                    <a:pt x="49257" y="3751"/>
                  </a:cubicBezTo>
                  <a:cubicBezTo>
                    <a:pt x="48792" y="3274"/>
                    <a:pt x="48173" y="2953"/>
                    <a:pt x="47518" y="2703"/>
                  </a:cubicBezTo>
                  <a:cubicBezTo>
                    <a:pt x="47304" y="2441"/>
                    <a:pt x="47090" y="2179"/>
                    <a:pt x="46875" y="1929"/>
                  </a:cubicBezTo>
                  <a:cubicBezTo>
                    <a:pt x="38315" y="1572"/>
                    <a:pt x="31064" y="929"/>
                    <a:pt x="21872" y="0"/>
                  </a:cubicBezTo>
                  <a:lnTo>
                    <a:pt x="21872" y="0"/>
                  </a:lnTo>
                  <a:cubicBezTo>
                    <a:pt x="22015" y="572"/>
                    <a:pt x="22146" y="1167"/>
                    <a:pt x="22277" y="1774"/>
                  </a:cubicBezTo>
                  <a:cubicBezTo>
                    <a:pt x="15098" y="1393"/>
                    <a:pt x="8573" y="810"/>
                    <a:pt x="5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0" name="Google Shape;1490;p80"/>
            <p:cNvSpPr/>
            <p:nvPr/>
          </p:nvSpPr>
          <p:spPr>
            <a:xfrm>
              <a:off x="283950" y="193150"/>
              <a:ext cx="8615526" cy="4752359"/>
            </a:xfrm>
            <a:custGeom>
              <a:rect b="b" l="l" r="r" t="t"/>
              <a:pathLst>
                <a:path extrusionOk="0" h="146757" w="269046">
                  <a:moveTo>
                    <a:pt x="21241" y="131"/>
                  </a:moveTo>
                  <a:cubicBezTo>
                    <a:pt x="20884" y="346"/>
                    <a:pt x="20527" y="572"/>
                    <a:pt x="20170" y="798"/>
                  </a:cubicBezTo>
                  <a:cubicBezTo>
                    <a:pt x="20217" y="953"/>
                    <a:pt x="20253" y="1120"/>
                    <a:pt x="20289" y="1286"/>
                  </a:cubicBezTo>
                  <a:cubicBezTo>
                    <a:pt x="20860" y="929"/>
                    <a:pt x="21432" y="560"/>
                    <a:pt x="22015" y="203"/>
                  </a:cubicBezTo>
                  <a:cubicBezTo>
                    <a:pt x="21753" y="179"/>
                    <a:pt x="21503" y="155"/>
                    <a:pt x="21241" y="131"/>
                  </a:cubicBezTo>
                  <a:close/>
                  <a:moveTo>
                    <a:pt x="18777" y="1691"/>
                  </a:moveTo>
                  <a:cubicBezTo>
                    <a:pt x="18515" y="1858"/>
                    <a:pt x="18265" y="2012"/>
                    <a:pt x="18015" y="2179"/>
                  </a:cubicBezTo>
                  <a:cubicBezTo>
                    <a:pt x="11788" y="6263"/>
                    <a:pt x="6156" y="10644"/>
                    <a:pt x="1155" y="15252"/>
                  </a:cubicBezTo>
                  <a:cubicBezTo>
                    <a:pt x="1179" y="15455"/>
                    <a:pt x="1203" y="15657"/>
                    <a:pt x="1215" y="15848"/>
                  </a:cubicBezTo>
                  <a:cubicBezTo>
                    <a:pt x="6263" y="11156"/>
                    <a:pt x="11966" y="6727"/>
                    <a:pt x="18277" y="2584"/>
                  </a:cubicBezTo>
                  <a:cubicBezTo>
                    <a:pt x="18705" y="2298"/>
                    <a:pt x="19146" y="2012"/>
                    <a:pt x="19574" y="1739"/>
                  </a:cubicBezTo>
                  <a:cubicBezTo>
                    <a:pt x="19312" y="1727"/>
                    <a:pt x="19039" y="1703"/>
                    <a:pt x="18777" y="1691"/>
                  </a:cubicBezTo>
                  <a:close/>
                  <a:moveTo>
                    <a:pt x="257199" y="5608"/>
                  </a:moveTo>
                  <a:cubicBezTo>
                    <a:pt x="259819" y="11180"/>
                    <a:pt x="262128" y="16943"/>
                    <a:pt x="264105" y="22884"/>
                  </a:cubicBezTo>
                  <a:cubicBezTo>
                    <a:pt x="264307" y="22836"/>
                    <a:pt x="264522" y="22789"/>
                    <a:pt x="264736" y="22741"/>
                  </a:cubicBezTo>
                  <a:cubicBezTo>
                    <a:pt x="262950" y="17360"/>
                    <a:pt x="260890" y="12085"/>
                    <a:pt x="258557" y="6942"/>
                  </a:cubicBezTo>
                  <a:lnTo>
                    <a:pt x="257199" y="5608"/>
                  </a:lnTo>
                  <a:close/>
                  <a:moveTo>
                    <a:pt x="234685" y="1239"/>
                  </a:moveTo>
                  <a:cubicBezTo>
                    <a:pt x="234423" y="1262"/>
                    <a:pt x="234149" y="1286"/>
                    <a:pt x="233887" y="1298"/>
                  </a:cubicBezTo>
                  <a:cubicBezTo>
                    <a:pt x="234554" y="1727"/>
                    <a:pt x="235220" y="2143"/>
                    <a:pt x="235875" y="2584"/>
                  </a:cubicBezTo>
                  <a:cubicBezTo>
                    <a:pt x="245662" y="9001"/>
                    <a:pt x="253961" y="16145"/>
                    <a:pt x="260676" y="23813"/>
                  </a:cubicBezTo>
                  <a:cubicBezTo>
                    <a:pt x="260783" y="23741"/>
                    <a:pt x="260938" y="23682"/>
                    <a:pt x="261140" y="23610"/>
                  </a:cubicBezTo>
                  <a:cubicBezTo>
                    <a:pt x="254377" y="15871"/>
                    <a:pt x="246007" y="8656"/>
                    <a:pt x="236137" y="2179"/>
                  </a:cubicBezTo>
                  <a:cubicBezTo>
                    <a:pt x="235649" y="1870"/>
                    <a:pt x="235173" y="1548"/>
                    <a:pt x="234685" y="1239"/>
                  </a:cubicBezTo>
                  <a:close/>
                  <a:moveTo>
                    <a:pt x="264807" y="25051"/>
                  </a:moveTo>
                  <a:lnTo>
                    <a:pt x="264867" y="25218"/>
                  </a:lnTo>
                  <a:cubicBezTo>
                    <a:pt x="264879" y="25218"/>
                    <a:pt x="264879" y="25206"/>
                    <a:pt x="264891" y="25194"/>
                  </a:cubicBezTo>
                  <a:cubicBezTo>
                    <a:pt x="264914" y="25158"/>
                    <a:pt x="264926" y="25111"/>
                    <a:pt x="264938" y="25075"/>
                  </a:cubicBezTo>
                  <a:cubicBezTo>
                    <a:pt x="264891" y="25063"/>
                    <a:pt x="264855" y="25063"/>
                    <a:pt x="264807" y="25051"/>
                  </a:cubicBezTo>
                  <a:close/>
                  <a:moveTo>
                    <a:pt x="265319" y="26670"/>
                  </a:moveTo>
                  <a:lnTo>
                    <a:pt x="265319" y="26670"/>
                  </a:lnTo>
                  <a:cubicBezTo>
                    <a:pt x="265557" y="27480"/>
                    <a:pt x="265807" y="28290"/>
                    <a:pt x="266034" y="29099"/>
                  </a:cubicBezTo>
                  <a:cubicBezTo>
                    <a:pt x="266057" y="28444"/>
                    <a:pt x="266081" y="27789"/>
                    <a:pt x="266117" y="27135"/>
                  </a:cubicBezTo>
                  <a:cubicBezTo>
                    <a:pt x="266081" y="27016"/>
                    <a:pt x="266046" y="26896"/>
                    <a:pt x="266010" y="26777"/>
                  </a:cubicBezTo>
                  <a:cubicBezTo>
                    <a:pt x="265843" y="26754"/>
                    <a:pt x="265593" y="26718"/>
                    <a:pt x="265319" y="26670"/>
                  </a:cubicBezTo>
                  <a:close/>
                  <a:moveTo>
                    <a:pt x="261188" y="24408"/>
                  </a:moveTo>
                  <a:lnTo>
                    <a:pt x="261188" y="24408"/>
                  </a:lnTo>
                  <a:cubicBezTo>
                    <a:pt x="262902" y="26396"/>
                    <a:pt x="264498" y="28409"/>
                    <a:pt x="265998" y="30456"/>
                  </a:cubicBezTo>
                  <a:cubicBezTo>
                    <a:pt x="265998" y="30195"/>
                    <a:pt x="266010" y="29944"/>
                    <a:pt x="266022" y="29683"/>
                  </a:cubicBezTo>
                  <a:cubicBezTo>
                    <a:pt x="265153" y="28516"/>
                    <a:pt x="264260" y="27361"/>
                    <a:pt x="263331" y="26218"/>
                  </a:cubicBezTo>
                  <a:cubicBezTo>
                    <a:pt x="263200" y="26158"/>
                    <a:pt x="263140" y="26087"/>
                    <a:pt x="263164" y="26015"/>
                  </a:cubicBezTo>
                  <a:cubicBezTo>
                    <a:pt x="262771" y="25539"/>
                    <a:pt x="262378" y="25075"/>
                    <a:pt x="261986" y="24599"/>
                  </a:cubicBezTo>
                  <a:cubicBezTo>
                    <a:pt x="261664" y="24539"/>
                    <a:pt x="261402" y="24468"/>
                    <a:pt x="261188" y="24408"/>
                  </a:cubicBezTo>
                  <a:close/>
                  <a:moveTo>
                    <a:pt x="127076" y="17431"/>
                  </a:moveTo>
                  <a:cubicBezTo>
                    <a:pt x="133339" y="17431"/>
                    <a:pt x="139506" y="17574"/>
                    <a:pt x="145578" y="17848"/>
                  </a:cubicBezTo>
                  <a:cubicBezTo>
                    <a:pt x="146150" y="29278"/>
                    <a:pt x="146554" y="41363"/>
                    <a:pt x="146769" y="53924"/>
                  </a:cubicBezTo>
                  <a:cubicBezTo>
                    <a:pt x="140292" y="53816"/>
                    <a:pt x="133720" y="53769"/>
                    <a:pt x="127076" y="53769"/>
                  </a:cubicBezTo>
                  <a:cubicBezTo>
                    <a:pt x="120432" y="53769"/>
                    <a:pt x="113860" y="53816"/>
                    <a:pt x="107371" y="53924"/>
                  </a:cubicBezTo>
                  <a:cubicBezTo>
                    <a:pt x="107585" y="41363"/>
                    <a:pt x="107990" y="29278"/>
                    <a:pt x="108562" y="17848"/>
                  </a:cubicBezTo>
                  <a:cubicBezTo>
                    <a:pt x="114634" y="17574"/>
                    <a:pt x="120813" y="17431"/>
                    <a:pt x="127076" y="17431"/>
                  </a:cubicBezTo>
                  <a:close/>
                  <a:moveTo>
                    <a:pt x="108359" y="17848"/>
                  </a:moveTo>
                  <a:cubicBezTo>
                    <a:pt x="107776" y="29385"/>
                    <a:pt x="107371" y="41482"/>
                    <a:pt x="107169" y="53924"/>
                  </a:cubicBezTo>
                  <a:cubicBezTo>
                    <a:pt x="94727" y="54138"/>
                    <a:pt x="82630" y="54531"/>
                    <a:pt x="71093" y="55114"/>
                  </a:cubicBezTo>
                  <a:cubicBezTo>
                    <a:pt x="71617" y="43244"/>
                    <a:pt x="72640" y="31766"/>
                    <a:pt x="74117" y="20872"/>
                  </a:cubicBezTo>
                  <a:cubicBezTo>
                    <a:pt x="85011" y="19407"/>
                    <a:pt x="96477" y="18384"/>
                    <a:pt x="108359" y="17848"/>
                  </a:cubicBezTo>
                  <a:close/>
                  <a:moveTo>
                    <a:pt x="145792" y="17860"/>
                  </a:moveTo>
                  <a:lnTo>
                    <a:pt x="145792" y="17860"/>
                  </a:lnTo>
                  <a:cubicBezTo>
                    <a:pt x="157675" y="18384"/>
                    <a:pt x="169141" y="19407"/>
                    <a:pt x="180035" y="20884"/>
                  </a:cubicBezTo>
                  <a:cubicBezTo>
                    <a:pt x="181499" y="31766"/>
                    <a:pt x="182523" y="43244"/>
                    <a:pt x="183059" y="55114"/>
                  </a:cubicBezTo>
                  <a:cubicBezTo>
                    <a:pt x="171522" y="54531"/>
                    <a:pt x="159425" y="54138"/>
                    <a:pt x="146983" y="53924"/>
                  </a:cubicBezTo>
                  <a:cubicBezTo>
                    <a:pt x="146781" y="41482"/>
                    <a:pt x="146376" y="29385"/>
                    <a:pt x="145792" y="17860"/>
                  </a:cubicBezTo>
                  <a:close/>
                  <a:moveTo>
                    <a:pt x="73724" y="20931"/>
                  </a:moveTo>
                  <a:lnTo>
                    <a:pt x="73724" y="20931"/>
                  </a:lnTo>
                  <a:cubicBezTo>
                    <a:pt x="72259" y="31909"/>
                    <a:pt x="71247" y="43375"/>
                    <a:pt x="70724" y="55138"/>
                  </a:cubicBezTo>
                  <a:cubicBezTo>
                    <a:pt x="54805" y="55948"/>
                    <a:pt x="39958" y="57103"/>
                    <a:pt x="26742" y="58579"/>
                  </a:cubicBezTo>
                  <a:cubicBezTo>
                    <a:pt x="27373" y="48816"/>
                    <a:pt x="28599" y="39255"/>
                    <a:pt x="30397" y="29992"/>
                  </a:cubicBezTo>
                  <a:cubicBezTo>
                    <a:pt x="43292" y="26158"/>
                    <a:pt x="57901" y="23086"/>
                    <a:pt x="73724" y="20931"/>
                  </a:cubicBezTo>
                  <a:close/>
                  <a:moveTo>
                    <a:pt x="180416" y="20931"/>
                  </a:moveTo>
                  <a:lnTo>
                    <a:pt x="180416" y="20931"/>
                  </a:lnTo>
                  <a:cubicBezTo>
                    <a:pt x="196251" y="23086"/>
                    <a:pt x="210860" y="26170"/>
                    <a:pt x="223755" y="29992"/>
                  </a:cubicBezTo>
                  <a:cubicBezTo>
                    <a:pt x="225552" y="39255"/>
                    <a:pt x="226779" y="48816"/>
                    <a:pt x="227410" y="58579"/>
                  </a:cubicBezTo>
                  <a:cubicBezTo>
                    <a:pt x="214194" y="57103"/>
                    <a:pt x="199335" y="55948"/>
                    <a:pt x="183416" y="55138"/>
                  </a:cubicBezTo>
                  <a:cubicBezTo>
                    <a:pt x="182904" y="43375"/>
                    <a:pt x="181892" y="31909"/>
                    <a:pt x="180416" y="20931"/>
                  </a:cubicBezTo>
                  <a:close/>
                  <a:moveTo>
                    <a:pt x="70724" y="55352"/>
                  </a:moveTo>
                  <a:cubicBezTo>
                    <a:pt x="70450" y="61436"/>
                    <a:pt x="70319" y="67616"/>
                    <a:pt x="70319" y="73843"/>
                  </a:cubicBezTo>
                  <a:cubicBezTo>
                    <a:pt x="70319" y="80070"/>
                    <a:pt x="70450" y="86237"/>
                    <a:pt x="70724" y="92321"/>
                  </a:cubicBezTo>
                  <a:cubicBezTo>
                    <a:pt x="54543" y="91500"/>
                    <a:pt x="39696" y="90333"/>
                    <a:pt x="26730" y="88892"/>
                  </a:cubicBezTo>
                  <a:cubicBezTo>
                    <a:pt x="26420" y="83915"/>
                    <a:pt x="26254" y="78891"/>
                    <a:pt x="26254" y="73843"/>
                  </a:cubicBezTo>
                  <a:cubicBezTo>
                    <a:pt x="26254" y="68783"/>
                    <a:pt x="26420" y="63758"/>
                    <a:pt x="26730" y="58781"/>
                  </a:cubicBezTo>
                  <a:cubicBezTo>
                    <a:pt x="39696" y="57341"/>
                    <a:pt x="54543" y="56174"/>
                    <a:pt x="70724" y="55352"/>
                  </a:cubicBezTo>
                  <a:close/>
                  <a:moveTo>
                    <a:pt x="183428" y="55352"/>
                  </a:moveTo>
                  <a:cubicBezTo>
                    <a:pt x="199609" y="56174"/>
                    <a:pt x="214444" y="57341"/>
                    <a:pt x="227410" y="58781"/>
                  </a:cubicBezTo>
                  <a:cubicBezTo>
                    <a:pt x="227731" y="63758"/>
                    <a:pt x="227886" y="68783"/>
                    <a:pt x="227886" y="73843"/>
                  </a:cubicBezTo>
                  <a:cubicBezTo>
                    <a:pt x="227886" y="78903"/>
                    <a:pt x="227731" y="83915"/>
                    <a:pt x="227410" y="88892"/>
                  </a:cubicBezTo>
                  <a:cubicBezTo>
                    <a:pt x="214444" y="90333"/>
                    <a:pt x="199609" y="91500"/>
                    <a:pt x="183428" y="92321"/>
                  </a:cubicBezTo>
                  <a:cubicBezTo>
                    <a:pt x="183690" y="86237"/>
                    <a:pt x="183833" y="80070"/>
                    <a:pt x="183833" y="73843"/>
                  </a:cubicBezTo>
                  <a:cubicBezTo>
                    <a:pt x="183833" y="67616"/>
                    <a:pt x="183690" y="61436"/>
                    <a:pt x="183428" y="55352"/>
                  </a:cubicBezTo>
                  <a:close/>
                  <a:moveTo>
                    <a:pt x="107157" y="54138"/>
                  </a:moveTo>
                  <a:cubicBezTo>
                    <a:pt x="107050" y="60627"/>
                    <a:pt x="107002" y="67199"/>
                    <a:pt x="107002" y="73843"/>
                  </a:cubicBezTo>
                  <a:cubicBezTo>
                    <a:pt x="107002" y="80475"/>
                    <a:pt x="107050" y="87047"/>
                    <a:pt x="107157" y="93536"/>
                  </a:cubicBezTo>
                  <a:cubicBezTo>
                    <a:pt x="94596" y="93321"/>
                    <a:pt x="82511" y="92917"/>
                    <a:pt x="71081" y="92345"/>
                  </a:cubicBezTo>
                  <a:cubicBezTo>
                    <a:pt x="70807" y="86273"/>
                    <a:pt x="70676" y="80105"/>
                    <a:pt x="70676" y="73843"/>
                  </a:cubicBezTo>
                  <a:cubicBezTo>
                    <a:pt x="70676" y="67580"/>
                    <a:pt x="70807" y="61401"/>
                    <a:pt x="71081" y="55329"/>
                  </a:cubicBezTo>
                  <a:cubicBezTo>
                    <a:pt x="82511" y="54757"/>
                    <a:pt x="94596" y="54352"/>
                    <a:pt x="107157" y="54138"/>
                  </a:cubicBezTo>
                  <a:close/>
                  <a:moveTo>
                    <a:pt x="146983" y="54138"/>
                  </a:moveTo>
                  <a:cubicBezTo>
                    <a:pt x="159544" y="54352"/>
                    <a:pt x="171641" y="54757"/>
                    <a:pt x="183071" y="55329"/>
                  </a:cubicBezTo>
                  <a:cubicBezTo>
                    <a:pt x="183333" y="61401"/>
                    <a:pt x="183476" y="67568"/>
                    <a:pt x="183476" y="73831"/>
                  </a:cubicBezTo>
                  <a:cubicBezTo>
                    <a:pt x="183476" y="80094"/>
                    <a:pt x="183333" y="86273"/>
                    <a:pt x="183071" y="92345"/>
                  </a:cubicBezTo>
                  <a:cubicBezTo>
                    <a:pt x="171641" y="92917"/>
                    <a:pt x="159544" y="93321"/>
                    <a:pt x="146983" y="93536"/>
                  </a:cubicBezTo>
                  <a:cubicBezTo>
                    <a:pt x="147090" y="87047"/>
                    <a:pt x="147150" y="80475"/>
                    <a:pt x="147150" y="73843"/>
                  </a:cubicBezTo>
                  <a:cubicBezTo>
                    <a:pt x="147150" y="67199"/>
                    <a:pt x="147090" y="60627"/>
                    <a:pt x="146983" y="54138"/>
                  </a:cubicBezTo>
                  <a:close/>
                  <a:moveTo>
                    <a:pt x="127076" y="53971"/>
                  </a:moveTo>
                  <a:cubicBezTo>
                    <a:pt x="133743" y="53971"/>
                    <a:pt x="140327" y="54031"/>
                    <a:pt x="146781" y="54138"/>
                  </a:cubicBezTo>
                  <a:cubicBezTo>
                    <a:pt x="146876" y="60591"/>
                    <a:pt x="146935" y="67163"/>
                    <a:pt x="146935" y="73843"/>
                  </a:cubicBezTo>
                  <a:cubicBezTo>
                    <a:pt x="146935" y="80510"/>
                    <a:pt x="146888" y="87082"/>
                    <a:pt x="146781" y="93536"/>
                  </a:cubicBezTo>
                  <a:cubicBezTo>
                    <a:pt x="140327" y="93643"/>
                    <a:pt x="133743" y="93702"/>
                    <a:pt x="127076" y="93702"/>
                  </a:cubicBezTo>
                  <a:cubicBezTo>
                    <a:pt x="120396" y="93702"/>
                    <a:pt x="113824" y="93643"/>
                    <a:pt x="107371" y="93536"/>
                  </a:cubicBezTo>
                  <a:cubicBezTo>
                    <a:pt x="107264" y="87082"/>
                    <a:pt x="107204" y="80510"/>
                    <a:pt x="107204" y="73843"/>
                  </a:cubicBezTo>
                  <a:cubicBezTo>
                    <a:pt x="107204" y="67163"/>
                    <a:pt x="107264" y="60591"/>
                    <a:pt x="107371" y="54138"/>
                  </a:cubicBezTo>
                  <a:cubicBezTo>
                    <a:pt x="113824" y="54031"/>
                    <a:pt x="120396" y="53971"/>
                    <a:pt x="127076" y="53971"/>
                  </a:cubicBezTo>
                  <a:close/>
                  <a:moveTo>
                    <a:pt x="48" y="105632"/>
                  </a:moveTo>
                  <a:cubicBezTo>
                    <a:pt x="36" y="105716"/>
                    <a:pt x="12" y="105811"/>
                    <a:pt x="0" y="105894"/>
                  </a:cubicBezTo>
                  <a:cubicBezTo>
                    <a:pt x="155" y="105882"/>
                    <a:pt x="310" y="105870"/>
                    <a:pt x="477" y="105859"/>
                  </a:cubicBezTo>
                  <a:cubicBezTo>
                    <a:pt x="334" y="105775"/>
                    <a:pt x="191" y="105704"/>
                    <a:pt x="48" y="105632"/>
                  </a:cubicBezTo>
                  <a:close/>
                  <a:moveTo>
                    <a:pt x="26742" y="89095"/>
                  </a:moveTo>
                  <a:cubicBezTo>
                    <a:pt x="39958" y="90571"/>
                    <a:pt x="54805" y="91726"/>
                    <a:pt x="70724" y="92536"/>
                  </a:cubicBezTo>
                  <a:cubicBezTo>
                    <a:pt x="71247" y="104299"/>
                    <a:pt x="72259" y="115765"/>
                    <a:pt x="73724" y="126742"/>
                  </a:cubicBezTo>
                  <a:cubicBezTo>
                    <a:pt x="57901" y="124587"/>
                    <a:pt x="43292" y="121515"/>
                    <a:pt x="30397" y="117681"/>
                  </a:cubicBezTo>
                  <a:cubicBezTo>
                    <a:pt x="28599" y="108418"/>
                    <a:pt x="27373" y="98858"/>
                    <a:pt x="26742" y="89095"/>
                  </a:cubicBezTo>
                  <a:close/>
                  <a:moveTo>
                    <a:pt x="227410" y="89095"/>
                  </a:moveTo>
                  <a:cubicBezTo>
                    <a:pt x="226779" y="98858"/>
                    <a:pt x="225552" y="108418"/>
                    <a:pt x="223755" y="117681"/>
                  </a:cubicBezTo>
                  <a:cubicBezTo>
                    <a:pt x="210860" y="121515"/>
                    <a:pt x="196251" y="124587"/>
                    <a:pt x="180416" y="126742"/>
                  </a:cubicBezTo>
                  <a:cubicBezTo>
                    <a:pt x="181892" y="115765"/>
                    <a:pt x="182904" y="104299"/>
                    <a:pt x="183416" y="92536"/>
                  </a:cubicBezTo>
                  <a:cubicBezTo>
                    <a:pt x="199347" y="91726"/>
                    <a:pt x="214194" y="90571"/>
                    <a:pt x="227410" y="89095"/>
                  </a:cubicBezTo>
                  <a:close/>
                  <a:moveTo>
                    <a:pt x="71093" y="92559"/>
                  </a:moveTo>
                  <a:lnTo>
                    <a:pt x="71093" y="92559"/>
                  </a:lnTo>
                  <a:cubicBezTo>
                    <a:pt x="82630" y="93143"/>
                    <a:pt x="94715" y="93536"/>
                    <a:pt x="107169" y="93750"/>
                  </a:cubicBezTo>
                  <a:cubicBezTo>
                    <a:pt x="107371" y="106192"/>
                    <a:pt x="107776" y="118289"/>
                    <a:pt x="108347" y="129826"/>
                  </a:cubicBezTo>
                  <a:cubicBezTo>
                    <a:pt x="96477" y="129290"/>
                    <a:pt x="85011" y="128266"/>
                    <a:pt x="74117" y="126790"/>
                  </a:cubicBezTo>
                  <a:cubicBezTo>
                    <a:pt x="72640" y="115907"/>
                    <a:pt x="71617" y="104442"/>
                    <a:pt x="71093" y="92559"/>
                  </a:cubicBezTo>
                  <a:close/>
                  <a:moveTo>
                    <a:pt x="183059" y="92559"/>
                  </a:moveTo>
                  <a:lnTo>
                    <a:pt x="183059" y="92559"/>
                  </a:lnTo>
                  <a:cubicBezTo>
                    <a:pt x="182523" y="104442"/>
                    <a:pt x="181499" y="115907"/>
                    <a:pt x="180035" y="126802"/>
                  </a:cubicBezTo>
                  <a:cubicBezTo>
                    <a:pt x="169141" y="128266"/>
                    <a:pt x="157675" y="129290"/>
                    <a:pt x="145792" y="129826"/>
                  </a:cubicBezTo>
                  <a:cubicBezTo>
                    <a:pt x="146376" y="118289"/>
                    <a:pt x="146769" y="106192"/>
                    <a:pt x="146983" y="93750"/>
                  </a:cubicBezTo>
                  <a:cubicBezTo>
                    <a:pt x="159425" y="93536"/>
                    <a:pt x="171522" y="93143"/>
                    <a:pt x="183059" y="92559"/>
                  </a:cubicBezTo>
                  <a:close/>
                  <a:moveTo>
                    <a:pt x="107371" y="93750"/>
                  </a:moveTo>
                  <a:cubicBezTo>
                    <a:pt x="113860" y="93857"/>
                    <a:pt x="120432" y="93917"/>
                    <a:pt x="127076" y="93917"/>
                  </a:cubicBezTo>
                  <a:cubicBezTo>
                    <a:pt x="133708" y="93917"/>
                    <a:pt x="140292" y="93857"/>
                    <a:pt x="146769" y="93750"/>
                  </a:cubicBezTo>
                  <a:lnTo>
                    <a:pt x="146769" y="93750"/>
                  </a:lnTo>
                  <a:cubicBezTo>
                    <a:pt x="146566" y="106311"/>
                    <a:pt x="146150" y="118396"/>
                    <a:pt x="145578" y="129826"/>
                  </a:cubicBezTo>
                  <a:cubicBezTo>
                    <a:pt x="139506" y="130100"/>
                    <a:pt x="133339" y="130243"/>
                    <a:pt x="127076" y="130243"/>
                  </a:cubicBezTo>
                  <a:cubicBezTo>
                    <a:pt x="120813" y="130243"/>
                    <a:pt x="114634" y="130100"/>
                    <a:pt x="108574" y="129826"/>
                  </a:cubicBezTo>
                  <a:cubicBezTo>
                    <a:pt x="107990" y="118396"/>
                    <a:pt x="107585" y="106311"/>
                    <a:pt x="107371" y="93750"/>
                  </a:cubicBezTo>
                  <a:close/>
                  <a:moveTo>
                    <a:pt x="266653" y="116300"/>
                  </a:moveTo>
                  <a:lnTo>
                    <a:pt x="266653" y="116300"/>
                  </a:lnTo>
                  <a:cubicBezTo>
                    <a:pt x="259152" y="126861"/>
                    <a:pt x="248817" y="136600"/>
                    <a:pt x="235875" y="145101"/>
                  </a:cubicBezTo>
                  <a:cubicBezTo>
                    <a:pt x="235411" y="145399"/>
                    <a:pt x="234946" y="145697"/>
                    <a:pt x="234482" y="145994"/>
                  </a:cubicBezTo>
                  <a:cubicBezTo>
                    <a:pt x="234756" y="146006"/>
                    <a:pt x="235030" y="146018"/>
                    <a:pt x="235304" y="146030"/>
                  </a:cubicBezTo>
                  <a:cubicBezTo>
                    <a:pt x="235577" y="145852"/>
                    <a:pt x="235851" y="145673"/>
                    <a:pt x="236137" y="145494"/>
                  </a:cubicBezTo>
                  <a:cubicBezTo>
                    <a:pt x="248710" y="137243"/>
                    <a:pt x="258854" y="127814"/>
                    <a:pt x="266319" y="117586"/>
                  </a:cubicBezTo>
                  <a:lnTo>
                    <a:pt x="266319" y="117586"/>
                  </a:lnTo>
                  <a:cubicBezTo>
                    <a:pt x="263533" y="127504"/>
                    <a:pt x="259831" y="137005"/>
                    <a:pt x="255306" y="145971"/>
                  </a:cubicBezTo>
                  <a:cubicBezTo>
                    <a:pt x="255544" y="145983"/>
                    <a:pt x="255794" y="145994"/>
                    <a:pt x="256032" y="146006"/>
                  </a:cubicBezTo>
                  <a:cubicBezTo>
                    <a:pt x="260354" y="137374"/>
                    <a:pt x="263879" y="128338"/>
                    <a:pt x="266569" y="118991"/>
                  </a:cubicBezTo>
                  <a:cubicBezTo>
                    <a:pt x="266593" y="118098"/>
                    <a:pt x="266617" y="117193"/>
                    <a:pt x="266653" y="116300"/>
                  </a:cubicBezTo>
                  <a:close/>
                  <a:moveTo>
                    <a:pt x="1798" y="132362"/>
                  </a:moveTo>
                  <a:cubicBezTo>
                    <a:pt x="1774" y="132540"/>
                    <a:pt x="1739" y="132731"/>
                    <a:pt x="1715" y="132933"/>
                  </a:cubicBezTo>
                  <a:cubicBezTo>
                    <a:pt x="6573" y="137362"/>
                    <a:pt x="12014" y="141553"/>
                    <a:pt x="18015" y="145494"/>
                  </a:cubicBezTo>
                  <a:cubicBezTo>
                    <a:pt x="18229" y="145637"/>
                    <a:pt x="18455" y="145780"/>
                    <a:pt x="18669" y="145923"/>
                  </a:cubicBezTo>
                  <a:cubicBezTo>
                    <a:pt x="18681" y="145899"/>
                    <a:pt x="18681" y="145887"/>
                    <a:pt x="18693" y="145875"/>
                  </a:cubicBezTo>
                  <a:lnTo>
                    <a:pt x="18693" y="145875"/>
                  </a:lnTo>
                  <a:cubicBezTo>
                    <a:pt x="18681" y="145899"/>
                    <a:pt x="18693" y="145911"/>
                    <a:pt x="18693" y="145935"/>
                  </a:cubicBezTo>
                  <a:cubicBezTo>
                    <a:pt x="18800" y="146006"/>
                    <a:pt x="18908" y="146066"/>
                    <a:pt x="19015" y="146137"/>
                  </a:cubicBezTo>
                  <a:cubicBezTo>
                    <a:pt x="19348" y="146256"/>
                    <a:pt x="19872" y="146328"/>
                    <a:pt x="20336" y="146423"/>
                  </a:cubicBezTo>
                  <a:cubicBezTo>
                    <a:pt x="19646" y="145983"/>
                    <a:pt x="18955" y="145542"/>
                    <a:pt x="18277" y="145090"/>
                  </a:cubicBezTo>
                  <a:cubicBezTo>
                    <a:pt x="12204" y="141113"/>
                    <a:pt x="6692" y="136850"/>
                    <a:pt x="1798" y="132362"/>
                  </a:cubicBezTo>
                  <a:close/>
                  <a:moveTo>
                    <a:pt x="176558" y="0"/>
                  </a:moveTo>
                  <a:cubicBezTo>
                    <a:pt x="176701" y="572"/>
                    <a:pt x="176832" y="1167"/>
                    <a:pt x="176963" y="1774"/>
                  </a:cubicBezTo>
                  <a:lnTo>
                    <a:pt x="176903" y="1774"/>
                  </a:lnTo>
                  <a:cubicBezTo>
                    <a:pt x="178070" y="7787"/>
                    <a:pt x="179106" y="14038"/>
                    <a:pt x="179975" y="20491"/>
                  </a:cubicBezTo>
                  <a:cubicBezTo>
                    <a:pt x="168998" y="19015"/>
                    <a:pt x="157544" y="18003"/>
                    <a:pt x="145781" y="17491"/>
                  </a:cubicBezTo>
                  <a:cubicBezTo>
                    <a:pt x="145507" y="12157"/>
                    <a:pt x="145197" y="6942"/>
                    <a:pt x="144852" y="1858"/>
                  </a:cubicBezTo>
                  <a:cubicBezTo>
                    <a:pt x="144780" y="1870"/>
                    <a:pt x="144697" y="1870"/>
                    <a:pt x="144626" y="1870"/>
                  </a:cubicBezTo>
                  <a:cubicBezTo>
                    <a:pt x="144971" y="6918"/>
                    <a:pt x="145292" y="12121"/>
                    <a:pt x="145554" y="17479"/>
                  </a:cubicBezTo>
                  <a:cubicBezTo>
                    <a:pt x="139470" y="17217"/>
                    <a:pt x="133303" y="17074"/>
                    <a:pt x="127076" y="17074"/>
                  </a:cubicBezTo>
                  <a:cubicBezTo>
                    <a:pt x="120849" y="17074"/>
                    <a:pt x="114681" y="17217"/>
                    <a:pt x="108585" y="17479"/>
                  </a:cubicBezTo>
                  <a:cubicBezTo>
                    <a:pt x="108895" y="11573"/>
                    <a:pt x="109240" y="5846"/>
                    <a:pt x="109621" y="322"/>
                  </a:cubicBezTo>
                  <a:lnTo>
                    <a:pt x="109621" y="322"/>
                  </a:lnTo>
                  <a:cubicBezTo>
                    <a:pt x="109550" y="334"/>
                    <a:pt x="109478" y="334"/>
                    <a:pt x="109407" y="346"/>
                  </a:cubicBezTo>
                  <a:cubicBezTo>
                    <a:pt x="109014" y="5894"/>
                    <a:pt x="108669" y="11621"/>
                    <a:pt x="108371" y="17491"/>
                  </a:cubicBezTo>
                  <a:cubicBezTo>
                    <a:pt x="96608" y="18003"/>
                    <a:pt x="85142" y="19015"/>
                    <a:pt x="74164" y="20491"/>
                  </a:cubicBezTo>
                  <a:cubicBezTo>
                    <a:pt x="75069" y="13871"/>
                    <a:pt x="76129" y="7454"/>
                    <a:pt x="77343" y="1298"/>
                  </a:cubicBezTo>
                  <a:lnTo>
                    <a:pt x="77343" y="1298"/>
                  </a:lnTo>
                  <a:cubicBezTo>
                    <a:pt x="77212" y="1310"/>
                    <a:pt x="77081" y="1322"/>
                    <a:pt x="76951" y="1334"/>
                  </a:cubicBezTo>
                  <a:cubicBezTo>
                    <a:pt x="75724" y="7537"/>
                    <a:pt x="74665" y="13954"/>
                    <a:pt x="73783" y="20539"/>
                  </a:cubicBezTo>
                  <a:cubicBezTo>
                    <a:pt x="58198" y="22646"/>
                    <a:pt x="43601" y="25682"/>
                    <a:pt x="30480" y="29575"/>
                  </a:cubicBezTo>
                  <a:cubicBezTo>
                    <a:pt x="32374" y="19872"/>
                    <a:pt x="34910" y="10502"/>
                    <a:pt x="38029" y="1560"/>
                  </a:cubicBezTo>
                  <a:cubicBezTo>
                    <a:pt x="37874" y="1548"/>
                    <a:pt x="37708" y="1548"/>
                    <a:pt x="37541" y="1536"/>
                  </a:cubicBezTo>
                  <a:cubicBezTo>
                    <a:pt x="34409" y="10525"/>
                    <a:pt x="31862" y="19955"/>
                    <a:pt x="29968" y="29718"/>
                  </a:cubicBezTo>
                  <a:cubicBezTo>
                    <a:pt x="25849" y="30957"/>
                    <a:pt x="21884" y="32266"/>
                    <a:pt x="18086" y="33659"/>
                  </a:cubicBezTo>
                  <a:cubicBezTo>
                    <a:pt x="12252" y="35802"/>
                    <a:pt x="6942" y="38088"/>
                    <a:pt x="2191" y="40493"/>
                  </a:cubicBezTo>
                  <a:lnTo>
                    <a:pt x="2179" y="40934"/>
                  </a:lnTo>
                  <a:cubicBezTo>
                    <a:pt x="10097" y="36910"/>
                    <a:pt x="19420" y="33278"/>
                    <a:pt x="29885" y="30147"/>
                  </a:cubicBezTo>
                  <a:lnTo>
                    <a:pt x="29885" y="30147"/>
                  </a:lnTo>
                  <a:cubicBezTo>
                    <a:pt x="28111" y="39386"/>
                    <a:pt x="26885" y="48911"/>
                    <a:pt x="26266" y="58627"/>
                  </a:cubicBezTo>
                  <a:cubicBezTo>
                    <a:pt x="23480" y="58948"/>
                    <a:pt x="20765" y="59270"/>
                    <a:pt x="18134" y="59615"/>
                  </a:cubicBezTo>
                  <a:cubicBezTo>
                    <a:pt x="11621" y="60460"/>
                    <a:pt x="5763" y="61365"/>
                    <a:pt x="584" y="62329"/>
                  </a:cubicBezTo>
                  <a:cubicBezTo>
                    <a:pt x="596" y="62389"/>
                    <a:pt x="596" y="62460"/>
                    <a:pt x="608" y="62520"/>
                  </a:cubicBezTo>
                  <a:cubicBezTo>
                    <a:pt x="7942" y="61163"/>
                    <a:pt x="16574" y="59924"/>
                    <a:pt x="26254" y="58841"/>
                  </a:cubicBezTo>
                  <a:lnTo>
                    <a:pt x="26254" y="58841"/>
                  </a:lnTo>
                  <a:cubicBezTo>
                    <a:pt x="25944" y="63794"/>
                    <a:pt x="25777" y="68794"/>
                    <a:pt x="25777" y="73843"/>
                  </a:cubicBezTo>
                  <a:cubicBezTo>
                    <a:pt x="25777" y="78879"/>
                    <a:pt x="25944" y="83880"/>
                    <a:pt x="26254" y="88833"/>
                  </a:cubicBezTo>
                  <a:cubicBezTo>
                    <a:pt x="17014" y="87797"/>
                    <a:pt x="8740" y="86618"/>
                    <a:pt x="1620" y="85332"/>
                  </a:cubicBezTo>
                  <a:cubicBezTo>
                    <a:pt x="1620" y="85404"/>
                    <a:pt x="1620" y="85475"/>
                    <a:pt x="1620" y="85535"/>
                  </a:cubicBezTo>
                  <a:cubicBezTo>
                    <a:pt x="6537" y="86428"/>
                    <a:pt x="12050" y="87273"/>
                    <a:pt x="18134" y="88059"/>
                  </a:cubicBezTo>
                  <a:cubicBezTo>
                    <a:pt x="20765" y="88404"/>
                    <a:pt x="23480" y="88726"/>
                    <a:pt x="26266" y="89047"/>
                  </a:cubicBezTo>
                  <a:cubicBezTo>
                    <a:pt x="26885" y="98762"/>
                    <a:pt x="28099" y="108287"/>
                    <a:pt x="29885" y="117527"/>
                  </a:cubicBezTo>
                  <a:cubicBezTo>
                    <a:pt x="18824" y="114217"/>
                    <a:pt x="9037" y="110359"/>
                    <a:pt x="846" y="106049"/>
                  </a:cubicBezTo>
                  <a:lnTo>
                    <a:pt x="846" y="106049"/>
                  </a:lnTo>
                  <a:cubicBezTo>
                    <a:pt x="858" y="106204"/>
                    <a:pt x="870" y="106359"/>
                    <a:pt x="881" y="106513"/>
                  </a:cubicBezTo>
                  <a:cubicBezTo>
                    <a:pt x="5977" y="109169"/>
                    <a:pt x="11716" y="111669"/>
                    <a:pt x="18086" y="114014"/>
                  </a:cubicBezTo>
                  <a:cubicBezTo>
                    <a:pt x="21884" y="115407"/>
                    <a:pt x="25849" y="116717"/>
                    <a:pt x="29968" y="117955"/>
                  </a:cubicBezTo>
                  <a:cubicBezTo>
                    <a:pt x="31850" y="127611"/>
                    <a:pt x="34350" y="136946"/>
                    <a:pt x="37446" y="145852"/>
                  </a:cubicBezTo>
                  <a:cubicBezTo>
                    <a:pt x="37600" y="145840"/>
                    <a:pt x="37767" y="145840"/>
                    <a:pt x="37934" y="145828"/>
                  </a:cubicBezTo>
                  <a:cubicBezTo>
                    <a:pt x="34862" y="136981"/>
                    <a:pt x="32362" y="127706"/>
                    <a:pt x="30480" y="118098"/>
                  </a:cubicBezTo>
                  <a:lnTo>
                    <a:pt x="30480" y="118098"/>
                  </a:lnTo>
                  <a:cubicBezTo>
                    <a:pt x="43589" y="121992"/>
                    <a:pt x="58198" y="125028"/>
                    <a:pt x="73783" y="127135"/>
                  </a:cubicBezTo>
                  <a:cubicBezTo>
                    <a:pt x="74653" y="133600"/>
                    <a:pt x="75688" y="139910"/>
                    <a:pt x="76879" y="146006"/>
                  </a:cubicBezTo>
                  <a:cubicBezTo>
                    <a:pt x="77010" y="146006"/>
                    <a:pt x="77141" y="146018"/>
                    <a:pt x="77272" y="146018"/>
                  </a:cubicBezTo>
                  <a:cubicBezTo>
                    <a:pt x="76093" y="139970"/>
                    <a:pt x="75046" y="133683"/>
                    <a:pt x="74164" y="127183"/>
                  </a:cubicBezTo>
                  <a:lnTo>
                    <a:pt x="74164" y="127183"/>
                  </a:lnTo>
                  <a:cubicBezTo>
                    <a:pt x="85154" y="128659"/>
                    <a:pt x="96608" y="129659"/>
                    <a:pt x="108371" y="130183"/>
                  </a:cubicBezTo>
                  <a:cubicBezTo>
                    <a:pt x="108657" y="135850"/>
                    <a:pt x="108990" y="141375"/>
                    <a:pt x="109371" y="146733"/>
                  </a:cubicBezTo>
                  <a:cubicBezTo>
                    <a:pt x="109443" y="146745"/>
                    <a:pt x="109514" y="146745"/>
                    <a:pt x="109586" y="146756"/>
                  </a:cubicBezTo>
                  <a:cubicBezTo>
                    <a:pt x="109205" y="141411"/>
                    <a:pt x="108883" y="135886"/>
                    <a:pt x="108585" y="130195"/>
                  </a:cubicBezTo>
                  <a:lnTo>
                    <a:pt x="108585" y="130195"/>
                  </a:lnTo>
                  <a:cubicBezTo>
                    <a:pt x="114681" y="130457"/>
                    <a:pt x="120849" y="130600"/>
                    <a:pt x="127076" y="130600"/>
                  </a:cubicBezTo>
                  <a:cubicBezTo>
                    <a:pt x="133303" y="130600"/>
                    <a:pt x="139470" y="130457"/>
                    <a:pt x="145554" y="130195"/>
                  </a:cubicBezTo>
                  <a:lnTo>
                    <a:pt x="145554" y="130195"/>
                  </a:lnTo>
                  <a:cubicBezTo>
                    <a:pt x="145328" y="134815"/>
                    <a:pt x="145066" y="139327"/>
                    <a:pt x="144769" y="143720"/>
                  </a:cubicBezTo>
                  <a:cubicBezTo>
                    <a:pt x="144828" y="143851"/>
                    <a:pt x="144888" y="143994"/>
                    <a:pt x="144959" y="144161"/>
                  </a:cubicBezTo>
                  <a:cubicBezTo>
                    <a:pt x="145257" y="139613"/>
                    <a:pt x="145531" y="134945"/>
                    <a:pt x="145781" y="130183"/>
                  </a:cubicBezTo>
                  <a:cubicBezTo>
                    <a:pt x="157544" y="129671"/>
                    <a:pt x="168998" y="128659"/>
                    <a:pt x="179975" y="127183"/>
                  </a:cubicBezTo>
                  <a:lnTo>
                    <a:pt x="179975" y="127183"/>
                  </a:lnTo>
                  <a:cubicBezTo>
                    <a:pt x="179106" y="133588"/>
                    <a:pt x="178094" y="139791"/>
                    <a:pt x="176927" y="145756"/>
                  </a:cubicBezTo>
                  <a:lnTo>
                    <a:pt x="177034" y="145756"/>
                  </a:lnTo>
                  <a:cubicBezTo>
                    <a:pt x="177142" y="145697"/>
                    <a:pt x="177249" y="145625"/>
                    <a:pt x="177356" y="145566"/>
                  </a:cubicBezTo>
                  <a:cubicBezTo>
                    <a:pt x="178511" y="139601"/>
                    <a:pt x="179511" y="133445"/>
                    <a:pt x="180368" y="127135"/>
                  </a:cubicBezTo>
                  <a:cubicBezTo>
                    <a:pt x="195953" y="125028"/>
                    <a:pt x="210551" y="121992"/>
                    <a:pt x="223671" y="118098"/>
                  </a:cubicBezTo>
                  <a:lnTo>
                    <a:pt x="223671" y="118098"/>
                  </a:lnTo>
                  <a:cubicBezTo>
                    <a:pt x="221814" y="127599"/>
                    <a:pt x="219337" y="136791"/>
                    <a:pt x="216301" y="145554"/>
                  </a:cubicBezTo>
                  <a:lnTo>
                    <a:pt x="216801" y="145554"/>
                  </a:lnTo>
                  <a:cubicBezTo>
                    <a:pt x="219849" y="136743"/>
                    <a:pt x="222326" y="127504"/>
                    <a:pt x="224183" y="117943"/>
                  </a:cubicBezTo>
                  <a:cubicBezTo>
                    <a:pt x="228291" y="116717"/>
                    <a:pt x="232268" y="115407"/>
                    <a:pt x="236066" y="114002"/>
                  </a:cubicBezTo>
                  <a:cubicBezTo>
                    <a:pt x="249877" y="108930"/>
                    <a:pt x="260747" y="103073"/>
                    <a:pt x="268367" y="96679"/>
                  </a:cubicBezTo>
                  <a:cubicBezTo>
                    <a:pt x="268391" y="96476"/>
                    <a:pt x="268427" y="96286"/>
                    <a:pt x="268451" y="96084"/>
                  </a:cubicBezTo>
                  <a:lnTo>
                    <a:pt x="268451" y="96084"/>
                  </a:lnTo>
                  <a:cubicBezTo>
                    <a:pt x="258592" y="104477"/>
                    <a:pt x="243317" y="111824"/>
                    <a:pt x="224267" y="117527"/>
                  </a:cubicBezTo>
                  <a:cubicBezTo>
                    <a:pt x="226041" y="108287"/>
                    <a:pt x="227267" y="98762"/>
                    <a:pt x="227886" y="89047"/>
                  </a:cubicBezTo>
                  <a:cubicBezTo>
                    <a:pt x="230672" y="88726"/>
                    <a:pt x="233387" y="88404"/>
                    <a:pt x="236018" y="88059"/>
                  </a:cubicBezTo>
                  <a:cubicBezTo>
                    <a:pt x="248770" y="86404"/>
                    <a:pt x="259009" y="84511"/>
                    <a:pt x="266510" y="82451"/>
                  </a:cubicBezTo>
                  <a:cubicBezTo>
                    <a:pt x="266510" y="82379"/>
                    <a:pt x="266510" y="82308"/>
                    <a:pt x="266510" y="82249"/>
                  </a:cubicBezTo>
                  <a:cubicBezTo>
                    <a:pt x="257306" y="84773"/>
                    <a:pt x="244079" y="87023"/>
                    <a:pt x="227898" y="88833"/>
                  </a:cubicBezTo>
                  <a:cubicBezTo>
                    <a:pt x="228208" y="83880"/>
                    <a:pt x="228362" y="78867"/>
                    <a:pt x="228362" y="73831"/>
                  </a:cubicBezTo>
                  <a:cubicBezTo>
                    <a:pt x="228362" y="68794"/>
                    <a:pt x="228208" y="63782"/>
                    <a:pt x="227898" y="58829"/>
                  </a:cubicBezTo>
                  <a:lnTo>
                    <a:pt x="227898" y="58829"/>
                  </a:lnTo>
                  <a:cubicBezTo>
                    <a:pt x="244519" y="60698"/>
                    <a:pt x="258009" y="63008"/>
                    <a:pt x="267248" y="65627"/>
                  </a:cubicBezTo>
                  <a:cubicBezTo>
                    <a:pt x="267248" y="65556"/>
                    <a:pt x="267260" y="65496"/>
                    <a:pt x="267260" y="65425"/>
                  </a:cubicBezTo>
                  <a:cubicBezTo>
                    <a:pt x="259711" y="63282"/>
                    <a:pt x="249210" y="61317"/>
                    <a:pt x="236018" y="59603"/>
                  </a:cubicBezTo>
                  <a:cubicBezTo>
                    <a:pt x="233387" y="59270"/>
                    <a:pt x="230672" y="58936"/>
                    <a:pt x="227886" y="58627"/>
                  </a:cubicBezTo>
                  <a:cubicBezTo>
                    <a:pt x="227267" y="48899"/>
                    <a:pt x="226041" y="39374"/>
                    <a:pt x="224267" y="30135"/>
                  </a:cubicBezTo>
                  <a:lnTo>
                    <a:pt x="224267" y="30135"/>
                  </a:lnTo>
                  <a:cubicBezTo>
                    <a:pt x="243650" y="35945"/>
                    <a:pt x="259116" y="43446"/>
                    <a:pt x="268963" y="52019"/>
                  </a:cubicBezTo>
                  <a:cubicBezTo>
                    <a:pt x="268986" y="51864"/>
                    <a:pt x="269010" y="51709"/>
                    <a:pt x="269046" y="51566"/>
                  </a:cubicBezTo>
                  <a:cubicBezTo>
                    <a:pt x="261390" y="44946"/>
                    <a:pt x="250294" y="38886"/>
                    <a:pt x="236066" y="33659"/>
                  </a:cubicBezTo>
                  <a:cubicBezTo>
                    <a:pt x="232268" y="32266"/>
                    <a:pt x="228291" y="30945"/>
                    <a:pt x="224183" y="29718"/>
                  </a:cubicBezTo>
                  <a:cubicBezTo>
                    <a:pt x="222338" y="20277"/>
                    <a:pt x="219909" y="11133"/>
                    <a:pt x="216908" y="2417"/>
                  </a:cubicBezTo>
                  <a:cubicBezTo>
                    <a:pt x="216766" y="2513"/>
                    <a:pt x="216635" y="2620"/>
                    <a:pt x="216504" y="2715"/>
                  </a:cubicBezTo>
                  <a:cubicBezTo>
                    <a:pt x="219456" y="11299"/>
                    <a:pt x="221850" y="20277"/>
                    <a:pt x="223671" y="29563"/>
                  </a:cubicBezTo>
                  <a:cubicBezTo>
                    <a:pt x="210551" y="25682"/>
                    <a:pt x="195953" y="22646"/>
                    <a:pt x="180368" y="20539"/>
                  </a:cubicBezTo>
                  <a:cubicBezTo>
                    <a:pt x="179416" y="13490"/>
                    <a:pt x="178273" y="6644"/>
                    <a:pt x="176951" y="36"/>
                  </a:cubicBezTo>
                  <a:cubicBezTo>
                    <a:pt x="176820" y="24"/>
                    <a:pt x="176689" y="12"/>
                    <a:pt x="176558" y="0"/>
                  </a:cubicBezTo>
                  <a:close/>
                </a:path>
              </a:pathLst>
            </a:custGeom>
            <a:solidFill>
              <a:srgbClr val="E3C98E">
                <a:alpha val="246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91" name="Google Shape;1491;p80"/>
          <p:cNvSpPr txBox="1"/>
          <p:nvPr>
            <p:ph type="title"/>
          </p:nvPr>
        </p:nvSpPr>
        <p:spPr>
          <a:xfrm>
            <a:off x="2347975" y="387100"/>
            <a:ext cx="4448100" cy="13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86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492" name="Google Shape;1492;p80"/>
          <p:cNvSpPr txBox="1"/>
          <p:nvPr>
            <p:ph idx="1" type="subTitle"/>
          </p:nvPr>
        </p:nvSpPr>
        <p:spPr>
          <a:xfrm>
            <a:off x="2347925" y="1689050"/>
            <a:ext cx="44481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3" name="Google Shape;1493;p80"/>
          <p:cNvSpPr txBox="1"/>
          <p:nvPr/>
        </p:nvSpPr>
        <p:spPr>
          <a:xfrm>
            <a:off x="2099100" y="36881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CREDITS: This presentation template was created by </a:t>
            </a:r>
            <a:r>
              <a:rPr lang="en-GB" sz="1100" u="sng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  <a:hlinkClick r:id="rId3"/>
              </a:rPr>
              <a:t>Slidesgo</a:t>
            </a:r>
            <a:r>
              <a:rPr lang="en-GB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includes icons by </a:t>
            </a:r>
            <a:r>
              <a:rPr lang="en-GB" sz="11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-GB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infographics &amp; images by </a:t>
            </a:r>
            <a:r>
              <a:rPr lang="en-GB" sz="11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-GB" sz="11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sz="1100" u="sng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1494" name="Shape 1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5" name="Google Shape;1495;p81"/>
          <p:cNvGrpSpPr/>
          <p:nvPr/>
        </p:nvGrpSpPr>
        <p:grpSpPr>
          <a:xfrm>
            <a:off x="0" y="0"/>
            <a:ext cx="9144003" cy="5143501"/>
            <a:chOff x="0" y="0"/>
            <a:chExt cx="9144003" cy="5143501"/>
          </a:xfrm>
        </p:grpSpPr>
        <p:pic>
          <p:nvPicPr>
            <p:cNvPr id="1496" name="Google Shape;1496;p81"/>
            <p:cNvPicPr preferRelativeResize="0"/>
            <p:nvPr/>
          </p:nvPicPr>
          <p:blipFill rotWithShape="1">
            <a:blip r:embed="rId2">
              <a:alphaModFix/>
            </a:blip>
            <a:srcRect b="8068" l="0" r="0" t="8060"/>
            <a:stretch/>
          </p:blipFill>
          <p:spPr>
            <a:xfrm>
              <a:off x="0" y="0"/>
              <a:ext cx="9144003" cy="5143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97" name="Google Shape;1497;p81"/>
            <p:cNvSpPr/>
            <p:nvPr/>
          </p:nvSpPr>
          <p:spPr>
            <a:xfrm>
              <a:off x="209980" y="194500"/>
              <a:ext cx="8763466" cy="4752275"/>
            </a:xfrm>
            <a:custGeom>
              <a:rect b="b" l="l" r="r" t="t"/>
              <a:pathLst>
                <a:path extrusionOk="0" h="147209" w="271904">
                  <a:moveTo>
                    <a:pt x="596" y="0"/>
                  </a:moveTo>
                  <a:lnTo>
                    <a:pt x="596" y="0"/>
                  </a:lnTo>
                  <a:cubicBezTo>
                    <a:pt x="2025" y="5965"/>
                    <a:pt x="3072" y="13895"/>
                    <a:pt x="3644" y="22312"/>
                  </a:cubicBezTo>
                  <a:cubicBezTo>
                    <a:pt x="7942" y="23515"/>
                    <a:pt x="13609" y="23932"/>
                    <a:pt x="5085" y="25063"/>
                  </a:cubicBezTo>
                  <a:cubicBezTo>
                    <a:pt x="5096" y="25110"/>
                    <a:pt x="5108" y="25146"/>
                    <a:pt x="5120" y="25194"/>
                  </a:cubicBezTo>
                  <a:cubicBezTo>
                    <a:pt x="5263" y="25301"/>
                    <a:pt x="5394" y="25396"/>
                    <a:pt x="5525" y="25503"/>
                  </a:cubicBezTo>
                  <a:cubicBezTo>
                    <a:pt x="5692" y="25539"/>
                    <a:pt x="5954" y="25479"/>
                    <a:pt x="6037" y="25658"/>
                  </a:cubicBezTo>
                  <a:cubicBezTo>
                    <a:pt x="8561" y="26230"/>
                    <a:pt x="4561" y="26670"/>
                    <a:pt x="3894" y="26789"/>
                  </a:cubicBezTo>
                  <a:cubicBezTo>
                    <a:pt x="4203" y="33719"/>
                    <a:pt x="4192" y="40803"/>
                    <a:pt x="3787" y="47256"/>
                  </a:cubicBezTo>
                  <a:cubicBezTo>
                    <a:pt x="2560" y="47137"/>
                    <a:pt x="1298" y="47006"/>
                    <a:pt x="1" y="46875"/>
                  </a:cubicBezTo>
                  <a:lnTo>
                    <a:pt x="1" y="46875"/>
                  </a:lnTo>
                  <a:cubicBezTo>
                    <a:pt x="1429" y="52840"/>
                    <a:pt x="2477" y="60770"/>
                    <a:pt x="3049" y="69199"/>
                  </a:cubicBezTo>
                  <a:cubicBezTo>
                    <a:pt x="7347" y="70402"/>
                    <a:pt x="13014" y="70818"/>
                    <a:pt x="4489" y="71949"/>
                  </a:cubicBezTo>
                  <a:cubicBezTo>
                    <a:pt x="4501" y="71985"/>
                    <a:pt x="4513" y="72033"/>
                    <a:pt x="4525" y="72069"/>
                  </a:cubicBezTo>
                  <a:cubicBezTo>
                    <a:pt x="4668" y="72176"/>
                    <a:pt x="4787" y="72283"/>
                    <a:pt x="4930" y="72390"/>
                  </a:cubicBezTo>
                  <a:cubicBezTo>
                    <a:pt x="5096" y="72414"/>
                    <a:pt x="5358" y="72366"/>
                    <a:pt x="5442" y="72545"/>
                  </a:cubicBezTo>
                  <a:cubicBezTo>
                    <a:pt x="7966" y="73104"/>
                    <a:pt x="3965" y="73557"/>
                    <a:pt x="3299" y="73664"/>
                  </a:cubicBezTo>
                  <a:cubicBezTo>
                    <a:pt x="3513" y="78510"/>
                    <a:pt x="3572" y="83427"/>
                    <a:pt x="3453" y="88154"/>
                  </a:cubicBezTo>
                  <a:cubicBezTo>
                    <a:pt x="2322" y="88047"/>
                    <a:pt x="1179" y="87928"/>
                    <a:pt x="1" y="87809"/>
                  </a:cubicBezTo>
                  <a:lnTo>
                    <a:pt x="1" y="87809"/>
                  </a:lnTo>
                  <a:cubicBezTo>
                    <a:pt x="989" y="91940"/>
                    <a:pt x="1798" y="97036"/>
                    <a:pt x="2394" y="102584"/>
                  </a:cubicBezTo>
                  <a:cubicBezTo>
                    <a:pt x="2239" y="103727"/>
                    <a:pt x="2072" y="104834"/>
                    <a:pt x="1882" y="105894"/>
                  </a:cubicBezTo>
                  <a:cubicBezTo>
                    <a:pt x="2156" y="105870"/>
                    <a:pt x="2429" y="105846"/>
                    <a:pt x="2715" y="105811"/>
                  </a:cubicBezTo>
                  <a:cubicBezTo>
                    <a:pt x="2834" y="107228"/>
                    <a:pt x="2953" y="108668"/>
                    <a:pt x="3049" y="110121"/>
                  </a:cubicBezTo>
                  <a:cubicBezTo>
                    <a:pt x="7347" y="111323"/>
                    <a:pt x="13014" y="111740"/>
                    <a:pt x="4489" y="112871"/>
                  </a:cubicBezTo>
                  <a:cubicBezTo>
                    <a:pt x="4501" y="112919"/>
                    <a:pt x="4513" y="112954"/>
                    <a:pt x="4525" y="113002"/>
                  </a:cubicBezTo>
                  <a:cubicBezTo>
                    <a:pt x="4668" y="113109"/>
                    <a:pt x="4799" y="113205"/>
                    <a:pt x="4930" y="113312"/>
                  </a:cubicBezTo>
                  <a:cubicBezTo>
                    <a:pt x="5096" y="113347"/>
                    <a:pt x="5358" y="113288"/>
                    <a:pt x="5442" y="113466"/>
                  </a:cubicBezTo>
                  <a:cubicBezTo>
                    <a:pt x="7966" y="114038"/>
                    <a:pt x="3965" y="114478"/>
                    <a:pt x="3299" y="114598"/>
                  </a:cubicBezTo>
                  <a:cubicBezTo>
                    <a:pt x="3822" y="126123"/>
                    <a:pt x="4668" y="127147"/>
                    <a:pt x="3120" y="135886"/>
                  </a:cubicBezTo>
                  <a:cubicBezTo>
                    <a:pt x="4608" y="136338"/>
                    <a:pt x="14133" y="147209"/>
                    <a:pt x="14133" y="147209"/>
                  </a:cubicBezTo>
                  <a:cubicBezTo>
                    <a:pt x="14133" y="147209"/>
                    <a:pt x="16765" y="146220"/>
                    <a:pt x="20479" y="146137"/>
                  </a:cubicBezTo>
                  <a:cubicBezTo>
                    <a:pt x="20503" y="146054"/>
                    <a:pt x="20539" y="145959"/>
                    <a:pt x="20563" y="145875"/>
                  </a:cubicBezTo>
                  <a:lnTo>
                    <a:pt x="20563" y="145875"/>
                  </a:lnTo>
                  <a:cubicBezTo>
                    <a:pt x="20491" y="146340"/>
                    <a:pt x="23242" y="146363"/>
                    <a:pt x="23158" y="146816"/>
                  </a:cubicBezTo>
                  <a:cubicBezTo>
                    <a:pt x="29516" y="146220"/>
                    <a:pt x="36481" y="145875"/>
                    <a:pt x="44589" y="145697"/>
                  </a:cubicBezTo>
                  <a:cubicBezTo>
                    <a:pt x="44613" y="145625"/>
                    <a:pt x="44637" y="145554"/>
                    <a:pt x="44661" y="145494"/>
                  </a:cubicBezTo>
                  <a:cubicBezTo>
                    <a:pt x="45090" y="145494"/>
                    <a:pt x="45530" y="145494"/>
                    <a:pt x="45959" y="145482"/>
                  </a:cubicBezTo>
                  <a:cubicBezTo>
                    <a:pt x="45959" y="145542"/>
                    <a:pt x="45959" y="145601"/>
                    <a:pt x="45959" y="145661"/>
                  </a:cubicBezTo>
                  <a:cubicBezTo>
                    <a:pt x="46173" y="145661"/>
                    <a:pt x="46387" y="145661"/>
                    <a:pt x="46602" y="145649"/>
                  </a:cubicBezTo>
                  <a:cubicBezTo>
                    <a:pt x="46637" y="145601"/>
                    <a:pt x="46661" y="145542"/>
                    <a:pt x="46685" y="145482"/>
                  </a:cubicBezTo>
                  <a:cubicBezTo>
                    <a:pt x="47197" y="145482"/>
                    <a:pt x="47709" y="145482"/>
                    <a:pt x="48221" y="145494"/>
                  </a:cubicBezTo>
                  <a:cubicBezTo>
                    <a:pt x="48221" y="145530"/>
                    <a:pt x="48221" y="145578"/>
                    <a:pt x="48221" y="145625"/>
                  </a:cubicBezTo>
                  <a:cubicBezTo>
                    <a:pt x="50912" y="145578"/>
                    <a:pt x="53900" y="145542"/>
                    <a:pt x="57031" y="145518"/>
                  </a:cubicBezTo>
                  <a:cubicBezTo>
                    <a:pt x="59651" y="145542"/>
                    <a:pt x="62151" y="145566"/>
                    <a:pt x="64461" y="145601"/>
                  </a:cubicBezTo>
                  <a:cubicBezTo>
                    <a:pt x="64461" y="145566"/>
                    <a:pt x="64461" y="145530"/>
                    <a:pt x="64461" y="145494"/>
                  </a:cubicBezTo>
                  <a:cubicBezTo>
                    <a:pt x="65592" y="145488"/>
                    <a:pt x="66726" y="145485"/>
                    <a:pt x="67860" y="145485"/>
                  </a:cubicBezTo>
                  <a:cubicBezTo>
                    <a:pt x="68994" y="145485"/>
                    <a:pt x="70128" y="145488"/>
                    <a:pt x="71259" y="145494"/>
                  </a:cubicBezTo>
                  <a:cubicBezTo>
                    <a:pt x="71402" y="145578"/>
                    <a:pt x="71545" y="145661"/>
                    <a:pt x="71700" y="145744"/>
                  </a:cubicBezTo>
                  <a:cubicBezTo>
                    <a:pt x="78891" y="145947"/>
                    <a:pt x="85190" y="146268"/>
                    <a:pt x="90976" y="146816"/>
                  </a:cubicBezTo>
                  <a:cubicBezTo>
                    <a:pt x="90845" y="146054"/>
                    <a:pt x="90714" y="145256"/>
                    <a:pt x="90595" y="144435"/>
                  </a:cubicBezTo>
                  <a:lnTo>
                    <a:pt x="90595" y="144435"/>
                  </a:lnTo>
                  <a:cubicBezTo>
                    <a:pt x="91429" y="144792"/>
                    <a:pt x="92191" y="145304"/>
                    <a:pt x="92976" y="145744"/>
                  </a:cubicBezTo>
                  <a:cubicBezTo>
                    <a:pt x="96596" y="145851"/>
                    <a:pt x="99989" y="145982"/>
                    <a:pt x="103204" y="146161"/>
                  </a:cubicBezTo>
                  <a:cubicBezTo>
                    <a:pt x="103156" y="146375"/>
                    <a:pt x="103121" y="146601"/>
                    <a:pt x="103085" y="146828"/>
                  </a:cubicBezTo>
                  <a:cubicBezTo>
                    <a:pt x="104573" y="146685"/>
                    <a:pt x="106109" y="146554"/>
                    <a:pt x="107669" y="146447"/>
                  </a:cubicBezTo>
                  <a:cubicBezTo>
                    <a:pt x="109240" y="146554"/>
                    <a:pt x="110764" y="146685"/>
                    <a:pt x="112265" y="146828"/>
                  </a:cubicBezTo>
                  <a:cubicBezTo>
                    <a:pt x="112217" y="146601"/>
                    <a:pt x="112181" y="146375"/>
                    <a:pt x="112146" y="146161"/>
                  </a:cubicBezTo>
                  <a:cubicBezTo>
                    <a:pt x="115979" y="145947"/>
                    <a:pt x="120075" y="145792"/>
                    <a:pt x="124504" y="145697"/>
                  </a:cubicBezTo>
                  <a:cubicBezTo>
                    <a:pt x="125022" y="144156"/>
                    <a:pt x="125413" y="143165"/>
                    <a:pt x="125645" y="143165"/>
                  </a:cubicBezTo>
                  <a:cubicBezTo>
                    <a:pt x="125846" y="143165"/>
                    <a:pt x="125929" y="143902"/>
                    <a:pt x="125873" y="145661"/>
                  </a:cubicBezTo>
                  <a:cubicBezTo>
                    <a:pt x="126100" y="145661"/>
                    <a:pt x="126302" y="145661"/>
                    <a:pt x="126528" y="145649"/>
                  </a:cubicBezTo>
                  <a:cubicBezTo>
                    <a:pt x="127181" y="144357"/>
                    <a:pt x="127670" y="143321"/>
                    <a:pt x="127939" y="143321"/>
                  </a:cubicBezTo>
                  <a:cubicBezTo>
                    <a:pt x="128150" y="143321"/>
                    <a:pt x="128225" y="143963"/>
                    <a:pt x="128136" y="145625"/>
                  </a:cubicBezTo>
                  <a:cubicBezTo>
                    <a:pt x="130541" y="145589"/>
                    <a:pt x="133184" y="145554"/>
                    <a:pt x="135946" y="145530"/>
                  </a:cubicBezTo>
                  <a:cubicBezTo>
                    <a:pt x="138720" y="145554"/>
                    <a:pt x="141352" y="145589"/>
                    <a:pt x="143757" y="145625"/>
                  </a:cubicBezTo>
                  <a:cubicBezTo>
                    <a:pt x="143667" y="143963"/>
                    <a:pt x="143745" y="143321"/>
                    <a:pt x="143959" y="143321"/>
                  </a:cubicBezTo>
                  <a:cubicBezTo>
                    <a:pt x="144230" y="143321"/>
                    <a:pt x="144723" y="144357"/>
                    <a:pt x="145376" y="145649"/>
                  </a:cubicBezTo>
                  <a:cubicBezTo>
                    <a:pt x="145590" y="145661"/>
                    <a:pt x="145804" y="145661"/>
                    <a:pt x="146019" y="145661"/>
                  </a:cubicBezTo>
                  <a:cubicBezTo>
                    <a:pt x="145964" y="143902"/>
                    <a:pt x="146046" y="143165"/>
                    <a:pt x="146247" y="143165"/>
                  </a:cubicBezTo>
                  <a:cubicBezTo>
                    <a:pt x="146479" y="143165"/>
                    <a:pt x="146870" y="144156"/>
                    <a:pt x="147388" y="145697"/>
                  </a:cubicBezTo>
                  <a:cubicBezTo>
                    <a:pt x="151817" y="145792"/>
                    <a:pt x="155913" y="145947"/>
                    <a:pt x="159759" y="146161"/>
                  </a:cubicBezTo>
                  <a:cubicBezTo>
                    <a:pt x="159711" y="146375"/>
                    <a:pt x="159675" y="146601"/>
                    <a:pt x="159640" y="146828"/>
                  </a:cubicBezTo>
                  <a:cubicBezTo>
                    <a:pt x="161128" y="146685"/>
                    <a:pt x="162664" y="146554"/>
                    <a:pt x="164223" y="146447"/>
                  </a:cubicBezTo>
                  <a:cubicBezTo>
                    <a:pt x="165795" y="146554"/>
                    <a:pt x="167319" y="146685"/>
                    <a:pt x="168819" y="146828"/>
                  </a:cubicBezTo>
                  <a:cubicBezTo>
                    <a:pt x="168772" y="146601"/>
                    <a:pt x="168736" y="146375"/>
                    <a:pt x="168700" y="146161"/>
                  </a:cubicBezTo>
                  <a:cubicBezTo>
                    <a:pt x="171915" y="145982"/>
                    <a:pt x="175296" y="145851"/>
                    <a:pt x="178916" y="145744"/>
                  </a:cubicBezTo>
                  <a:cubicBezTo>
                    <a:pt x="179702" y="145304"/>
                    <a:pt x="180464" y="144792"/>
                    <a:pt x="181309" y="144435"/>
                  </a:cubicBezTo>
                  <a:lnTo>
                    <a:pt x="181309" y="144435"/>
                  </a:lnTo>
                  <a:cubicBezTo>
                    <a:pt x="181190" y="145256"/>
                    <a:pt x="181059" y="146054"/>
                    <a:pt x="180916" y="146816"/>
                  </a:cubicBezTo>
                  <a:cubicBezTo>
                    <a:pt x="186714" y="146268"/>
                    <a:pt x="193001" y="145947"/>
                    <a:pt x="200204" y="145744"/>
                  </a:cubicBezTo>
                  <a:cubicBezTo>
                    <a:pt x="200347" y="145661"/>
                    <a:pt x="200490" y="145578"/>
                    <a:pt x="200645" y="145494"/>
                  </a:cubicBezTo>
                  <a:cubicBezTo>
                    <a:pt x="201770" y="145488"/>
                    <a:pt x="202904" y="145485"/>
                    <a:pt x="204039" y="145485"/>
                  </a:cubicBezTo>
                  <a:cubicBezTo>
                    <a:pt x="205175" y="145485"/>
                    <a:pt x="206312" y="145488"/>
                    <a:pt x="207443" y="145494"/>
                  </a:cubicBezTo>
                  <a:cubicBezTo>
                    <a:pt x="207443" y="145530"/>
                    <a:pt x="207443" y="145566"/>
                    <a:pt x="207431" y="145601"/>
                  </a:cubicBezTo>
                  <a:cubicBezTo>
                    <a:pt x="209741" y="145566"/>
                    <a:pt x="212253" y="145542"/>
                    <a:pt x="214873" y="145518"/>
                  </a:cubicBezTo>
                  <a:cubicBezTo>
                    <a:pt x="218004" y="145542"/>
                    <a:pt x="220981" y="145578"/>
                    <a:pt x="223683" y="145625"/>
                  </a:cubicBezTo>
                  <a:cubicBezTo>
                    <a:pt x="223671" y="145578"/>
                    <a:pt x="223671" y="145530"/>
                    <a:pt x="223671" y="145494"/>
                  </a:cubicBezTo>
                  <a:cubicBezTo>
                    <a:pt x="224183" y="145494"/>
                    <a:pt x="224695" y="145482"/>
                    <a:pt x="225207" y="145482"/>
                  </a:cubicBezTo>
                  <a:cubicBezTo>
                    <a:pt x="225243" y="145542"/>
                    <a:pt x="225267" y="145601"/>
                    <a:pt x="225291" y="145649"/>
                  </a:cubicBezTo>
                  <a:cubicBezTo>
                    <a:pt x="225517" y="145661"/>
                    <a:pt x="225731" y="145661"/>
                    <a:pt x="225945" y="145661"/>
                  </a:cubicBezTo>
                  <a:cubicBezTo>
                    <a:pt x="225945" y="145601"/>
                    <a:pt x="225934" y="145542"/>
                    <a:pt x="225934" y="145482"/>
                  </a:cubicBezTo>
                  <a:cubicBezTo>
                    <a:pt x="226374" y="145482"/>
                    <a:pt x="226803" y="145482"/>
                    <a:pt x="227243" y="145494"/>
                  </a:cubicBezTo>
                  <a:cubicBezTo>
                    <a:pt x="227267" y="145554"/>
                    <a:pt x="227291" y="145625"/>
                    <a:pt x="227315" y="145697"/>
                  </a:cubicBezTo>
                  <a:cubicBezTo>
                    <a:pt x="235411" y="145875"/>
                    <a:pt x="242376" y="146220"/>
                    <a:pt x="248734" y="146816"/>
                  </a:cubicBezTo>
                  <a:cubicBezTo>
                    <a:pt x="248651" y="146363"/>
                    <a:pt x="248579" y="145899"/>
                    <a:pt x="248508" y="145423"/>
                  </a:cubicBezTo>
                  <a:lnTo>
                    <a:pt x="248508" y="145423"/>
                  </a:lnTo>
                  <a:cubicBezTo>
                    <a:pt x="248532" y="145506"/>
                    <a:pt x="248567" y="145601"/>
                    <a:pt x="248591" y="145697"/>
                  </a:cubicBezTo>
                  <a:cubicBezTo>
                    <a:pt x="256699" y="145875"/>
                    <a:pt x="263664" y="146220"/>
                    <a:pt x="270022" y="146816"/>
                  </a:cubicBezTo>
                  <a:cubicBezTo>
                    <a:pt x="268463" y="138065"/>
                    <a:pt x="268082" y="126123"/>
                    <a:pt x="268606" y="114598"/>
                  </a:cubicBezTo>
                  <a:cubicBezTo>
                    <a:pt x="267939" y="114478"/>
                    <a:pt x="263926" y="114038"/>
                    <a:pt x="266462" y="113466"/>
                  </a:cubicBezTo>
                  <a:cubicBezTo>
                    <a:pt x="266546" y="113288"/>
                    <a:pt x="266808" y="113347"/>
                    <a:pt x="266974" y="113312"/>
                  </a:cubicBezTo>
                  <a:cubicBezTo>
                    <a:pt x="267105" y="113205"/>
                    <a:pt x="267236" y="113109"/>
                    <a:pt x="267367" y="113002"/>
                  </a:cubicBezTo>
                  <a:cubicBezTo>
                    <a:pt x="267391" y="112954"/>
                    <a:pt x="267403" y="112919"/>
                    <a:pt x="267415" y="112871"/>
                  </a:cubicBezTo>
                  <a:cubicBezTo>
                    <a:pt x="258878" y="111740"/>
                    <a:pt x="264557" y="111323"/>
                    <a:pt x="268856" y="110121"/>
                  </a:cubicBezTo>
                  <a:cubicBezTo>
                    <a:pt x="268951" y="108668"/>
                    <a:pt x="269070" y="107228"/>
                    <a:pt x="269189" y="105811"/>
                  </a:cubicBezTo>
                  <a:cubicBezTo>
                    <a:pt x="269463" y="105846"/>
                    <a:pt x="269749" y="105870"/>
                    <a:pt x="270022" y="105894"/>
                  </a:cubicBezTo>
                  <a:cubicBezTo>
                    <a:pt x="269832" y="104834"/>
                    <a:pt x="269653" y="103727"/>
                    <a:pt x="269510" y="102584"/>
                  </a:cubicBezTo>
                  <a:cubicBezTo>
                    <a:pt x="270094" y="97036"/>
                    <a:pt x="270903" y="91940"/>
                    <a:pt x="271904" y="87809"/>
                  </a:cubicBezTo>
                  <a:lnTo>
                    <a:pt x="271904" y="87809"/>
                  </a:lnTo>
                  <a:cubicBezTo>
                    <a:pt x="270725" y="87928"/>
                    <a:pt x="269570" y="88047"/>
                    <a:pt x="268451" y="88154"/>
                  </a:cubicBezTo>
                  <a:cubicBezTo>
                    <a:pt x="268320" y="83427"/>
                    <a:pt x="268379" y="78510"/>
                    <a:pt x="268606" y="73664"/>
                  </a:cubicBezTo>
                  <a:cubicBezTo>
                    <a:pt x="267939" y="73557"/>
                    <a:pt x="263926" y="73104"/>
                    <a:pt x="266462" y="72545"/>
                  </a:cubicBezTo>
                  <a:cubicBezTo>
                    <a:pt x="266546" y="72366"/>
                    <a:pt x="266808" y="72426"/>
                    <a:pt x="266974" y="72390"/>
                  </a:cubicBezTo>
                  <a:cubicBezTo>
                    <a:pt x="267105" y="72283"/>
                    <a:pt x="267236" y="72176"/>
                    <a:pt x="267367" y="72069"/>
                  </a:cubicBezTo>
                  <a:cubicBezTo>
                    <a:pt x="267391" y="72033"/>
                    <a:pt x="267403" y="71985"/>
                    <a:pt x="267415" y="71949"/>
                  </a:cubicBezTo>
                  <a:cubicBezTo>
                    <a:pt x="258878" y="70818"/>
                    <a:pt x="264557" y="70402"/>
                    <a:pt x="268856" y="69199"/>
                  </a:cubicBezTo>
                  <a:cubicBezTo>
                    <a:pt x="269415" y="60770"/>
                    <a:pt x="270463" y="52840"/>
                    <a:pt x="271904" y="46875"/>
                  </a:cubicBezTo>
                  <a:lnTo>
                    <a:pt x="271904" y="46875"/>
                  </a:lnTo>
                  <a:cubicBezTo>
                    <a:pt x="270606" y="47006"/>
                    <a:pt x="269344" y="47137"/>
                    <a:pt x="268105" y="47256"/>
                  </a:cubicBezTo>
                  <a:cubicBezTo>
                    <a:pt x="267713" y="40803"/>
                    <a:pt x="267689" y="33719"/>
                    <a:pt x="268010" y="26789"/>
                  </a:cubicBezTo>
                  <a:cubicBezTo>
                    <a:pt x="267343" y="26670"/>
                    <a:pt x="263331" y="26230"/>
                    <a:pt x="265867" y="25658"/>
                  </a:cubicBezTo>
                  <a:cubicBezTo>
                    <a:pt x="265950" y="25479"/>
                    <a:pt x="266212" y="25539"/>
                    <a:pt x="266379" y="25503"/>
                  </a:cubicBezTo>
                  <a:cubicBezTo>
                    <a:pt x="266510" y="25396"/>
                    <a:pt x="266641" y="25301"/>
                    <a:pt x="266772" y="25194"/>
                  </a:cubicBezTo>
                  <a:cubicBezTo>
                    <a:pt x="266796" y="25146"/>
                    <a:pt x="266808" y="25110"/>
                    <a:pt x="266820" y="25063"/>
                  </a:cubicBezTo>
                  <a:cubicBezTo>
                    <a:pt x="258283" y="23932"/>
                    <a:pt x="263962" y="23515"/>
                    <a:pt x="268260" y="22312"/>
                  </a:cubicBezTo>
                  <a:cubicBezTo>
                    <a:pt x="268415" y="19919"/>
                    <a:pt x="268856" y="15300"/>
                    <a:pt x="268856" y="15300"/>
                  </a:cubicBezTo>
                  <a:lnTo>
                    <a:pt x="254901" y="1453"/>
                  </a:lnTo>
                  <a:cubicBezTo>
                    <a:pt x="254901" y="1453"/>
                    <a:pt x="251413" y="1679"/>
                    <a:pt x="249615" y="1774"/>
                  </a:cubicBezTo>
                  <a:cubicBezTo>
                    <a:pt x="249746" y="1167"/>
                    <a:pt x="249889" y="572"/>
                    <a:pt x="250020" y="0"/>
                  </a:cubicBezTo>
                  <a:lnTo>
                    <a:pt x="250020" y="0"/>
                  </a:lnTo>
                  <a:cubicBezTo>
                    <a:pt x="240828" y="929"/>
                    <a:pt x="233577" y="1572"/>
                    <a:pt x="225017" y="1929"/>
                  </a:cubicBezTo>
                  <a:cubicBezTo>
                    <a:pt x="224814" y="2179"/>
                    <a:pt x="224600" y="2441"/>
                    <a:pt x="224386" y="2715"/>
                  </a:cubicBezTo>
                  <a:cubicBezTo>
                    <a:pt x="223731" y="2953"/>
                    <a:pt x="223112" y="3274"/>
                    <a:pt x="222647" y="3751"/>
                  </a:cubicBezTo>
                  <a:cubicBezTo>
                    <a:pt x="222755" y="3346"/>
                    <a:pt x="222945" y="2774"/>
                    <a:pt x="223219" y="2000"/>
                  </a:cubicBezTo>
                  <a:cubicBezTo>
                    <a:pt x="223094" y="1992"/>
                    <a:pt x="222968" y="1988"/>
                    <a:pt x="222843" y="1988"/>
                  </a:cubicBezTo>
                  <a:cubicBezTo>
                    <a:pt x="221740" y="1988"/>
                    <a:pt x="220632" y="2285"/>
                    <a:pt x="219537" y="2285"/>
                  </a:cubicBezTo>
                  <a:cubicBezTo>
                    <a:pt x="219371" y="2285"/>
                    <a:pt x="219205" y="2278"/>
                    <a:pt x="219040" y="2262"/>
                  </a:cubicBezTo>
                  <a:cubicBezTo>
                    <a:pt x="218567" y="2506"/>
                    <a:pt x="218202" y="2952"/>
                    <a:pt x="217926" y="2952"/>
                  </a:cubicBezTo>
                  <a:cubicBezTo>
                    <a:pt x="217744" y="2952"/>
                    <a:pt x="217601" y="2757"/>
                    <a:pt x="217492" y="2179"/>
                  </a:cubicBezTo>
                  <a:cubicBezTo>
                    <a:pt x="216420" y="2203"/>
                    <a:pt x="215337" y="2227"/>
                    <a:pt x="214218" y="2239"/>
                  </a:cubicBezTo>
                  <a:cubicBezTo>
                    <a:pt x="210515" y="2179"/>
                    <a:pt x="207169" y="2084"/>
                    <a:pt x="204002" y="1965"/>
                  </a:cubicBezTo>
                  <a:cubicBezTo>
                    <a:pt x="203967" y="2131"/>
                    <a:pt x="203943" y="2298"/>
                    <a:pt x="203919" y="2453"/>
                  </a:cubicBezTo>
                  <a:cubicBezTo>
                    <a:pt x="203550" y="2560"/>
                    <a:pt x="203181" y="2679"/>
                    <a:pt x="202824" y="2822"/>
                  </a:cubicBezTo>
                  <a:cubicBezTo>
                    <a:pt x="202776" y="2548"/>
                    <a:pt x="202728" y="2239"/>
                    <a:pt x="202681" y="1905"/>
                  </a:cubicBezTo>
                  <a:cubicBezTo>
                    <a:pt x="194453" y="1524"/>
                    <a:pt x="187357" y="905"/>
                    <a:pt x="178440" y="0"/>
                  </a:cubicBezTo>
                  <a:lnTo>
                    <a:pt x="178440" y="0"/>
                  </a:lnTo>
                  <a:cubicBezTo>
                    <a:pt x="178582" y="572"/>
                    <a:pt x="178713" y="1167"/>
                    <a:pt x="178844" y="1774"/>
                  </a:cubicBezTo>
                  <a:cubicBezTo>
                    <a:pt x="175773" y="1607"/>
                    <a:pt x="172832" y="1417"/>
                    <a:pt x="169831" y="1179"/>
                  </a:cubicBezTo>
                  <a:cubicBezTo>
                    <a:pt x="169927" y="774"/>
                    <a:pt x="170010" y="381"/>
                    <a:pt x="170105" y="0"/>
                  </a:cubicBezTo>
                  <a:lnTo>
                    <a:pt x="170105" y="0"/>
                  </a:lnTo>
                  <a:cubicBezTo>
                    <a:pt x="167843" y="226"/>
                    <a:pt x="165700" y="441"/>
                    <a:pt x="163628" y="631"/>
                  </a:cubicBezTo>
                  <a:cubicBezTo>
                    <a:pt x="161556" y="441"/>
                    <a:pt x="159413" y="226"/>
                    <a:pt x="157163" y="0"/>
                  </a:cubicBezTo>
                  <a:lnTo>
                    <a:pt x="157163" y="0"/>
                  </a:lnTo>
                  <a:cubicBezTo>
                    <a:pt x="157246" y="381"/>
                    <a:pt x="157342" y="774"/>
                    <a:pt x="157425" y="1179"/>
                  </a:cubicBezTo>
                  <a:cubicBezTo>
                    <a:pt x="153377" y="1500"/>
                    <a:pt x="149400" y="1750"/>
                    <a:pt x="145102" y="1929"/>
                  </a:cubicBezTo>
                  <a:cubicBezTo>
                    <a:pt x="144154" y="3043"/>
                    <a:pt x="143049" y="4616"/>
                    <a:pt x="142712" y="4616"/>
                  </a:cubicBezTo>
                  <a:cubicBezTo>
                    <a:pt x="142491" y="4616"/>
                    <a:pt x="142601" y="3936"/>
                    <a:pt x="143304" y="2000"/>
                  </a:cubicBezTo>
                  <a:cubicBezTo>
                    <a:pt x="143179" y="1992"/>
                    <a:pt x="143053" y="1988"/>
                    <a:pt x="142928" y="1988"/>
                  </a:cubicBezTo>
                  <a:cubicBezTo>
                    <a:pt x="141825" y="1988"/>
                    <a:pt x="140718" y="2285"/>
                    <a:pt x="139622" y="2285"/>
                  </a:cubicBezTo>
                  <a:cubicBezTo>
                    <a:pt x="139456" y="2285"/>
                    <a:pt x="139290" y="2278"/>
                    <a:pt x="139125" y="2262"/>
                  </a:cubicBezTo>
                  <a:cubicBezTo>
                    <a:pt x="138780" y="2441"/>
                    <a:pt x="138494" y="2715"/>
                    <a:pt x="138256" y="2858"/>
                  </a:cubicBezTo>
                  <a:lnTo>
                    <a:pt x="138256" y="2250"/>
                  </a:lnTo>
                  <a:cubicBezTo>
                    <a:pt x="138030" y="2250"/>
                    <a:pt x="137803" y="2239"/>
                    <a:pt x="137589" y="2239"/>
                  </a:cubicBezTo>
                  <a:cubicBezTo>
                    <a:pt x="137577" y="2215"/>
                    <a:pt x="137577" y="2203"/>
                    <a:pt x="137565" y="2179"/>
                  </a:cubicBezTo>
                  <a:cubicBezTo>
                    <a:pt x="137041" y="2191"/>
                    <a:pt x="136494" y="2203"/>
                    <a:pt x="135946" y="2215"/>
                  </a:cubicBezTo>
                  <a:cubicBezTo>
                    <a:pt x="135410" y="2203"/>
                    <a:pt x="134863" y="2191"/>
                    <a:pt x="134327" y="2179"/>
                  </a:cubicBezTo>
                  <a:cubicBezTo>
                    <a:pt x="134327" y="2203"/>
                    <a:pt x="134327" y="2215"/>
                    <a:pt x="134315" y="2239"/>
                  </a:cubicBezTo>
                  <a:cubicBezTo>
                    <a:pt x="134089" y="2239"/>
                    <a:pt x="133874" y="2250"/>
                    <a:pt x="133648" y="2250"/>
                  </a:cubicBezTo>
                  <a:lnTo>
                    <a:pt x="133648" y="2858"/>
                  </a:lnTo>
                  <a:cubicBezTo>
                    <a:pt x="133410" y="2715"/>
                    <a:pt x="133124" y="2441"/>
                    <a:pt x="132779" y="2262"/>
                  </a:cubicBezTo>
                  <a:cubicBezTo>
                    <a:pt x="132604" y="2280"/>
                    <a:pt x="132429" y="2288"/>
                    <a:pt x="132254" y="2288"/>
                  </a:cubicBezTo>
                  <a:cubicBezTo>
                    <a:pt x="131165" y="2288"/>
                    <a:pt x="130064" y="1988"/>
                    <a:pt x="128968" y="1988"/>
                  </a:cubicBezTo>
                  <a:cubicBezTo>
                    <a:pt x="128845" y="1988"/>
                    <a:pt x="128723" y="1992"/>
                    <a:pt x="128600" y="2000"/>
                  </a:cubicBezTo>
                  <a:cubicBezTo>
                    <a:pt x="129303" y="3936"/>
                    <a:pt x="129413" y="4616"/>
                    <a:pt x="129192" y="4616"/>
                  </a:cubicBezTo>
                  <a:cubicBezTo>
                    <a:pt x="128855" y="4616"/>
                    <a:pt x="127750" y="3043"/>
                    <a:pt x="126802" y="1929"/>
                  </a:cubicBezTo>
                  <a:cubicBezTo>
                    <a:pt x="122492" y="1750"/>
                    <a:pt x="118527" y="1500"/>
                    <a:pt x="114467" y="1179"/>
                  </a:cubicBezTo>
                  <a:cubicBezTo>
                    <a:pt x="114562" y="774"/>
                    <a:pt x="114646" y="381"/>
                    <a:pt x="114741" y="0"/>
                  </a:cubicBezTo>
                  <a:lnTo>
                    <a:pt x="114741" y="0"/>
                  </a:lnTo>
                  <a:cubicBezTo>
                    <a:pt x="112491" y="226"/>
                    <a:pt x="110348" y="441"/>
                    <a:pt x="108276" y="631"/>
                  </a:cubicBezTo>
                  <a:cubicBezTo>
                    <a:pt x="106192" y="441"/>
                    <a:pt x="104061" y="226"/>
                    <a:pt x="101799" y="0"/>
                  </a:cubicBezTo>
                  <a:lnTo>
                    <a:pt x="101799" y="0"/>
                  </a:lnTo>
                  <a:cubicBezTo>
                    <a:pt x="101894" y="381"/>
                    <a:pt x="101978" y="774"/>
                    <a:pt x="102073" y="1179"/>
                  </a:cubicBezTo>
                  <a:cubicBezTo>
                    <a:pt x="99072" y="1417"/>
                    <a:pt x="96132" y="1607"/>
                    <a:pt x="93060" y="1774"/>
                  </a:cubicBezTo>
                  <a:cubicBezTo>
                    <a:pt x="93191" y="1167"/>
                    <a:pt x="93322" y="572"/>
                    <a:pt x="93465" y="0"/>
                  </a:cubicBezTo>
                  <a:lnTo>
                    <a:pt x="93465" y="0"/>
                  </a:lnTo>
                  <a:cubicBezTo>
                    <a:pt x="84535" y="905"/>
                    <a:pt x="77439" y="1524"/>
                    <a:pt x="69212" y="1905"/>
                  </a:cubicBezTo>
                  <a:cubicBezTo>
                    <a:pt x="69164" y="2239"/>
                    <a:pt x="69116" y="2548"/>
                    <a:pt x="69081" y="2822"/>
                  </a:cubicBezTo>
                  <a:cubicBezTo>
                    <a:pt x="68723" y="2667"/>
                    <a:pt x="68342" y="2548"/>
                    <a:pt x="67973" y="2453"/>
                  </a:cubicBezTo>
                  <a:cubicBezTo>
                    <a:pt x="67950" y="2298"/>
                    <a:pt x="67926" y="2131"/>
                    <a:pt x="67902" y="1953"/>
                  </a:cubicBezTo>
                  <a:cubicBezTo>
                    <a:pt x="64735" y="2084"/>
                    <a:pt x="61377" y="2179"/>
                    <a:pt x="57686" y="2239"/>
                  </a:cubicBezTo>
                  <a:cubicBezTo>
                    <a:pt x="56567" y="2227"/>
                    <a:pt x="55472" y="2203"/>
                    <a:pt x="54412" y="2179"/>
                  </a:cubicBezTo>
                  <a:cubicBezTo>
                    <a:pt x="54303" y="2757"/>
                    <a:pt x="54160" y="2952"/>
                    <a:pt x="53977" y="2952"/>
                  </a:cubicBezTo>
                  <a:cubicBezTo>
                    <a:pt x="53701" y="2952"/>
                    <a:pt x="53333" y="2506"/>
                    <a:pt x="52852" y="2262"/>
                  </a:cubicBezTo>
                  <a:cubicBezTo>
                    <a:pt x="52687" y="2278"/>
                    <a:pt x="52522" y="2285"/>
                    <a:pt x="52356" y="2285"/>
                  </a:cubicBezTo>
                  <a:cubicBezTo>
                    <a:pt x="51262" y="2285"/>
                    <a:pt x="50161" y="1988"/>
                    <a:pt x="49052" y="1988"/>
                  </a:cubicBezTo>
                  <a:cubicBezTo>
                    <a:pt x="48926" y="1988"/>
                    <a:pt x="48800" y="1992"/>
                    <a:pt x="48673" y="2000"/>
                  </a:cubicBezTo>
                  <a:cubicBezTo>
                    <a:pt x="48959" y="2774"/>
                    <a:pt x="49138" y="3346"/>
                    <a:pt x="49257" y="3751"/>
                  </a:cubicBezTo>
                  <a:cubicBezTo>
                    <a:pt x="48792" y="3274"/>
                    <a:pt x="48173" y="2953"/>
                    <a:pt x="47518" y="2703"/>
                  </a:cubicBezTo>
                  <a:cubicBezTo>
                    <a:pt x="47304" y="2441"/>
                    <a:pt x="47090" y="2179"/>
                    <a:pt x="46875" y="1929"/>
                  </a:cubicBezTo>
                  <a:cubicBezTo>
                    <a:pt x="38315" y="1572"/>
                    <a:pt x="31064" y="929"/>
                    <a:pt x="21872" y="0"/>
                  </a:cubicBezTo>
                  <a:lnTo>
                    <a:pt x="21872" y="0"/>
                  </a:lnTo>
                  <a:cubicBezTo>
                    <a:pt x="22015" y="572"/>
                    <a:pt x="22146" y="1167"/>
                    <a:pt x="22277" y="1774"/>
                  </a:cubicBezTo>
                  <a:cubicBezTo>
                    <a:pt x="15098" y="1393"/>
                    <a:pt x="8573" y="810"/>
                    <a:pt x="5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8" name="Google Shape;1498;p81"/>
            <p:cNvSpPr/>
            <p:nvPr/>
          </p:nvSpPr>
          <p:spPr>
            <a:xfrm>
              <a:off x="283950" y="193150"/>
              <a:ext cx="8615526" cy="4752359"/>
            </a:xfrm>
            <a:custGeom>
              <a:rect b="b" l="l" r="r" t="t"/>
              <a:pathLst>
                <a:path extrusionOk="0" h="146757" w="269046">
                  <a:moveTo>
                    <a:pt x="21241" y="131"/>
                  </a:moveTo>
                  <a:cubicBezTo>
                    <a:pt x="20884" y="346"/>
                    <a:pt x="20527" y="572"/>
                    <a:pt x="20170" y="798"/>
                  </a:cubicBezTo>
                  <a:cubicBezTo>
                    <a:pt x="20217" y="953"/>
                    <a:pt x="20253" y="1120"/>
                    <a:pt x="20289" y="1286"/>
                  </a:cubicBezTo>
                  <a:cubicBezTo>
                    <a:pt x="20860" y="929"/>
                    <a:pt x="21432" y="560"/>
                    <a:pt x="22015" y="203"/>
                  </a:cubicBezTo>
                  <a:cubicBezTo>
                    <a:pt x="21753" y="179"/>
                    <a:pt x="21503" y="155"/>
                    <a:pt x="21241" y="131"/>
                  </a:cubicBezTo>
                  <a:close/>
                  <a:moveTo>
                    <a:pt x="18777" y="1691"/>
                  </a:moveTo>
                  <a:cubicBezTo>
                    <a:pt x="18515" y="1858"/>
                    <a:pt x="18265" y="2012"/>
                    <a:pt x="18015" y="2179"/>
                  </a:cubicBezTo>
                  <a:cubicBezTo>
                    <a:pt x="11788" y="6263"/>
                    <a:pt x="6156" y="10644"/>
                    <a:pt x="1155" y="15252"/>
                  </a:cubicBezTo>
                  <a:cubicBezTo>
                    <a:pt x="1179" y="15455"/>
                    <a:pt x="1203" y="15657"/>
                    <a:pt x="1215" y="15848"/>
                  </a:cubicBezTo>
                  <a:cubicBezTo>
                    <a:pt x="6263" y="11156"/>
                    <a:pt x="11966" y="6727"/>
                    <a:pt x="18277" y="2584"/>
                  </a:cubicBezTo>
                  <a:cubicBezTo>
                    <a:pt x="18705" y="2298"/>
                    <a:pt x="19146" y="2012"/>
                    <a:pt x="19574" y="1739"/>
                  </a:cubicBezTo>
                  <a:cubicBezTo>
                    <a:pt x="19312" y="1727"/>
                    <a:pt x="19039" y="1703"/>
                    <a:pt x="18777" y="1691"/>
                  </a:cubicBezTo>
                  <a:close/>
                  <a:moveTo>
                    <a:pt x="257199" y="5608"/>
                  </a:moveTo>
                  <a:cubicBezTo>
                    <a:pt x="259819" y="11180"/>
                    <a:pt x="262128" y="16943"/>
                    <a:pt x="264105" y="22884"/>
                  </a:cubicBezTo>
                  <a:cubicBezTo>
                    <a:pt x="264307" y="22836"/>
                    <a:pt x="264522" y="22789"/>
                    <a:pt x="264736" y="22741"/>
                  </a:cubicBezTo>
                  <a:cubicBezTo>
                    <a:pt x="262950" y="17360"/>
                    <a:pt x="260890" y="12085"/>
                    <a:pt x="258557" y="6942"/>
                  </a:cubicBezTo>
                  <a:lnTo>
                    <a:pt x="257199" y="5608"/>
                  </a:lnTo>
                  <a:close/>
                  <a:moveTo>
                    <a:pt x="234685" y="1239"/>
                  </a:moveTo>
                  <a:cubicBezTo>
                    <a:pt x="234423" y="1262"/>
                    <a:pt x="234149" y="1286"/>
                    <a:pt x="233887" y="1298"/>
                  </a:cubicBezTo>
                  <a:cubicBezTo>
                    <a:pt x="234554" y="1727"/>
                    <a:pt x="235220" y="2143"/>
                    <a:pt x="235875" y="2584"/>
                  </a:cubicBezTo>
                  <a:cubicBezTo>
                    <a:pt x="245662" y="9001"/>
                    <a:pt x="253961" y="16145"/>
                    <a:pt x="260676" y="23813"/>
                  </a:cubicBezTo>
                  <a:cubicBezTo>
                    <a:pt x="260783" y="23741"/>
                    <a:pt x="260938" y="23682"/>
                    <a:pt x="261140" y="23610"/>
                  </a:cubicBezTo>
                  <a:cubicBezTo>
                    <a:pt x="254377" y="15871"/>
                    <a:pt x="246007" y="8656"/>
                    <a:pt x="236137" y="2179"/>
                  </a:cubicBezTo>
                  <a:cubicBezTo>
                    <a:pt x="235649" y="1870"/>
                    <a:pt x="235173" y="1548"/>
                    <a:pt x="234685" y="1239"/>
                  </a:cubicBezTo>
                  <a:close/>
                  <a:moveTo>
                    <a:pt x="264807" y="25051"/>
                  </a:moveTo>
                  <a:lnTo>
                    <a:pt x="264867" y="25218"/>
                  </a:lnTo>
                  <a:cubicBezTo>
                    <a:pt x="264879" y="25218"/>
                    <a:pt x="264879" y="25206"/>
                    <a:pt x="264891" y="25194"/>
                  </a:cubicBezTo>
                  <a:cubicBezTo>
                    <a:pt x="264914" y="25158"/>
                    <a:pt x="264926" y="25111"/>
                    <a:pt x="264938" y="25075"/>
                  </a:cubicBezTo>
                  <a:cubicBezTo>
                    <a:pt x="264891" y="25063"/>
                    <a:pt x="264855" y="25063"/>
                    <a:pt x="264807" y="25051"/>
                  </a:cubicBezTo>
                  <a:close/>
                  <a:moveTo>
                    <a:pt x="265319" y="26670"/>
                  </a:moveTo>
                  <a:lnTo>
                    <a:pt x="265319" y="26670"/>
                  </a:lnTo>
                  <a:cubicBezTo>
                    <a:pt x="265557" y="27480"/>
                    <a:pt x="265807" y="28290"/>
                    <a:pt x="266034" y="29099"/>
                  </a:cubicBezTo>
                  <a:cubicBezTo>
                    <a:pt x="266057" y="28444"/>
                    <a:pt x="266081" y="27789"/>
                    <a:pt x="266117" y="27135"/>
                  </a:cubicBezTo>
                  <a:cubicBezTo>
                    <a:pt x="266081" y="27016"/>
                    <a:pt x="266046" y="26896"/>
                    <a:pt x="266010" y="26777"/>
                  </a:cubicBezTo>
                  <a:cubicBezTo>
                    <a:pt x="265843" y="26754"/>
                    <a:pt x="265593" y="26718"/>
                    <a:pt x="265319" y="26670"/>
                  </a:cubicBezTo>
                  <a:close/>
                  <a:moveTo>
                    <a:pt x="261188" y="24408"/>
                  </a:moveTo>
                  <a:lnTo>
                    <a:pt x="261188" y="24408"/>
                  </a:lnTo>
                  <a:cubicBezTo>
                    <a:pt x="262902" y="26396"/>
                    <a:pt x="264498" y="28409"/>
                    <a:pt x="265998" y="30456"/>
                  </a:cubicBezTo>
                  <a:cubicBezTo>
                    <a:pt x="265998" y="30195"/>
                    <a:pt x="266010" y="29944"/>
                    <a:pt x="266022" y="29683"/>
                  </a:cubicBezTo>
                  <a:cubicBezTo>
                    <a:pt x="265153" y="28516"/>
                    <a:pt x="264260" y="27361"/>
                    <a:pt x="263331" y="26218"/>
                  </a:cubicBezTo>
                  <a:cubicBezTo>
                    <a:pt x="263200" y="26158"/>
                    <a:pt x="263140" y="26087"/>
                    <a:pt x="263164" y="26015"/>
                  </a:cubicBezTo>
                  <a:cubicBezTo>
                    <a:pt x="262771" y="25539"/>
                    <a:pt x="262378" y="25075"/>
                    <a:pt x="261986" y="24599"/>
                  </a:cubicBezTo>
                  <a:cubicBezTo>
                    <a:pt x="261664" y="24539"/>
                    <a:pt x="261402" y="24468"/>
                    <a:pt x="261188" y="24408"/>
                  </a:cubicBezTo>
                  <a:close/>
                  <a:moveTo>
                    <a:pt x="127076" y="17431"/>
                  </a:moveTo>
                  <a:cubicBezTo>
                    <a:pt x="133339" y="17431"/>
                    <a:pt x="139506" y="17574"/>
                    <a:pt x="145578" y="17848"/>
                  </a:cubicBezTo>
                  <a:cubicBezTo>
                    <a:pt x="146150" y="29278"/>
                    <a:pt x="146554" y="41363"/>
                    <a:pt x="146769" y="53924"/>
                  </a:cubicBezTo>
                  <a:cubicBezTo>
                    <a:pt x="140292" y="53816"/>
                    <a:pt x="133720" y="53769"/>
                    <a:pt x="127076" y="53769"/>
                  </a:cubicBezTo>
                  <a:cubicBezTo>
                    <a:pt x="120432" y="53769"/>
                    <a:pt x="113860" y="53816"/>
                    <a:pt x="107371" y="53924"/>
                  </a:cubicBezTo>
                  <a:cubicBezTo>
                    <a:pt x="107585" y="41363"/>
                    <a:pt x="107990" y="29278"/>
                    <a:pt x="108562" y="17848"/>
                  </a:cubicBezTo>
                  <a:cubicBezTo>
                    <a:pt x="114634" y="17574"/>
                    <a:pt x="120813" y="17431"/>
                    <a:pt x="127076" y="17431"/>
                  </a:cubicBezTo>
                  <a:close/>
                  <a:moveTo>
                    <a:pt x="108359" y="17848"/>
                  </a:moveTo>
                  <a:cubicBezTo>
                    <a:pt x="107776" y="29385"/>
                    <a:pt x="107371" y="41482"/>
                    <a:pt x="107169" y="53924"/>
                  </a:cubicBezTo>
                  <a:cubicBezTo>
                    <a:pt x="94727" y="54138"/>
                    <a:pt x="82630" y="54531"/>
                    <a:pt x="71093" y="55114"/>
                  </a:cubicBezTo>
                  <a:cubicBezTo>
                    <a:pt x="71617" y="43244"/>
                    <a:pt x="72640" y="31766"/>
                    <a:pt x="74117" y="20872"/>
                  </a:cubicBezTo>
                  <a:cubicBezTo>
                    <a:pt x="85011" y="19407"/>
                    <a:pt x="96477" y="18384"/>
                    <a:pt x="108359" y="17848"/>
                  </a:cubicBezTo>
                  <a:close/>
                  <a:moveTo>
                    <a:pt x="145792" y="17860"/>
                  </a:moveTo>
                  <a:lnTo>
                    <a:pt x="145792" y="17860"/>
                  </a:lnTo>
                  <a:cubicBezTo>
                    <a:pt x="157675" y="18384"/>
                    <a:pt x="169141" y="19407"/>
                    <a:pt x="180035" y="20884"/>
                  </a:cubicBezTo>
                  <a:cubicBezTo>
                    <a:pt x="181499" y="31766"/>
                    <a:pt x="182523" y="43244"/>
                    <a:pt x="183059" y="55114"/>
                  </a:cubicBezTo>
                  <a:cubicBezTo>
                    <a:pt x="171522" y="54531"/>
                    <a:pt x="159425" y="54138"/>
                    <a:pt x="146983" y="53924"/>
                  </a:cubicBezTo>
                  <a:cubicBezTo>
                    <a:pt x="146781" y="41482"/>
                    <a:pt x="146376" y="29385"/>
                    <a:pt x="145792" y="17860"/>
                  </a:cubicBezTo>
                  <a:close/>
                  <a:moveTo>
                    <a:pt x="73724" y="20931"/>
                  </a:moveTo>
                  <a:lnTo>
                    <a:pt x="73724" y="20931"/>
                  </a:lnTo>
                  <a:cubicBezTo>
                    <a:pt x="72259" y="31909"/>
                    <a:pt x="71247" y="43375"/>
                    <a:pt x="70724" y="55138"/>
                  </a:cubicBezTo>
                  <a:cubicBezTo>
                    <a:pt x="54805" y="55948"/>
                    <a:pt x="39958" y="57103"/>
                    <a:pt x="26742" y="58579"/>
                  </a:cubicBezTo>
                  <a:cubicBezTo>
                    <a:pt x="27373" y="48816"/>
                    <a:pt x="28599" y="39255"/>
                    <a:pt x="30397" y="29992"/>
                  </a:cubicBezTo>
                  <a:cubicBezTo>
                    <a:pt x="43292" y="26158"/>
                    <a:pt x="57901" y="23086"/>
                    <a:pt x="73724" y="20931"/>
                  </a:cubicBezTo>
                  <a:close/>
                  <a:moveTo>
                    <a:pt x="180416" y="20931"/>
                  </a:moveTo>
                  <a:lnTo>
                    <a:pt x="180416" y="20931"/>
                  </a:lnTo>
                  <a:cubicBezTo>
                    <a:pt x="196251" y="23086"/>
                    <a:pt x="210860" y="26170"/>
                    <a:pt x="223755" y="29992"/>
                  </a:cubicBezTo>
                  <a:cubicBezTo>
                    <a:pt x="225552" y="39255"/>
                    <a:pt x="226779" y="48816"/>
                    <a:pt x="227410" y="58579"/>
                  </a:cubicBezTo>
                  <a:cubicBezTo>
                    <a:pt x="214194" y="57103"/>
                    <a:pt x="199335" y="55948"/>
                    <a:pt x="183416" y="55138"/>
                  </a:cubicBezTo>
                  <a:cubicBezTo>
                    <a:pt x="182904" y="43375"/>
                    <a:pt x="181892" y="31909"/>
                    <a:pt x="180416" y="20931"/>
                  </a:cubicBezTo>
                  <a:close/>
                  <a:moveTo>
                    <a:pt x="70724" y="55352"/>
                  </a:moveTo>
                  <a:cubicBezTo>
                    <a:pt x="70450" y="61436"/>
                    <a:pt x="70319" y="67616"/>
                    <a:pt x="70319" y="73843"/>
                  </a:cubicBezTo>
                  <a:cubicBezTo>
                    <a:pt x="70319" y="80070"/>
                    <a:pt x="70450" y="86237"/>
                    <a:pt x="70724" y="92321"/>
                  </a:cubicBezTo>
                  <a:cubicBezTo>
                    <a:pt x="54543" y="91500"/>
                    <a:pt x="39696" y="90333"/>
                    <a:pt x="26730" y="88892"/>
                  </a:cubicBezTo>
                  <a:cubicBezTo>
                    <a:pt x="26420" y="83915"/>
                    <a:pt x="26254" y="78891"/>
                    <a:pt x="26254" y="73843"/>
                  </a:cubicBezTo>
                  <a:cubicBezTo>
                    <a:pt x="26254" y="68783"/>
                    <a:pt x="26420" y="63758"/>
                    <a:pt x="26730" y="58781"/>
                  </a:cubicBezTo>
                  <a:cubicBezTo>
                    <a:pt x="39696" y="57341"/>
                    <a:pt x="54543" y="56174"/>
                    <a:pt x="70724" y="55352"/>
                  </a:cubicBezTo>
                  <a:close/>
                  <a:moveTo>
                    <a:pt x="183428" y="55352"/>
                  </a:moveTo>
                  <a:cubicBezTo>
                    <a:pt x="199609" y="56174"/>
                    <a:pt x="214444" y="57341"/>
                    <a:pt x="227410" y="58781"/>
                  </a:cubicBezTo>
                  <a:cubicBezTo>
                    <a:pt x="227731" y="63758"/>
                    <a:pt x="227886" y="68783"/>
                    <a:pt x="227886" y="73843"/>
                  </a:cubicBezTo>
                  <a:cubicBezTo>
                    <a:pt x="227886" y="78903"/>
                    <a:pt x="227731" y="83915"/>
                    <a:pt x="227410" y="88892"/>
                  </a:cubicBezTo>
                  <a:cubicBezTo>
                    <a:pt x="214444" y="90333"/>
                    <a:pt x="199609" y="91500"/>
                    <a:pt x="183428" y="92321"/>
                  </a:cubicBezTo>
                  <a:cubicBezTo>
                    <a:pt x="183690" y="86237"/>
                    <a:pt x="183833" y="80070"/>
                    <a:pt x="183833" y="73843"/>
                  </a:cubicBezTo>
                  <a:cubicBezTo>
                    <a:pt x="183833" y="67616"/>
                    <a:pt x="183690" y="61436"/>
                    <a:pt x="183428" y="55352"/>
                  </a:cubicBezTo>
                  <a:close/>
                  <a:moveTo>
                    <a:pt x="107157" y="54138"/>
                  </a:moveTo>
                  <a:cubicBezTo>
                    <a:pt x="107050" y="60627"/>
                    <a:pt x="107002" y="67199"/>
                    <a:pt x="107002" y="73843"/>
                  </a:cubicBezTo>
                  <a:cubicBezTo>
                    <a:pt x="107002" y="80475"/>
                    <a:pt x="107050" y="87047"/>
                    <a:pt x="107157" y="93536"/>
                  </a:cubicBezTo>
                  <a:cubicBezTo>
                    <a:pt x="94596" y="93321"/>
                    <a:pt x="82511" y="92917"/>
                    <a:pt x="71081" y="92345"/>
                  </a:cubicBezTo>
                  <a:cubicBezTo>
                    <a:pt x="70807" y="86273"/>
                    <a:pt x="70676" y="80105"/>
                    <a:pt x="70676" y="73843"/>
                  </a:cubicBezTo>
                  <a:cubicBezTo>
                    <a:pt x="70676" y="67580"/>
                    <a:pt x="70807" y="61401"/>
                    <a:pt x="71081" y="55329"/>
                  </a:cubicBezTo>
                  <a:cubicBezTo>
                    <a:pt x="82511" y="54757"/>
                    <a:pt x="94596" y="54352"/>
                    <a:pt x="107157" y="54138"/>
                  </a:cubicBezTo>
                  <a:close/>
                  <a:moveTo>
                    <a:pt x="146983" y="54138"/>
                  </a:moveTo>
                  <a:cubicBezTo>
                    <a:pt x="159544" y="54352"/>
                    <a:pt x="171641" y="54757"/>
                    <a:pt x="183071" y="55329"/>
                  </a:cubicBezTo>
                  <a:cubicBezTo>
                    <a:pt x="183333" y="61401"/>
                    <a:pt x="183476" y="67568"/>
                    <a:pt x="183476" y="73831"/>
                  </a:cubicBezTo>
                  <a:cubicBezTo>
                    <a:pt x="183476" y="80094"/>
                    <a:pt x="183333" y="86273"/>
                    <a:pt x="183071" y="92345"/>
                  </a:cubicBezTo>
                  <a:cubicBezTo>
                    <a:pt x="171641" y="92917"/>
                    <a:pt x="159544" y="93321"/>
                    <a:pt x="146983" y="93536"/>
                  </a:cubicBezTo>
                  <a:cubicBezTo>
                    <a:pt x="147090" y="87047"/>
                    <a:pt x="147150" y="80475"/>
                    <a:pt x="147150" y="73843"/>
                  </a:cubicBezTo>
                  <a:cubicBezTo>
                    <a:pt x="147150" y="67199"/>
                    <a:pt x="147090" y="60627"/>
                    <a:pt x="146983" y="54138"/>
                  </a:cubicBezTo>
                  <a:close/>
                  <a:moveTo>
                    <a:pt x="127076" y="53971"/>
                  </a:moveTo>
                  <a:cubicBezTo>
                    <a:pt x="133743" y="53971"/>
                    <a:pt x="140327" y="54031"/>
                    <a:pt x="146781" y="54138"/>
                  </a:cubicBezTo>
                  <a:cubicBezTo>
                    <a:pt x="146876" y="60591"/>
                    <a:pt x="146935" y="67163"/>
                    <a:pt x="146935" y="73843"/>
                  </a:cubicBezTo>
                  <a:cubicBezTo>
                    <a:pt x="146935" y="80510"/>
                    <a:pt x="146888" y="87082"/>
                    <a:pt x="146781" y="93536"/>
                  </a:cubicBezTo>
                  <a:cubicBezTo>
                    <a:pt x="140327" y="93643"/>
                    <a:pt x="133743" y="93702"/>
                    <a:pt x="127076" y="93702"/>
                  </a:cubicBezTo>
                  <a:cubicBezTo>
                    <a:pt x="120396" y="93702"/>
                    <a:pt x="113824" y="93643"/>
                    <a:pt x="107371" y="93536"/>
                  </a:cubicBezTo>
                  <a:cubicBezTo>
                    <a:pt x="107264" y="87082"/>
                    <a:pt x="107204" y="80510"/>
                    <a:pt x="107204" y="73843"/>
                  </a:cubicBezTo>
                  <a:cubicBezTo>
                    <a:pt x="107204" y="67163"/>
                    <a:pt x="107264" y="60591"/>
                    <a:pt x="107371" y="54138"/>
                  </a:cubicBezTo>
                  <a:cubicBezTo>
                    <a:pt x="113824" y="54031"/>
                    <a:pt x="120396" y="53971"/>
                    <a:pt x="127076" y="53971"/>
                  </a:cubicBezTo>
                  <a:close/>
                  <a:moveTo>
                    <a:pt x="48" y="105632"/>
                  </a:moveTo>
                  <a:cubicBezTo>
                    <a:pt x="36" y="105716"/>
                    <a:pt x="12" y="105811"/>
                    <a:pt x="0" y="105894"/>
                  </a:cubicBezTo>
                  <a:cubicBezTo>
                    <a:pt x="155" y="105882"/>
                    <a:pt x="310" y="105870"/>
                    <a:pt x="477" y="105859"/>
                  </a:cubicBezTo>
                  <a:cubicBezTo>
                    <a:pt x="334" y="105775"/>
                    <a:pt x="191" y="105704"/>
                    <a:pt x="48" y="105632"/>
                  </a:cubicBezTo>
                  <a:close/>
                  <a:moveTo>
                    <a:pt x="26742" y="89095"/>
                  </a:moveTo>
                  <a:cubicBezTo>
                    <a:pt x="39958" y="90571"/>
                    <a:pt x="54805" y="91726"/>
                    <a:pt x="70724" y="92536"/>
                  </a:cubicBezTo>
                  <a:cubicBezTo>
                    <a:pt x="71247" y="104299"/>
                    <a:pt x="72259" y="115765"/>
                    <a:pt x="73724" y="126742"/>
                  </a:cubicBezTo>
                  <a:cubicBezTo>
                    <a:pt x="57901" y="124587"/>
                    <a:pt x="43292" y="121515"/>
                    <a:pt x="30397" y="117681"/>
                  </a:cubicBezTo>
                  <a:cubicBezTo>
                    <a:pt x="28599" y="108418"/>
                    <a:pt x="27373" y="98858"/>
                    <a:pt x="26742" y="89095"/>
                  </a:cubicBezTo>
                  <a:close/>
                  <a:moveTo>
                    <a:pt x="227410" y="89095"/>
                  </a:moveTo>
                  <a:cubicBezTo>
                    <a:pt x="226779" y="98858"/>
                    <a:pt x="225552" y="108418"/>
                    <a:pt x="223755" y="117681"/>
                  </a:cubicBezTo>
                  <a:cubicBezTo>
                    <a:pt x="210860" y="121515"/>
                    <a:pt x="196251" y="124587"/>
                    <a:pt x="180416" y="126742"/>
                  </a:cubicBezTo>
                  <a:cubicBezTo>
                    <a:pt x="181892" y="115765"/>
                    <a:pt x="182904" y="104299"/>
                    <a:pt x="183416" y="92536"/>
                  </a:cubicBezTo>
                  <a:cubicBezTo>
                    <a:pt x="199347" y="91726"/>
                    <a:pt x="214194" y="90571"/>
                    <a:pt x="227410" y="89095"/>
                  </a:cubicBezTo>
                  <a:close/>
                  <a:moveTo>
                    <a:pt x="71093" y="92559"/>
                  </a:moveTo>
                  <a:lnTo>
                    <a:pt x="71093" y="92559"/>
                  </a:lnTo>
                  <a:cubicBezTo>
                    <a:pt x="82630" y="93143"/>
                    <a:pt x="94715" y="93536"/>
                    <a:pt x="107169" y="93750"/>
                  </a:cubicBezTo>
                  <a:cubicBezTo>
                    <a:pt x="107371" y="106192"/>
                    <a:pt x="107776" y="118289"/>
                    <a:pt x="108347" y="129826"/>
                  </a:cubicBezTo>
                  <a:cubicBezTo>
                    <a:pt x="96477" y="129290"/>
                    <a:pt x="85011" y="128266"/>
                    <a:pt x="74117" y="126790"/>
                  </a:cubicBezTo>
                  <a:cubicBezTo>
                    <a:pt x="72640" y="115907"/>
                    <a:pt x="71617" y="104442"/>
                    <a:pt x="71093" y="92559"/>
                  </a:cubicBezTo>
                  <a:close/>
                  <a:moveTo>
                    <a:pt x="183059" y="92559"/>
                  </a:moveTo>
                  <a:lnTo>
                    <a:pt x="183059" y="92559"/>
                  </a:lnTo>
                  <a:cubicBezTo>
                    <a:pt x="182523" y="104442"/>
                    <a:pt x="181499" y="115907"/>
                    <a:pt x="180035" y="126802"/>
                  </a:cubicBezTo>
                  <a:cubicBezTo>
                    <a:pt x="169141" y="128266"/>
                    <a:pt x="157675" y="129290"/>
                    <a:pt x="145792" y="129826"/>
                  </a:cubicBezTo>
                  <a:cubicBezTo>
                    <a:pt x="146376" y="118289"/>
                    <a:pt x="146769" y="106192"/>
                    <a:pt x="146983" y="93750"/>
                  </a:cubicBezTo>
                  <a:cubicBezTo>
                    <a:pt x="159425" y="93536"/>
                    <a:pt x="171522" y="93143"/>
                    <a:pt x="183059" y="92559"/>
                  </a:cubicBezTo>
                  <a:close/>
                  <a:moveTo>
                    <a:pt x="107371" y="93750"/>
                  </a:moveTo>
                  <a:cubicBezTo>
                    <a:pt x="113860" y="93857"/>
                    <a:pt x="120432" y="93917"/>
                    <a:pt x="127076" y="93917"/>
                  </a:cubicBezTo>
                  <a:cubicBezTo>
                    <a:pt x="133708" y="93917"/>
                    <a:pt x="140292" y="93857"/>
                    <a:pt x="146769" y="93750"/>
                  </a:cubicBezTo>
                  <a:lnTo>
                    <a:pt x="146769" y="93750"/>
                  </a:lnTo>
                  <a:cubicBezTo>
                    <a:pt x="146566" y="106311"/>
                    <a:pt x="146150" y="118396"/>
                    <a:pt x="145578" y="129826"/>
                  </a:cubicBezTo>
                  <a:cubicBezTo>
                    <a:pt x="139506" y="130100"/>
                    <a:pt x="133339" y="130243"/>
                    <a:pt x="127076" y="130243"/>
                  </a:cubicBezTo>
                  <a:cubicBezTo>
                    <a:pt x="120813" y="130243"/>
                    <a:pt x="114634" y="130100"/>
                    <a:pt x="108574" y="129826"/>
                  </a:cubicBezTo>
                  <a:cubicBezTo>
                    <a:pt x="107990" y="118396"/>
                    <a:pt x="107585" y="106311"/>
                    <a:pt x="107371" y="93750"/>
                  </a:cubicBezTo>
                  <a:close/>
                  <a:moveTo>
                    <a:pt x="266653" y="116300"/>
                  </a:moveTo>
                  <a:lnTo>
                    <a:pt x="266653" y="116300"/>
                  </a:lnTo>
                  <a:cubicBezTo>
                    <a:pt x="259152" y="126861"/>
                    <a:pt x="248817" y="136600"/>
                    <a:pt x="235875" y="145101"/>
                  </a:cubicBezTo>
                  <a:cubicBezTo>
                    <a:pt x="235411" y="145399"/>
                    <a:pt x="234946" y="145697"/>
                    <a:pt x="234482" y="145994"/>
                  </a:cubicBezTo>
                  <a:cubicBezTo>
                    <a:pt x="234756" y="146006"/>
                    <a:pt x="235030" y="146018"/>
                    <a:pt x="235304" y="146030"/>
                  </a:cubicBezTo>
                  <a:cubicBezTo>
                    <a:pt x="235577" y="145852"/>
                    <a:pt x="235851" y="145673"/>
                    <a:pt x="236137" y="145494"/>
                  </a:cubicBezTo>
                  <a:cubicBezTo>
                    <a:pt x="248710" y="137243"/>
                    <a:pt x="258854" y="127814"/>
                    <a:pt x="266319" y="117586"/>
                  </a:cubicBezTo>
                  <a:lnTo>
                    <a:pt x="266319" y="117586"/>
                  </a:lnTo>
                  <a:cubicBezTo>
                    <a:pt x="263533" y="127504"/>
                    <a:pt x="259831" y="137005"/>
                    <a:pt x="255306" y="145971"/>
                  </a:cubicBezTo>
                  <a:cubicBezTo>
                    <a:pt x="255544" y="145983"/>
                    <a:pt x="255794" y="145994"/>
                    <a:pt x="256032" y="146006"/>
                  </a:cubicBezTo>
                  <a:cubicBezTo>
                    <a:pt x="260354" y="137374"/>
                    <a:pt x="263879" y="128338"/>
                    <a:pt x="266569" y="118991"/>
                  </a:cubicBezTo>
                  <a:cubicBezTo>
                    <a:pt x="266593" y="118098"/>
                    <a:pt x="266617" y="117193"/>
                    <a:pt x="266653" y="116300"/>
                  </a:cubicBezTo>
                  <a:close/>
                  <a:moveTo>
                    <a:pt x="1798" y="132362"/>
                  </a:moveTo>
                  <a:cubicBezTo>
                    <a:pt x="1774" y="132540"/>
                    <a:pt x="1739" y="132731"/>
                    <a:pt x="1715" y="132933"/>
                  </a:cubicBezTo>
                  <a:cubicBezTo>
                    <a:pt x="6573" y="137362"/>
                    <a:pt x="12014" y="141553"/>
                    <a:pt x="18015" y="145494"/>
                  </a:cubicBezTo>
                  <a:cubicBezTo>
                    <a:pt x="18229" y="145637"/>
                    <a:pt x="18455" y="145780"/>
                    <a:pt x="18669" y="145923"/>
                  </a:cubicBezTo>
                  <a:cubicBezTo>
                    <a:pt x="18681" y="145899"/>
                    <a:pt x="18681" y="145887"/>
                    <a:pt x="18693" y="145875"/>
                  </a:cubicBezTo>
                  <a:lnTo>
                    <a:pt x="18693" y="145875"/>
                  </a:lnTo>
                  <a:cubicBezTo>
                    <a:pt x="18681" y="145899"/>
                    <a:pt x="18693" y="145911"/>
                    <a:pt x="18693" y="145935"/>
                  </a:cubicBezTo>
                  <a:cubicBezTo>
                    <a:pt x="18800" y="146006"/>
                    <a:pt x="18908" y="146066"/>
                    <a:pt x="19015" y="146137"/>
                  </a:cubicBezTo>
                  <a:cubicBezTo>
                    <a:pt x="19348" y="146256"/>
                    <a:pt x="19872" y="146328"/>
                    <a:pt x="20336" y="146423"/>
                  </a:cubicBezTo>
                  <a:cubicBezTo>
                    <a:pt x="19646" y="145983"/>
                    <a:pt x="18955" y="145542"/>
                    <a:pt x="18277" y="145090"/>
                  </a:cubicBezTo>
                  <a:cubicBezTo>
                    <a:pt x="12204" y="141113"/>
                    <a:pt x="6692" y="136850"/>
                    <a:pt x="1798" y="132362"/>
                  </a:cubicBezTo>
                  <a:close/>
                  <a:moveTo>
                    <a:pt x="176558" y="0"/>
                  </a:moveTo>
                  <a:cubicBezTo>
                    <a:pt x="176701" y="572"/>
                    <a:pt x="176832" y="1167"/>
                    <a:pt x="176963" y="1774"/>
                  </a:cubicBezTo>
                  <a:lnTo>
                    <a:pt x="176903" y="1774"/>
                  </a:lnTo>
                  <a:cubicBezTo>
                    <a:pt x="178070" y="7787"/>
                    <a:pt x="179106" y="14038"/>
                    <a:pt x="179975" y="20491"/>
                  </a:cubicBezTo>
                  <a:cubicBezTo>
                    <a:pt x="168998" y="19015"/>
                    <a:pt x="157544" y="18003"/>
                    <a:pt x="145781" y="17491"/>
                  </a:cubicBezTo>
                  <a:cubicBezTo>
                    <a:pt x="145507" y="12157"/>
                    <a:pt x="145197" y="6942"/>
                    <a:pt x="144852" y="1858"/>
                  </a:cubicBezTo>
                  <a:cubicBezTo>
                    <a:pt x="144780" y="1870"/>
                    <a:pt x="144697" y="1870"/>
                    <a:pt x="144626" y="1870"/>
                  </a:cubicBezTo>
                  <a:cubicBezTo>
                    <a:pt x="144971" y="6918"/>
                    <a:pt x="145292" y="12121"/>
                    <a:pt x="145554" y="17479"/>
                  </a:cubicBezTo>
                  <a:cubicBezTo>
                    <a:pt x="139470" y="17217"/>
                    <a:pt x="133303" y="17074"/>
                    <a:pt x="127076" y="17074"/>
                  </a:cubicBezTo>
                  <a:cubicBezTo>
                    <a:pt x="120849" y="17074"/>
                    <a:pt x="114681" y="17217"/>
                    <a:pt x="108585" y="17479"/>
                  </a:cubicBezTo>
                  <a:cubicBezTo>
                    <a:pt x="108895" y="11573"/>
                    <a:pt x="109240" y="5846"/>
                    <a:pt x="109621" y="322"/>
                  </a:cubicBezTo>
                  <a:lnTo>
                    <a:pt x="109621" y="322"/>
                  </a:lnTo>
                  <a:cubicBezTo>
                    <a:pt x="109550" y="334"/>
                    <a:pt x="109478" y="334"/>
                    <a:pt x="109407" y="346"/>
                  </a:cubicBezTo>
                  <a:cubicBezTo>
                    <a:pt x="109014" y="5894"/>
                    <a:pt x="108669" y="11621"/>
                    <a:pt x="108371" y="17491"/>
                  </a:cubicBezTo>
                  <a:cubicBezTo>
                    <a:pt x="96608" y="18003"/>
                    <a:pt x="85142" y="19015"/>
                    <a:pt x="74164" y="20491"/>
                  </a:cubicBezTo>
                  <a:cubicBezTo>
                    <a:pt x="75069" y="13871"/>
                    <a:pt x="76129" y="7454"/>
                    <a:pt x="77343" y="1298"/>
                  </a:cubicBezTo>
                  <a:lnTo>
                    <a:pt x="77343" y="1298"/>
                  </a:lnTo>
                  <a:cubicBezTo>
                    <a:pt x="77212" y="1310"/>
                    <a:pt x="77081" y="1322"/>
                    <a:pt x="76951" y="1334"/>
                  </a:cubicBezTo>
                  <a:cubicBezTo>
                    <a:pt x="75724" y="7537"/>
                    <a:pt x="74665" y="13954"/>
                    <a:pt x="73783" y="20539"/>
                  </a:cubicBezTo>
                  <a:cubicBezTo>
                    <a:pt x="58198" y="22646"/>
                    <a:pt x="43601" y="25682"/>
                    <a:pt x="30480" y="29575"/>
                  </a:cubicBezTo>
                  <a:cubicBezTo>
                    <a:pt x="32374" y="19872"/>
                    <a:pt x="34910" y="10502"/>
                    <a:pt x="38029" y="1560"/>
                  </a:cubicBezTo>
                  <a:cubicBezTo>
                    <a:pt x="37874" y="1548"/>
                    <a:pt x="37708" y="1548"/>
                    <a:pt x="37541" y="1536"/>
                  </a:cubicBezTo>
                  <a:cubicBezTo>
                    <a:pt x="34409" y="10525"/>
                    <a:pt x="31862" y="19955"/>
                    <a:pt x="29968" y="29718"/>
                  </a:cubicBezTo>
                  <a:cubicBezTo>
                    <a:pt x="25849" y="30957"/>
                    <a:pt x="21884" y="32266"/>
                    <a:pt x="18086" y="33659"/>
                  </a:cubicBezTo>
                  <a:cubicBezTo>
                    <a:pt x="12252" y="35802"/>
                    <a:pt x="6942" y="38088"/>
                    <a:pt x="2191" y="40493"/>
                  </a:cubicBezTo>
                  <a:lnTo>
                    <a:pt x="2179" y="40934"/>
                  </a:lnTo>
                  <a:cubicBezTo>
                    <a:pt x="10097" y="36910"/>
                    <a:pt x="19420" y="33278"/>
                    <a:pt x="29885" y="30147"/>
                  </a:cubicBezTo>
                  <a:lnTo>
                    <a:pt x="29885" y="30147"/>
                  </a:lnTo>
                  <a:cubicBezTo>
                    <a:pt x="28111" y="39386"/>
                    <a:pt x="26885" y="48911"/>
                    <a:pt x="26266" y="58627"/>
                  </a:cubicBezTo>
                  <a:cubicBezTo>
                    <a:pt x="23480" y="58948"/>
                    <a:pt x="20765" y="59270"/>
                    <a:pt x="18134" y="59615"/>
                  </a:cubicBezTo>
                  <a:cubicBezTo>
                    <a:pt x="11621" y="60460"/>
                    <a:pt x="5763" y="61365"/>
                    <a:pt x="584" y="62329"/>
                  </a:cubicBezTo>
                  <a:cubicBezTo>
                    <a:pt x="596" y="62389"/>
                    <a:pt x="596" y="62460"/>
                    <a:pt x="608" y="62520"/>
                  </a:cubicBezTo>
                  <a:cubicBezTo>
                    <a:pt x="7942" y="61163"/>
                    <a:pt x="16574" y="59924"/>
                    <a:pt x="26254" y="58841"/>
                  </a:cubicBezTo>
                  <a:lnTo>
                    <a:pt x="26254" y="58841"/>
                  </a:lnTo>
                  <a:cubicBezTo>
                    <a:pt x="25944" y="63794"/>
                    <a:pt x="25777" y="68794"/>
                    <a:pt x="25777" y="73843"/>
                  </a:cubicBezTo>
                  <a:cubicBezTo>
                    <a:pt x="25777" y="78879"/>
                    <a:pt x="25944" y="83880"/>
                    <a:pt x="26254" y="88833"/>
                  </a:cubicBezTo>
                  <a:cubicBezTo>
                    <a:pt x="17014" y="87797"/>
                    <a:pt x="8740" y="86618"/>
                    <a:pt x="1620" y="85332"/>
                  </a:cubicBezTo>
                  <a:cubicBezTo>
                    <a:pt x="1620" y="85404"/>
                    <a:pt x="1620" y="85475"/>
                    <a:pt x="1620" y="85535"/>
                  </a:cubicBezTo>
                  <a:cubicBezTo>
                    <a:pt x="6537" y="86428"/>
                    <a:pt x="12050" y="87273"/>
                    <a:pt x="18134" y="88059"/>
                  </a:cubicBezTo>
                  <a:cubicBezTo>
                    <a:pt x="20765" y="88404"/>
                    <a:pt x="23480" y="88726"/>
                    <a:pt x="26266" y="89047"/>
                  </a:cubicBezTo>
                  <a:cubicBezTo>
                    <a:pt x="26885" y="98762"/>
                    <a:pt x="28099" y="108287"/>
                    <a:pt x="29885" y="117527"/>
                  </a:cubicBezTo>
                  <a:cubicBezTo>
                    <a:pt x="18824" y="114217"/>
                    <a:pt x="9037" y="110359"/>
                    <a:pt x="846" y="106049"/>
                  </a:cubicBezTo>
                  <a:lnTo>
                    <a:pt x="846" y="106049"/>
                  </a:lnTo>
                  <a:cubicBezTo>
                    <a:pt x="858" y="106204"/>
                    <a:pt x="870" y="106359"/>
                    <a:pt x="881" y="106513"/>
                  </a:cubicBezTo>
                  <a:cubicBezTo>
                    <a:pt x="5977" y="109169"/>
                    <a:pt x="11716" y="111669"/>
                    <a:pt x="18086" y="114014"/>
                  </a:cubicBezTo>
                  <a:cubicBezTo>
                    <a:pt x="21884" y="115407"/>
                    <a:pt x="25849" y="116717"/>
                    <a:pt x="29968" y="117955"/>
                  </a:cubicBezTo>
                  <a:cubicBezTo>
                    <a:pt x="31850" y="127611"/>
                    <a:pt x="34350" y="136946"/>
                    <a:pt x="37446" y="145852"/>
                  </a:cubicBezTo>
                  <a:cubicBezTo>
                    <a:pt x="37600" y="145840"/>
                    <a:pt x="37767" y="145840"/>
                    <a:pt x="37934" y="145828"/>
                  </a:cubicBezTo>
                  <a:cubicBezTo>
                    <a:pt x="34862" y="136981"/>
                    <a:pt x="32362" y="127706"/>
                    <a:pt x="30480" y="118098"/>
                  </a:cubicBezTo>
                  <a:lnTo>
                    <a:pt x="30480" y="118098"/>
                  </a:lnTo>
                  <a:cubicBezTo>
                    <a:pt x="43589" y="121992"/>
                    <a:pt x="58198" y="125028"/>
                    <a:pt x="73783" y="127135"/>
                  </a:cubicBezTo>
                  <a:cubicBezTo>
                    <a:pt x="74653" y="133600"/>
                    <a:pt x="75688" y="139910"/>
                    <a:pt x="76879" y="146006"/>
                  </a:cubicBezTo>
                  <a:cubicBezTo>
                    <a:pt x="77010" y="146006"/>
                    <a:pt x="77141" y="146018"/>
                    <a:pt x="77272" y="146018"/>
                  </a:cubicBezTo>
                  <a:cubicBezTo>
                    <a:pt x="76093" y="139970"/>
                    <a:pt x="75046" y="133683"/>
                    <a:pt x="74164" y="127183"/>
                  </a:cubicBezTo>
                  <a:lnTo>
                    <a:pt x="74164" y="127183"/>
                  </a:lnTo>
                  <a:cubicBezTo>
                    <a:pt x="85154" y="128659"/>
                    <a:pt x="96608" y="129659"/>
                    <a:pt x="108371" y="130183"/>
                  </a:cubicBezTo>
                  <a:cubicBezTo>
                    <a:pt x="108657" y="135850"/>
                    <a:pt x="108990" y="141375"/>
                    <a:pt x="109371" y="146733"/>
                  </a:cubicBezTo>
                  <a:cubicBezTo>
                    <a:pt x="109443" y="146745"/>
                    <a:pt x="109514" y="146745"/>
                    <a:pt x="109586" y="146756"/>
                  </a:cubicBezTo>
                  <a:cubicBezTo>
                    <a:pt x="109205" y="141411"/>
                    <a:pt x="108883" y="135886"/>
                    <a:pt x="108585" y="130195"/>
                  </a:cubicBezTo>
                  <a:lnTo>
                    <a:pt x="108585" y="130195"/>
                  </a:lnTo>
                  <a:cubicBezTo>
                    <a:pt x="114681" y="130457"/>
                    <a:pt x="120849" y="130600"/>
                    <a:pt x="127076" y="130600"/>
                  </a:cubicBezTo>
                  <a:cubicBezTo>
                    <a:pt x="133303" y="130600"/>
                    <a:pt x="139470" y="130457"/>
                    <a:pt x="145554" y="130195"/>
                  </a:cubicBezTo>
                  <a:lnTo>
                    <a:pt x="145554" y="130195"/>
                  </a:lnTo>
                  <a:cubicBezTo>
                    <a:pt x="145328" y="134815"/>
                    <a:pt x="145066" y="139327"/>
                    <a:pt x="144769" y="143720"/>
                  </a:cubicBezTo>
                  <a:cubicBezTo>
                    <a:pt x="144828" y="143851"/>
                    <a:pt x="144888" y="143994"/>
                    <a:pt x="144959" y="144161"/>
                  </a:cubicBezTo>
                  <a:cubicBezTo>
                    <a:pt x="145257" y="139613"/>
                    <a:pt x="145531" y="134945"/>
                    <a:pt x="145781" y="130183"/>
                  </a:cubicBezTo>
                  <a:cubicBezTo>
                    <a:pt x="157544" y="129671"/>
                    <a:pt x="168998" y="128659"/>
                    <a:pt x="179975" y="127183"/>
                  </a:cubicBezTo>
                  <a:lnTo>
                    <a:pt x="179975" y="127183"/>
                  </a:lnTo>
                  <a:cubicBezTo>
                    <a:pt x="179106" y="133588"/>
                    <a:pt x="178094" y="139791"/>
                    <a:pt x="176927" y="145756"/>
                  </a:cubicBezTo>
                  <a:lnTo>
                    <a:pt x="177034" y="145756"/>
                  </a:lnTo>
                  <a:cubicBezTo>
                    <a:pt x="177142" y="145697"/>
                    <a:pt x="177249" y="145625"/>
                    <a:pt x="177356" y="145566"/>
                  </a:cubicBezTo>
                  <a:cubicBezTo>
                    <a:pt x="178511" y="139601"/>
                    <a:pt x="179511" y="133445"/>
                    <a:pt x="180368" y="127135"/>
                  </a:cubicBezTo>
                  <a:cubicBezTo>
                    <a:pt x="195953" y="125028"/>
                    <a:pt x="210551" y="121992"/>
                    <a:pt x="223671" y="118098"/>
                  </a:cubicBezTo>
                  <a:lnTo>
                    <a:pt x="223671" y="118098"/>
                  </a:lnTo>
                  <a:cubicBezTo>
                    <a:pt x="221814" y="127599"/>
                    <a:pt x="219337" y="136791"/>
                    <a:pt x="216301" y="145554"/>
                  </a:cubicBezTo>
                  <a:lnTo>
                    <a:pt x="216801" y="145554"/>
                  </a:lnTo>
                  <a:cubicBezTo>
                    <a:pt x="219849" y="136743"/>
                    <a:pt x="222326" y="127504"/>
                    <a:pt x="224183" y="117943"/>
                  </a:cubicBezTo>
                  <a:cubicBezTo>
                    <a:pt x="228291" y="116717"/>
                    <a:pt x="232268" y="115407"/>
                    <a:pt x="236066" y="114002"/>
                  </a:cubicBezTo>
                  <a:cubicBezTo>
                    <a:pt x="249877" y="108930"/>
                    <a:pt x="260747" y="103073"/>
                    <a:pt x="268367" y="96679"/>
                  </a:cubicBezTo>
                  <a:cubicBezTo>
                    <a:pt x="268391" y="96476"/>
                    <a:pt x="268427" y="96286"/>
                    <a:pt x="268451" y="96084"/>
                  </a:cubicBezTo>
                  <a:lnTo>
                    <a:pt x="268451" y="96084"/>
                  </a:lnTo>
                  <a:cubicBezTo>
                    <a:pt x="258592" y="104477"/>
                    <a:pt x="243317" y="111824"/>
                    <a:pt x="224267" y="117527"/>
                  </a:cubicBezTo>
                  <a:cubicBezTo>
                    <a:pt x="226041" y="108287"/>
                    <a:pt x="227267" y="98762"/>
                    <a:pt x="227886" y="89047"/>
                  </a:cubicBezTo>
                  <a:cubicBezTo>
                    <a:pt x="230672" y="88726"/>
                    <a:pt x="233387" y="88404"/>
                    <a:pt x="236018" y="88059"/>
                  </a:cubicBezTo>
                  <a:cubicBezTo>
                    <a:pt x="248770" y="86404"/>
                    <a:pt x="259009" y="84511"/>
                    <a:pt x="266510" y="82451"/>
                  </a:cubicBezTo>
                  <a:cubicBezTo>
                    <a:pt x="266510" y="82379"/>
                    <a:pt x="266510" y="82308"/>
                    <a:pt x="266510" y="82249"/>
                  </a:cubicBezTo>
                  <a:cubicBezTo>
                    <a:pt x="257306" y="84773"/>
                    <a:pt x="244079" y="87023"/>
                    <a:pt x="227898" y="88833"/>
                  </a:cubicBezTo>
                  <a:cubicBezTo>
                    <a:pt x="228208" y="83880"/>
                    <a:pt x="228362" y="78867"/>
                    <a:pt x="228362" y="73831"/>
                  </a:cubicBezTo>
                  <a:cubicBezTo>
                    <a:pt x="228362" y="68794"/>
                    <a:pt x="228208" y="63782"/>
                    <a:pt x="227898" y="58829"/>
                  </a:cubicBezTo>
                  <a:lnTo>
                    <a:pt x="227898" y="58829"/>
                  </a:lnTo>
                  <a:cubicBezTo>
                    <a:pt x="244519" y="60698"/>
                    <a:pt x="258009" y="63008"/>
                    <a:pt x="267248" y="65627"/>
                  </a:cubicBezTo>
                  <a:cubicBezTo>
                    <a:pt x="267248" y="65556"/>
                    <a:pt x="267260" y="65496"/>
                    <a:pt x="267260" y="65425"/>
                  </a:cubicBezTo>
                  <a:cubicBezTo>
                    <a:pt x="259711" y="63282"/>
                    <a:pt x="249210" y="61317"/>
                    <a:pt x="236018" y="59603"/>
                  </a:cubicBezTo>
                  <a:cubicBezTo>
                    <a:pt x="233387" y="59270"/>
                    <a:pt x="230672" y="58936"/>
                    <a:pt x="227886" y="58627"/>
                  </a:cubicBezTo>
                  <a:cubicBezTo>
                    <a:pt x="227267" y="48899"/>
                    <a:pt x="226041" y="39374"/>
                    <a:pt x="224267" y="30135"/>
                  </a:cubicBezTo>
                  <a:lnTo>
                    <a:pt x="224267" y="30135"/>
                  </a:lnTo>
                  <a:cubicBezTo>
                    <a:pt x="243650" y="35945"/>
                    <a:pt x="259116" y="43446"/>
                    <a:pt x="268963" y="52019"/>
                  </a:cubicBezTo>
                  <a:cubicBezTo>
                    <a:pt x="268986" y="51864"/>
                    <a:pt x="269010" y="51709"/>
                    <a:pt x="269046" y="51566"/>
                  </a:cubicBezTo>
                  <a:cubicBezTo>
                    <a:pt x="261390" y="44946"/>
                    <a:pt x="250294" y="38886"/>
                    <a:pt x="236066" y="33659"/>
                  </a:cubicBezTo>
                  <a:cubicBezTo>
                    <a:pt x="232268" y="32266"/>
                    <a:pt x="228291" y="30945"/>
                    <a:pt x="224183" y="29718"/>
                  </a:cubicBezTo>
                  <a:cubicBezTo>
                    <a:pt x="222338" y="20277"/>
                    <a:pt x="219909" y="11133"/>
                    <a:pt x="216908" y="2417"/>
                  </a:cubicBezTo>
                  <a:cubicBezTo>
                    <a:pt x="216766" y="2513"/>
                    <a:pt x="216635" y="2620"/>
                    <a:pt x="216504" y="2715"/>
                  </a:cubicBezTo>
                  <a:cubicBezTo>
                    <a:pt x="219456" y="11299"/>
                    <a:pt x="221850" y="20277"/>
                    <a:pt x="223671" y="29563"/>
                  </a:cubicBezTo>
                  <a:cubicBezTo>
                    <a:pt x="210551" y="25682"/>
                    <a:pt x="195953" y="22646"/>
                    <a:pt x="180368" y="20539"/>
                  </a:cubicBezTo>
                  <a:cubicBezTo>
                    <a:pt x="179416" y="13490"/>
                    <a:pt x="178273" y="6644"/>
                    <a:pt x="176951" y="36"/>
                  </a:cubicBezTo>
                  <a:cubicBezTo>
                    <a:pt x="176820" y="24"/>
                    <a:pt x="176689" y="12"/>
                    <a:pt x="176558" y="0"/>
                  </a:cubicBezTo>
                  <a:close/>
                </a:path>
              </a:pathLst>
            </a:custGeom>
            <a:solidFill>
              <a:srgbClr val="E3C98E">
                <a:alpha val="246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99" name="Google Shape;1499;p81"/>
          <p:cNvGrpSpPr/>
          <p:nvPr/>
        </p:nvGrpSpPr>
        <p:grpSpPr>
          <a:xfrm>
            <a:off x="7830595" y="3841209"/>
            <a:ext cx="1173280" cy="1132954"/>
            <a:chOff x="7830595" y="3841209"/>
            <a:chExt cx="1173280" cy="1132954"/>
          </a:xfrm>
        </p:grpSpPr>
        <p:sp>
          <p:nvSpPr>
            <p:cNvPr id="1500" name="Google Shape;1500;p81"/>
            <p:cNvSpPr/>
            <p:nvPr/>
          </p:nvSpPr>
          <p:spPr>
            <a:xfrm>
              <a:off x="8000675" y="4907563"/>
              <a:ext cx="1003200" cy="66600"/>
            </a:xfrm>
            <a:prstGeom prst="ellipse">
              <a:avLst/>
            </a:prstGeom>
            <a:solidFill>
              <a:srgbClr val="033342">
                <a:alpha val="208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01" name="Google Shape;1501;p81"/>
            <p:cNvGrpSpPr/>
            <p:nvPr/>
          </p:nvGrpSpPr>
          <p:grpSpPr>
            <a:xfrm>
              <a:off x="7830595" y="3841209"/>
              <a:ext cx="1146213" cy="1098808"/>
              <a:chOff x="3309025" y="5456175"/>
              <a:chExt cx="727200" cy="697125"/>
            </a:xfrm>
          </p:grpSpPr>
          <p:sp>
            <p:nvSpPr>
              <p:cNvPr id="1502" name="Google Shape;1502;p81"/>
              <p:cNvSpPr/>
              <p:nvPr/>
            </p:nvSpPr>
            <p:spPr>
              <a:xfrm>
                <a:off x="3309025" y="5456175"/>
                <a:ext cx="500100" cy="697125"/>
              </a:xfrm>
              <a:custGeom>
                <a:rect b="b" l="l" r="r" t="t"/>
                <a:pathLst>
                  <a:path extrusionOk="0" h="27885" w="20004">
                    <a:moveTo>
                      <a:pt x="13014" y="0"/>
                    </a:moveTo>
                    <a:cubicBezTo>
                      <a:pt x="9002" y="917"/>
                      <a:pt x="5513" y="3072"/>
                      <a:pt x="3192" y="6049"/>
                    </a:cubicBezTo>
                    <a:cubicBezTo>
                      <a:pt x="858" y="9061"/>
                      <a:pt x="1" y="12549"/>
                      <a:pt x="763" y="15883"/>
                    </a:cubicBezTo>
                    <a:cubicBezTo>
                      <a:pt x="1525" y="19217"/>
                      <a:pt x="3811" y="21979"/>
                      <a:pt x="7228" y="23670"/>
                    </a:cubicBezTo>
                    <a:cubicBezTo>
                      <a:pt x="9431" y="24765"/>
                      <a:pt x="11931" y="25325"/>
                      <a:pt x="14526" y="25325"/>
                    </a:cubicBezTo>
                    <a:cubicBezTo>
                      <a:pt x="14919" y="25325"/>
                      <a:pt x="15324" y="25313"/>
                      <a:pt x="15729" y="25289"/>
                    </a:cubicBezTo>
                    <a:lnTo>
                      <a:pt x="15729" y="25289"/>
                    </a:lnTo>
                    <a:lnTo>
                      <a:pt x="15455" y="26765"/>
                    </a:lnTo>
                    <a:lnTo>
                      <a:pt x="12943" y="26837"/>
                    </a:lnTo>
                    <a:lnTo>
                      <a:pt x="13443" y="27885"/>
                    </a:lnTo>
                    <a:lnTo>
                      <a:pt x="19575" y="27885"/>
                    </a:lnTo>
                    <a:lnTo>
                      <a:pt x="20003" y="26634"/>
                    </a:lnTo>
                    <a:lnTo>
                      <a:pt x="16693" y="26730"/>
                    </a:lnTo>
                    <a:lnTo>
                      <a:pt x="16241" y="25241"/>
                    </a:lnTo>
                    <a:cubicBezTo>
                      <a:pt x="17051" y="25170"/>
                      <a:pt x="17884" y="25039"/>
                      <a:pt x="18706" y="24848"/>
                    </a:cubicBezTo>
                    <a:lnTo>
                      <a:pt x="18539" y="24122"/>
                    </a:lnTo>
                    <a:cubicBezTo>
                      <a:pt x="17194" y="24429"/>
                      <a:pt x="15845" y="24582"/>
                      <a:pt x="14520" y="24582"/>
                    </a:cubicBezTo>
                    <a:cubicBezTo>
                      <a:pt x="12046" y="24582"/>
                      <a:pt x="9659" y="24050"/>
                      <a:pt x="7549" y="23003"/>
                    </a:cubicBezTo>
                    <a:cubicBezTo>
                      <a:pt x="4347" y="21408"/>
                      <a:pt x="2192" y="18824"/>
                      <a:pt x="1489" y="15716"/>
                    </a:cubicBezTo>
                    <a:cubicBezTo>
                      <a:pt x="775" y="12609"/>
                      <a:pt x="1584" y="9335"/>
                      <a:pt x="3787" y="6513"/>
                    </a:cubicBezTo>
                    <a:cubicBezTo>
                      <a:pt x="5990" y="3667"/>
                      <a:pt x="9335" y="1607"/>
                      <a:pt x="13181" y="726"/>
                    </a:cubicBezTo>
                    <a:lnTo>
                      <a:pt x="1301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3" name="Google Shape;1503;p81"/>
              <p:cNvSpPr/>
              <p:nvPr/>
            </p:nvSpPr>
            <p:spPr>
              <a:xfrm>
                <a:off x="3422150" y="5476625"/>
                <a:ext cx="602775" cy="563975"/>
              </a:xfrm>
              <a:custGeom>
                <a:rect b="b" l="l" r="r" t="t"/>
                <a:pathLst>
                  <a:path extrusionOk="0" h="22559" w="24111">
                    <a:moveTo>
                      <a:pt x="12296" y="0"/>
                    </a:moveTo>
                    <a:cubicBezTo>
                      <a:pt x="11802" y="0"/>
                      <a:pt x="11303" y="25"/>
                      <a:pt x="10799" y="75"/>
                    </a:cubicBezTo>
                    <a:lnTo>
                      <a:pt x="5965" y="3111"/>
                    </a:lnTo>
                    <a:lnTo>
                      <a:pt x="0" y="8469"/>
                    </a:lnTo>
                    <a:lnTo>
                      <a:pt x="310" y="17077"/>
                    </a:lnTo>
                    <a:lnTo>
                      <a:pt x="988" y="18994"/>
                    </a:lnTo>
                    <a:cubicBezTo>
                      <a:pt x="3249" y="21236"/>
                      <a:pt x="6603" y="22558"/>
                      <a:pt x="10264" y="22558"/>
                    </a:cubicBezTo>
                    <a:cubicBezTo>
                      <a:pt x="11405" y="22558"/>
                      <a:pt x="12575" y="22430"/>
                      <a:pt x="13752" y="22161"/>
                    </a:cubicBezTo>
                    <a:cubicBezTo>
                      <a:pt x="13871" y="22125"/>
                      <a:pt x="13990" y="22102"/>
                      <a:pt x="14109" y="22078"/>
                    </a:cubicBezTo>
                    <a:lnTo>
                      <a:pt x="23277" y="15113"/>
                    </a:lnTo>
                    <a:cubicBezTo>
                      <a:pt x="23634" y="14422"/>
                      <a:pt x="23920" y="13696"/>
                      <a:pt x="24110" y="12958"/>
                    </a:cubicBezTo>
                    <a:lnTo>
                      <a:pt x="22182" y="6397"/>
                    </a:lnTo>
                    <a:lnTo>
                      <a:pt x="18372" y="1349"/>
                    </a:lnTo>
                    <a:cubicBezTo>
                      <a:pt x="16564" y="484"/>
                      <a:pt x="14487" y="0"/>
                      <a:pt x="1229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4" name="Google Shape;1504;p81"/>
              <p:cNvSpPr/>
              <p:nvPr/>
            </p:nvSpPr>
            <p:spPr>
              <a:xfrm>
                <a:off x="3345650" y="5478200"/>
                <a:ext cx="382200" cy="473300"/>
              </a:xfrm>
              <a:custGeom>
                <a:rect b="b" l="l" r="r" t="t"/>
                <a:pathLst>
                  <a:path extrusionOk="0" h="18932" w="15288">
                    <a:moveTo>
                      <a:pt x="13859" y="0"/>
                    </a:moveTo>
                    <a:cubicBezTo>
                      <a:pt x="13192" y="72"/>
                      <a:pt x="12514" y="179"/>
                      <a:pt x="11835" y="334"/>
                    </a:cubicBezTo>
                    <a:cubicBezTo>
                      <a:pt x="4679" y="1965"/>
                      <a:pt x="0" y="8168"/>
                      <a:pt x="1369" y="14169"/>
                    </a:cubicBezTo>
                    <a:cubicBezTo>
                      <a:pt x="1798" y="16026"/>
                      <a:pt x="2739" y="17633"/>
                      <a:pt x="4048" y="18931"/>
                    </a:cubicBezTo>
                    <a:cubicBezTo>
                      <a:pt x="4072" y="18479"/>
                      <a:pt x="4167" y="18050"/>
                      <a:pt x="4370" y="17764"/>
                    </a:cubicBezTo>
                    <a:cubicBezTo>
                      <a:pt x="4699" y="17335"/>
                      <a:pt x="5132" y="17195"/>
                      <a:pt x="5609" y="17195"/>
                    </a:cubicBezTo>
                    <a:cubicBezTo>
                      <a:pt x="6502" y="17195"/>
                      <a:pt x="7549" y="17685"/>
                      <a:pt x="8356" y="17685"/>
                    </a:cubicBezTo>
                    <a:cubicBezTo>
                      <a:pt x="8397" y="17685"/>
                      <a:pt x="8438" y="17684"/>
                      <a:pt x="8478" y="17681"/>
                    </a:cubicBezTo>
                    <a:cubicBezTo>
                      <a:pt x="10192" y="17550"/>
                      <a:pt x="11168" y="16181"/>
                      <a:pt x="10990" y="14454"/>
                    </a:cubicBezTo>
                    <a:cubicBezTo>
                      <a:pt x="10811" y="13002"/>
                      <a:pt x="8918" y="12871"/>
                      <a:pt x="7811" y="12252"/>
                    </a:cubicBezTo>
                    <a:cubicBezTo>
                      <a:pt x="6668" y="11585"/>
                      <a:pt x="4941" y="10478"/>
                      <a:pt x="4727" y="9073"/>
                    </a:cubicBezTo>
                    <a:cubicBezTo>
                      <a:pt x="4589" y="8284"/>
                      <a:pt x="4869" y="7531"/>
                      <a:pt x="5472" y="7531"/>
                    </a:cubicBezTo>
                    <a:cubicBezTo>
                      <a:pt x="5652" y="7531"/>
                      <a:pt x="5861" y="7598"/>
                      <a:pt x="6096" y="7751"/>
                    </a:cubicBezTo>
                    <a:cubicBezTo>
                      <a:pt x="6437" y="7964"/>
                      <a:pt x="6967" y="8707"/>
                      <a:pt x="7402" y="8707"/>
                    </a:cubicBezTo>
                    <a:cubicBezTo>
                      <a:pt x="7575" y="8707"/>
                      <a:pt x="7733" y="8590"/>
                      <a:pt x="7858" y="8275"/>
                    </a:cubicBezTo>
                    <a:cubicBezTo>
                      <a:pt x="8120" y="7477"/>
                      <a:pt x="7061" y="7168"/>
                      <a:pt x="7239" y="6418"/>
                    </a:cubicBezTo>
                    <a:cubicBezTo>
                      <a:pt x="7372" y="5887"/>
                      <a:pt x="7914" y="5659"/>
                      <a:pt x="8485" y="5659"/>
                    </a:cubicBezTo>
                    <a:cubicBezTo>
                      <a:pt x="9041" y="5659"/>
                      <a:pt x="9624" y="5875"/>
                      <a:pt x="9882" y="6239"/>
                    </a:cubicBezTo>
                    <a:cubicBezTo>
                      <a:pt x="10633" y="7263"/>
                      <a:pt x="9001" y="8680"/>
                      <a:pt x="9621" y="9823"/>
                    </a:cubicBezTo>
                    <a:cubicBezTo>
                      <a:pt x="9916" y="10363"/>
                      <a:pt x="10302" y="10580"/>
                      <a:pt x="10726" y="10580"/>
                    </a:cubicBezTo>
                    <a:cubicBezTo>
                      <a:pt x="12133" y="10580"/>
                      <a:pt x="13961" y="8197"/>
                      <a:pt x="14300" y="7346"/>
                    </a:cubicBezTo>
                    <a:cubicBezTo>
                      <a:pt x="15288" y="4810"/>
                      <a:pt x="14681" y="2381"/>
                      <a:pt x="138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5" name="Google Shape;1505;p81"/>
              <p:cNvSpPr/>
              <p:nvPr/>
            </p:nvSpPr>
            <p:spPr>
              <a:xfrm>
                <a:off x="3731325" y="5835000"/>
                <a:ext cx="272750" cy="193575"/>
              </a:xfrm>
              <a:custGeom>
                <a:rect b="b" l="l" r="r" t="t"/>
                <a:pathLst>
                  <a:path extrusionOk="0" h="7743" w="10910">
                    <a:moveTo>
                      <a:pt x="9193" y="0"/>
                    </a:moveTo>
                    <a:cubicBezTo>
                      <a:pt x="6894" y="0"/>
                      <a:pt x="6774" y="3327"/>
                      <a:pt x="4647" y="4016"/>
                    </a:cubicBezTo>
                    <a:cubicBezTo>
                      <a:pt x="4489" y="4066"/>
                      <a:pt x="4294" y="4085"/>
                      <a:pt x="4073" y="4085"/>
                    </a:cubicBezTo>
                    <a:cubicBezTo>
                      <a:pt x="3397" y="4085"/>
                      <a:pt x="2488" y="3907"/>
                      <a:pt x="1729" y="3907"/>
                    </a:cubicBezTo>
                    <a:cubicBezTo>
                      <a:pt x="737" y="3907"/>
                      <a:pt x="1" y="4211"/>
                      <a:pt x="373" y="5612"/>
                    </a:cubicBezTo>
                    <a:cubicBezTo>
                      <a:pt x="623" y="6433"/>
                      <a:pt x="1123" y="7148"/>
                      <a:pt x="1742" y="7743"/>
                    </a:cubicBezTo>
                    <a:cubicBezTo>
                      <a:pt x="5945" y="6671"/>
                      <a:pt x="9255" y="4016"/>
                      <a:pt x="10910" y="778"/>
                    </a:cubicBezTo>
                    <a:cubicBezTo>
                      <a:pt x="10541" y="337"/>
                      <a:pt x="10029" y="39"/>
                      <a:pt x="9326" y="4"/>
                    </a:cubicBezTo>
                    <a:cubicBezTo>
                      <a:pt x="9281" y="1"/>
                      <a:pt x="9237" y="0"/>
                      <a:pt x="919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6" name="Google Shape;1506;p81"/>
              <p:cNvSpPr/>
              <p:nvPr/>
            </p:nvSpPr>
            <p:spPr>
              <a:xfrm>
                <a:off x="3754925" y="5510350"/>
                <a:ext cx="281300" cy="294400"/>
              </a:xfrm>
              <a:custGeom>
                <a:rect b="b" l="l" r="r" t="t"/>
                <a:pathLst>
                  <a:path extrusionOk="0" h="11776" w="11252">
                    <a:moveTo>
                      <a:pt x="5061" y="0"/>
                    </a:moveTo>
                    <a:cubicBezTo>
                      <a:pt x="4954" y="442"/>
                      <a:pt x="4667" y="521"/>
                      <a:pt x="4301" y="521"/>
                    </a:cubicBezTo>
                    <a:cubicBezTo>
                      <a:pt x="4097" y="521"/>
                      <a:pt x="3869" y="497"/>
                      <a:pt x="3633" y="497"/>
                    </a:cubicBezTo>
                    <a:cubicBezTo>
                      <a:pt x="3585" y="497"/>
                      <a:pt x="3537" y="498"/>
                      <a:pt x="3489" y="500"/>
                    </a:cubicBezTo>
                    <a:cubicBezTo>
                      <a:pt x="2167" y="595"/>
                      <a:pt x="0" y="1298"/>
                      <a:pt x="846" y="3108"/>
                    </a:cubicBezTo>
                    <a:cubicBezTo>
                      <a:pt x="1024" y="3513"/>
                      <a:pt x="1661" y="4008"/>
                      <a:pt x="2206" y="4008"/>
                    </a:cubicBezTo>
                    <a:cubicBezTo>
                      <a:pt x="2318" y="4008"/>
                      <a:pt x="2425" y="3988"/>
                      <a:pt x="2524" y="3941"/>
                    </a:cubicBezTo>
                    <a:cubicBezTo>
                      <a:pt x="3179" y="3596"/>
                      <a:pt x="2560" y="2881"/>
                      <a:pt x="3179" y="2572"/>
                    </a:cubicBezTo>
                    <a:cubicBezTo>
                      <a:pt x="3316" y="2505"/>
                      <a:pt x="3522" y="2477"/>
                      <a:pt x="3753" y="2477"/>
                    </a:cubicBezTo>
                    <a:cubicBezTo>
                      <a:pt x="4264" y="2477"/>
                      <a:pt x="4897" y="2618"/>
                      <a:pt x="5168" y="2798"/>
                    </a:cubicBezTo>
                    <a:cubicBezTo>
                      <a:pt x="6049" y="3501"/>
                      <a:pt x="5168" y="3941"/>
                      <a:pt x="4501" y="4298"/>
                    </a:cubicBezTo>
                    <a:cubicBezTo>
                      <a:pt x="3001" y="5144"/>
                      <a:pt x="1501" y="5715"/>
                      <a:pt x="2382" y="7692"/>
                    </a:cubicBezTo>
                    <a:cubicBezTo>
                      <a:pt x="2786" y="8680"/>
                      <a:pt x="4651" y="11775"/>
                      <a:pt x="6114" y="11775"/>
                    </a:cubicBezTo>
                    <a:cubicBezTo>
                      <a:pt x="6290" y="11775"/>
                      <a:pt x="6459" y="11731"/>
                      <a:pt x="6620" y="11632"/>
                    </a:cubicBezTo>
                    <a:cubicBezTo>
                      <a:pt x="7422" y="11124"/>
                      <a:pt x="7268" y="8469"/>
                      <a:pt x="8336" y="8469"/>
                    </a:cubicBezTo>
                    <a:cubicBezTo>
                      <a:pt x="8568" y="8469"/>
                      <a:pt x="8858" y="8595"/>
                      <a:pt x="9228" y="8894"/>
                    </a:cubicBezTo>
                    <a:cubicBezTo>
                      <a:pt x="10025" y="9513"/>
                      <a:pt x="9894" y="10347"/>
                      <a:pt x="10371" y="11144"/>
                    </a:cubicBezTo>
                    <a:cubicBezTo>
                      <a:pt x="10502" y="11347"/>
                      <a:pt x="10645" y="11501"/>
                      <a:pt x="10799" y="11609"/>
                    </a:cubicBezTo>
                    <a:cubicBezTo>
                      <a:pt x="11204" y="10108"/>
                      <a:pt x="11252" y="8525"/>
                      <a:pt x="10895" y="6965"/>
                    </a:cubicBezTo>
                    <a:cubicBezTo>
                      <a:pt x="10180" y="3858"/>
                      <a:pt x="7989" y="1417"/>
                      <a:pt x="50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7" name="Google Shape;1507;p81"/>
              <p:cNvSpPr/>
              <p:nvPr/>
            </p:nvSpPr>
            <p:spPr>
              <a:xfrm>
                <a:off x="3384925" y="5490400"/>
                <a:ext cx="640600" cy="535500"/>
              </a:xfrm>
              <a:custGeom>
                <a:rect b="b" l="l" r="r" t="t"/>
                <a:pathLst>
                  <a:path extrusionOk="0" h="21420" w="25624">
                    <a:moveTo>
                      <a:pt x="16170" y="1393"/>
                    </a:moveTo>
                    <a:cubicBezTo>
                      <a:pt x="17705" y="1989"/>
                      <a:pt x="19349" y="2846"/>
                      <a:pt x="20658" y="4048"/>
                    </a:cubicBezTo>
                    <a:lnTo>
                      <a:pt x="16717" y="5406"/>
                    </a:lnTo>
                    <a:cubicBezTo>
                      <a:pt x="16551" y="5168"/>
                      <a:pt x="16384" y="4930"/>
                      <a:pt x="16205" y="4703"/>
                    </a:cubicBezTo>
                    <a:cubicBezTo>
                      <a:pt x="15431" y="3691"/>
                      <a:pt x="14574" y="2858"/>
                      <a:pt x="13776" y="2203"/>
                    </a:cubicBezTo>
                    <a:lnTo>
                      <a:pt x="16170" y="1393"/>
                    </a:lnTo>
                    <a:close/>
                    <a:moveTo>
                      <a:pt x="13634" y="2263"/>
                    </a:moveTo>
                    <a:cubicBezTo>
                      <a:pt x="14443" y="2917"/>
                      <a:pt x="15312" y="3751"/>
                      <a:pt x="16110" y="4787"/>
                    </a:cubicBezTo>
                    <a:cubicBezTo>
                      <a:pt x="16265" y="4989"/>
                      <a:pt x="16432" y="5215"/>
                      <a:pt x="16586" y="5442"/>
                    </a:cubicBezTo>
                    <a:lnTo>
                      <a:pt x="12252" y="6942"/>
                    </a:lnTo>
                    <a:lnTo>
                      <a:pt x="10990" y="3156"/>
                    </a:lnTo>
                    <a:lnTo>
                      <a:pt x="13634" y="2263"/>
                    </a:lnTo>
                    <a:close/>
                    <a:moveTo>
                      <a:pt x="10859" y="3191"/>
                    </a:moveTo>
                    <a:lnTo>
                      <a:pt x="12121" y="6989"/>
                    </a:lnTo>
                    <a:lnTo>
                      <a:pt x="7776" y="8478"/>
                    </a:lnTo>
                    <a:cubicBezTo>
                      <a:pt x="7811" y="6846"/>
                      <a:pt x="8073" y="5311"/>
                      <a:pt x="8395" y="4025"/>
                    </a:cubicBezTo>
                    <a:lnTo>
                      <a:pt x="10859" y="3191"/>
                    </a:lnTo>
                    <a:close/>
                    <a:moveTo>
                      <a:pt x="20765" y="4144"/>
                    </a:moveTo>
                    <a:cubicBezTo>
                      <a:pt x="21563" y="4906"/>
                      <a:pt x="22242" y="5811"/>
                      <a:pt x="22670" y="6870"/>
                    </a:cubicBezTo>
                    <a:cubicBezTo>
                      <a:pt x="22742" y="7049"/>
                      <a:pt x="22801" y="7227"/>
                      <a:pt x="22861" y="7418"/>
                    </a:cubicBezTo>
                    <a:lnTo>
                      <a:pt x="18372" y="8835"/>
                    </a:lnTo>
                    <a:cubicBezTo>
                      <a:pt x="18003" y="7668"/>
                      <a:pt x="17479" y="6549"/>
                      <a:pt x="16789" y="5513"/>
                    </a:cubicBezTo>
                    <a:lnTo>
                      <a:pt x="20765" y="4144"/>
                    </a:lnTo>
                    <a:close/>
                    <a:moveTo>
                      <a:pt x="8240" y="4084"/>
                    </a:moveTo>
                    <a:cubicBezTo>
                      <a:pt x="7930" y="5370"/>
                      <a:pt x="7669" y="6894"/>
                      <a:pt x="7645" y="8525"/>
                    </a:cubicBezTo>
                    <a:lnTo>
                      <a:pt x="3358" y="10013"/>
                    </a:lnTo>
                    <a:cubicBezTo>
                      <a:pt x="3763" y="8216"/>
                      <a:pt x="4621" y="6477"/>
                      <a:pt x="5525" y="5001"/>
                    </a:cubicBezTo>
                    <a:lnTo>
                      <a:pt x="8240" y="4084"/>
                    </a:lnTo>
                    <a:close/>
                    <a:moveTo>
                      <a:pt x="16658" y="5561"/>
                    </a:moveTo>
                    <a:cubicBezTo>
                      <a:pt x="17277" y="6489"/>
                      <a:pt x="17836" y="7585"/>
                      <a:pt x="18241" y="8882"/>
                    </a:cubicBezTo>
                    <a:lnTo>
                      <a:pt x="13407" y="10406"/>
                    </a:lnTo>
                    <a:lnTo>
                      <a:pt x="12288" y="7073"/>
                    </a:lnTo>
                    <a:lnTo>
                      <a:pt x="16658" y="5561"/>
                    </a:lnTo>
                    <a:close/>
                    <a:moveTo>
                      <a:pt x="12169" y="7108"/>
                    </a:moveTo>
                    <a:lnTo>
                      <a:pt x="13276" y="10454"/>
                    </a:lnTo>
                    <a:lnTo>
                      <a:pt x="8133" y="12085"/>
                    </a:lnTo>
                    <a:cubicBezTo>
                      <a:pt x="7859" y="10918"/>
                      <a:pt x="7764" y="9752"/>
                      <a:pt x="7776" y="8620"/>
                    </a:cubicBezTo>
                    <a:lnTo>
                      <a:pt x="12169" y="7108"/>
                    </a:lnTo>
                    <a:close/>
                    <a:moveTo>
                      <a:pt x="22897" y="7537"/>
                    </a:moveTo>
                    <a:cubicBezTo>
                      <a:pt x="23170" y="8466"/>
                      <a:pt x="23242" y="9466"/>
                      <a:pt x="23123" y="10525"/>
                    </a:cubicBezTo>
                    <a:lnTo>
                      <a:pt x="18979" y="12121"/>
                    </a:lnTo>
                    <a:cubicBezTo>
                      <a:pt x="18956" y="11692"/>
                      <a:pt x="18908" y="11276"/>
                      <a:pt x="18848" y="10859"/>
                    </a:cubicBezTo>
                    <a:cubicBezTo>
                      <a:pt x="18753" y="10216"/>
                      <a:pt x="18598" y="9585"/>
                      <a:pt x="18420" y="8966"/>
                    </a:cubicBezTo>
                    <a:lnTo>
                      <a:pt x="22897" y="7537"/>
                    </a:lnTo>
                    <a:close/>
                    <a:moveTo>
                      <a:pt x="7645" y="8668"/>
                    </a:moveTo>
                    <a:lnTo>
                      <a:pt x="7645" y="8668"/>
                    </a:lnTo>
                    <a:cubicBezTo>
                      <a:pt x="7633" y="9799"/>
                      <a:pt x="7740" y="10966"/>
                      <a:pt x="8002" y="12121"/>
                    </a:cubicBezTo>
                    <a:lnTo>
                      <a:pt x="3263" y="13621"/>
                    </a:lnTo>
                    <a:cubicBezTo>
                      <a:pt x="3025" y="12490"/>
                      <a:pt x="3085" y="11311"/>
                      <a:pt x="3323" y="10156"/>
                    </a:cubicBezTo>
                    <a:lnTo>
                      <a:pt x="7645" y="8668"/>
                    </a:lnTo>
                    <a:close/>
                    <a:moveTo>
                      <a:pt x="18277" y="9001"/>
                    </a:moveTo>
                    <a:cubicBezTo>
                      <a:pt x="18563" y="9966"/>
                      <a:pt x="18765" y="11014"/>
                      <a:pt x="18837" y="12180"/>
                    </a:cubicBezTo>
                    <a:lnTo>
                      <a:pt x="14538" y="13835"/>
                    </a:lnTo>
                    <a:lnTo>
                      <a:pt x="13443" y="10537"/>
                    </a:lnTo>
                    <a:lnTo>
                      <a:pt x="18277" y="9001"/>
                    </a:lnTo>
                    <a:close/>
                    <a:moveTo>
                      <a:pt x="13324" y="10573"/>
                    </a:moveTo>
                    <a:lnTo>
                      <a:pt x="14419" y="13883"/>
                    </a:lnTo>
                    <a:lnTo>
                      <a:pt x="9633" y="15717"/>
                    </a:lnTo>
                    <a:cubicBezTo>
                      <a:pt x="9228" y="15097"/>
                      <a:pt x="8895" y="14431"/>
                      <a:pt x="8621" y="13728"/>
                    </a:cubicBezTo>
                    <a:cubicBezTo>
                      <a:pt x="8431" y="13228"/>
                      <a:pt x="8276" y="12716"/>
                      <a:pt x="8157" y="12216"/>
                    </a:cubicBezTo>
                    <a:lnTo>
                      <a:pt x="13324" y="10573"/>
                    </a:lnTo>
                    <a:close/>
                    <a:moveTo>
                      <a:pt x="23111" y="10668"/>
                    </a:moveTo>
                    <a:cubicBezTo>
                      <a:pt x="22909" y="12276"/>
                      <a:pt x="22277" y="14026"/>
                      <a:pt x="21206" y="15907"/>
                    </a:cubicBezTo>
                    <a:lnTo>
                      <a:pt x="18622" y="16645"/>
                    </a:lnTo>
                    <a:cubicBezTo>
                      <a:pt x="18944" y="15133"/>
                      <a:pt x="19063" y="13657"/>
                      <a:pt x="18991" y="12264"/>
                    </a:cubicBezTo>
                    <a:lnTo>
                      <a:pt x="23111" y="10668"/>
                    </a:lnTo>
                    <a:close/>
                    <a:moveTo>
                      <a:pt x="8026" y="12252"/>
                    </a:moveTo>
                    <a:cubicBezTo>
                      <a:pt x="8157" y="12764"/>
                      <a:pt x="8311" y="13264"/>
                      <a:pt x="8502" y="13764"/>
                    </a:cubicBezTo>
                    <a:cubicBezTo>
                      <a:pt x="8776" y="14478"/>
                      <a:pt x="9109" y="15145"/>
                      <a:pt x="9502" y="15764"/>
                    </a:cubicBezTo>
                    <a:lnTo>
                      <a:pt x="5442" y="17324"/>
                    </a:lnTo>
                    <a:cubicBezTo>
                      <a:pt x="4501" y="16467"/>
                      <a:pt x="3847" y="15478"/>
                      <a:pt x="3466" y="14359"/>
                    </a:cubicBezTo>
                    <a:cubicBezTo>
                      <a:pt x="3394" y="14157"/>
                      <a:pt x="3347" y="13954"/>
                      <a:pt x="3299" y="13752"/>
                    </a:cubicBezTo>
                    <a:lnTo>
                      <a:pt x="8026" y="12252"/>
                    </a:lnTo>
                    <a:close/>
                    <a:moveTo>
                      <a:pt x="18848" y="12311"/>
                    </a:moveTo>
                    <a:lnTo>
                      <a:pt x="18848" y="12311"/>
                    </a:lnTo>
                    <a:cubicBezTo>
                      <a:pt x="18920" y="13633"/>
                      <a:pt x="18813" y="15097"/>
                      <a:pt x="18479" y="16693"/>
                    </a:cubicBezTo>
                    <a:lnTo>
                      <a:pt x="15753" y="17467"/>
                    </a:lnTo>
                    <a:lnTo>
                      <a:pt x="14586" y="13954"/>
                    </a:lnTo>
                    <a:lnTo>
                      <a:pt x="18848" y="12311"/>
                    </a:lnTo>
                    <a:close/>
                    <a:moveTo>
                      <a:pt x="14467" y="14002"/>
                    </a:moveTo>
                    <a:lnTo>
                      <a:pt x="15634" y="17514"/>
                    </a:lnTo>
                    <a:lnTo>
                      <a:pt x="12110" y="18515"/>
                    </a:lnTo>
                    <a:cubicBezTo>
                      <a:pt x="11145" y="17717"/>
                      <a:pt x="10347" y="16824"/>
                      <a:pt x="9704" y="15836"/>
                    </a:cubicBezTo>
                    <a:lnTo>
                      <a:pt x="14467" y="14002"/>
                    </a:lnTo>
                    <a:close/>
                    <a:moveTo>
                      <a:pt x="9574" y="15883"/>
                    </a:moveTo>
                    <a:cubicBezTo>
                      <a:pt x="10216" y="16871"/>
                      <a:pt x="11002" y="17764"/>
                      <a:pt x="11955" y="18562"/>
                    </a:cubicBezTo>
                    <a:lnTo>
                      <a:pt x="8835" y="19443"/>
                    </a:lnTo>
                    <a:cubicBezTo>
                      <a:pt x="7514" y="18872"/>
                      <a:pt x="6418" y="18205"/>
                      <a:pt x="5561" y="17431"/>
                    </a:cubicBezTo>
                    <a:lnTo>
                      <a:pt x="9574" y="15883"/>
                    </a:lnTo>
                    <a:close/>
                    <a:moveTo>
                      <a:pt x="11419" y="0"/>
                    </a:moveTo>
                    <a:lnTo>
                      <a:pt x="11395" y="131"/>
                    </a:lnTo>
                    <a:cubicBezTo>
                      <a:pt x="11443" y="131"/>
                      <a:pt x="13550" y="405"/>
                      <a:pt x="15979" y="1322"/>
                    </a:cubicBezTo>
                    <a:lnTo>
                      <a:pt x="13657" y="2108"/>
                    </a:lnTo>
                    <a:cubicBezTo>
                      <a:pt x="12050" y="822"/>
                      <a:pt x="10705" y="227"/>
                      <a:pt x="10681" y="227"/>
                    </a:cubicBezTo>
                    <a:lnTo>
                      <a:pt x="10633" y="346"/>
                    </a:lnTo>
                    <a:cubicBezTo>
                      <a:pt x="10645" y="358"/>
                      <a:pt x="11955" y="917"/>
                      <a:pt x="13514" y="2155"/>
                    </a:cubicBezTo>
                    <a:lnTo>
                      <a:pt x="10943" y="3025"/>
                    </a:lnTo>
                    <a:lnTo>
                      <a:pt x="10097" y="489"/>
                    </a:lnTo>
                    <a:lnTo>
                      <a:pt x="9978" y="524"/>
                    </a:lnTo>
                    <a:lnTo>
                      <a:pt x="10824" y="3072"/>
                    </a:lnTo>
                    <a:lnTo>
                      <a:pt x="8431" y="3882"/>
                    </a:lnTo>
                    <a:cubicBezTo>
                      <a:pt x="8942" y="1893"/>
                      <a:pt x="9550" y="560"/>
                      <a:pt x="9574" y="536"/>
                    </a:cubicBezTo>
                    <a:lnTo>
                      <a:pt x="9454" y="477"/>
                    </a:lnTo>
                    <a:cubicBezTo>
                      <a:pt x="9431" y="512"/>
                      <a:pt x="8800" y="1882"/>
                      <a:pt x="8288" y="3929"/>
                    </a:cubicBezTo>
                    <a:lnTo>
                      <a:pt x="5633" y="4822"/>
                    </a:lnTo>
                    <a:cubicBezTo>
                      <a:pt x="7085" y="2501"/>
                      <a:pt x="8645" y="881"/>
                      <a:pt x="8669" y="846"/>
                    </a:cubicBezTo>
                    <a:lnTo>
                      <a:pt x="8573" y="750"/>
                    </a:lnTo>
                    <a:cubicBezTo>
                      <a:pt x="8561" y="762"/>
                      <a:pt x="6918" y="2477"/>
                      <a:pt x="5418" y="4894"/>
                    </a:cubicBezTo>
                    <a:lnTo>
                      <a:pt x="1632" y="6180"/>
                    </a:lnTo>
                    <a:lnTo>
                      <a:pt x="1668" y="6299"/>
                    </a:lnTo>
                    <a:lnTo>
                      <a:pt x="5311" y="5072"/>
                    </a:lnTo>
                    <a:lnTo>
                      <a:pt x="5311" y="5072"/>
                    </a:lnTo>
                    <a:cubicBezTo>
                      <a:pt x="5275" y="5144"/>
                      <a:pt x="5228" y="5203"/>
                      <a:pt x="5192" y="5275"/>
                    </a:cubicBezTo>
                    <a:cubicBezTo>
                      <a:pt x="4406" y="6608"/>
                      <a:pt x="3597" y="8287"/>
                      <a:pt x="3216" y="10061"/>
                    </a:cubicBezTo>
                    <a:lnTo>
                      <a:pt x="1" y="11168"/>
                    </a:lnTo>
                    <a:lnTo>
                      <a:pt x="37" y="11287"/>
                    </a:lnTo>
                    <a:lnTo>
                      <a:pt x="3180" y="10204"/>
                    </a:lnTo>
                    <a:lnTo>
                      <a:pt x="3180" y="10204"/>
                    </a:lnTo>
                    <a:cubicBezTo>
                      <a:pt x="2954" y="11347"/>
                      <a:pt x="2894" y="12526"/>
                      <a:pt x="3144" y="13657"/>
                    </a:cubicBezTo>
                    <a:lnTo>
                      <a:pt x="441" y="14514"/>
                    </a:lnTo>
                    <a:lnTo>
                      <a:pt x="477" y="14645"/>
                    </a:lnTo>
                    <a:lnTo>
                      <a:pt x="3168" y="13788"/>
                    </a:lnTo>
                    <a:cubicBezTo>
                      <a:pt x="3216" y="14002"/>
                      <a:pt x="3275" y="14204"/>
                      <a:pt x="3347" y="14407"/>
                    </a:cubicBezTo>
                    <a:cubicBezTo>
                      <a:pt x="3716" y="15514"/>
                      <a:pt x="4370" y="16502"/>
                      <a:pt x="5311" y="17383"/>
                    </a:cubicBezTo>
                    <a:lnTo>
                      <a:pt x="2823" y="18336"/>
                    </a:lnTo>
                    <a:lnTo>
                      <a:pt x="2870" y="18467"/>
                    </a:lnTo>
                    <a:lnTo>
                      <a:pt x="5418" y="17479"/>
                    </a:lnTo>
                    <a:cubicBezTo>
                      <a:pt x="6275" y="18253"/>
                      <a:pt x="7347" y="18931"/>
                      <a:pt x="8633" y="19503"/>
                    </a:cubicBezTo>
                    <a:lnTo>
                      <a:pt x="5692" y="20348"/>
                    </a:lnTo>
                    <a:lnTo>
                      <a:pt x="5728" y="20479"/>
                    </a:lnTo>
                    <a:lnTo>
                      <a:pt x="8823" y="19586"/>
                    </a:lnTo>
                    <a:cubicBezTo>
                      <a:pt x="10681" y="20396"/>
                      <a:pt x="12955" y="21003"/>
                      <a:pt x="15670" y="21420"/>
                    </a:cubicBezTo>
                    <a:lnTo>
                      <a:pt x="15693" y="21289"/>
                    </a:lnTo>
                    <a:cubicBezTo>
                      <a:pt x="13062" y="20884"/>
                      <a:pt x="10836" y="20300"/>
                      <a:pt x="9026" y="19538"/>
                    </a:cubicBezTo>
                    <a:lnTo>
                      <a:pt x="12074" y="18657"/>
                    </a:lnTo>
                    <a:cubicBezTo>
                      <a:pt x="13205" y="19586"/>
                      <a:pt x="14550" y="20384"/>
                      <a:pt x="16098" y="21027"/>
                    </a:cubicBezTo>
                    <a:lnTo>
                      <a:pt x="16146" y="20908"/>
                    </a:lnTo>
                    <a:cubicBezTo>
                      <a:pt x="14646" y="20277"/>
                      <a:pt x="13336" y="19515"/>
                      <a:pt x="12229" y="18622"/>
                    </a:cubicBezTo>
                    <a:lnTo>
                      <a:pt x="15670" y="17633"/>
                    </a:lnTo>
                    <a:lnTo>
                      <a:pt x="16682" y="20670"/>
                    </a:lnTo>
                    <a:lnTo>
                      <a:pt x="16801" y="20634"/>
                    </a:lnTo>
                    <a:lnTo>
                      <a:pt x="15800" y="17598"/>
                    </a:lnTo>
                    <a:lnTo>
                      <a:pt x="18444" y="16836"/>
                    </a:lnTo>
                    <a:lnTo>
                      <a:pt x="18444" y="16836"/>
                    </a:lnTo>
                    <a:cubicBezTo>
                      <a:pt x="18217" y="17860"/>
                      <a:pt x="17908" y="18943"/>
                      <a:pt x="17479" y="20074"/>
                    </a:cubicBezTo>
                    <a:lnTo>
                      <a:pt x="17598" y="20122"/>
                    </a:lnTo>
                    <a:cubicBezTo>
                      <a:pt x="18027" y="18991"/>
                      <a:pt x="18360" y="17884"/>
                      <a:pt x="18587" y="16800"/>
                    </a:cubicBezTo>
                    <a:lnTo>
                      <a:pt x="21111" y="16074"/>
                    </a:lnTo>
                    <a:lnTo>
                      <a:pt x="21111" y="16074"/>
                    </a:lnTo>
                    <a:cubicBezTo>
                      <a:pt x="20372" y="17348"/>
                      <a:pt x="19444" y="18669"/>
                      <a:pt x="18325" y="20062"/>
                    </a:cubicBezTo>
                    <a:lnTo>
                      <a:pt x="18432" y="20146"/>
                    </a:lnTo>
                    <a:cubicBezTo>
                      <a:pt x="19587" y="18705"/>
                      <a:pt x="20539" y="17336"/>
                      <a:pt x="21289" y="16026"/>
                    </a:cubicBezTo>
                    <a:lnTo>
                      <a:pt x="24528" y="15097"/>
                    </a:lnTo>
                    <a:lnTo>
                      <a:pt x="24492" y="14978"/>
                    </a:lnTo>
                    <a:lnTo>
                      <a:pt x="21385" y="15859"/>
                    </a:lnTo>
                    <a:cubicBezTo>
                      <a:pt x="22444" y="13978"/>
                      <a:pt x="23063" y="12228"/>
                      <a:pt x="23254" y="10621"/>
                    </a:cubicBezTo>
                    <a:lnTo>
                      <a:pt x="25623" y="9704"/>
                    </a:lnTo>
                    <a:lnTo>
                      <a:pt x="25576" y="9585"/>
                    </a:lnTo>
                    <a:lnTo>
                      <a:pt x="23266" y="10478"/>
                    </a:lnTo>
                    <a:cubicBezTo>
                      <a:pt x="23373" y="9418"/>
                      <a:pt x="23290" y="8430"/>
                      <a:pt x="23028" y="7501"/>
                    </a:cubicBezTo>
                    <a:lnTo>
                      <a:pt x="25397" y="6751"/>
                    </a:lnTo>
                    <a:lnTo>
                      <a:pt x="25361" y="6620"/>
                    </a:lnTo>
                    <a:lnTo>
                      <a:pt x="22980" y="7370"/>
                    </a:lnTo>
                    <a:cubicBezTo>
                      <a:pt x="22932" y="7192"/>
                      <a:pt x="22861" y="7001"/>
                      <a:pt x="22789" y="6811"/>
                    </a:cubicBezTo>
                    <a:cubicBezTo>
                      <a:pt x="22361" y="5763"/>
                      <a:pt x="21694" y="4858"/>
                      <a:pt x="20908" y="4096"/>
                    </a:cubicBezTo>
                    <a:lnTo>
                      <a:pt x="22813" y="3441"/>
                    </a:lnTo>
                    <a:lnTo>
                      <a:pt x="22766" y="3310"/>
                    </a:lnTo>
                    <a:lnTo>
                      <a:pt x="20789" y="3989"/>
                    </a:lnTo>
                    <a:cubicBezTo>
                      <a:pt x="19503" y="2798"/>
                      <a:pt x="17884" y="1941"/>
                      <a:pt x="16360" y="1334"/>
                    </a:cubicBezTo>
                    <a:lnTo>
                      <a:pt x="18622" y="572"/>
                    </a:lnTo>
                    <a:lnTo>
                      <a:pt x="18575" y="441"/>
                    </a:lnTo>
                    <a:lnTo>
                      <a:pt x="16170" y="1262"/>
                    </a:lnTo>
                    <a:cubicBezTo>
                      <a:pt x="13669" y="298"/>
                      <a:pt x="11455" y="0"/>
                      <a:pt x="1141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508" name="Google Shape;1508;p81"/>
          <p:cNvGrpSpPr/>
          <p:nvPr/>
        </p:nvGrpSpPr>
        <p:grpSpPr>
          <a:xfrm flipH="1">
            <a:off x="244894" y="3925295"/>
            <a:ext cx="1146231" cy="964793"/>
            <a:chOff x="359194" y="3930920"/>
            <a:chExt cx="1146231" cy="964793"/>
          </a:xfrm>
        </p:grpSpPr>
        <p:grpSp>
          <p:nvGrpSpPr>
            <p:cNvPr id="1509" name="Google Shape;1509;p81"/>
            <p:cNvGrpSpPr/>
            <p:nvPr/>
          </p:nvGrpSpPr>
          <p:grpSpPr>
            <a:xfrm>
              <a:off x="359194" y="3930920"/>
              <a:ext cx="1146231" cy="964793"/>
              <a:chOff x="4569300" y="7247450"/>
              <a:chExt cx="724225" cy="609625"/>
            </a:xfrm>
          </p:grpSpPr>
          <p:grpSp>
            <p:nvGrpSpPr>
              <p:cNvPr id="1510" name="Google Shape;1510;p81"/>
              <p:cNvGrpSpPr/>
              <p:nvPr/>
            </p:nvGrpSpPr>
            <p:grpSpPr>
              <a:xfrm>
                <a:off x="4569300" y="7247450"/>
                <a:ext cx="653675" cy="609625"/>
                <a:chOff x="4569300" y="7247450"/>
                <a:chExt cx="653675" cy="609625"/>
              </a:xfrm>
            </p:grpSpPr>
            <p:sp>
              <p:nvSpPr>
                <p:cNvPr id="1511" name="Google Shape;1511;p81"/>
                <p:cNvSpPr/>
                <p:nvPr/>
              </p:nvSpPr>
              <p:spPr>
                <a:xfrm>
                  <a:off x="4569300" y="7247450"/>
                  <a:ext cx="653675" cy="609625"/>
                </a:xfrm>
                <a:custGeom>
                  <a:rect b="b" l="l" r="r" t="t"/>
                  <a:pathLst>
                    <a:path extrusionOk="0" h="24385" w="26147">
                      <a:moveTo>
                        <a:pt x="22016" y="1"/>
                      </a:moveTo>
                      <a:lnTo>
                        <a:pt x="1" y="6085"/>
                      </a:lnTo>
                      <a:lnTo>
                        <a:pt x="5466" y="24385"/>
                      </a:lnTo>
                      <a:lnTo>
                        <a:pt x="26147" y="17896"/>
                      </a:lnTo>
                      <a:lnTo>
                        <a:pt x="22016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12" name="Google Shape;1512;p81"/>
                <p:cNvSpPr/>
                <p:nvPr/>
              </p:nvSpPr>
              <p:spPr>
                <a:xfrm>
                  <a:off x="4643425" y="7312050"/>
                  <a:ext cx="554250" cy="514675"/>
                </a:xfrm>
                <a:custGeom>
                  <a:rect b="b" l="l" r="r" t="t"/>
                  <a:pathLst>
                    <a:path extrusionOk="0" h="20587" w="22170">
                      <a:moveTo>
                        <a:pt x="12371" y="0"/>
                      </a:moveTo>
                      <a:lnTo>
                        <a:pt x="8240" y="1060"/>
                      </a:lnTo>
                      <a:lnTo>
                        <a:pt x="6037" y="3882"/>
                      </a:lnTo>
                      <a:lnTo>
                        <a:pt x="2108" y="3477"/>
                      </a:lnTo>
                      <a:lnTo>
                        <a:pt x="1" y="6894"/>
                      </a:lnTo>
                      <a:lnTo>
                        <a:pt x="524" y="13014"/>
                      </a:lnTo>
                      <a:lnTo>
                        <a:pt x="2394" y="19539"/>
                      </a:lnTo>
                      <a:lnTo>
                        <a:pt x="3084" y="20586"/>
                      </a:lnTo>
                      <a:lnTo>
                        <a:pt x="6942" y="18717"/>
                      </a:lnTo>
                      <a:lnTo>
                        <a:pt x="13431" y="17526"/>
                      </a:lnTo>
                      <a:lnTo>
                        <a:pt x="22170" y="14550"/>
                      </a:lnTo>
                      <a:lnTo>
                        <a:pt x="21039" y="9383"/>
                      </a:lnTo>
                      <a:lnTo>
                        <a:pt x="17562" y="5323"/>
                      </a:lnTo>
                      <a:lnTo>
                        <a:pt x="17598" y="691"/>
                      </a:lnTo>
                      <a:lnTo>
                        <a:pt x="12371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13" name="Google Shape;1513;p81"/>
                <p:cNvSpPr/>
                <p:nvPr/>
              </p:nvSpPr>
              <p:spPr>
                <a:xfrm>
                  <a:off x="4591325" y="7337650"/>
                  <a:ext cx="290250" cy="329600"/>
                </a:xfrm>
                <a:custGeom>
                  <a:rect b="b" l="l" r="r" t="t"/>
                  <a:pathLst>
                    <a:path extrusionOk="0" h="13184" w="11610">
                      <a:moveTo>
                        <a:pt x="10371" y="0"/>
                      </a:moveTo>
                      <a:lnTo>
                        <a:pt x="1" y="2667"/>
                      </a:lnTo>
                      <a:lnTo>
                        <a:pt x="2668" y="11954"/>
                      </a:lnTo>
                      <a:cubicBezTo>
                        <a:pt x="2727" y="11633"/>
                        <a:pt x="2823" y="11335"/>
                        <a:pt x="2942" y="11037"/>
                      </a:cubicBezTo>
                      <a:cubicBezTo>
                        <a:pt x="3166" y="10572"/>
                        <a:pt x="3638" y="10107"/>
                        <a:pt x="4158" y="10107"/>
                      </a:cubicBezTo>
                      <a:cubicBezTo>
                        <a:pt x="4329" y="10107"/>
                        <a:pt x="4506" y="10157"/>
                        <a:pt x="4680" y="10275"/>
                      </a:cubicBezTo>
                      <a:cubicBezTo>
                        <a:pt x="5013" y="10514"/>
                        <a:pt x="5192" y="10990"/>
                        <a:pt x="5383" y="11335"/>
                      </a:cubicBezTo>
                      <a:cubicBezTo>
                        <a:pt x="5656" y="11823"/>
                        <a:pt x="5930" y="12335"/>
                        <a:pt x="6264" y="12776"/>
                      </a:cubicBezTo>
                      <a:cubicBezTo>
                        <a:pt x="6477" y="13047"/>
                        <a:pt x="6745" y="13183"/>
                        <a:pt x="6999" y="13183"/>
                      </a:cubicBezTo>
                      <a:cubicBezTo>
                        <a:pt x="7313" y="13183"/>
                        <a:pt x="7607" y="12976"/>
                        <a:pt x="7752" y="12561"/>
                      </a:cubicBezTo>
                      <a:cubicBezTo>
                        <a:pt x="8514" y="10359"/>
                        <a:pt x="5525" y="8799"/>
                        <a:pt x="4394" y="7478"/>
                      </a:cubicBezTo>
                      <a:cubicBezTo>
                        <a:pt x="3668" y="6632"/>
                        <a:pt x="3335" y="5406"/>
                        <a:pt x="4156" y="4489"/>
                      </a:cubicBezTo>
                      <a:cubicBezTo>
                        <a:pt x="4465" y="4144"/>
                        <a:pt x="4903" y="3962"/>
                        <a:pt x="5337" y="3962"/>
                      </a:cubicBezTo>
                      <a:cubicBezTo>
                        <a:pt x="5757" y="3962"/>
                        <a:pt x="6173" y="4132"/>
                        <a:pt x="6466" y="4489"/>
                      </a:cubicBezTo>
                      <a:cubicBezTo>
                        <a:pt x="7157" y="5394"/>
                        <a:pt x="7454" y="6620"/>
                        <a:pt x="8038" y="7573"/>
                      </a:cubicBezTo>
                      <a:cubicBezTo>
                        <a:pt x="8372" y="8122"/>
                        <a:pt x="8793" y="8360"/>
                        <a:pt x="9237" y="8360"/>
                      </a:cubicBezTo>
                      <a:cubicBezTo>
                        <a:pt x="9678" y="8360"/>
                        <a:pt x="10140" y="8125"/>
                        <a:pt x="10562" y="7728"/>
                      </a:cubicBezTo>
                      <a:cubicBezTo>
                        <a:pt x="11610" y="6727"/>
                        <a:pt x="11550" y="5370"/>
                        <a:pt x="11217" y="4060"/>
                      </a:cubicBezTo>
                      <a:cubicBezTo>
                        <a:pt x="10859" y="2644"/>
                        <a:pt x="10467" y="1370"/>
                        <a:pt x="1037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14" name="Google Shape;1514;p81"/>
                <p:cNvSpPr/>
                <p:nvPr/>
              </p:nvSpPr>
              <p:spPr>
                <a:xfrm>
                  <a:off x="4701175" y="7653675"/>
                  <a:ext cx="275950" cy="182275"/>
                </a:xfrm>
                <a:custGeom>
                  <a:rect b="b" l="l" r="r" t="t"/>
                  <a:pathLst>
                    <a:path extrusionOk="0" h="7291" w="11038">
                      <a:moveTo>
                        <a:pt x="5312" y="1"/>
                      </a:moveTo>
                      <a:cubicBezTo>
                        <a:pt x="5187" y="1"/>
                        <a:pt x="5045" y="35"/>
                        <a:pt x="4882" y="111"/>
                      </a:cubicBezTo>
                      <a:cubicBezTo>
                        <a:pt x="3906" y="551"/>
                        <a:pt x="3203" y="1897"/>
                        <a:pt x="2822" y="2837"/>
                      </a:cubicBezTo>
                      <a:cubicBezTo>
                        <a:pt x="2448" y="3675"/>
                        <a:pt x="1780" y="6027"/>
                        <a:pt x="719" y="6027"/>
                      </a:cubicBezTo>
                      <a:cubicBezTo>
                        <a:pt x="497" y="6027"/>
                        <a:pt x="258" y="5924"/>
                        <a:pt x="0" y="5683"/>
                      </a:cubicBezTo>
                      <a:lnTo>
                        <a:pt x="0" y="5683"/>
                      </a:lnTo>
                      <a:lnTo>
                        <a:pt x="453" y="7290"/>
                      </a:lnTo>
                      <a:lnTo>
                        <a:pt x="11037" y="3671"/>
                      </a:lnTo>
                      <a:cubicBezTo>
                        <a:pt x="10880" y="3288"/>
                        <a:pt x="10579" y="3157"/>
                        <a:pt x="10239" y="3157"/>
                      </a:cubicBezTo>
                      <a:cubicBezTo>
                        <a:pt x="9809" y="3157"/>
                        <a:pt x="9317" y="3367"/>
                        <a:pt x="8978" y="3540"/>
                      </a:cubicBezTo>
                      <a:cubicBezTo>
                        <a:pt x="8547" y="3751"/>
                        <a:pt x="7813" y="4258"/>
                        <a:pt x="7205" y="4258"/>
                      </a:cubicBezTo>
                      <a:cubicBezTo>
                        <a:pt x="7023" y="4258"/>
                        <a:pt x="6852" y="4212"/>
                        <a:pt x="6704" y="4100"/>
                      </a:cubicBezTo>
                      <a:cubicBezTo>
                        <a:pt x="6061" y="3599"/>
                        <a:pt x="6275" y="2171"/>
                        <a:pt x="6192" y="1456"/>
                      </a:cubicBezTo>
                      <a:cubicBezTo>
                        <a:pt x="6112" y="823"/>
                        <a:pt x="5926" y="1"/>
                        <a:pt x="5312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15" name="Google Shape;1515;p81"/>
                <p:cNvSpPr/>
                <p:nvPr/>
              </p:nvSpPr>
              <p:spPr>
                <a:xfrm>
                  <a:off x="4937500" y="7267100"/>
                  <a:ext cx="229525" cy="283925"/>
                </a:xfrm>
                <a:custGeom>
                  <a:rect b="b" l="l" r="r" t="t"/>
                  <a:pathLst>
                    <a:path extrusionOk="0" h="11357" w="9181">
                      <a:moveTo>
                        <a:pt x="6764" y="1"/>
                      </a:moveTo>
                      <a:lnTo>
                        <a:pt x="513" y="1608"/>
                      </a:lnTo>
                      <a:cubicBezTo>
                        <a:pt x="275" y="2037"/>
                        <a:pt x="1" y="2894"/>
                        <a:pt x="191" y="3299"/>
                      </a:cubicBezTo>
                      <a:cubicBezTo>
                        <a:pt x="305" y="3509"/>
                        <a:pt x="487" y="3587"/>
                        <a:pt x="710" y="3587"/>
                      </a:cubicBezTo>
                      <a:cubicBezTo>
                        <a:pt x="1363" y="3587"/>
                        <a:pt x="2363" y="2918"/>
                        <a:pt x="3012" y="2918"/>
                      </a:cubicBezTo>
                      <a:cubicBezTo>
                        <a:pt x="3211" y="2918"/>
                        <a:pt x="3377" y="2980"/>
                        <a:pt x="3489" y="3144"/>
                      </a:cubicBezTo>
                      <a:cubicBezTo>
                        <a:pt x="3823" y="3632"/>
                        <a:pt x="3216" y="4608"/>
                        <a:pt x="3001" y="5001"/>
                      </a:cubicBezTo>
                      <a:cubicBezTo>
                        <a:pt x="2382" y="6132"/>
                        <a:pt x="1834" y="7121"/>
                        <a:pt x="1846" y="8454"/>
                      </a:cubicBezTo>
                      <a:cubicBezTo>
                        <a:pt x="1894" y="10085"/>
                        <a:pt x="3347" y="10966"/>
                        <a:pt x="4811" y="11240"/>
                      </a:cubicBezTo>
                      <a:cubicBezTo>
                        <a:pt x="5268" y="11322"/>
                        <a:pt x="5726" y="11356"/>
                        <a:pt x="6182" y="11356"/>
                      </a:cubicBezTo>
                      <a:cubicBezTo>
                        <a:pt x="7188" y="11356"/>
                        <a:pt x="8190" y="11190"/>
                        <a:pt x="9181" y="11002"/>
                      </a:cubicBezTo>
                      <a:lnTo>
                        <a:pt x="676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16" name="Google Shape;1516;p81"/>
                <p:cNvSpPr/>
                <p:nvPr/>
              </p:nvSpPr>
              <p:spPr>
                <a:xfrm>
                  <a:off x="4599975" y="7276625"/>
                  <a:ext cx="588775" cy="532825"/>
                </a:xfrm>
                <a:custGeom>
                  <a:rect b="b" l="l" r="r" t="t"/>
                  <a:pathLst>
                    <a:path extrusionOk="0" h="21313" w="23551">
                      <a:moveTo>
                        <a:pt x="18229" y="2858"/>
                      </a:moveTo>
                      <a:lnTo>
                        <a:pt x="19229" y="6751"/>
                      </a:lnTo>
                      <a:lnTo>
                        <a:pt x="15919" y="7704"/>
                      </a:lnTo>
                      <a:lnTo>
                        <a:pt x="14740" y="3787"/>
                      </a:lnTo>
                      <a:lnTo>
                        <a:pt x="18229" y="2858"/>
                      </a:lnTo>
                      <a:close/>
                      <a:moveTo>
                        <a:pt x="14621" y="3823"/>
                      </a:moveTo>
                      <a:lnTo>
                        <a:pt x="15812" y="7740"/>
                      </a:lnTo>
                      <a:lnTo>
                        <a:pt x="12478" y="8692"/>
                      </a:lnTo>
                      <a:lnTo>
                        <a:pt x="11287" y="4715"/>
                      </a:lnTo>
                      <a:lnTo>
                        <a:pt x="14621" y="3823"/>
                      </a:lnTo>
                      <a:close/>
                      <a:moveTo>
                        <a:pt x="11168" y="4751"/>
                      </a:moveTo>
                      <a:lnTo>
                        <a:pt x="12371" y="8728"/>
                      </a:lnTo>
                      <a:lnTo>
                        <a:pt x="9013" y="9692"/>
                      </a:lnTo>
                      <a:lnTo>
                        <a:pt x="7775" y="5668"/>
                      </a:lnTo>
                      <a:lnTo>
                        <a:pt x="11168" y="4751"/>
                      </a:lnTo>
                      <a:close/>
                      <a:moveTo>
                        <a:pt x="7656" y="5692"/>
                      </a:moveTo>
                      <a:lnTo>
                        <a:pt x="8894" y="9728"/>
                      </a:lnTo>
                      <a:lnTo>
                        <a:pt x="5037" y="10835"/>
                      </a:lnTo>
                      <a:lnTo>
                        <a:pt x="3608" y="6787"/>
                      </a:lnTo>
                      <a:lnTo>
                        <a:pt x="7656" y="5692"/>
                      </a:lnTo>
                      <a:close/>
                      <a:moveTo>
                        <a:pt x="19253" y="6871"/>
                      </a:moveTo>
                      <a:lnTo>
                        <a:pt x="20360" y="11216"/>
                      </a:lnTo>
                      <a:lnTo>
                        <a:pt x="17252" y="12109"/>
                      </a:lnTo>
                      <a:lnTo>
                        <a:pt x="15955" y="7811"/>
                      </a:lnTo>
                      <a:lnTo>
                        <a:pt x="19253" y="6871"/>
                      </a:lnTo>
                      <a:close/>
                      <a:moveTo>
                        <a:pt x="15847" y="7847"/>
                      </a:moveTo>
                      <a:lnTo>
                        <a:pt x="17145" y="12133"/>
                      </a:lnTo>
                      <a:lnTo>
                        <a:pt x="13800" y="13086"/>
                      </a:lnTo>
                      <a:lnTo>
                        <a:pt x="12514" y="8811"/>
                      </a:lnTo>
                      <a:lnTo>
                        <a:pt x="15847" y="7847"/>
                      </a:lnTo>
                      <a:close/>
                      <a:moveTo>
                        <a:pt x="12407" y="8835"/>
                      </a:moveTo>
                      <a:lnTo>
                        <a:pt x="13692" y="13121"/>
                      </a:lnTo>
                      <a:lnTo>
                        <a:pt x="10359" y="14074"/>
                      </a:lnTo>
                      <a:lnTo>
                        <a:pt x="9049" y="9799"/>
                      </a:lnTo>
                      <a:lnTo>
                        <a:pt x="12407" y="8835"/>
                      </a:lnTo>
                      <a:close/>
                      <a:moveTo>
                        <a:pt x="8930" y="9835"/>
                      </a:moveTo>
                      <a:lnTo>
                        <a:pt x="10251" y="14109"/>
                      </a:lnTo>
                      <a:lnTo>
                        <a:pt x="6561" y="15169"/>
                      </a:lnTo>
                      <a:lnTo>
                        <a:pt x="5072" y="10942"/>
                      </a:lnTo>
                      <a:lnTo>
                        <a:pt x="8930" y="9835"/>
                      </a:lnTo>
                      <a:close/>
                      <a:moveTo>
                        <a:pt x="20384" y="11323"/>
                      </a:moveTo>
                      <a:lnTo>
                        <a:pt x="21122" y="14252"/>
                      </a:lnTo>
                      <a:lnTo>
                        <a:pt x="18181" y="15169"/>
                      </a:lnTo>
                      <a:lnTo>
                        <a:pt x="17288" y="12216"/>
                      </a:lnTo>
                      <a:lnTo>
                        <a:pt x="20384" y="11323"/>
                      </a:lnTo>
                      <a:close/>
                      <a:moveTo>
                        <a:pt x="17169" y="12252"/>
                      </a:moveTo>
                      <a:lnTo>
                        <a:pt x="18062" y="15205"/>
                      </a:lnTo>
                      <a:lnTo>
                        <a:pt x="14740" y="16229"/>
                      </a:lnTo>
                      <a:lnTo>
                        <a:pt x="13835" y="13205"/>
                      </a:lnTo>
                      <a:lnTo>
                        <a:pt x="17169" y="12252"/>
                      </a:lnTo>
                      <a:close/>
                      <a:moveTo>
                        <a:pt x="13716" y="13240"/>
                      </a:moveTo>
                      <a:lnTo>
                        <a:pt x="14633" y="16265"/>
                      </a:lnTo>
                      <a:lnTo>
                        <a:pt x="11347" y="17277"/>
                      </a:lnTo>
                      <a:lnTo>
                        <a:pt x="10394" y="14193"/>
                      </a:lnTo>
                      <a:lnTo>
                        <a:pt x="13716" y="13240"/>
                      </a:lnTo>
                      <a:close/>
                      <a:moveTo>
                        <a:pt x="10275" y="14217"/>
                      </a:moveTo>
                      <a:lnTo>
                        <a:pt x="11228" y="17312"/>
                      </a:lnTo>
                      <a:lnTo>
                        <a:pt x="7692" y="18408"/>
                      </a:lnTo>
                      <a:lnTo>
                        <a:pt x="6596" y="15276"/>
                      </a:lnTo>
                      <a:lnTo>
                        <a:pt x="10275" y="14217"/>
                      </a:lnTo>
                      <a:close/>
                      <a:moveTo>
                        <a:pt x="17633" y="1"/>
                      </a:moveTo>
                      <a:lnTo>
                        <a:pt x="17514" y="36"/>
                      </a:lnTo>
                      <a:lnTo>
                        <a:pt x="18205" y="2739"/>
                      </a:lnTo>
                      <a:lnTo>
                        <a:pt x="14704" y="3680"/>
                      </a:lnTo>
                      <a:lnTo>
                        <a:pt x="13823" y="763"/>
                      </a:lnTo>
                      <a:lnTo>
                        <a:pt x="13716" y="798"/>
                      </a:lnTo>
                      <a:lnTo>
                        <a:pt x="14585" y="3715"/>
                      </a:lnTo>
                      <a:lnTo>
                        <a:pt x="11252" y="4608"/>
                      </a:lnTo>
                      <a:lnTo>
                        <a:pt x="10394" y="1787"/>
                      </a:lnTo>
                      <a:lnTo>
                        <a:pt x="10287" y="1822"/>
                      </a:lnTo>
                      <a:lnTo>
                        <a:pt x="11133" y="4632"/>
                      </a:lnTo>
                      <a:lnTo>
                        <a:pt x="7727" y="5549"/>
                      </a:lnTo>
                      <a:lnTo>
                        <a:pt x="6894" y="2810"/>
                      </a:lnTo>
                      <a:lnTo>
                        <a:pt x="6775" y="2846"/>
                      </a:lnTo>
                      <a:lnTo>
                        <a:pt x="7620" y="5585"/>
                      </a:lnTo>
                      <a:lnTo>
                        <a:pt x="3572" y="6668"/>
                      </a:lnTo>
                      <a:lnTo>
                        <a:pt x="2620" y="3953"/>
                      </a:lnTo>
                      <a:lnTo>
                        <a:pt x="2501" y="3989"/>
                      </a:lnTo>
                      <a:lnTo>
                        <a:pt x="3453" y="6704"/>
                      </a:lnTo>
                      <a:lnTo>
                        <a:pt x="0" y="7633"/>
                      </a:lnTo>
                      <a:lnTo>
                        <a:pt x="24" y="7740"/>
                      </a:lnTo>
                      <a:lnTo>
                        <a:pt x="3501" y="6811"/>
                      </a:lnTo>
                      <a:lnTo>
                        <a:pt x="4917" y="10871"/>
                      </a:lnTo>
                      <a:lnTo>
                        <a:pt x="1203" y="11943"/>
                      </a:lnTo>
                      <a:lnTo>
                        <a:pt x="1227" y="12050"/>
                      </a:lnTo>
                      <a:lnTo>
                        <a:pt x="4965" y="10978"/>
                      </a:lnTo>
                      <a:lnTo>
                        <a:pt x="6441" y="15193"/>
                      </a:lnTo>
                      <a:lnTo>
                        <a:pt x="2548" y="16312"/>
                      </a:lnTo>
                      <a:lnTo>
                        <a:pt x="2572" y="16431"/>
                      </a:lnTo>
                      <a:lnTo>
                        <a:pt x="6477" y="15312"/>
                      </a:lnTo>
                      <a:lnTo>
                        <a:pt x="7584" y="18443"/>
                      </a:lnTo>
                      <a:lnTo>
                        <a:pt x="3536" y="19694"/>
                      </a:lnTo>
                      <a:lnTo>
                        <a:pt x="3572" y="19801"/>
                      </a:lnTo>
                      <a:lnTo>
                        <a:pt x="7620" y="18551"/>
                      </a:lnTo>
                      <a:lnTo>
                        <a:pt x="8597" y="21313"/>
                      </a:lnTo>
                      <a:lnTo>
                        <a:pt x="8704" y="21277"/>
                      </a:lnTo>
                      <a:lnTo>
                        <a:pt x="7727" y="18515"/>
                      </a:lnTo>
                      <a:lnTo>
                        <a:pt x="11264" y="17419"/>
                      </a:lnTo>
                      <a:lnTo>
                        <a:pt x="12097" y="20146"/>
                      </a:lnTo>
                      <a:lnTo>
                        <a:pt x="12216" y="20110"/>
                      </a:lnTo>
                      <a:lnTo>
                        <a:pt x="11371" y="17384"/>
                      </a:lnTo>
                      <a:lnTo>
                        <a:pt x="14657" y="16372"/>
                      </a:lnTo>
                      <a:lnTo>
                        <a:pt x="15490" y="19146"/>
                      </a:lnTo>
                      <a:lnTo>
                        <a:pt x="15609" y="19110"/>
                      </a:lnTo>
                      <a:lnTo>
                        <a:pt x="14776" y="16336"/>
                      </a:lnTo>
                      <a:lnTo>
                        <a:pt x="18098" y="15312"/>
                      </a:lnTo>
                      <a:lnTo>
                        <a:pt x="18895" y="17943"/>
                      </a:lnTo>
                      <a:lnTo>
                        <a:pt x="19003" y="17908"/>
                      </a:lnTo>
                      <a:lnTo>
                        <a:pt x="18205" y="15276"/>
                      </a:lnTo>
                      <a:lnTo>
                        <a:pt x="21158" y="14360"/>
                      </a:lnTo>
                      <a:lnTo>
                        <a:pt x="21812" y="16979"/>
                      </a:lnTo>
                      <a:lnTo>
                        <a:pt x="21932" y="16943"/>
                      </a:lnTo>
                      <a:lnTo>
                        <a:pt x="21265" y="14324"/>
                      </a:lnTo>
                      <a:lnTo>
                        <a:pt x="23551" y="13621"/>
                      </a:lnTo>
                      <a:lnTo>
                        <a:pt x="23515" y="13514"/>
                      </a:lnTo>
                      <a:lnTo>
                        <a:pt x="21241" y="14217"/>
                      </a:lnTo>
                      <a:lnTo>
                        <a:pt x="20503" y="11300"/>
                      </a:lnTo>
                      <a:lnTo>
                        <a:pt x="22932" y="10597"/>
                      </a:lnTo>
                      <a:lnTo>
                        <a:pt x="22896" y="10490"/>
                      </a:lnTo>
                      <a:lnTo>
                        <a:pt x="20467" y="11181"/>
                      </a:lnTo>
                      <a:lnTo>
                        <a:pt x="19360" y="6835"/>
                      </a:lnTo>
                      <a:lnTo>
                        <a:pt x="22039" y="6061"/>
                      </a:lnTo>
                      <a:lnTo>
                        <a:pt x="22003" y="5942"/>
                      </a:lnTo>
                      <a:lnTo>
                        <a:pt x="19336" y="6716"/>
                      </a:lnTo>
                      <a:lnTo>
                        <a:pt x="18348" y="2822"/>
                      </a:lnTo>
                      <a:lnTo>
                        <a:pt x="21158" y="2060"/>
                      </a:lnTo>
                      <a:lnTo>
                        <a:pt x="21122" y="1953"/>
                      </a:lnTo>
                      <a:lnTo>
                        <a:pt x="18312" y="2703"/>
                      </a:lnTo>
                      <a:lnTo>
                        <a:pt x="17633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517" name="Google Shape;1517;p81"/>
              <p:cNvGrpSpPr/>
              <p:nvPr/>
            </p:nvGrpSpPr>
            <p:grpSpPr>
              <a:xfrm>
                <a:off x="4900900" y="7388550"/>
                <a:ext cx="392625" cy="407500"/>
                <a:chOff x="4900900" y="7388550"/>
                <a:chExt cx="392625" cy="407500"/>
              </a:xfrm>
            </p:grpSpPr>
            <p:sp>
              <p:nvSpPr>
                <p:cNvPr id="1518" name="Google Shape;1518;p81"/>
                <p:cNvSpPr/>
                <p:nvPr/>
              </p:nvSpPr>
              <p:spPr>
                <a:xfrm>
                  <a:off x="4900900" y="7394400"/>
                  <a:ext cx="371200" cy="291650"/>
                </a:xfrm>
                <a:custGeom>
                  <a:rect b="b" l="l" r="r" t="t"/>
                  <a:pathLst>
                    <a:path extrusionOk="0" h="11666" w="14848">
                      <a:moveTo>
                        <a:pt x="8353" y="0"/>
                      </a:moveTo>
                      <a:cubicBezTo>
                        <a:pt x="7265" y="0"/>
                        <a:pt x="6122" y="247"/>
                        <a:pt x="5025" y="766"/>
                      </a:cubicBezTo>
                      <a:cubicBezTo>
                        <a:pt x="1655" y="2362"/>
                        <a:pt x="0" y="5922"/>
                        <a:pt x="1334" y="8720"/>
                      </a:cubicBezTo>
                      <a:cubicBezTo>
                        <a:pt x="2225" y="10607"/>
                        <a:pt x="4243" y="11665"/>
                        <a:pt x="6495" y="11665"/>
                      </a:cubicBezTo>
                      <a:cubicBezTo>
                        <a:pt x="7583" y="11665"/>
                        <a:pt x="8726" y="11418"/>
                        <a:pt x="9823" y="10899"/>
                      </a:cubicBezTo>
                      <a:cubicBezTo>
                        <a:pt x="13193" y="9303"/>
                        <a:pt x="14848" y="5743"/>
                        <a:pt x="13526" y="2945"/>
                      </a:cubicBezTo>
                      <a:cubicBezTo>
                        <a:pt x="12627" y="1059"/>
                        <a:pt x="10607" y="0"/>
                        <a:pt x="8353" y="0"/>
                      </a:cubicBezTo>
                      <a:close/>
                    </a:path>
                  </a:pathLst>
                </a:custGeom>
                <a:solidFill>
                  <a:srgbClr val="6BC0CE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19" name="Google Shape;1519;p81"/>
                <p:cNvSpPr/>
                <p:nvPr/>
              </p:nvSpPr>
              <p:spPr>
                <a:xfrm>
                  <a:off x="4942875" y="7426825"/>
                  <a:ext cx="148250" cy="157900"/>
                </a:xfrm>
                <a:custGeom>
                  <a:rect b="b" l="l" r="r" t="t"/>
                  <a:pathLst>
                    <a:path extrusionOk="0" h="6316" w="5930">
                      <a:moveTo>
                        <a:pt x="4463" y="0"/>
                      </a:moveTo>
                      <a:cubicBezTo>
                        <a:pt x="3746" y="0"/>
                        <a:pt x="3179" y="2660"/>
                        <a:pt x="3179" y="2660"/>
                      </a:cubicBezTo>
                      <a:cubicBezTo>
                        <a:pt x="3179" y="2660"/>
                        <a:pt x="2706" y="1153"/>
                        <a:pt x="2447" y="1153"/>
                      </a:cubicBezTo>
                      <a:cubicBezTo>
                        <a:pt x="2437" y="1153"/>
                        <a:pt x="2427" y="1155"/>
                        <a:pt x="2417" y="1160"/>
                      </a:cubicBezTo>
                      <a:cubicBezTo>
                        <a:pt x="2167" y="1303"/>
                        <a:pt x="2905" y="2863"/>
                        <a:pt x="2905" y="2863"/>
                      </a:cubicBezTo>
                      <a:cubicBezTo>
                        <a:pt x="2905" y="2863"/>
                        <a:pt x="0" y="3565"/>
                        <a:pt x="60" y="3958"/>
                      </a:cubicBezTo>
                      <a:cubicBezTo>
                        <a:pt x="69" y="4015"/>
                        <a:pt x="136" y="4039"/>
                        <a:pt x="245" y="4039"/>
                      </a:cubicBezTo>
                      <a:cubicBezTo>
                        <a:pt x="864" y="4039"/>
                        <a:pt x="2810" y="3256"/>
                        <a:pt x="2810" y="3256"/>
                      </a:cubicBezTo>
                      <a:lnTo>
                        <a:pt x="2810" y="3256"/>
                      </a:lnTo>
                      <a:cubicBezTo>
                        <a:pt x="2810" y="3256"/>
                        <a:pt x="1596" y="5589"/>
                        <a:pt x="2000" y="5744"/>
                      </a:cubicBezTo>
                      <a:cubicBezTo>
                        <a:pt x="2014" y="5749"/>
                        <a:pt x="2027" y="5751"/>
                        <a:pt x="2042" y="5751"/>
                      </a:cubicBezTo>
                      <a:cubicBezTo>
                        <a:pt x="2473" y="5751"/>
                        <a:pt x="3310" y="3541"/>
                        <a:pt x="3310" y="3541"/>
                      </a:cubicBezTo>
                      <a:lnTo>
                        <a:pt x="5751" y="6316"/>
                      </a:lnTo>
                      <a:lnTo>
                        <a:pt x="5930" y="6066"/>
                      </a:lnTo>
                      <a:lnTo>
                        <a:pt x="3858" y="3160"/>
                      </a:lnTo>
                      <a:cubicBezTo>
                        <a:pt x="3858" y="3160"/>
                        <a:pt x="5930" y="2625"/>
                        <a:pt x="5751" y="2065"/>
                      </a:cubicBezTo>
                      <a:cubicBezTo>
                        <a:pt x="5717" y="1964"/>
                        <a:pt x="5627" y="1923"/>
                        <a:pt x="5504" y="1923"/>
                      </a:cubicBezTo>
                      <a:cubicBezTo>
                        <a:pt x="4944" y="1923"/>
                        <a:pt x="3679" y="2779"/>
                        <a:pt x="3679" y="2779"/>
                      </a:cubicBezTo>
                      <a:cubicBezTo>
                        <a:pt x="3679" y="2779"/>
                        <a:pt x="5322" y="267"/>
                        <a:pt x="4560" y="17"/>
                      </a:cubicBezTo>
                      <a:cubicBezTo>
                        <a:pt x="4527" y="6"/>
                        <a:pt x="4495" y="0"/>
                        <a:pt x="4463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20" name="Google Shape;1520;p81"/>
                <p:cNvSpPr/>
                <p:nvPr/>
              </p:nvSpPr>
              <p:spPr>
                <a:xfrm>
                  <a:off x="5081350" y="7445625"/>
                  <a:ext cx="105125" cy="131075"/>
                </a:xfrm>
                <a:custGeom>
                  <a:rect b="b" l="l" r="r" t="t"/>
                  <a:pathLst>
                    <a:path extrusionOk="0" h="5243" w="4205">
                      <a:moveTo>
                        <a:pt x="587" y="0"/>
                      </a:moveTo>
                      <a:cubicBezTo>
                        <a:pt x="565" y="0"/>
                        <a:pt x="543" y="5"/>
                        <a:pt x="521" y="15"/>
                      </a:cubicBezTo>
                      <a:cubicBezTo>
                        <a:pt x="69" y="230"/>
                        <a:pt x="1355" y="2337"/>
                        <a:pt x="1355" y="2337"/>
                      </a:cubicBezTo>
                      <a:cubicBezTo>
                        <a:pt x="1355" y="2337"/>
                        <a:pt x="1275" y="2334"/>
                        <a:pt x="1154" y="2334"/>
                      </a:cubicBezTo>
                      <a:cubicBezTo>
                        <a:pt x="777" y="2334"/>
                        <a:pt x="0" y="2362"/>
                        <a:pt x="10" y="2587"/>
                      </a:cubicBezTo>
                      <a:cubicBezTo>
                        <a:pt x="16" y="2755"/>
                        <a:pt x="410" y="2793"/>
                        <a:pt x="770" y="2793"/>
                      </a:cubicBezTo>
                      <a:cubicBezTo>
                        <a:pt x="1075" y="2793"/>
                        <a:pt x="1355" y="2766"/>
                        <a:pt x="1355" y="2766"/>
                      </a:cubicBezTo>
                      <a:lnTo>
                        <a:pt x="1355" y="2766"/>
                      </a:lnTo>
                      <a:lnTo>
                        <a:pt x="914" y="5242"/>
                      </a:lnTo>
                      <a:lnTo>
                        <a:pt x="1141" y="5242"/>
                      </a:lnTo>
                      <a:lnTo>
                        <a:pt x="1760" y="2682"/>
                      </a:lnTo>
                      <a:cubicBezTo>
                        <a:pt x="1760" y="2682"/>
                        <a:pt x="2736" y="3727"/>
                        <a:pt x="3109" y="3727"/>
                      </a:cubicBezTo>
                      <a:cubicBezTo>
                        <a:pt x="3146" y="3727"/>
                        <a:pt x="3177" y="3717"/>
                        <a:pt x="3200" y="3694"/>
                      </a:cubicBezTo>
                      <a:cubicBezTo>
                        <a:pt x="3474" y="3432"/>
                        <a:pt x="2081" y="2623"/>
                        <a:pt x="2081" y="2623"/>
                      </a:cubicBezTo>
                      <a:lnTo>
                        <a:pt x="2081" y="2623"/>
                      </a:lnTo>
                      <a:cubicBezTo>
                        <a:pt x="2081" y="2623"/>
                        <a:pt x="2203" y="2626"/>
                        <a:pt x="2387" y="2626"/>
                      </a:cubicBezTo>
                      <a:cubicBezTo>
                        <a:pt x="2976" y="2626"/>
                        <a:pt x="4204" y="2592"/>
                        <a:pt x="4141" y="2301"/>
                      </a:cubicBezTo>
                      <a:cubicBezTo>
                        <a:pt x="4095" y="2117"/>
                        <a:pt x="3646" y="2069"/>
                        <a:pt x="3195" y="2069"/>
                      </a:cubicBezTo>
                      <a:cubicBezTo>
                        <a:pt x="2716" y="2069"/>
                        <a:pt x="2236" y="2123"/>
                        <a:pt x="2236" y="2123"/>
                      </a:cubicBezTo>
                      <a:cubicBezTo>
                        <a:pt x="2236" y="2123"/>
                        <a:pt x="4201" y="694"/>
                        <a:pt x="3689" y="408"/>
                      </a:cubicBezTo>
                      <a:cubicBezTo>
                        <a:pt x="3653" y="388"/>
                        <a:pt x="3612" y="378"/>
                        <a:pt x="3568" y="378"/>
                      </a:cubicBezTo>
                      <a:cubicBezTo>
                        <a:pt x="2987" y="378"/>
                        <a:pt x="1724" y="1980"/>
                        <a:pt x="1724" y="1980"/>
                      </a:cubicBezTo>
                      <a:cubicBezTo>
                        <a:pt x="1724" y="1980"/>
                        <a:pt x="1043" y="0"/>
                        <a:pt x="587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21" name="Google Shape;1521;p81"/>
                <p:cNvSpPr/>
                <p:nvPr/>
              </p:nvSpPr>
              <p:spPr>
                <a:xfrm>
                  <a:off x="5013125" y="7560875"/>
                  <a:ext cx="201825" cy="79575"/>
                </a:xfrm>
                <a:custGeom>
                  <a:rect b="b" l="l" r="r" t="t"/>
                  <a:pathLst>
                    <a:path extrusionOk="0" h="3183" w="8073">
                      <a:moveTo>
                        <a:pt x="5150" y="0"/>
                      </a:moveTo>
                      <a:cubicBezTo>
                        <a:pt x="3344" y="0"/>
                        <a:pt x="1157" y="598"/>
                        <a:pt x="0" y="3132"/>
                      </a:cubicBezTo>
                      <a:cubicBezTo>
                        <a:pt x="0" y="3132"/>
                        <a:pt x="398" y="3183"/>
                        <a:pt x="1038" y="3183"/>
                      </a:cubicBezTo>
                      <a:cubicBezTo>
                        <a:pt x="2678" y="3183"/>
                        <a:pt x="5905" y="2850"/>
                        <a:pt x="8073" y="477"/>
                      </a:cubicBezTo>
                      <a:cubicBezTo>
                        <a:pt x="8073" y="477"/>
                        <a:pt x="6763" y="0"/>
                        <a:pt x="515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22" name="Google Shape;1522;p81"/>
                <p:cNvSpPr/>
                <p:nvPr/>
              </p:nvSpPr>
              <p:spPr>
                <a:xfrm>
                  <a:off x="4911900" y="7388550"/>
                  <a:ext cx="381625" cy="407500"/>
                </a:xfrm>
                <a:custGeom>
                  <a:rect b="b" l="l" r="r" t="t"/>
                  <a:pathLst>
                    <a:path extrusionOk="0" h="16300" w="15265">
                      <a:moveTo>
                        <a:pt x="7919" y="465"/>
                      </a:moveTo>
                      <a:cubicBezTo>
                        <a:pt x="10145" y="465"/>
                        <a:pt x="12050" y="1548"/>
                        <a:pt x="12872" y="3275"/>
                      </a:cubicBezTo>
                      <a:cubicBezTo>
                        <a:pt x="14134" y="5953"/>
                        <a:pt x="12526" y="9382"/>
                        <a:pt x="9288" y="10918"/>
                      </a:cubicBezTo>
                      <a:cubicBezTo>
                        <a:pt x="8252" y="11407"/>
                        <a:pt x="7145" y="11657"/>
                        <a:pt x="6049" y="11657"/>
                      </a:cubicBezTo>
                      <a:cubicBezTo>
                        <a:pt x="3823" y="11657"/>
                        <a:pt x="1918" y="10585"/>
                        <a:pt x="1096" y="8847"/>
                      </a:cubicBezTo>
                      <a:cubicBezTo>
                        <a:pt x="489" y="7561"/>
                        <a:pt x="525" y="6061"/>
                        <a:pt x="1192" y="4620"/>
                      </a:cubicBezTo>
                      <a:cubicBezTo>
                        <a:pt x="1870" y="3167"/>
                        <a:pt x="3108" y="1965"/>
                        <a:pt x="4680" y="1215"/>
                      </a:cubicBezTo>
                      <a:cubicBezTo>
                        <a:pt x="5716" y="727"/>
                        <a:pt x="6835" y="465"/>
                        <a:pt x="7919" y="465"/>
                      </a:cubicBezTo>
                      <a:close/>
                      <a:moveTo>
                        <a:pt x="7919" y="0"/>
                      </a:moveTo>
                      <a:cubicBezTo>
                        <a:pt x="6764" y="0"/>
                        <a:pt x="5573" y="274"/>
                        <a:pt x="4490" y="786"/>
                      </a:cubicBezTo>
                      <a:cubicBezTo>
                        <a:pt x="2811" y="1584"/>
                        <a:pt x="1489" y="2870"/>
                        <a:pt x="763" y="4429"/>
                      </a:cubicBezTo>
                      <a:cubicBezTo>
                        <a:pt x="37" y="5989"/>
                        <a:pt x="1" y="7632"/>
                        <a:pt x="680" y="9049"/>
                      </a:cubicBezTo>
                      <a:cubicBezTo>
                        <a:pt x="1573" y="10954"/>
                        <a:pt x="3632" y="12133"/>
                        <a:pt x="6049" y="12133"/>
                      </a:cubicBezTo>
                      <a:cubicBezTo>
                        <a:pt x="7204" y="12133"/>
                        <a:pt x="8395" y="11859"/>
                        <a:pt x="9478" y="11335"/>
                      </a:cubicBezTo>
                      <a:cubicBezTo>
                        <a:pt x="9776" y="11204"/>
                        <a:pt x="10062" y="11049"/>
                        <a:pt x="10324" y="10883"/>
                      </a:cubicBezTo>
                      <a:lnTo>
                        <a:pt x="13538" y="16300"/>
                      </a:lnTo>
                      <a:lnTo>
                        <a:pt x="15265" y="14859"/>
                      </a:lnTo>
                      <a:lnTo>
                        <a:pt x="11300" y="10168"/>
                      </a:lnTo>
                      <a:cubicBezTo>
                        <a:pt x="13503" y="8275"/>
                        <a:pt x="14396" y="5418"/>
                        <a:pt x="13288" y="3072"/>
                      </a:cubicBezTo>
                      <a:cubicBezTo>
                        <a:pt x="12395" y="1179"/>
                        <a:pt x="10336" y="0"/>
                        <a:pt x="791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23" name="Google Shape;1523;p81"/>
                <p:cNvSpPr/>
                <p:nvPr/>
              </p:nvSpPr>
              <p:spPr>
                <a:xfrm>
                  <a:off x="4996750" y="7559400"/>
                  <a:ext cx="230400" cy="106000"/>
                </a:xfrm>
                <a:custGeom>
                  <a:rect b="b" l="l" r="r" t="t"/>
                  <a:pathLst>
                    <a:path extrusionOk="0" h="4240" w="9216">
                      <a:moveTo>
                        <a:pt x="8477" y="1"/>
                      </a:moveTo>
                      <a:lnTo>
                        <a:pt x="8477" y="120"/>
                      </a:lnTo>
                      <a:cubicBezTo>
                        <a:pt x="8597" y="120"/>
                        <a:pt x="8930" y="167"/>
                        <a:pt x="9001" y="370"/>
                      </a:cubicBezTo>
                      <a:cubicBezTo>
                        <a:pt x="9061" y="548"/>
                        <a:pt x="8954" y="905"/>
                        <a:pt x="8096" y="1608"/>
                      </a:cubicBezTo>
                      <a:lnTo>
                        <a:pt x="8168" y="1703"/>
                      </a:lnTo>
                      <a:cubicBezTo>
                        <a:pt x="8906" y="1084"/>
                        <a:pt x="9216" y="643"/>
                        <a:pt x="9109" y="334"/>
                      </a:cubicBezTo>
                      <a:cubicBezTo>
                        <a:pt x="9001" y="12"/>
                        <a:pt x="8501" y="1"/>
                        <a:pt x="8477" y="1"/>
                      </a:cubicBezTo>
                      <a:close/>
                      <a:moveTo>
                        <a:pt x="203" y="2929"/>
                      </a:moveTo>
                      <a:cubicBezTo>
                        <a:pt x="203" y="2941"/>
                        <a:pt x="0" y="3239"/>
                        <a:pt x="167" y="3501"/>
                      </a:cubicBezTo>
                      <a:cubicBezTo>
                        <a:pt x="298" y="3703"/>
                        <a:pt x="631" y="3799"/>
                        <a:pt x="1143" y="3799"/>
                      </a:cubicBezTo>
                      <a:cubicBezTo>
                        <a:pt x="1560" y="3799"/>
                        <a:pt x="2108" y="3739"/>
                        <a:pt x="2762" y="3608"/>
                      </a:cubicBezTo>
                      <a:lnTo>
                        <a:pt x="2751" y="3489"/>
                      </a:lnTo>
                      <a:cubicBezTo>
                        <a:pt x="2033" y="3634"/>
                        <a:pt x="1518" y="3688"/>
                        <a:pt x="1149" y="3688"/>
                      </a:cubicBezTo>
                      <a:cubicBezTo>
                        <a:pt x="551" y="3688"/>
                        <a:pt x="336" y="3547"/>
                        <a:pt x="262" y="3430"/>
                      </a:cubicBezTo>
                      <a:cubicBezTo>
                        <a:pt x="131" y="3239"/>
                        <a:pt x="298" y="3001"/>
                        <a:pt x="298" y="2989"/>
                      </a:cubicBezTo>
                      <a:lnTo>
                        <a:pt x="203" y="2929"/>
                      </a:lnTo>
                      <a:close/>
                      <a:moveTo>
                        <a:pt x="6120" y="2703"/>
                      </a:moveTo>
                      <a:cubicBezTo>
                        <a:pt x="3883" y="3980"/>
                        <a:pt x="2106" y="4119"/>
                        <a:pt x="1434" y="4119"/>
                      </a:cubicBezTo>
                      <a:cubicBezTo>
                        <a:pt x="1247" y="4119"/>
                        <a:pt x="1146" y="4108"/>
                        <a:pt x="1143" y="4108"/>
                      </a:cubicBezTo>
                      <a:lnTo>
                        <a:pt x="1131" y="4215"/>
                      </a:lnTo>
                      <a:cubicBezTo>
                        <a:pt x="1131" y="4227"/>
                        <a:pt x="1238" y="4239"/>
                        <a:pt x="1429" y="4239"/>
                      </a:cubicBezTo>
                      <a:cubicBezTo>
                        <a:pt x="2120" y="4239"/>
                        <a:pt x="3917" y="4084"/>
                        <a:pt x="6180" y="2810"/>
                      </a:cubicBezTo>
                      <a:lnTo>
                        <a:pt x="6120" y="2703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24" name="Google Shape;1524;p81"/>
                <p:cNvSpPr/>
                <p:nvPr/>
              </p:nvSpPr>
              <p:spPr>
                <a:xfrm>
                  <a:off x="5150025" y="7415975"/>
                  <a:ext cx="76825" cy="59475"/>
                </a:xfrm>
                <a:custGeom>
                  <a:rect b="b" l="l" r="r" t="t"/>
                  <a:pathLst>
                    <a:path extrusionOk="0" h="2379" w="3073">
                      <a:moveTo>
                        <a:pt x="322" y="0"/>
                      </a:moveTo>
                      <a:cubicBezTo>
                        <a:pt x="251" y="0"/>
                        <a:pt x="198" y="19"/>
                        <a:pt x="168" y="58"/>
                      </a:cubicBezTo>
                      <a:cubicBezTo>
                        <a:pt x="1" y="261"/>
                        <a:pt x="477" y="927"/>
                        <a:pt x="1239" y="1558"/>
                      </a:cubicBezTo>
                      <a:cubicBezTo>
                        <a:pt x="1844" y="2057"/>
                        <a:pt x="2448" y="2378"/>
                        <a:pt x="2747" y="2378"/>
                      </a:cubicBezTo>
                      <a:cubicBezTo>
                        <a:pt x="2819" y="2378"/>
                        <a:pt x="2874" y="2360"/>
                        <a:pt x="2906" y="2320"/>
                      </a:cubicBezTo>
                      <a:cubicBezTo>
                        <a:pt x="3073" y="2118"/>
                        <a:pt x="2597" y="1451"/>
                        <a:pt x="1835" y="820"/>
                      </a:cubicBezTo>
                      <a:cubicBezTo>
                        <a:pt x="1230" y="321"/>
                        <a:pt x="618" y="0"/>
                        <a:pt x="322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25" name="Google Shape;1525;p81"/>
                <p:cNvSpPr/>
                <p:nvPr/>
              </p:nvSpPr>
              <p:spPr>
                <a:xfrm>
                  <a:off x="5171175" y="7645725"/>
                  <a:ext cx="39600" cy="35450"/>
                </a:xfrm>
                <a:custGeom>
                  <a:rect b="b" l="l" r="r" t="t"/>
                  <a:pathLst>
                    <a:path extrusionOk="0" h="1418" w="1584">
                      <a:moveTo>
                        <a:pt x="1179" y="0"/>
                      </a:moveTo>
                      <a:lnTo>
                        <a:pt x="0" y="834"/>
                      </a:lnTo>
                      <a:lnTo>
                        <a:pt x="131" y="1024"/>
                      </a:lnTo>
                      <a:lnTo>
                        <a:pt x="1322" y="191"/>
                      </a:lnTo>
                      <a:lnTo>
                        <a:pt x="1179" y="0"/>
                      </a:lnTo>
                      <a:close/>
                      <a:moveTo>
                        <a:pt x="1453" y="369"/>
                      </a:moveTo>
                      <a:lnTo>
                        <a:pt x="215" y="1215"/>
                      </a:lnTo>
                      <a:lnTo>
                        <a:pt x="346" y="1417"/>
                      </a:lnTo>
                      <a:lnTo>
                        <a:pt x="1584" y="560"/>
                      </a:lnTo>
                      <a:lnTo>
                        <a:pt x="1453" y="369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1526" name="Google Shape;1526;p81"/>
            <p:cNvSpPr/>
            <p:nvPr/>
          </p:nvSpPr>
          <p:spPr>
            <a:xfrm>
              <a:off x="1222825" y="4724475"/>
              <a:ext cx="282600" cy="103500"/>
            </a:xfrm>
            <a:prstGeom prst="ellipse">
              <a:avLst/>
            </a:prstGeom>
            <a:solidFill>
              <a:srgbClr val="033342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1527" name="Shape 1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8" name="Google Shape;1528;p82"/>
          <p:cNvGrpSpPr/>
          <p:nvPr/>
        </p:nvGrpSpPr>
        <p:grpSpPr>
          <a:xfrm>
            <a:off x="0" y="0"/>
            <a:ext cx="9144003" cy="5143501"/>
            <a:chOff x="0" y="0"/>
            <a:chExt cx="9144003" cy="5143501"/>
          </a:xfrm>
        </p:grpSpPr>
        <p:pic>
          <p:nvPicPr>
            <p:cNvPr id="1529" name="Google Shape;1529;p82"/>
            <p:cNvPicPr preferRelativeResize="0"/>
            <p:nvPr/>
          </p:nvPicPr>
          <p:blipFill rotWithShape="1">
            <a:blip r:embed="rId2">
              <a:alphaModFix/>
            </a:blip>
            <a:srcRect b="8068" l="0" r="0" t="8060"/>
            <a:stretch/>
          </p:blipFill>
          <p:spPr>
            <a:xfrm>
              <a:off x="0" y="0"/>
              <a:ext cx="9144003" cy="5143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30" name="Google Shape;1530;p82"/>
            <p:cNvSpPr/>
            <p:nvPr/>
          </p:nvSpPr>
          <p:spPr>
            <a:xfrm>
              <a:off x="209980" y="194500"/>
              <a:ext cx="8763466" cy="4752275"/>
            </a:xfrm>
            <a:custGeom>
              <a:rect b="b" l="l" r="r" t="t"/>
              <a:pathLst>
                <a:path extrusionOk="0" h="147209" w="271904">
                  <a:moveTo>
                    <a:pt x="596" y="0"/>
                  </a:moveTo>
                  <a:lnTo>
                    <a:pt x="596" y="0"/>
                  </a:lnTo>
                  <a:cubicBezTo>
                    <a:pt x="2025" y="5965"/>
                    <a:pt x="3072" y="13895"/>
                    <a:pt x="3644" y="22312"/>
                  </a:cubicBezTo>
                  <a:cubicBezTo>
                    <a:pt x="7942" y="23515"/>
                    <a:pt x="13609" y="23932"/>
                    <a:pt x="5085" y="25063"/>
                  </a:cubicBezTo>
                  <a:cubicBezTo>
                    <a:pt x="5096" y="25110"/>
                    <a:pt x="5108" y="25146"/>
                    <a:pt x="5120" y="25194"/>
                  </a:cubicBezTo>
                  <a:cubicBezTo>
                    <a:pt x="5263" y="25301"/>
                    <a:pt x="5394" y="25396"/>
                    <a:pt x="5525" y="25503"/>
                  </a:cubicBezTo>
                  <a:cubicBezTo>
                    <a:pt x="5692" y="25539"/>
                    <a:pt x="5954" y="25479"/>
                    <a:pt x="6037" y="25658"/>
                  </a:cubicBezTo>
                  <a:cubicBezTo>
                    <a:pt x="8561" y="26230"/>
                    <a:pt x="4561" y="26670"/>
                    <a:pt x="3894" y="26789"/>
                  </a:cubicBezTo>
                  <a:cubicBezTo>
                    <a:pt x="4203" y="33719"/>
                    <a:pt x="4192" y="40803"/>
                    <a:pt x="3787" y="47256"/>
                  </a:cubicBezTo>
                  <a:cubicBezTo>
                    <a:pt x="2560" y="47137"/>
                    <a:pt x="1298" y="47006"/>
                    <a:pt x="1" y="46875"/>
                  </a:cubicBezTo>
                  <a:lnTo>
                    <a:pt x="1" y="46875"/>
                  </a:lnTo>
                  <a:cubicBezTo>
                    <a:pt x="1429" y="52840"/>
                    <a:pt x="2477" y="60770"/>
                    <a:pt x="3049" y="69199"/>
                  </a:cubicBezTo>
                  <a:cubicBezTo>
                    <a:pt x="7347" y="70402"/>
                    <a:pt x="13014" y="70818"/>
                    <a:pt x="4489" y="71949"/>
                  </a:cubicBezTo>
                  <a:cubicBezTo>
                    <a:pt x="4501" y="71985"/>
                    <a:pt x="4513" y="72033"/>
                    <a:pt x="4525" y="72069"/>
                  </a:cubicBezTo>
                  <a:cubicBezTo>
                    <a:pt x="4668" y="72176"/>
                    <a:pt x="4787" y="72283"/>
                    <a:pt x="4930" y="72390"/>
                  </a:cubicBezTo>
                  <a:cubicBezTo>
                    <a:pt x="5096" y="72414"/>
                    <a:pt x="5358" y="72366"/>
                    <a:pt x="5442" y="72545"/>
                  </a:cubicBezTo>
                  <a:cubicBezTo>
                    <a:pt x="7966" y="73104"/>
                    <a:pt x="3965" y="73557"/>
                    <a:pt x="3299" y="73664"/>
                  </a:cubicBezTo>
                  <a:cubicBezTo>
                    <a:pt x="3513" y="78510"/>
                    <a:pt x="3572" y="83427"/>
                    <a:pt x="3453" y="88154"/>
                  </a:cubicBezTo>
                  <a:cubicBezTo>
                    <a:pt x="2322" y="88047"/>
                    <a:pt x="1179" y="87928"/>
                    <a:pt x="1" y="87809"/>
                  </a:cubicBezTo>
                  <a:lnTo>
                    <a:pt x="1" y="87809"/>
                  </a:lnTo>
                  <a:cubicBezTo>
                    <a:pt x="989" y="91940"/>
                    <a:pt x="1798" y="97036"/>
                    <a:pt x="2394" y="102584"/>
                  </a:cubicBezTo>
                  <a:cubicBezTo>
                    <a:pt x="2239" y="103727"/>
                    <a:pt x="2072" y="104834"/>
                    <a:pt x="1882" y="105894"/>
                  </a:cubicBezTo>
                  <a:cubicBezTo>
                    <a:pt x="2156" y="105870"/>
                    <a:pt x="2429" y="105846"/>
                    <a:pt x="2715" y="105811"/>
                  </a:cubicBezTo>
                  <a:cubicBezTo>
                    <a:pt x="2834" y="107228"/>
                    <a:pt x="2953" y="108668"/>
                    <a:pt x="3049" y="110121"/>
                  </a:cubicBezTo>
                  <a:cubicBezTo>
                    <a:pt x="7347" y="111323"/>
                    <a:pt x="13014" y="111740"/>
                    <a:pt x="4489" y="112871"/>
                  </a:cubicBezTo>
                  <a:cubicBezTo>
                    <a:pt x="4501" y="112919"/>
                    <a:pt x="4513" y="112954"/>
                    <a:pt x="4525" y="113002"/>
                  </a:cubicBezTo>
                  <a:cubicBezTo>
                    <a:pt x="4668" y="113109"/>
                    <a:pt x="4799" y="113205"/>
                    <a:pt x="4930" y="113312"/>
                  </a:cubicBezTo>
                  <a:cubicBezTo>
                    <a:pt x="5096" y="113347"/>
                    <a:pt x="5358" y="113288"/>
                    <a:pt x="5442" y="113466"/>
                  </a:cubicBezTo>
                  <a:cubicBezTo>
                    <a:pt x="7966" y="114038"/>
                    <a:pt x="3965" y="114478"/>
                    <a:pt x="3299" y="114598"/>
                  </a:cubicBezTo>
                  <a:cubicBezTo>
                    <a:pt x="3822" y="126123"/>
                    <a:pt x="4668" y="127147"/>
                    <a:pt x="3120" y="135886"/>
                  </a:cubicBezTo>
                  <a:cubicBezTo>
                    <a:pt x="4608" y="136338"/>
                    <a:pt x="14133" y="147209"/>
                    <a:pt x="14133" y="147209"/>
                  </a:cubicBezTo>
                  <a:cubicBezTo>
                    <a:pt x="14133" y="147209"/>
                    <a:pt x="16765" y="146220"/>
                    <a:pt x="20479" y="146137"/>
                  </a:cubicBezTo>
                  <a:cubicBezTo>
                    <a:pt x="20503" y="146054"/>
                    <a:pt x="20539" y="145959"/>
                    <a:pt x="20563" y="145875"/>
                  </a:cubicBezTo>
                  <a:lnTo>
                    <a:pt x="20563" y="145875"/>
                  </a:lnTo>
                  <a:cubicBezTo>
                    <a:pt x="20491" y="146340"/>
                    <a:pt x="23242" y="146363"/>
                    <a:pt x="23158" y="146816"/>
                  </a:cubicBezTo>
                  <a:cubicBezTo>
                    <a:pt x="29516" y="146220"/>
                    <a:pt x="36481" y="145875"/>
                    <a:pt x="44589" y="145697"/>
                  </a:cubicBezTo>
                  <a:cubicBezTo>
                    <a:pt x="44613" y="145625"/>
                    <a:pt x="44637" y="145554"/>
                    <a:pt x="44661" y="145494"/>
                  </a:cubicBezTo>
                  <a:cubicBezTo>
                    <a:pt x="45090" y="145494"/>
                    <a:pt x="45530" y="145494"/>
                    <a:pt x="45959" y="145482"/>
                  </a:cubicBezTo>
                  <a:cubicBezTo>
                    <a:pt x="45959" y="145542"/>
                    <a:pt x="45959" y="145601"/>
                    <a:pt x="45959" y="145661"/>
                  </a:cubicBezTo>
                  <a:cubicBezTo>
                    <a:pt x="46173" y="145661"/>
                    <a:pt x="46387" y="145661"/>
                    <a:pt x="46602" y="145649"/>
                  </a:cubicBezTo>
                  <a:cubicBezTo>
                    <a:pt x="46637" y="145601"/>
                    <a:pt x="46661" y="145542"/>
                    <a:pt x="46685" y="145482"/>
                  </a:cubicBezTo>
                  <a:cubicBezTo>
                    <a:pt x="47197" y="145482"/>
                    <a:pt x="47709" y="145482"/>
                    <a:pt x="48221" y="145494"/>
                  </a:cubicBezTo>
                  <a:cubicBezTo>
                    <a:pt x="48221" y="145530"/>
                    <a:pt x="48221" y="145578"/>
                    <a:pt x="48221" y="145625"/>
                  </a:cubicBezTo>
                  <a:cubicBezTo>
                    <a:pt x="50912" y="145578"/>
                    <a:pt x="53900" y="145542"/>
                    <a:pt x="57031" y="145518"/>
                  </a:cubicBezTo>
                  <a:cubicBezTo>
                    <a:pt x="59651" y="145542"/>
                    <a:pt x="62151" y="145566"/>
                    <a:pt x="64461" y="145601"/>
                  </a:cubicBezTo>
                  <a:cubicBezTo>
                    <a:pt x="64461" y="145566"/>
                    <a:pt x="64461" y="145530"/>
                    <a:pt x="64461" y="145494"/>
                  </a:cubicBezTo>
                  <a:cubicBezTo>
                    <a:pt x="65592" y="145488"/>
                    <a:pt x="66726" y="145485"/>
                    <a:pt x="67860" y="145485"/>
                  </a:cubicBezTo>
                  <a:cubicBezTo>
                    <a:pt x="68994" y="145485"/>
                    <a:pt x="70128" y="145488"/>
                    <a:pt x="71259" y="145494"/>
                  </a:cubicBezTo>
                  <a:cubicBezTo>
                    <a:pt x="71402" y="145578"/>
                    <a:pt x="71545" y="145661"/>
                    <a:pt x="71700" y="145744"/>
                  </a:cubicBezTo>
                  <a:cubicBezTo>
                    <a:pt x="78891" y="145947"/>
                    <a:pt x="85190" y="146268"/>
                    <a:pt x="90976" y="146816"/>
                  </a:cubicBezTo>
                  <a:cubicBezTo>
                    <a:pt x="90845" y="146054"/>
                    <a:pt x="90714" y="145256"/>
                    <a:pt x="90595" y="144435"/>
                  </a:cubicBezTo>
                  <a:lnTo>
                    <a:pt x="90595" y="144435"/>
                  </a:lnTo>
                  <a:cubicBezTo>
                    <a:pt x="91429" y="144792"/>
                    <a:pt x="92191" y="145304"/>
                    <a:pt x="92976" y="145744"/>
                  </a:cubicBezTo>
                  <a:cubicBezTo>
                    <a:pt x="96596" y="145851"/>
                    <a:pt x="99989" y="145982"/>
                    <a:pt x="103204" y="146161"/>
                  </a:cubicBezTo>
                  <a:cubicBezTo>
                    <a:pt x="103156" y="146375"/>
                    <a:pt x="103121" y="146601"/>
                    <a:pt x="103085" y="146828"/>
                  </a:cubicBezTo>
                  <a:cubicBezTo>
                    <a:pt x="104573" y="146685"/>
                    <a:pt x="106109" y="146554"/>
                    <a:pt x="107669" y="146447"/>
                  </a:cubicBezTo>
                  <a:cubicBezTo>
                    <a:pt x="109240" y="146554"/>
                    <a:pt x="110764" y="146685"/>
                    <a:pt x="112265" y="146828"/>
                  </a:cubicBezTo>
                  <a:cubicBezTo>
                    <a:pt x="112217" y="146601"/>
                    <a:pt x="112181" y="146375"/>
                    <a:pt x="112146" y="146161"/>
                  </a:cubicBezTo>
                  <a:cubicBezTo>
                    <a:pt x="115979" y="145947"/>
                    <a:pt x="120075" y="145792"/>
                    <a:pt x="124504" y="145697"/>
                  </a:cubicBezTo>
                  <a:cubicBezTo>
                    <a:pt x="125022" y="144156"/>
                    <a:pt x="125413" y="143165"/>
                    <a:pt x="125645" y="143165"/>
                  </a:cubicBezTo>
                  <a:cubicBezTo>
                    <a:pt x="125846" y="143165"/>
                    <a:pt x="125929" y="143902"/>
                    <a:pt x="125873" y="145661"/>
                  </a:cubicBezTo>
                  <a:cubicBezTo>
                    <a:pt x="126100" y="145661"/>
                    <a:pt x="126302" y="145661"/>
                    <a:pt x="126528" y="145649"/>
                  </a:cubicBezTo>
                  <a:cubicBezTo>
                    <a:pt x="127181" y="144357"/>
                    <a:pt x="127670" y="143321"/>
                    <a:pt x="127939" y="143321"/>
                  </a:cubicBezTo>
                  <a:cubicBezTo>
                    <a:pt x="128150" y="143321"/>
                    <a:pt x="128225" y="143963"/>
                    <a:pt x="128136" y="145625"/>
                  </a:cubicBezTo>
                  <a:cubicBezTo>
                    <a:pt x="130541" y="145589"/>
                    <a:pt x="133184" y="145554"/>
                    <a:pt x="135946" y="145530"/>
                  </a:cubicBezTo>
                  <a:cubicBezTo>
                    <a:pt x="138720" y="145554"/>
                    <a:pt x="141352" y="145589"/>
                    <a:pt x="143757" y="145625"/>
                  </a:cubicBezTo>
                  <a:cubicBezTo>
                    <a:pt x="143667" y="143963"/>
                    <a:pt x="143745" y="143321"/>
                    <a:pt x="143959" y="143321"/>
                  </a:cubicBezTo>
                  <a:cubicBezTo>
                    <a:pt x="144230" y="143321"/>
                    <a:pt x="144723" y="144357"/>
                    <a:pt x="145376" y="145649"/>
                  </a:cubicBezTo>
                  <a:cubicBezTo>
                    <a:pt x="145590" y="145661"/>
                    <a:pt x="145804" y="145661"/>
                    <a:pt x="146019" y="145661"/>
                  </a:cubicBezTo>
                  <a:cubicBezTo>
                    <a:pt x="145964" y="143902"/>
                    <a:pt x="146046" y="143165"/>
                    <a:pt x="146247" y="143165"/>
                  </a:cubicBezTo>
                  <a:cubicBezTo>
                    <a:pt x="146479" y="143165"/>
                    <a:pt x="146870" y="144156"/>
                    <a:pt x="147388" y="145697"/>
                  </a:cubicBezTo>
                  <a:cubicBezTo>
                    <a:pt x="151817" y="145792"/>
                    <a:pt x="155913" y="145947"/>
                    <a:pt x="159759" y="146161"/>
                  </a:cubicBezTo>
                  <a:cubicBezTo>
                    <a:pt x="159711" y="146375"/>
                    <a:pt x="159675" y="146601"/>
                    <a:pt x="159640" y="146828"/>
                  </a:cubicBezTo>
                  <a:cubicBezTo>
                    <a:pt x="161128" y="146685"/>
                    <a:pt x="162664" y="146554"/>
                    <a:pt x="164223" y="146447"/>
                  </a:cubicBezTo>
                  <a:cubicBezTo>
                    <a:pt x="165795" y="146554"/>
                    <a:pt x="167319" y="146685"/>
                    <a:pt x="168819" y="146828"/>
                  </a:cubicBezTo>
                  <a:cubicBezTo>
                    <a:pt x="168772" y="146601"/>
                    <a:pt x="168736" y="146375"/>
                    <a:pt x="168700" y="146161"/>
                  </a:cubicBezTo>
                  <a:cubicBezTo>
                    <a:pt x="171915" y="145982"/>
                    <a:pt x="175296" y="145851"/>
                    <a:pt x="178916" y="145744"/>
                  </a:cubicBezTo>
                  <a:cubicBezTo>
                    <a:pt x="179702" y="145304"/>
                    <a:pt x="180464" y="144792"/>
                    <a:pt x="181309" y="144435"/>
                  </a:cubicBezTo>
                  <a:lnTo>
                    <a:pt x="181309" y="144435"/>
                  </a:lnTo>
                  <a:cubicBezTo>
                    <a:pt x="181190" y="145256"/>
                    <a:pt x="181059" y="146054"/>
                    <a:pt x="180916" y="146816"/>
                  </a:cubicBezTo>
                  <a:cubicBezTo>
                    <a:pt x="186714" y="146268"/>
                    <a:pt x="193001" y="145947"/>
                    <a:pt x="200204" y="145744"/>
                  </a:cubicBezTo>
                  <a:cubicBezTo>
                    <a:pt x="200347" y="145661"/>
                    <a:pt x="200490" y="145578"/>
                    <a:pt x="200645" y="145494"/>
                  </a:cubicBezTo>
                  <a:cubicBezTo>
                    <a:pt x="201770" y="145488"/>
                    <a:pt x="202904" y="145485"/>
                    <a:pt x="204039" y="145485"/>
                  </a:cubicBezTo>
                  <a:cubicBezTo>
                    <a:pt x="205175" y="145485"/>
                    <a:pt x="206312" y="145488"/>
                    <a:pt x="207443" y="145494"/>
                  </a:cubicBezTo>
                  <a:cubicBezTo>
                    <a:pt x="207443" y="145530"/>
                    <a:pt x="207443" y="145566"/>
                    <a:pt x="207431" y="145601"/>
                  </a:cubicBezTo>
                  <a:cubicBezTo>
                    <a:pt x="209741" y="145566"/>
                    <a:pt x="212253" y="145542"/>
                    <a:pt x="214873" y="145518"/>
                  </a:cubicBezTo>
                  <a:cubicBezTo>
                    <a:pt x="218004" y="145542"/>
                    <a:pt x="220981" y="145578"/>
                    <a:pt x="223683" y="145625"/>
                  </a:cubicBezTo>
                  <a:cubicBezTo>
                    <a:pt x="223671" y="145578"/>
                    <a:pt x="223671" y="145530"/>
                    <a:pt x="223671" y="145494"/>
                  </a:cubicBezTo>
                  <a:cubicBezTo>
                    <a:pt x="224183" y="145494"/>
                    <a:pt x="224695" y="145482"/>
                    <a:pt x="225207" y="145482"/>
                  </a:cubicBezTo>
                  <a:cubicBezTo>
                    <a:pt x="225243" y="145542"/>
                    <a:pt x="225267" y="145601"/>
                    <a:pt x="225291" y="145649"/>
                  </a:cubicBezTo>
                  <a:cubicBezTo>
                    <a:pt x="225517" y="145661"/>
                    <a:pt x="225731" y="145661"/>
                    <a:pt x="225945" y="145661"/>
                  </a:cubicBezTo>
                  <a:cubicBezTo>
                    <a:pt x="225945" y="145601"/>
                    <a:pt x="225934" y="145542"/>
                    <a:pt x="225934" y="145482"/>
                  </a:cubicBezTo>
                  <a:cubicBezTo>
                    <a:pt x="226374" y="145482"/>
                    <a:pt x="226803" y="145482"/>
                    <a:pt x="227243" y="145494"/>
                  </a:cubicBezTo>
                  <a:cubicBezTo>
                    <a:pt x="227267" y="145554"/>
                    <a:pt x="227291" y="145625"/>
                    <a:pt x="227315" y="145697"/>
                  </a:cubicBezTo>
                  <a:cubicBezTo>
                    <a:pt x="235411" y="145875"/>
                    <a:pt x="242376" y="146220"/>
                    <a:pt x="248734" y="146816"/>
                  </a:cubicBezTo>
                  <a:cubicBezTo>
                    <a:pt x="248651" y="146363"/>
                    <a:pt x="248579" y="145899"/>
                    <a:pt x="248508" y="145423"/>
                  </a:cubicBezTo>
                  <a:lnTo>
                    <a:pt x="248508" y="145423"/>
                  </a:lnTo>
                  <a:cubicBezTo>
                    <a:pt x="248532" y="145506"/>
                    <a:pt x="248567" y="145601"/>
                    <a:pt x="248591" y="145697"/>
                  </a:cubicBezTo>
                  <a:cubicBezTo>
                    <a:pt x="256699" y="145875"/>
                    <a:pt x="263664" y="146220"/>
                    <a:pt x="270022" y="146816"/>
                  </a:cubicBezTo>
                  <a:cubicBezTo>
                    <a:pt x="268463" y="138065"/>
                    <a:pt x="268082" y="126123"/>
                    <a:pt x="268606" y="114598"/>
                  </a:cubicBezTo>
                  <a:cubicBezTo>
                    <a:pt x="267939" y="114478"/>
                    <a:pt x="263926" y="114038"/>
                    <a:pt x="266462" y="113466"/>
                  </a:cubicBezTo>
                  <a:cubicBezTo>
                    <a:pt x="266546" y="113288"/>
                    <a:pt x="266808" y="113347"/>
                    <a:pt x="266974" y="113312"/>
                  </a:cubicBezTo>
                  <a:cubicBezTo>
                    <a:pt x="267105" y="113205"/>
                    <a:pt x="267236" y="113109"/>
                    <a:pt x="267367" y="113002"/>
                  </a:cubicBezTo>
                  <a:cubicBezTo>
                    <a:pt x="267391" y="112954"/>
                    <a:pt x="267403" y="112919"/>
                    <a:pt x="267415" y="112871"/>
                  </a:cubicBezTo>
                  <a:cubicBezTo>
                    <a:pt x="258878" y="111740"/>
                    <a:pt x="264557" y="111323"/>
                    <a:pt x="268856" y="110121"/>
                  </a:cubicBezTo>
                  <a:cubicBezTo>
                    <a:pt x="268951" y="108668"/>
                    <a:pt x="269070" y="107228"/>
                    <a:pt x="269189" y="105811"/>
                  </a:cubicBezTo>
                  <a:cubicBezTo>
                    <a:pt x="269463" y="105846"/>
                    <a:pt x="269749" y="105870"/>
                    <a:pt x="270022" y="105894"/>
                  </a:cubicBezTo>
                  <a:cubicBezTo>
                    <a:pt x="269832" y="104834"/>
                    <a:pt x="269653" y="103727"/>
                    <a:pt x="269510" y="102584"/>
                  </a:cubicBezTo>
                  <a:cubicBezTo>
                    <a:pt x="270094" y="97036"/>
                    <a:pt x="270903" y="91940"/>
                    <a:pt x="271904" y="87809"/>
                  </a:cubicBezTo>
                  <a:lnTo>
                    <a:pt x="271904" y="87809"/>
                  </a:lnTo>
                  <a:cubicBezTo>
                    <a:pt x="270725" y="87928"/>
                    <a:pt x="269570" y="88047"/>
                    <a:pt x="268451" y="88154"/>
                  </a:cubicBezTo>
                  <a:cubicBezTo>
                    <a:pt x="268320" y="83427"/>
                    <a:pt x="268379" y="78510"/>
                    <a:pt x="268606" y="73664"/>
                  </a:cubicBezTo>
                  <a:cubicBezTo>
                    <a:pt x="267939" y="73557"/>
                    <a:pt x="263926" y="73104"/>
                    <a:pt x="266462" y="72545"/>
                  </a:cubicBezTo>
                  <a:cubicBezTo>
                    <a:pt x="266546" y="72366"/>
                    <a:pt x="266808" y="72426"/>
                    <a:pt x="266974" y="72390"/>
                  </a:cubicBezTo>
                  <a:cubicBezTo>
                    <a:pt x="267105" y="72283"/>
                    <a:pt x="267236" y="72176"/>
                    <a:pt x="267367" y="72069"/>
                  </a:cubicBezTo>
                  <a:cubicBezTo>
                    <a:pt x="267391" y="72033"/>
                    <a:pt x="267403" y="71985"/>
                    <a:pt x="267415" y="71949"/>
                  </a:cubicBezTo>
                  <a:cubicBezTo>
                    <a:pt x="258878" y="70818"/>
                    <a:pt x="264557" y="70402"/>
                    <a:pt x="268856" y="69199"/>
                  </a:cubicBezTo>
                  <a:cubicBezTo>
                    <a:pt x="269415" y="60770"/>
                    <a:pt x="270463" y="52840"/>
                    <a:pt x="271904" y="46875"/>
                  </a:cubicBezTo>
                  <a:lnTo>
                    <a:pt x="271904" y="46875"/>
                  </a:lnTo>
                  <a:cubicBezTo>
                    <a:pt x="270606" y="47006"/>
                    <a:pt x="269344" y="47137"/>
                    <a:pt x="268105" y="47256"/>
                  </a:cubicBezTo>
                  <a:cubicBezTo>
                    <a:pt x="267713" y="40803"/>
                    <a:pt x="267689" y="33719"/>
                    <a:pt x="268010" y="26789"/>
                  </a:cubicBezTo>
                  <a:cubicBezTo>
                    <a:pt x="267343" y="26670"/>
                    <a:pt x="263331" y="26230"/>
                    <a:pt x="265867" y="25658"/>
                  </a:cubicBezTo>
                  <a:cubicBezTo>
                    <a:pt x="265950" y="25479"/>
                    <a:pt x="266212" y="25539"/>
                    <a:pt x="266379" y="25503"/>
                  </a:cubicBezTo>
                  <a:cubicBezTo>
                    <a:pt x="266510" y="25396"/>
                    <a:pt x="266641" y="25301"/>
                    <a:pt x="266772" y="25194"/>
                  </a:cubicBezTo>
                  <a:cubicBezTo>
                    <a:pt x="266796" y="25146"/>
                    <a:pt x="266808" y="25110"/>
                    <a:pt x="266820" y="25063"/>
                  </a:cubicBezTo>
                  <a:cubicBezTo>
                    <a:pt x="258283" y="23932"/>
                    <a:pt x="263962" y="23515"/>
                    <a:pt x="268260" y="22312"/>
                  </a:cubicBezTo>
                  <a:cubicBezTo>
                    <a:pt x="268415" y="19919"/>
                    <a:pt x="268856" y="15300"/>
                    <a:pt x="268856" y="15300"/>
                  </a:cubicBezTo>
                  <a:lnTo>
                    <a:pt x="254901" y="1453"/>
                  </a:lnTo>
                  <a:cubicBezTo>
                    <a:pt x="254901" y="1453"/>
                    <a:pt x="251413" y="1679"/>
                    <a:pt x="249615" y="1774"/>
                  </a:cubicBezTo>
                  <a:cubicBezTo>
                    <a:pt x="249746" y="1167"/>
                    <a:pt x="249889" y="572"/>
                    <a:pt x="250020" y="0"/>
                  </a:cubicBezTo>
                  <a:lnTo>
                    <a:pt x="250020" y="0"/>
                  </a:lnTo>
                  <a:cubicBezTo>
                    <a:pt x="240828" y="929"/>
                    <a:pt x="233577" y="1572"/>
                    <a:pt x="225017" y="1929"/>
                  </a:cubicBezTo>
                  <a:cubicBezTo>
                    <a:pt x="224814" y="2179"/>
                    <a:pt x="224600" y="2441"/>
                    <a:pt x="224386" y="2715"/>
                  </a:cubicBezTo>
                  <a:cubicBezTo>
                    <a:pt x="223731" y="2953"/>
                    <a:pt x="223112" y="3274"/>
                    <a:pt x="222647" y="3751"/>
                  </a:cubicBezTo>
                  <a:cubicBezTo>
                    <a:pt x="222755" y="3346"/>
                    <a:pt x="222945" y="2774"/>
                    <a:pt x="223219" y="2000"/>
                  </a:cubicBezTo>
                  <a:cubicBezTo>
                    <a:pt x="223094" y="1992"/>
                    <a:pt x="222968" y="1988"/>
                    <a:pt x="222843" y="1988"/>
                  </a:cubicBezTo>
                  <a:cubicBezTo>
                    <a:pt x="221740" y="1988"/>
                    <a:pt x="220632" y="2285"/>
                    <a:pt x="219537" y="2285"/>
                  </a:cubicBezTo>
                  <a:cubicBezTo>
                    <a:pt x="219371" y="2285"/>
                    <a:pt x="219205" y="2278"/>
                    <a:pt x="219040" y="2262"/>
                  </a:cubicBezTo>
                  <a:cubicBezTo>
                    <a:pt x="218567" y="2506"/>
                    <a:pt x="218202" y="2952"/>
                    <a:pt x="217926" y="2952"/>
                  </a:cubicBezTo>
                  <a:cubicBezTo>
                    <a:pt x="217744" y="2952"/>
                    <a:pt x="217601" y="2757"/>
                    <a:pt x="217492" y="2179"/>
                  </a:cubicBezTo>
                  <a:cubicBezTo>
                    <a:pt x="216420" y="2203"/>
                    <a:pt x="215337" y="2227"/>
                    <a:pt x="214218" y="2239"/>
                  </a:cubicBezTo>
                  <a:cubicBezTo>
                    <a:pt x="210515" y="2179"/>
                    <a:pt x="207169" y="2084"/>
                    <a:pt x="204002" y="1965"/>
                  </a:cubicBezTo>
                  <a:cubicBezTo>
                    <a:pt x="203967" y="2131"/>
                    <a:pt x="203943" y="2298"/>
                    <a:pt x="203919" y="2453"/>
                  </a:cubicBezTo>
                  <a:cubicBezTo>
                    <a:pt x="203550" y="2560"/>
                    <a:pt x="203181" y="2679"/>
                    <a:pt x="202824" y="2822"/>
                  </a:cubicBezTo>
                  <a:cubicBezTo>
                    <a:pt x="202776" y="2548"/>
                    <a:pt x="202728" y="2239"/>
                    <a:pt x="202681" y="1905"/>
                  </a:cubicBezTo>
                  <a:cubicBezTo>
                    <a:pt x="194453" y="1524"/>
                    <a:pt x="187357" y="905"/>
                    <a:pt x="178440" y="0"/>
                  </a:cubicBezTo>
                  <a:lnTo>
                    <a:pt x="178440" y="0"/>
                  </a:lnTo>
                  <a:cubicBezTo>
                    <a:pt x="178582" y="572"/>
                    <a:pt x="178713" y="1167"/>
                    <a:pt x="178844" y="1774"/>
                  </a:cubicBezTo>
                  <a:cubicBezTo>
                    <a:pt x="175773" y="1607"/>
                    <a:pt x="172832" y="1417"/>
                    <a:pt x="169831" y="1179"/>
                  </a:cubicBezTo>
                  <a:cubicBezTo>
                    <a:pt x="169927" y="774"/>
                    <a:pt x="170010" y="381"/>
                    <a:pt x="170105" y="0"/>
                  </a:cubicBezTo>
                  <a:lnTo>
                    <a:pt x="170105" y="0"/>
                  </a:lnTo>
                  <a:cubicBezTo>
                    <a:pt x="167843" y="226"/>
                    <a:pt x="165700" y="441"/>
                    <a:pt x="163628" y="631"/>
                  </a:cubicBezTo>
                  <a:cubicBezTo>
                    <a:pt x="161556" y="441"/>
                    <a:pt x="159413" y="226"/>
                    <a:pt x="157163" y="0"/>
                  </a:cubicBezTo>
                  <a:lnTo>
                    <a:pt x="157163" y="0"/>
                  </a:lnTo>
                  <a:cubicBezTo>
                    <a:pt x="157246" y="381"/>
                    <a:pt x="157342" y="774"/>
                    <a:pt x="157425" y="1179"/>
                  </a:cubicBezTo>
                  <a:cubicBezTo>
                    <a:pt x="153377" y="1500"/>
                    <a:pt x="149400" y="1750"/>
                    <a:pt x="145102" y="1929"/>
                  </a:cubicBezTo>
                  <a:cubicBezTo>
                    <a:pt x="144154" y="3043"/>
                    <a:pt x="143049" y="4616"/>
                    <a:pt x="142712" y="4616"/>
                  </a:cubicBezTo>
                  <a:cubicBezTo>
                    <a:pt x="142491" y="4616"/>
                    <a:pt x="142601" y="3936"/>
                    <a:pt x="143304" y="2000"/>
                  </a:cubicBezTo>
                  <a:cubicBezTo>
                    <a:pt x="143179" y="1992"/>
                    <a:pt x="143053" y="1988"/>
                    <a:pt x="142928" y="1988"/>
                  </a:cubicBezTo>
                  <a:cubicBezTo>
                    <a:pt x="141825" y="1988"/>
                    <a:pt x="140718" y="2285"/>
                    <a:pt x="139622" y="2285"/>
                  </a:cubicBezTo>
                  <a:cubicBezTo>
                    <a:pt x="139456" y="2285"/>
                    <a:pt x="139290" y="2278"/>
                    <a:pt x="139125" y="2262"/>
                  </a:cubicBezTo>
                  <a:cubicBezTo>
                    <a:pt x="138780" y="2441"/>
                    <a:pt x="138494" y="2715"/>
                    <a:pt x="138256" y="2858"/>
                  </a:cubicBezTo>
                  <a:lnTo>
                    <a:pt x="138256" y="2250"/>
                  </a:lnTo>
                  <a:cubicBezTo>
                    <a:pt x="138030" y="2250"/>
                    <a:pt x="137803" y="2239"/>
                    <a:pt x="137589" y="2239"/>
                  </a:cubicBezTo>
                  <a:cubicBezTo>
                    <a:pt x="137577" y="2215"/>
                    <a:pt x="137577" y="2203"/>
                    <a:pt x="137565" y="2179"/>
                  </a:cubicBezTo>
                  <a:cubicBezTo>
                    <a:pt x="137041" y="2191"/>
                    <a:pt x="136494" y="2203"/>
                    <a:pt x="135946" y="2215"/>
                  </a:cubicBezTo>
                  <a:cubicBezTo>
                    <a:pt x="135410" y="2203"/>
                    <a:pt x="134863" y="2191"/>
                    <a:pt x="134327" y="2179"/>
                  </a:cubicBezTo>
                  <a:cubicBezTo>
                    <a:pt x="134327" y="2203"/>
                    <a:pt x="134327" y="2215"/>
                    <a:pt x="134315" y="2239"/>
                  </a:cubicBezTo>
                  <a:cubicBezTo>
                    <a:pt x="134089" y="2239"/>
                    <a:pt x="133874" y="2250"/>
                    <a:pt x="133648" y="2250"/>
                  </a:cubicBezTo>
                  <a:lnTo>
                    <a:pt x="133648" y="2858"/>
                  </a:lnTo>
                  <a:cubicBezTo>
                    <a:pt x="133410" y="2715"/>
                    <a:pt x="133124" y="2441"/>
                    <a:pt x="132779" y="2262"/>
                  </a:cubicBezTo>
                  <a:cubicBezTo>
                    <a:pt x="132604" y="2280"/>
                    <a:pt x="132429" y="2288"/>
                    <a:pt x="132254" y="2288"/>
                  </a:cubicBezTo>
                  <a:cubicBezTo>
                    <a:pt x="131165" y="2288"/>
                    <a:pt x="130064" y="1988"/>
                    <a:pt x="128968" y="1988"/>
                  </a:cubicBezTo>
                  <a:cubicBezTo>
                    <a:pt x="128845" y="1988"/>
                    <a:pt x="128723" y="1992"/>
                    <a:pt x="128600" y="2000"/>
                  </a:cubicBezTo>
                  <a:cubicBezTo>
                    <a:pt x="129303" y="3936"/>
                    <a:pt x="129413" y="4616"/>
                    <a:pt x="129192" y="4616"/>
                  </a:cubicBezTo>
                  <a:cubicBezTo>
                    <a:pt x="128855" y="4616"/>
                    <a:pt x="127750" y="3043"/>
                    <a:pt x="126802" y="1929"/>
                  </a:cubicBezTo>
                  <a:cubicBezTo>
                    <a:pt x="122492" y="1750"/>
                    <a:pt x="118527" y="1500"/>
                    <a:pt x="114467" y="1179"/>
                  </a:cubicBezTo>
                  <a:cubicBezTo>
                    <a:pt x="114562" y="774"/>
                    <a:pt x="114646" y="381"/>
                    <a:pt x="114741" y="0"/>
                  </a:cubicBezTo>
                  <a:lnTo>
                    <a:pt x="114741" y="0"/>
                  </a:lnTo>
                  <a:cubicBezTo>
                    <a:pt x="112491" y="226"/>
                    <a:pt x="110348" y="441"/>
                    <a:pt x="108276" y="631"/>
                  </a:cubicBezTo>
                  <a:cubicBezTo>
                    <a:pt x="106192" y="441"/>
                    <a:pt x="104061" y="226"/>
                    <a:pt x="101799" y="0"/>
                  </a:cubicBezTo>
                  <a:lnTo>
                    <a:pt x="101799" y="0"/>
                  </a:lnTo>
                  <a:cubicBezTo>
                    <a:pt x="101894" y="381"/>
                    <a:pt x="101978" y="774"/>
                    <a:pt x="102073" y="1179"/>
                  </a:cubicBezTo>
                  <a:cubicBezTo>
                    <a:pt x="99072" y="1417"/>
                    <a:pt x="96132" y="1607"/>
                    <a:pt x="93060" y="1774"/>
                  </a:cubicBezTo>
                  <a:cubicBezTo>
                    <a:pt x="93191" y="1167"/>
                    <a:pt x="93322" y="572"/>
                    <a:pt x="93465" y="0"/>
                  </a:cubicBezTo>
                  <a:lnTo>
                    <a:pt x="93465" y="0"/>
                  </a:lnTo>
                  <a:cubicBezTo>
                    <a:pt x="84535" y="905"/>
                    <a:pt x="77439" y="1524"/>
                    <a:pt x="69212" y="1905"/>
                  </a:cubicBezTo>
                  <a:cubicBezTo>
                    <a:pt x="69164" y="2239"/>
                    <a:pt x="69116" y="2548"/>
                    <a:pt x="69081" y="2822"/>
                  </a:cubicBezTo>
                  <a:cubicBezTo>
                    <a:pt x="68723" y="2667"/>
                    <a:pt x="68342" y="2548"/>
                    <a:pt x="67973" y="2453"/>
                  </a:cubicBezTo>
                  <a:cubicBezTo>
                    <a:pt x="67950" y="2298"/>
                    <a:pt x="67926" y="2131"/>
                    <a:pt x="67902" y="1953"/>
                  </a:cubicBezTo>
                  <a:cubicBezTo>
                    <a:pt x="64735" y="2084"/>
                    <a:pt x="61377" y="2179"/>
                    <a:pt x="57686" y="2239"/>
                  </a:cubicBezTo>
                  <a:cubicBezTo>
                    <a:pt x="56567" y="2227"/>
                    <a:pt x="55472" y="2203"/>
                    <a:pt x="54412" y="2179"/>
                  </a:cubicBezTo>
                  <a:cubicBezTo>
                    <a:pt x="54303" y="2757"/>
                    <a:pt x="54160" y="2952"/>
                    <a:pt x="53977" y="2952"/>
                  </a:cubicBezTo>
                  <a:cubicBezTo>
                    <a:pt x="53701" y="2952"/>
                    <a:pt x="53333" y="2506"/>
                    <a:pt x="52852" y="2262"/>
                  </a:cubicBezTo>
                  <a:cubicBezTo>
                    <a:pt x="52687" y="2278"/>
                    <a:pt x="52522" y="2285"/>
                    <a:pt x="52356" y="2285"/>
                  </a:cubicBezTo>
                  <a:cubicBezTo>
                    <a:pt x="51262" y="2285"/>
                    <a:pt x="50161" y="1988"/>
                    <a:pt x="49052" y="1988"/>
                  </a:cubicBezTo>
                  <a:cubicBezTo>
                    <a:pt x="48926" y="1988"/>
                    <a:pt x="48800" y="1992"/>
                    <a:pt x="48673" y="2000"/>
                  </a:cubicBezTo>
                  <a:cubicBezTo>
                    <a:pt x="48959" y="2774"/>
                    <a:pt x="49138" y="3346"/>
                    <a:pt x="49257" y="3751"/>
                  </a:cubicBezTo>
                  <a:cubicBezTo>
                    <a:pt x="48792" y="3274"/>
                    <a:pt x="48173" y="2953"/>
                    <a:pt x="47518" y="2703"/>
                  </a:cubicBezTo>
                  <a:cubicBezTo>
                    <a:pt x="47304" y="2441"/>
                    <a:pt x="47090" y="2179"/>
                    <a:pt x="46875" y="1929"/>
                  </a:cubicBezTo>
                  <a:cubicBezTo>
                    <a:pt x="38315" y="1572"/>
                    <a:pt x="31064" y="929"/>
                    <a:pt x="21872" y="0"/>
                  </a:cubicBezTo>
                  <a:lnTo>
                    <a:pt x="21872" y="0"/>
                  </a:lnTo>
                  <a:cubicBezTo>
                    <a:pt x="22015" y="572"/>
                    <a:pt x="22146" y="1167"/>
                    <a:pt x="22277" y="1774"/>
                  </a:cubicBezTo>
                  <a:cubicBezTo>
                    <a:pt x="15098" y="1393"/>
                    <a:pt x="8573" y="810"/>
                    <a:pt x="5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1" name="Google Shape;1531;p82"/>
            <p:cNvSpPr/>
            <p:nvPr/>
          </p:nvSpPr>
          <p:spPr>
            <a:xfrm>
              <a:off x="283950" y="193150"/>
              <a:ext cx="8615526" cy="4752359"/>
            </a:xfrm>
            <a:custGeom>
              <a:rect b="b" l="l" r="r" t="t"/>
              <a:pathLst>
                <a:path extrusionOk="0" h="146757" w="269046">
                  <a:moveTo>
                    <a:pt x="21241" y="131"/>
                  </a:moveTo>
                  <a:cubicBezTo>
                    <a:pt x="20884" y="346"/>
                    <a:pt x="20527" y="572"/>
                    <a:pt x="20170" y="798"/>
                  </a:cubicBezTo>
                  <a:cubicBezTo>
                    <a:pt x="20217" y="953"/>
                    <a:pt x="20253" y="1120"/>
                    <a:pt x="20289" y="1286"/>
                  </a:cubicBezTo>
                  <a:cubicBezTo>
                    <a:pt x="20860" y="929"/>
                    <a:pt x="21432" y="560"/>
                    <a:pt x="22015" y="203"/>
                  </a:cubicBezTo>
                  <a:cubicBezTo>
                    <a:pt x="21753" y="179"/>
                    <a:pt x="21503" y="155"/>
                    <a:pt x="21241" y="131"/>
                  </a:cubicBezTo>
                  <a:close/>
                  <a:moveTo>
                    <a:pt x="18777" y="1691"/>
                  </a:moveTo>
                  <a:cubicBezTo>
                    <a:pt x="18515" y="1858"/>
                    <a:pt x="18265" y="2012"/>
                    <a:pt x="18015" y="2179"/>
                  </a:cubicBezTo>
                  <a:cubicBezTo>
                    <a:pt x="11788" y="6263"/>
                    <a:pt x="6156" y="10644"/>
                    <a:pt x="1155" y="15252"/>
                  </a:cubicBezTo>
                  <a:cubicBezTo>
                    <a:pt x="1179" y="15455"/>
                    <a:pt x="1203" y="15657"/>
                    <a:pt x="1215" y="15848"/>
                  </a:cubicBezTo>
                  <a:cubicBezTo>
                    <a:pt x="6263" y="11156"/>
                    <a:pt x="11966" y="6727"/>
                    <a:pt x="18277" y="2584"/>
                  </a:cubicBezTo>
                  <a:cubicBezTo>
                    <a:pt x="18705" y="2298"/>
                    <a:pt x="19146" y="2012"/>
                    <a:pt x="19574" y="1739"/>
                  </a:cubicBezTo>
                  <a:cubicBezTo>
                    <a:pt x="19312" y="1727"/>
                    <a:pt x="19039" y="1703"/>
                    <a:pt x="18777" y="1691"/>
                  </a:cubicBezTo>
                  <a:close/>
                  <a:moveTo>
                    <a:pt x="257199" y="5608"/>
                  </a:moveTo>
                  <a:cubicBezTo>
                    <a:pt x="259819" y="11180"/>
                    <a:pt x="262128" y="16943"/>
                    <a:pt x="264105" y="22884"/>
                  </a:cubicBezTo>
                  <a:cubicBezTo>
                    <a:pt x="264307" y="22836"/>
                    <a:pt x="264522" y="22789"/>
                    <a:pt x="264736" y="22741"/>
                  </a:cubicBezTo>
                  <a:cubicBezTo>
                    <a:pt x="262950" y="17360"/>
                    <a:pt x="260890" y="12085"/>
                    <a:pt x="258557" y="6942"/>
                  </a:cubicBezTo>
                  <a:lnTo>
                    <a:pt x="257199" y="5608"/>
                  </a:lnTo>
                  <a:close/>
                  <a:moveTo>
                    <a:pt x="234685" y="1239"/>
                  </a:moveTo>
                  <a:cubicBezTo>
                    <a:pt x="234423" y="1262"/>
                    <a:pt x="234149" y="1286"/>
                    <a:pt x="233887" y="1298"/>
                  </a:cubicBezTo>
                  <a:cubicBezTo>
                    <a:pt x="234554" y="1727"/>
                    <a:pt x="235220" y="2143"/>
                    <a:pt x="235875" y="2584"/>
                  </a:cubicBezTo>
                  <a:cubicBezTo>
                    <a:pt x="245662" y="9001"/>
                    <a:pt x="253961" y="16145"/>
                    <a:pt x="260676" y="23813"/>
                  </a:cubicBezTo>
                  <a:cubicBezTo>
                    <a:pt x="260783" y="23741"/>
                    <a:pt x="260938" y="23682"/>
                    <a:pt x="261140" y="23610"/>
                  </a:cubicBezTo>
                  <a:cubicBezTo>
                    <a:pt x="254377" y="15871"/>
                    <a:pt x="246007" y="8656"/>
                    <a:pt x="236137" y="2179"/>
                  </a:cubicBezTo>
                  <a:cubicBezTo>
                    <a:pt x="235649" y="1870"/>
                    <a:pt x="235173" y="1548"/>
                    <a:pt x="234685" y="1239"/>
                  </a:cubicBezTo>
                  <a:close/>
                  <a:moveTo>
                    <a:pt x="264807" y="25051"/>
                  </a:moveTo>
                  <a:lnTo>
                    <a:pt x="264867" y="25218"/>
                  </a:lnTo>
                  <a:cubicBezTo>
                    <a:pt x="264879" y="25218"/>
                    <a:pt x="264879" y="25206"/>
                    <a:pt x="264891" y="25194"/>
                  </a:cubicBezTo>
                  <a:cubicBezTo>
                    <a:pt x="264914" y="25158"/>
                    <a:pt x="264926" y="25111"/>
                    <a:pt x="264938" y="25075"/>
                  </a:cubicBezTo>
                  <a:cubicBezTo>
                    <a:pt x="264891" y="25063"/>
                    <a:pt x="264855" y="25063"/>
                    <a:pt x="264807" y="25051"/>
                  </a:cubicBezTo>
                  <a:close/>
                  <a:moveTo>
                    <a:pt x="265319" y="26670"/>
                  </a:moveTo>
                  <a:lnTo>
                    <a:pt x="265319" y="26670"/>
                  </a:lnTo>
                  <a:cubicBezTo>
                    <a:pt x="265557" y="27480"/>
                    <a:pt x="265807" y="28290"/>
                    <a:pt x="266034" y="29099"/>
                  </a:cubicBezTo>
                  <a:cubicBezTo>
                    <a:pt x="266057" y="28444"/>
                    <a:pt x="266081" y="27789"/>
                    <a:pt x="266117" y="27135"/>
                  </a:cubicBezTo>
                  <a:cubicBezTo>
                    <a:pt x="266081" y="27016"/>
                    <a:pt x="266046" y="26896"/>
                    <a:pt x="266010" y="26777"/>
                  </a:cubicBezTo>
                  <a:cubicBezTo>
                    <a:pt x="265843" y="26754"/>
                    <a:pt x="265593" y="26718"/>
                    <a:pt x="265319" y="26670"/>
                  </a:cubicBezTo>
                  <a:close/>
                  <a:moveTo>
                    <a:pt x="261188" y="24408"/>
                  </a:moveTo>
                  <a:lnTo>
                    <a:pt x="261188" y="24408"/>
                  </a:lnTo>
                  <a:cubicBezTo>
                    <a:pt x="262902" y="26396"/>
                    <a:pt x="264498" y="28409"/>
                    <a:pt x="265998" y="30456"/>
                  </a:cubicBezTo>
                  <a:cubicBezTo>
                    <a:pt x="265998" y="30195"/>
                    <a:pt x="266010" y="29944"/>
                    <a:pt x="266022" y="29683"/>
                  </a:cubicBezTo>
                  <a:cubicBezTo>
                    <a:pt x="265153" y="28516"/>
                    <a:pt x="264260" y="27361"/>
                    <a:pt x="263331" y="26218"/>
                  </a:cubicBezTo>
                  <a:cubicBezTo>
                    <a:pt x="263200" y="26158"/>
                    <a:pt x="263140" y="26087"/>
                    <a:pt x="263164" y="26015"/>
                  </a:cubicBezTo>
                  <a:cubicBezTo>
                    <a:pt x="262771" y="25539"/>
                    <a:pt x="262378" y="25075"/>
                    <a:pt x="261986" y="24599"/>
                  </a:cubicBezTo>
                  <a:cubicBezTo>
                    <a:pt x="261664" y="24539"/>
                    <a:pt x="261402" y="24468"/>
                    <a:pt x="261188" y="24408"/>
                  </a:cubicBezTo>
                  <a:close/>
                  <a:moveTo>
                    <a:pt x="127076" y="17431"/>
                  </a:moveTo>
                  <a:cubicBezTo>
                    <a:pt x="133339" y="17431"/>
                    <a:pt x="139506" y="17574"/>
                    <a:pt x="145578" y="17848"/>
                  </a:cubicBezTo>
                  <a:cubicBezTo>
                    <a:pt x="146150" y="29278"/>
                    <a:pt x="146554" y="41363"/>
                    <a:pt x="146769" y="53924"/>
                  </a:cubicBezTo>
                  <a:cubicBezTo>
                    <a:pt x="140292" y="53816"/>
                    <a:pt x="133720" y="53769"/>
                    <a:pt x="127076" y="53769"/>
                  </a:cubicBezTo>
                  <a:cubicBezTo>
                    <a:pt x="120432" y="53769"/>
                    <a:pt x="113860" y="53816"/>
                    <a:pt x="107371" y="53924"/>
                  </a:cubicBezTo>
                  <a:cubicBezTo>
                    <a:pt x="107585" y="41363"/>
                    <a:pt x="107990" y="29278"/>
                    <a:pt x="108562" y="17848"/>
                  </a:cubicBezTo>
                  <a:cubicBezTo>
                    <a:pt x="114634" y="17574"/>
                    <a:pt x="120813" y="17431"/>
                    <a:pt x="127076" y="17431"/>
                  </a:cubicBezTo>
                  <a:close/>
                  <a:moveTo>
                    <a:pt x="108359" y="17848"/>
                  </a:moveTo>
                  <a:cubicBezTo>
                    <a:pt x="107776" y="29385"/>
                    <a:pt x="107371" y="41482"/>
                    <a:pt x="107169" y="53924"/>
                  </a:cubicBezTo>
                  <a:cubicBezTo>
                    <a:pt x="94727" y="54138"/>
                    <a:pt x="82630" y="54531"/>
                    <a:pt x="71093" y="55114"/>
                  </a:cubicBezTo>
                  <a:cubicBezTo>
                    <a:pt x="71617" y="43244"/>
                    <a:pt x="72640" y="31766"/>
                    <a:pt x="74117" y="20872"/>
                  </a:cubicBezTo>
                  <a:cubicBezTo>
                    <a:pt x="85011" y="19407"/>
                    <a:pt x="96477" y="18384"/>
                    <a:pt x="108359" y="17848"/>
                  </a:cubicBezTo>
                  <a:close/>
                  <a:moveTo>
                    <a:pt x="145792" y="17860"/>
                  </a:moveTo>
                  <a:lnTo>
                    <a:pt x="145792" y="17860"/>
                  </a:lnTo>
                  <a:cubicBezTo>
                    <a:pt x="157675" y="18384"/>
                    <a:pt x="169141" y="19407"/>
                    <a:pt x="180035" y="20884"/>
                  </a:cubicBezTo>
                  <a:cubicBezTo>
                    <a:pt x="181499" y="31766"/>
                    <a:pt x="182523" y="43244"/>
                    <a:pt x="183059" y="55114"/>
                  </a:cubicBezTo>
                  <a:cubicBezTo>
                    <a:pt x="171522" y="54531"/>
                    <a:pt x="159425" y="54138"/>
                    <a:pt x="146983" y="53924"/>
                  </a:cubicBezTo>
                  <a:cubicBezTo>
                    <a:pt x="146781" y="41482"/>
                    <a:pt x="146376" y="29385"/>
                    <a:pt x="145792" y="17860"/>
                  </a:cubicBezTo>
                  <a:close/>
                  <a:moveTo>
                    <a:pt x="73724" y="20931"/>
                  </a:moveTo>
                  <a:lnTo>
                    <a:pt x="73724" y="20931"/>
                  </a:lnTo>
                  <a:cubicBezTo>
                    <a:pt x="72259" y="31909"/>
                    <a:pt x="71247" y="43375"/>
                    <a:pt x="70724" y="55138"/>
                  </a:cubicBezTo>
                  <a:cubicBezTo>
                    <a:pt x="54805" y="55948"/>
                    <a:pt x="39958" y="57103"/>
                    <a:pt x="26742" y="58579"/>
                  </a:cubicBezTo>
                  <a:cubicBezTo>
                    <a:pt x="27373" y="48816"/>
                    <a:pt x="28599" y="39255"/>
                    <a:pt x="30397" y="29992"/>
                  </a:cubicBezTo>
                  <a:cubicBezTo>
                    <a:pt x="43292" y="26158"/>
                    <a:pt x="57901" y="23086"/>
                    <a:pt x="73724" y="20931"/>
                  </a:cubicBezTo>
                  <a:close/>
                  <a:moveTo>
                    <a:pt x="180416" y="20931"/>
                  </a:moveTo>
                  <a:lnTo>
                    <a:pt x="180416" y="20931"/>
                  </a:lnTo>
                  <a:cubicBezTo>
                    <a:pt x="196251" y="23086"/>
                    <a:pt x="210860" y="26170"/>
                    <a:pt x="223755" y="29992"/>
                  </a:cubicBezTo>
                  <a:cubicBezTo>
                    <a:pt x="225552" y="39255"/>
                    <a:pt x="226779" y="48816"/>
                    <a:pt x="227410" y="58579"/>
                  </a:cubicBezTo>
                  <a:cubicBezTo>
                    <a:pt x="214194" y="57103"/>
                    <a:pt x="199335" y="55948"/>
                    <a:pt x="183416" y="55138"/>
                  </a:cubicBezTo>
                  <a:cubicBezTo>
                    <a:pt x="182904" y="43375"/>
                    <a:pt x="181892" y="31909"/>
                    <a:pt x="180416" y="20931"/>
                  </a:cubicBezTo>
                  <a:close/>
                  <a:moveTo>
                    <a:pt x="70724" y="55352"/>
                  </a:moveTo>
                  <a:cubicBezTo>
                    <a:pt x="70450" y="61436"/>
                    <a:pt x="70319" y="67616"/>
                    <a:pt x="70319" y="73843"/>
                  </a:cubicBezTo>
                  <a:cubicBezTo>
                    <a:pt x="70319" y="80070"/>
                    <a:pt x="70450" y="86237"/>
                    <a:pt x="70724" y="92321"/>
                  </a:cubicBezTo>
                  <a:cubicBezTo>
                    <a:pt x="54543" y="91500"/>
                    <a:pt x="39696" y="90333"/>
                    <a:pt x="26730" y="88892"/>
                  </a:cubicBezTo>
                  <a:cubicBezTo>
                    <a:pt x="26420" y="83915"/>
                    <a:pt x="26254" y="78891"/>
                    <a:pt x="26254" y="73843"/>
                  </a:cubicBezTo>
                  <a:cubicBezTo>
                    <a:pt x="26254" y="68783"/>
                    <a:pt x="26420" y="63758"/>
                    <a:pt x="26730" y="58781"/>
                  </a:cubicBezTo>
                  <a:cubicBezTo>
                    <a:pt x="39696" y="57341"/>
                    <a:pt x="54543" y="56174"/>
                    <a:pt x="70724" y="55352"/>
                  </a:cubicBezTo>
                  <a:close/>
                  <a:moveTo>
                    <a:pt x="183428" y="55352"/>
                  </a:moveTo>
                  <a:cubicBezTo>
                    <a:pt x="199609" y="56174"/>
                    <a:pt x="214444" y="57341"/>
                    <a:pt x="227410" y="58781"/>
                  </a:cubicBezTo>
                  <a:cubicBezTo>
                    <a:pt x="227731" y="63758"/>
                    <a:pt x="227886" y="68783"/>
                    <a:pt x="227886" y="73843"/>
                  </a:cubicBezTo>
                  <a:cubicBezTo>
                    <a:pt x="227886" y="78903"/>
                    <a:pt x="227731" y="83915"/>
                    <a:pt x="227410" y="88892"/>
                  </a:cubicBezTo>
                  <a:cubicBezTo>
                    <a:pt x="214444" y="90333"/>
                    <a:pt x="199609" y="91500"/>
                    <a:pt x="183428" y="92321"/>
                  </a:cubicBezTo>
                  <a:cubicBezTo>
                    <a:pt x="183690" y="86237"/>
                    <a:pt x="183833" y="80070"/>
                    <a:pt x="183833" y="73843"/>
                  </a:cubicBezTo>
                  <a:cubicBezTo>
                    <a:pt x="183833" y="67616"/>
                    <a:pt x="183690" y="61436"/>
                    <a:pt x="183428" y="55352"/>
                  </a:cubicBezTo>
                  <a:close/>
                  <a:moveTo>
                    <a:pt x="107157" y="54138"/>
                  </a:moveTo>
                  <a:cubicBezTo>
                    <a:pt x="107050" y="60627"/>
                    <a:pt x="107002" y="67199"/>
                    <a:pt x="107002" y="73843"/>
                  </a:cubicBezTo>
                  <a:cubicBezTo>
                    <a:pt x="107002" y="80475"/>
                    <a:pt x="107050" y="87047"/>
                    <a:pt x="107157" y="93536"/>
                  </a:cubicBezTo>
                  <a:cubicBezTo>
                    <a:pt x="94596" y="93321"/>
                    <a:pt x="82511" y="92917"/>
                    <a:pt x="71081" y="92345"/>
                  </a:cubicBezTo>
                  <a:cubicBezTo>
                    <a:pt x="70807" y="86273"/>
                    <a:pt x="70676" y="80105"/>
                    <a:pt x="70676" y="73843"/>
                  </a:cubicBezTo>
                  <a:cubicBezTo>
                    <a:pt x="70676" y="67580"/>
                    <a:pt x="70807" y="61401"/>
                    <a:pt x="71081" y="55329"/>
                  </a:cubicBezTo>
                  <a:cubicBezTo>
                    <a:pt x="82511" y="54757"/>
                    <a:pt x="94596" y="54352"/>
                    <a:pt x="107157" y="54138"/>
                  </a:cubicBezTo>
                  <a:close/>
                  <a:moveTo>
                    <a:pt x="146983" y="54138"/>
                  </a:moveTo>
                  <a:cubicBezTo>
                    <a:pt x="159544" y="54352"/>
                    <a:pt x="171641" y="54757"/>
                    <a:pt x="183071" y="55329"/>
                  </a:cubicBezTo>
                  <a:cubicBezTo>
                    <a:pt x="183333" y="61401"/>
                    <a:pt x="183476" y="67568"/>
                    <a:pt x="183476" y="73831"/>
                  </a:cubicBezTo>
                  <a:cubicBezTo>
                    <a:pt x="183476" y="80094"/>
                    <a:pt x="183333" y="86273"/>
                    <a:pt x="183071" y="92345"/>
                  </a:cubicBezTo>
                  <a:cubicBezTo>
                    <a:pt x="171641" y="92917"/>
                    <a:pt x="159544" y="93321"/>
                    <a:pt x="146983" y="93536"/>
                  </a:cubicBezTo>
                  <a:cubicBezTo>
                    <a:pt x="147090" y="87047"/>
                    <a:pt x="147150" y="80475"/>
                    <a:pt x="147150" y="73843"/>
                  </a:cubicBezTo>
                  <a:cubicBezTo>
                    <a:pt x="147150" y="67199"/>
                    <a:pt x="147090" y="60627"/>
                    <a:pt x="146983" y="54138"/>
                  </a:cubicBezTo>
                  <a:close/>
                  <a:moveTo>
                    <a:pt x="127076" y="53971"/>
                  </a:moveTo>
                  <a:cubicBezTo>
                    <a:pt x="133743" y="53971"/>
                    <a:pt x="140327" y="54031"/>
                    <a:pt x="146781" y="54138"/>
                  </a:cubicBezTo>
                  <a:cubicBezTo>
                    <a:pt x="146876" y="60591"/>
                    <a:pt x="146935" y="67163"/>
                    <a:pt x="146935" y="73843"/>
                  </a:cubicBezTo>
                  <a:cubicBezTo>
                    <a:pt x="146935" y="80510"/>
                    <a:pt x="146888" y="87082"/>
                    <a:pt x="146781" y="93536"/>
                  </a:cubicBezTo>
                  <a:cubicBezTo>
                    <a:pt x="140327" y="93643"/>
                    <a:pt x="133743" y="93702"/>
                    <a:pt x="127076" y="93702"/>
                  </a:cubicBezTo>
                  <a:cubicBezTo>
                    <a:pt x="120396" y="93702"/>
                    <a:pt x="113824" y="93643"/>
                    <a:pt x="107371" y="93536"/>
                  </a:cubicBezTo>
                  <a:cubicBezTo>
                    <a:pt x="107264" y="87082"/>
                    <a:pt x="107204" y="80510"/>
                    <a:pt x="107204" y="73843"/>
                  </a:cubicBezTo>
                  <a:cubicBezTo>
                    <a:pt x="107204" y="67163"/>
                    <a:pt x="107264" y="60591"/>
                    <a:pt x="107371" y="54138"/>
                  </a:cubicBezTo>
                  <a:cubicBezTo>
                    <a:pt x="113824" y="54031"/>
                    <a:pt x="120396" y="53971"/>
                    <a:pt x="127076" y="53971"/>
                  </a:cubicBezTo>
                  <a:close/>
                  <a:moveTo>
                    <a:pt x="48" y="105632"/>
                  </a:moveTo>
                  <a:cubicBezTo>
                    <a:pt x="36" y="105716"/>
                    <a:pt x="12" y="105811"/>
                    <a:pt x="0" y="105894"/>
                  </a:cubicBezTo>
                  <a:cubicBezTo>
                    <a:pt x="155" y="105882"/>
                    <a:pt x="310" y="105870"/>
                    <a:pt x="477" y="105859"/>
                  </a:cubicBezTo>
                  <a:cubicBezTo>
                    <a:pt x="334" y="105775"/>
                    <a:pt x="191" y="105704"/>
                    <a:pt x="48" y="105632"/>
                  </a:cubicBezTo>
                  <a:close/>
                  <a:moveTo>
                    <a:pt x="26742" y="89095"/>
                  </a:moveTo>
                  <a:cubicBezTo>
                    <a:pt x="39958" y="90571"/>
                    <a:pt x="54805" y="91726"/>
                    <a:pt x="70724" y="92536"/>
                  </a:cubicBezTo>
                  <a:cubicBezTo>
                    <a:pt x="71247" y="104299"/>
                    <a:pt x="72259" y="115765"/>
                    <a:pt x="73724" y="126742"/>
                  </a:cubicBezTo>
                  <a:cubicBezTo>
                    <a:pt x="57901" y="124587"/>
                    <a:pt x="43292" y="121515"/>
                    <a:pt x="30397" y="117681"/>
                  </a:cubicBezTo>
                  <a:cubicBezTo>
                    <a:pt x="28599" y="108418"/>
                    <a:pt x="27373" y="98858"/>
                    <a:pt x="26742" y="89095"/>
                  </a:cubicBezTo>
                  <a:close/>
                  <a:moveTo>
                    <a:pt x="227410" y="89095"/>
                  </a:moveTo>
                  <a:cubicBezTo>
                    <a:pt x="226779" y="98858"/>
                    <a:pt x="225552" y="108418"/>
                    <a:pt x="223755" y="117681"/>
                  </a:cubicBezTo>
                  <a:cubicBezTo>
                    <a:pt x="210860" y="121515"/>
                    <a:pt x="196251" y="124587"/>
                    <a:pt x="180416" y="126742"/>
                  </a:cubicBezTo>
                  <a:cubicBezTo>
                    <a:pt x="181892" y="115765"/>
                    <a:pt x="182904" y="104299"/>
                    <a:pt x="183416" y="92536"/>
                  </a:cubicBezTo>
                  <a:cubicBezTo>
                    <a:pt x="199347" y="91726"/>
                    <a:pt x="214194" y="90571"/>
                    <a:pt x="227410" y="89095"/>
                  </a:cubicBezTo>
                  <a:close/>
                  <a:moveTo>
                    <a:pt x="71093" y="92559"/>
                  </a:moveTo>
                  <a:lnTo>
                    <a:pt x="71093" y="92559"/>
                  </a:lnTo>
                  <a:cubicBezTo>
                    <a:pt x="82630" y="93143"/>
                    <a:pt x="94715" y="93536"/>
                    <a:pt x="107169" y="93750"/>
                  </a:cubicBezTo>
                  <a:cubicBezTo>
                    <a:pt x="107371" y="106192"/>
                    <a:pt x="107776" y="118289"/>
                    <a:pt x="108347" y="129826"/>
                  </a:cubicBezTo>
                  <a:cubicBezTo>
                    <a:pt x="96477" y="129290"/>
                    <a:pt x="85011" y="128266"/>
                    <a:pt x="74117" y="126790"/>
                  </a:cubicBezTo>
                  <a:cubicBezTo>
                    <a:pt x="72640" y="115907"/>
                    <a:pt x="71617" y="104442"/>
                    <a:pt x="71093" y="92559"/>
                  </a:cubicBezTo>
                  <a:close/>
                  <a:moveTo>
                    <a:pt x="183059" y="92559"/>
                  </a:moveTo>
                  <a:lnTo>
                    <a:pt x="183059" y="92559"/>
                  </a:lnTo>
                  <a:cubicBezTo>
                    <a:pt x="182523" y="104442"/>
                    <a:pt x="181499" y="115907"/>
                    <a:pt x="180035" y="126802"/>
                  </a:cubicBezTo>
                  <a:cubicBezTo>
                    <a:pt x="169141" y="128266"/>
                    <a:pt x="157675" y="129290"/>
                    <a:pt x="145792" y="129826"/>
                  </a:cubicBezTo>
                  <a:cubicBezTo>
                    <a:pt x="146376" y="118289"/>
                    <a:pt x="146769" y="106192"/>
                    <a:pt x="146983" y="93750"/>
                  </a:cubicBezTo>
                  <a:cubicBezTo>
                    <a:pt x="159425" y="93536"/>
                    <a:pt x="171522" y="93143"/>
                    <a:pt x="183059" y="92559"/>
                  </a:cubicBezTo>
                  <a:close/>
                  <a:moveTo>
                    <a:pt x="107371" y="93750"/>
                  </a:moveTo>
                  <a:cubicBezTo>
                    <a:pt x="113860" y="93857"/>
                    <a:pt x="120432" y="93917"/>
                    <a:pt x="127076" y="93917"/>
                  </a:cubicBezTo>
                  <a:cubicBezTo>
                    <a:pt x="133708" y="93917"/>
                    <a:pt x="140292" y="93857"/>
                    <a:pt x="146769" y="93750"/>
                  </a:cubicBezTo>
                  <a:lnTo>
                    <a:pt x="146769" y="93750"/>
                  </a:lnTo>
                  <a:cubicBezTo>
                    <a:pt x="146566" y="106311"/>
                    <a:pt x="146150" y="118396"/>
                    <a:pt x="145578" y="129826"/>
                  </a:cubicBezTo>
                  <a:cubicBezTo>
                    <a:pt x="139506" y="130100"/>
                    <a:pt x="133339" y="130243"/>
                    <a:pt x="127076" y="130243"/>
                  </a:cubicBezTo>
                  <a:cubicBezTo>
                    <a:pt x="120813" y="130243"/>
                    <a:pt x="114634" y="130100"/>
                    <a:pt x="108574" y="129826"/>
                  </a:cubicBezTo>
                  <a:cubicBezTo>
                    <a:pt x="107990" y="118396"/>
                    <a:pt x="107585" y="106311"/>
                    <a:pt x="107371" y="93750"/>
                  </a:cubicBezTo>
                  <a:close/>
                  <a:moveTo>
                    <a:pt x="266653" y="116300"/>
                  </a:moveTo>
                  <a:lnTo>
                    <a:pt x="266653" y="116300"/>
                  </a:lnTo>
                  <a:cubicBezTo>
                    <a:pt x="259152" y="126861"/>
                    <a:pt x="248817" y="136600"/>
                    <a:pt x="235875" y="145101"/>
                  </a:cubicBezTo>
                  <a:cubicBezTo>
                    <a:pt x="235411" y="145399"/>
                    <a:pt x="234946" y="145697"/>
                    <a:pt x="234482" y="145994"/>
                  </a:cubicBezTo>
                  <a:cubicBezTo>
                    <a:pt x="234756" y="146006"/>
                    <a:pt x="235030" y="146018"/>
                    <a:pt x="235304" y="146030"/>
                  </a:cubicBezTo>
                  <a:cubicBezTo>
                    <a:pt x="235577" y="145852"/>
                    <a:pt x="235851" y="145673"/>
                    <a:pt x="236137" y="145494"/>
                  </a:cubicBezTo>
                  <a:cubicBezTo>
                    <a:pt x="248710" y="137243"/>
                    <a:pt x="258854" y="127814"/>
                    <a:pt x="266319" y="117586"/>
                  </a:cubicBezTo>
                  <a:lnTo>
                    <a:pt x="266319" y="117586"/>
                  </a:lnTo>
                  <a:cubicBezTo>
                    <a:pt x="263533" y="127504"/>
                    <a:pt x="259831" y="137005"/>
                    <a:pt x="255306" y="145971"/>
                  </a:cubicBezTo>
                  <a:cubicBezTo>
                    <a:pt x="255544" y="145983"/>
                    <a:pt x="255794" y="145994"/>
                    <a:pt x="256032" y="146006"/>
                  </a:cubicBezTo>
                  <a:cubicBezTo>
                    <a:pt x="260354" y="137374"/>
                    <a:pt x="263879" y="128338"/>
                    <a:pt x="266569" y="118991"/>
                  </a:cubicBezTo>
                  <a:cubicBezTo>
                    <a:pt x="266593" y="118098"/>
                    <a:pt x="266617" y="117193"/>
                    <a:pt x="266653" y="116300"/>
                  </a:cubicBezTo>
                  <a:close/>
                  <a:moveTo>
                    <a:pt x="1798" y="132362"/>
                  </a:moveTo>
                  <a:cubicBezTo>
                    <a:pt x="1774" y="132540"/>
                    <a:pt x="1739" y="132731"/>
                    <a:pt x="1715" y="132933"/>
                  </a:cubicBezTo>
                  <a:cubicBezTo>
                    <a:pt x="6573" y="137362"/>
                    <a:pt x="12014" y="141553"/>
                    <a:pt x="18015" y="145494"/>
                  </a:cubicBezTo>
                  <a:cubicBezTo>
                    <a:pt x="18229" y="145637"/>
                    <a:pt x="18455" y="145780"/>
                    <a:pt x="18669" y="145923"/>
                  </a:cubicBezTo>
                  <a:cubicBezTo>
                    <a:pt x="18681" y="145899"/>
                    <a:pt x="18681" y="145887"/>
                    <a:pt x="18693" y="145875"/>
                  </a:cubicBezTo>
                  <a:lnTo>
                    <a:pt x="18693" y="145875"/>
                  </a:lnTo>
                  <a:cubicBezTo>
                    <a:pt x="18681" y="145899"/>
                    <a:pt x="18693" y="145911"/>
                    <a:pt x="18693" y="145935"/>
                  </a:cubicBezTo>
                  <a:cubicBezTo>
                    <a:pt x="18800" y="146006"/>
                    <a:pt x="18908" y="146066"/>
                    <a:pt x="19015" y="146137"/>
                  </a:cubicBezTo>
                  <a:cubicBezTo>
                    <a:pt x="19348" y="146256"/>
                    <a:pt x="19872" y="146328"/>
                    <a:pt x="20336" y="146423"/>
                  </a:cubicBezTo>
                  <a:cubicBezTo>
                    <a:pt x="19646" y="145983"/>
                    <a:pt x="18955" y="145542"/>
                    <a:pt x="18277" y="145090"/>
                  </a:cubicBezTo>
                  <a:cubicBezTo>
                    <a:pt x="12204" y="141113"/>
                    <a:pt x="6692" y="136850"/>
                    <a:pt x="1798" y="132362"/>
                  </a:cubicBezTo>
                  <a:close/>
                  <a:moveTo>
                    <a:pt x="176558" y="0"/>
                  </a:moveTo>
                  <a:cubicBezTo>
                    <a:pt x="176701" y="572"/>
                    <a:pt x="176832" y="1167"/>
                    <a:pt x="176963" y="1774"/>
                  </a:cubicBezTo>
                  <a:lnTo>
                    <a:pt x="176903" y="1774"/>
                  </a:lnTo>
                  <a:cubicBezTo>
                    <a:pt x="178070" y="7787"/>
                    <a:pt x="179106" y="14038"/>
                    <a:pt x="179975" y="20491"/>
                  </a:cubicBezTo>
                  <a:cubicBezTo>
                    <a:pt x="168998" y="19015"/>
                    <a:pt x="157544" y="18003"/>
                    <a:pt x="145781" y="17491"/>
                  </a:cubicBezTo>
                  <a:cubicBezTo>
                    <a:pt x="145507" y="12157"/>
                    <a:pt x="145197" y="6942"/>
                    <a:pt x="144852" y="1858"/>
                  </a:cubicBezTo>
                  <a:cubicBezTo>
                    <a:pt x="144780" y="1870"/>
                    <a:pt x="144697" y="1870"/>
                    <a:pt x="144626" y="1870"/>
                  </a:cubicBezTo>
                  <a:cubicBezTo>
                    <a:pt x="144971" y="6918"/>
                    <a:pt x="145292" y="12121"/>
                    <a:pt x="145554" y="17479"/>
                  </a:cubicBezTo>
                  <a:cubicBezTo>
                    <a:pt x="139470" y="17217"/>
                    <a:pt x="133303" y="17074"/>
                    <a:pt x="127076" y="17074"/>
                  </a:cubicBezTo>
                  <a:cubicBezTo>
                    <a:pt x="120849" y="17074"/>
                    <a:pt x="114681" y="17217"/>
                    <a:pt x="108585" y="17479"/>
                  </a:cubicBezTo>
                  <a:cubicBezTo>
                    <a:pt x="108895" y="11573"/>
                    <a:pt x="109240" y="5846"/>
                    <a:pt x="109621" y="322"/>
                  </a:cubicBezTo>
                  <a:lnTo>
                    <a:pt x="109621" y="322"/>
                  </a:lnTo>
                  <a:cubicBezTo>
                    <a:pt x="109550" y="334"/>
                    <a:pt x="109478" y="334"/>
                    <a:pt x="109407" y="346"/>
                  </a:cubicBezTo>
                  <a:cubicBezTo>
                    <a:pt x="109014" y="5894"/>
                    <a:pt x="108669" y="11621"/>
                    <a:pt x="108371" y="17491"/>
                  </a:cubicBezTo>
                  <a:cubicBezTo>
                    <a:pt x="96608" y="18003"/>
                    <a:pt x="85142" y="19015"/>
                    <a:pt x="74164" y="20491"/>
                  </a:cubicBezTo>
                  <a:cubicBezTo>
                    <a:pt x="75069" y="13871"/>
                    <a:pt x="76129" y="7454"/>
                    <a:pt x="77343" y="1298"/>
                  </a:cubicBezTo>
                  <a:lnTo>
                    <a:pt x="77343" y="1298"/>
                  </a:lnTo>
                  <a:cubicBezTo>
                    <a:pt x="77212" y="1310"/>
                    <a:pt x="77081" y="1322"/>
                    <a:pt x="76951" y="1334"/>
                  </a:cubicBezTo>
                  <a:cubicBezTo>
                    <a:pt x="75724" y="7537"/>
                    <a:pt x="74665" y="13954"/>
                    <a:pt x="73783" y="20539"/>
                  </a:cubicBezTo>
                  <a:cubicBezTo>
                    <a:pt x="58198" y="22646"/>
                    <a:pt x="43601" y="25682"/>
                    <a:pt x="30480" y="29575"/>
                  </a:cubicBezTo>
                  <a:cubicBezTo>
                    <a:pt x="32374" y="19872"/>
                    <a:pt x="34910" y="10502"/>
                    <a:pt x="38029" y="1560"/>
                  </a:cubicBezTo>
                  <a:cubicBezTo>
                    <a:pt x="37874" y="1548"/>
                    <a:pt x="37708" y="1548"/>
                    <a:pt x="37541" y="1536"/>
                  </a:cubicBezTo>
                  <a:cubicBezTo>
                    <a:pt x="34409" y="10525"/>
                    <a:pt x="31862" y="19955"/>
                    <a:pt x="29968" y="29718"/>
                  </a:cubicBezTo>
                  <a:cubicBezTo>
                    <a:pt x="25849" y="30957"/>
                    <a:pt x="21884" y="32266"/>
                    <a:pt x="18086" y="33659"/>
                  </a:cubicBezTo>
                  <a:cubicBezTo>
                    <a:pt x="12252" y="35802"/>
                    <a:pt x="6942" y="38088"/>
                    <a:pt x="2191" y="40493"/>
                  </a:cubicBezTo>
                  <a:lnTo>
                    <a:pt x="2179" y="40934"/>
                  </a:lnTo>
                  <a:cubicBezTo>
                    <a:pt x="10097" y="36910"/>
                    <a:pt x="19420" y="33278"/>
                    <a:pt x="29885" y="30147"/>
                  </a:cubicBezTo>
                  <a:lnTo>
                    <a:pt x="29885" y="30147"/>
                  </a:lnTo>
                  <a:cubicBezTo>
                    <a:pt x="28111" y="39386"/>
                    <a:pt x="26885" y="48911"/>
                    <a:pt x="26266" y="58627"/>
                  </a:cubicBezTo>
                  <a:cubicBezTo>
                    <a:pt x="23480" y="58948"/>
                    <a:pt x="20765" y="59270"/>
                    <a:pt x="18134" y="59615"/>
                  </a:cubicBezTo>
                  <a:cubicBezTo>
                    <a:pt x="11621" y="60460"/>
                    <a:pt x="5763" y="61365"/>
                    <a:pt x="584" y="62329"/>
                  </a:cubicBezTo>
                  <a:cubicBezTo>
                    <a:pt x="596" y="62389"/>
                    <a:pt x="596" y="62460"/>
                    <a:pt x="608" y="62520"/>
                  </a:cubicBezTo>
                  <a:cubicBezTo>
                    <a:pt x="7942" y="61163"/>
                    <a:pt x="16574" y="59924"/>
                    <a:pt x="26254" y="58841"/>
                  </a:cubicBezTo>
                  <a:lnTo>
                    <a:pt x="26254" y="58841"/>
                  </a:lnTo>
                  <a:cubicBezTo>
                    <a:pt x="25944" y="63794"/>
                    <a:pt x="25777" y="68794"/>
                    <a:pt x="25777" y="73843"/>
                  </a:cubicBezTo>
                  <a:cubicBezTo>
                    <a:pt x="25777" y="78879"/>
                    <a:pt x="25944" y="83880"/>
                    <a:pt x="26254" y="88833"/>
                  </a:cubicBezTo>
                  <a:cubicBezTo>
                    <a:pt x="17014" y="87797"/>
                    <a:pt x="8740" y="86618"/>
                    <a:pt x="1620" y="85332"/>
                  </a:cubicBezTo>
                  <a:cubicBezTo>
                    <a:pt x="1620" y="85404"/>
                    <a:pt x="1620" y="85475"/>
                    <a:pt x="1620" y="85535"/>
                  </a:cubicBezTo>
                  <a:cubicBezTo>
                    <a:pt x="6537" y="86428"/>
                    <a:pt x="12050" y="87273"/>
                    <a:pt x="18134" y="88059"/>
                  </a:cubicBezTo>
                  <a:cubicBezTo>
                    <a:pt x="20765" y="88404"/>
                    <a:pt x="23480" y="88726"/>
                    <a:pt x="26266" y="89047"/>
                  </a:cubicBezTo>
                  <a:cubicBezTo>
                    <a:pt x="26885" y="98762"/>
                    <a:pt x="28099" y="108287"/>
                    <a:pt x="29885" y="117527"/>
                  </a:cubicBezTo>
                  <a:cubicBezTo>
                    <a:pt x="18824" y="114217"/>
                    <a:pt x="9037" y="110359"/>
                    <a:pt x="846" y="106049"/>
                  </a:cubicBezTo>
                  <a:lnTo>
                    <a:pt x="846" y="106049"/>
                  </a:lnTo>
                  <a:cubicBezTo>
                    <a:pt x="858" y="106204"/>
                    <a:pt x="870" y="106359"/>
                    <a:pt x="881" y="106513"/>
                  </a:cubicBezTo>
                  <a:cubicBezTo>
                    <a:pt x="5977" y="109169"/>
                    <a:pt x="11716" y="111669"/>
                    <a:pt x="18086" y="114014"/>
                  </a:cubicBezTo>
                  <a:cubicBezTo>
                    <a:pt x="21884" y="115407"/>
                    <a:pt x="25849" y="116717"/>
                    <a:pt x="29968" y="117955"/>
                  </a:cubicBezTo>
                  <a:cubicBezTo>
                    <a:pt x="31850" y="127611"/>
                    <a:pt x="34350" y="136946"/>
                    <a:pt x="37446" y="145852"/>
                  </a:cubicBezTo>
                  <a:cubicBezTo>
                    <a:pt x="37600" y="145840"/>
                    <a:pt x="37767" y="145840"/>
                    <a:pt x="37934" y="145828"/>
                  </a:cubicBezTo>
                  <a:cubicBezTo>
                    <a:pt x="34862" y="136981"/>
                    <a:pt x="32362" y="127706"/>
                    <a:pt x="30480" y="118098"/>
                  </a:cubicBezTo>
                  <a:lnTo>
                    <a:pt x="30480" y="118098"/>
                  </a:lnTo>
                  <a:cubicBezTo>
                    <a:pt x="43589" y="121992"/>
                    <a:pt x="58198" y="125028"/>
                    <a:pt x="73783" y="127135"/>
                  </a:cubicBezTo>
                  <a:cubicBezTo>
                    <a:pt x="74653" y="133600"/>
                    <a:pt x="75688" y="139910"/>
                    <a:pt x="76879" y="146006"/>
                  </a:cubicBezTo>
                  <a:cubicBezTo>
                    <a:pt x="77010" y="146006"/>
                    <a:pt x="77141" y="146018"/>
                    <a:pt x="77272" y="146018"/>
                  </a:cubicBezTo>
                  <a:cubicBezTo>
                    <a:pt x="76093" y="139970"/>
                    <a:pt x="75046" y="133683"/>
                    <a:pt x="74164" y="127183"/>
                  </a:cubicBezTo>
                  <a:lnTo>
                    <a:pt x="74164" y="127183"/>
                  </a:lnTo>
                  <a:cubicBezTo>
                    <a:pt x="85154" y="128659"/>
                    <a:pt x="96608" y="129659"/>
                    <a:pt x="108371" y="130183"/>
                  </a:cubicBezTo>
                  <a:cubicBezTo>
                    <a:pt x="108657" y="135850"/>
                    <a:pt x="108990" y="141375"/>
                    <a:pt x="109371" y="146733"/>
                  </a:cubicBezTo>
                  <a:cubicBezTo>
                    <a:pt x="109443" y="146745"/>
                    <a:pt x="109514" y="146745"/>
                    <a:pt x="109586" y="146756"/>
                  </a:cubicBezTo>
                  <a:cubicBezTo>
                    <a:pt x="109205" y="141411"/>
                    <a:pt x="108883" y="135886"/>
                    <a:pt x="108585" y="130195"/>
                  </a:cubicBezTo>
                  <a:lnTo>
                    <a:pt x="108585" y="130195"/>
                  </a:lnTo>
                  <a:cubicBezTo>
                    <a:pt x="114681" y="130457"/>
                    <a:pt x="120849" y="130600"/>
                    <a:pt x="127076" y="130600"/>
                  </a:cubicBezTo>
                  <a:cubicBezTo>
                    <a:pt x="133303" y="130600"/>
                    <a:pt x="139470" y="130457"/>
                    <a:pt x="145554" y="130195"/>
                  </a:cubicBezTo>
                  <a:lnTo>
                    <a:pt x="145554" y="130195"/>
                  </a:lnTo>
                  <a:cubicBezTo>
                    <a:pt x="145328" y="134815"/>
                    <a:pt x="145066" y="139327"/>
                    <a:pt x="144769" y="143720"/>
                  </a:cubicBezTo>
                  <a:cubicBezTo>
                    <a:pt x="144828" y="143851"/>
                    <a:pt x="144888" y="143994"/>
                    <a:pt x="144959" y="144161"/>
                  </a:cubicBezTo>
                  <a:cubicBezTo>
                    <a:pt x="145257" y="139613"/>
                    <a:pt x="145531" y="134945"/>
                    <a:pt x="145781" y="130183"/>
                  </a:cubicBezTo>
                  <a:cubicBezTo>
                    <a:pt x="157544" y="129671"/>
                    <a:pt x="168998" y="128659"/>
                    <a:pt x="179975" y="127183"/>
                  </a:cubicBezTo>
                  <a:lnTo>
                    <a:pt x="179975" y="127183"/>
                  </a:lnTo>
                  <a:cubicBezTo>
                    <a:pt x="179106" y="133588"/>
                    <a:pt x="178094" y="139791"/>
                    <a:pt x="176927" y="145756"/>
                  </a:cubicBezTo>
                  <a:lnTo>
                    <a:pt x="177034" y="145756"/>
                  </a:lnTo>
                  <a:cubicBezTo>
                    <a:pt x="177142" y="145697"/>
                    <a:pt x="177249" y="145625"/>
                    <a:pt x="177356" y="145566"/>
                  </a:cubicBezTo>
                  <a:cubicBezTo>
                    <a:pt x="178511" y="139601"/>
                    <a:pt x="179511" y="133445"/>
                    <a:pt x="180368" y="127135"/>
                  </a:cubicBezTo>
                  <a:cubicBezTo>
                    <a:pt x="195953" y="125028"/>
                    <a:pt x="210551" y="121992"/>
                    <a:pt x="223671" y="118098"/>
                  </a:cubicBezTo>
                  <a:lnTo>
                    <a:pt x="223671" y="118098"/>
                  </a:lnTo>
                  <a:cubicBezTo>
                    <a:pt x="221814" y="127599"/>
                    <a:pt x="219337" y="136791"/>
                    <a:pt x="216301" y="145554"/>
                  </a:cubicBezTo>
                  <a:lnTo>
                    <a:pt x="216801" y="145554"/>
                  </a:lnTo>
                  <a:cubicBezTo>
                    <a:pt x="219849" y="136743"/>
                    <a:pt x="222326" y="127504"/>
                    <a:pt x="224183" y="117943"/>
                  </a:cubicBezTo>
                  <a:cubicBezTo>
                    <a:pt x="228291" y="116717"/>
                    <a:pt x="232268" y="115407"/>
                    <a:pt x="236066" y="114002"/>
                  </a:cubicBezTo>
                  <a:cubicBezTo>
                    <a:pt x="249877" y="108930"/>
                    <a:pt x="260747" y="103073"/>
                    <a:pt x="268367" y="96679"/>
                  </a:cubicBezTo>
                  <a:cubicBezTo>
                    <a:pt x="268391" y="96476"/>
                    <a:pt x="268427" y="96286"/>
                    <a:pt x="268451" y="96084"/>
                  </a:cubicBezTo>
                  <a:lnTo>
                    <a:pt x="268451" y="96084"/>
                  </a:lnTo>
                  <a:cubicBezTo>
                    <a:pt x="258592" y="104477"/>
                    <a:pt x="243317" y="111824"/>
                    <a:pt x="224267" y="117527"/>
                  </a:cubicBezTo>
                  <a:cubicBezTo>
                    <a:pt x="226041" y="108287"/>
                    <a:pt x="227267" y="98762"/>
                    <a:pt x="227886" y="89047"/>
                  </a:cubicBezTo>
                  <a:cubicBezTo>
                    <a:pt x="230672" y="88726"/>
                    <a:pt x="233387" y="88404"/>
                    <a:pt x="236018" y="88059"/>
                  </a:cubicBezTo>
                  <a:cubicBezTo>
                    <a:pt x="248770" y="86404"/>
                    <a:pt x="259009" y="84511"/>
                    <a:pt x="266510" y="82451"/>
                  </a:cubicBezTo>
                  <a:cubicBezTo>
                    <a:pt x="266510" y="82379"/>
                    <a:pt x="266510" y="82308"/>
                    <a:pt x="266510" y="82249"/>
                  </a:cubicBezTo>
                  <a:cubicBezTo>
                    <a:pt x="257306" y="84773"/>
                    <a:pt x="244079" y="87023"/>
                    <a:pt x="227898" y="88833"/>
                  </a:cubicBezTo>
                  <a:cubicBezTo>
                    <a:pt x="228208" y="83880"/>
                    <a:pt x="228362" y="78867"/>
                    <a:pt x="228362" y="73831"/>
                  </a:cubicBezTo>
                  <a:cubicBezTo>
                    <a:pt x="228362" y="68794"/>
                    <a:pt x="228208" y="63782"/>
                    <a:pt x="227898" y="58829"/>
                  </a:cubicBezTo>
                  <a:lnTo>
                    <a:pt x="227898" y="58829"/>
                  </a:lnTo>
                  <a:cubicBezTo>
                    <a:pt x="244519" y="60698"/>
                    <a:pt x="258009" y="63008"/>
                    <a:pt x="267248" y="65627"/>
                  </a:cubicBezTo>
                  <a:cubicBezTo>
                    <a:pt x="267248" y="65556"/>
                    <a:pt x="267260" y="65496"/>
                    <a:pt x="267260" y="65425"/>
                  </a:cubicBezTo>
                  <a:cubicBezTo>
                    <a:pt x="259711" y="63282"/>
                    <a:pt x="249210" y="61317"/>
                    <a:pt x="236018" y="59603"/>
                  </a:cubicBezTo>
                  <a:cubicBezTo>
                    <a:pt x="233387" y="59270"/>
                    <a:pt x="230672" y="58936"/>
                    <a:pt x="227886" y="58627"/>
                  </a:cubicBezTo>
                  <a:cubicBezTo>
                    <a:pt x="227267" y="48899"/>
                    <a:pt x="226041" y="39374"/>
                    <a:pt x="224267" y="30135"/>
                  </a:cubicBezTo>
                  <a:lnTo>
                    <a:pt x="224267" y="30135"/>
                  </a:lnTo>
                  <a:cubicBezTo>
                    <a:pt x="243650" y="35945"/>
                    <a:pt x="259116" y="43446"/>
                    <a:pt x="268963" y="52019"/>
                  </a:cubicBezTo>
                  <a:cubicBezTo>
                    <a:pt x="268986" y="51864"/>
                    <a:pt x="269010" y="51709"/>
                    <a:pt x="269046" y="51566"/>
                  </a:cubicBezTo>
                  <a:cubicBezTo>
                    <a:pt x="261390" y="44946"/>
                    <a:pt x="250294" y="38886"/>
                    <a:pt x="236066" y="33659"/>
                  </a:cubicBezTo>
                  <a:cubicBezTo>
                    <a:pt x="232268" y="32266"/>
                    <a:pt x="228291" y="30945"/>
                    <a:pt x="224183" y="29718"/>
                  </a:cubicBezTo>
                  <a:cubicBezTo>
                    <a:pt x="222338" y="20277"/>
                    <a:pt x="219909" y="11133"/>
                    <a:pt x="216908" y="2417"/>
                  </a:cubicBezTo>
                  <a:cubicBezTo>
                    <a:pt x="216766" y="2513"/>
                    <a:pt x="216635" y="2620"/>
                    <a:pt x="216504" y="2715"/>
                  </a:cubicBezTo>
                  <a:cubicBezTo>
                    <a:pt x="219456" y="11299"/>
                    <a:pt x="221850" y="20277"/>
                    <a:pt x="223671" y="29563"/>
                  </a:cubicBezTo>
                  <a:cubicBezTo>
                    <a:pt x="210551" y="25682"/>
                    <a:pt x="195953" y="22646"/>
                    <a:pt x="180368" y="20539"/>
                  </a:cubicBezTo>
                  <a:cubicBezTo>
                    <a:pt x="179416" y="13490"/>
                    <a:pt x="178273" y="6644"/>
                    <a:pt x="176951" y="36"/>
                  </a:cubicBezTo>
                  <a:cubicBezTo>
                    <a:pt x="176820" y="24"/>
                    <a:pt x="176689" y="12"/>
                    <a:pt x="176558" y="0"/>
                  </a:cubicBezTo>
                  <a:close/>
                </a:path>
              </a:pathLst>
            </a:custGeom>
            <a:solidFill>
              <a:srgbClr val="E3C98E">
                <a:alpha val="246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32" name="Google Shape;1532;p82"/>
          <p:cNvGrpSpPr/>
          <p:nvPr/>
        </p:nvGrpSpPr>
        <p:grpSpPr>
          <a:xfrm flipH="1">
            <a:off x="8097119" y="4037124"/>
            <a:ext cx="667310" cy="695388"/>
            <a:chOff x="4219012" y="5824862"/>
            <a:chExt cx="705998" cy="695388"/>
          </a:xfrm>
        </p:grpSpPr>
        <p:sp>
          <p:nvSpPr>
            <p:cNvPr id="1533" name="Google Shape;1533;p82"/>
            <p:cNvSpPr/>
            <p:nvPr/>
          </p:nvSpPr>
          <p:spPr>
            <a:xfrm flipH="1">
              <a:off x="4341747" y="6416750"/>
              <a:ext cx="510600" cy="103500"/>
            </a:xfrm>
            <a:prstGeom prst="ellipse">
              <a:avLst/>
            </a:prstGeom>
            <a:solidFill>
              <a:srgbClr val="033342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34" name="Google Shape;1534;p82"/>
            <p:cNvGrpSpPr/>
            <p:nvPr/>
          </p:nvGrpSpPr>
          <p:grpSpPr>
            <a:xfrm flipH="1">
              <a:off x="4219012" y="5824862"/>
              <a:ext cx="705998" cy="666982"/>
              <a:chOff x="1623700" y="6514438"/>
              <a:chExt cx="416150" cy="393175"/>
            </a:xfrm>
          </p:grpSpPr>
          <p:sp>
            <p:nvSpPr>
              <p:cNvPr id="1535" name="Google Shape;1535;p82"/>
              <p:cNvSpPr/>
              <p:nvPr/>
            </p:nvSpPr>
            <p:spPr>
              <a:xfrm>
                <a:off x="1748700" y="6514438"/>
                <a:ext cx="291150" cy="253050"/>
              </a:xfrm>
              <a:custGeom>
                <a:rect b="b" l="l" r="r" t="t"/>
                <a:pathLst>
                  <a:path extrusionOk="0" h="10122" w="11646">
                    <a:moveTo>
                      <a:pt x="5043" y="1"/>
                    </a:moveTo>
                    <a:cubicBezTo>
                      <a:pt x="2976" y="1"/>
                      <a:pt x="1171" y="1041"/>
                      <a:pt x="596" y="2763"/>
                    </a:cubicBezTo>
                    <a:cubicBezTo>
                      <a:pt x="1" y="4538"/>
                      <a:pt x="882" y="6514"/>
                      <a:pt x="2632" y="7752"/>
                    </a:cubicBezTo>
                    <a:lnTo>
                      <a:pt x="2227" y="8943"/>
                    </a:lnTo>
                    <a:lnTo>
                      <a:pt x="2811" y="9133"/>
                    </a:lnTo>
                    <a:lnTo>
                      <a:pt x="3156" y="8086"/>
                    </a:lnTo>
                    <a:cubicBezTo>
                      <a:pt x="3525" y="8300"/>
                      <a:pt x="3930" y="8478"/>
                      <a:pt x="4359" y="8621"/>
                    </a:cubicBezTo>
                    <a:cubicBezTo>
                      <a:pt x="4418" y="8645"/>
                      <a:pt x="4490" y="8669"/>
                      <a:pt x="4561" y="8693"/>
                    </a:cubicBezTo>
                    <a:lnTo>
                      <a:pt x="3692" y="9645"/>
                    </a:lnTo>
                    <a:lnTo>
                      <a:pt x="4359" y="10122"/>
                    </a:lnTo>
                    <a:lnTo>
                      <a:pt x="5192" y="8848"/>
                    </a:lnTo>
                    <a:cubicBezTo>
                      <a:pt x="5609" y="8929"/>
                      <a:pt x="6023" y="8969"/>
                      <a:pt x="6427" y="8969"/>
                    </a:cubicBezTo>
                    <a:cubicBezTo>
                      <a:pt x="8501" y="8969"/>
                      <a:pt x="10305" y="7928"/>
                      <a:pt x="10883" y="6204"/>
                    </a:cubicBezTo>
                    <a:cubicBezTo>
                      <a:pt x="11645" y="3918"/>
                      <a:pt x="9967" y="1299"/>
                      <a:pt x="7121" y="347"/>
                    </a:cubicBezTo>
                    <a:cubicBezTo>
                      <a:pt x="6423" y="112"/>
                      <a:pt x="5719" y="1"/>
                      <a:pt x="50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6" name="Google Shape;1536;p82"/>
              <p:cNvSpPr/>
              <p:nvPr/>
            </p:nvSpPr>
            <p:spPr>
              <a:xfrm>
                <a:off x="1623700" y="6722188"/>
                <a:ext cx="251550" cy="185425"/>
              </a:xfrm>
              <a:custGeom>
                <a:rect b="b" l="l" r="r" t="t"/>
                <a:pathLst>
                  <a:path extrusionOk="0" h="7417" w="10062">
                    <a:moveTo>
                      <a:pt x="5711" y="0"/>
                    </a:moveTo>
                    <a:cubicBezTo>
                      <a:pt x="5372" y="0"/>
                      <a:pt x="5008" y="23"/>
                      <a:pt x="4620" y="73"/>
                    </a:cubicBezTo>
                    <a:cubicBezTo>
                      <a:pt x="560" y="597"/>
                      <a:pt x="0" y="4145"/>
                      <a:pt x="0" y="4145"/>
                    </a:cubicBezTo>
                    <a:lnTo>
                      <a:pt x="631" y="6395"/>
                    </a:lnTo>
                    <a:cubicBezTo>
                      <a:pt x="631" y="6395"/>
                      <a:pt x="2005" y="7416"/>
                      <a:pt x="4122" y="7416"/>
                    </a:cubicBezTo>
                    <a:cubicBezTo>
                      <a:pt x="5756" y="7416"/>
                      <a:pt x="7832" y="6809"/>
                      <a:pt x="10061" y="4657"/>
                    </a:cubicBezTo>
                    <a:lnTo>
                      <a:pt x="9990" y="2026"/>
                    </a:lnTo>
                    <a:cubicBezTo>
                      <a:pt x="9990" y="2026"/>
                      <a:pt x="8919" y="0"/>
                      <a:pt x="571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7" name="Google Shape;1537;p82"/>
              <p:cNvSpPr/>
              <p:nvPr/>
            </p:nvSpPr>
            <p:spPr>
              <a:xfrm>
                <a:off x="1634700" y="6733238"/>
                <a:ext cx="227450" cy="125750"/>
              </a:xfrm>
              <a:custGeom>
                <a:rect b="b" l="l" r="r" t="t"/>
                <a:pathLst>
                  <a:path extrusionOk="0" h="5030" w="9098">
                    <a:moveTo>
                      <a:pt x="5107" y="0"/>
                    </a:moveTo>
                    <a:cubicBezTo>
                      <a:pt x="4824" y="0"/>
                      <a:pt x="4523" y="19"/>
                      <a:pt x="4204" y="60"/>
                    </a:cubicBezTo>
                    <a:cubicBezTo>
                      <a:pt x="584" y="536"/>
                      <a:pt x="1" y="3846"/>
                      <a:pt x="1" y="3846"/>
                    </a:cubicBezTo>
                    <a:cubicBezTo>
                      <a:pt x="1" y="3846"/>
                      <a:pt x="1876" y="5029"/>
                      <a:pt x="4104" y="5029"/>
                    </a:cubicBezTo>
                    <a:cubicBezTo>
                      <a:pt x="5785" y="5029"/>
                      <a:pt x="7668" y="4355"/>
                      <a:pt x="9097" y="1989"/>
                    </a:cubicBezTo>
                    <a:cubicBezTo>
                      <a:pt x="9097" y="1989"/>
                      <a:pt x="8029" y="0"/>
                      <a:pt x="510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8" name="Google Shape;1538;p82"/>
              <p:cNvSpPr/>
              <p:nvPr/>
            </p:nvSpPr>
            <p:spPr>
              <a:xfrm>
                <a:off x="1731150" y="6749613"/>
                <a:ext cx="82175" cy="54250"/>
              </a:xfrm>
              <a:custGeom>
                <a:rect b="b" l="l" r="r" t="t"/>
                <a:pathLst>
                  <a:path extrusionOk="0" h="2170" w="3287">
                    <a:moveTo>
                      <a:pt x="3287" y="0"/>
                    </a:moveTo>
                    <a:lnTo>
                      <a:pt x="1132" y="893"/>
                    </a:lnTo>
                    <a:lnTo>
                      <a:pt x="1072" y="1488"/>
                    </a:lnTo>
                    <a:lnTo>
                      <a:pt x="1929" y="1560"/>
                    </a:lnTo>
                    <a:lnTo>
                      <a:pt x="3287" y="0"/>
                    </a:lnTo>
                    <a:close/>
                    <a:moveTo>
                      <a:pt x="377" y="1486"/>
                    </a:moveTo>
                    <a:cubicBezTo>
                      <a:pt x="212" y="1486"/>
                      <a:pt x="89" y="1537"/>
                      <a:pt x="60" y="1631"/>
                    </a:cubicBezTo>
                    <a:cubicBezTo>
                      <a:pt x="1" y="1786"/>
                      <a:pt x="215" y="2000"/>
                      <a:pt x="536" y="2108"/>
                    </a:cubicBezTo>
                    <a:cubicBezTo>
                      <a:pt x="661" y="2149"/>
                      <a:pt x="782" y="2169"/>
                      <a:pt x="887" y="2169"/>
                    </a:cubicBezTo>
                    <a:cubicBezTo>
                      <a:pt x="1053" y="2169"/>
                      <a:pt x="1178" y="2119"/>
                      <a:pt x="1215" y="2024"/>
                    </a:cubicBezTo>
                    <a:cubicBezTo>
                      <a:pt x="1263" y="1869"/>
                      <a:pt x="1048" y="1655"/>
                      <a:pt x="727" y="1548"/>
                    </a:cubicBezTo>
                    <a:cubicBezTo>
                      <a:pt x="602" y="1506"/>
                      <a:pt x="481" y="1486"/>
                      <a:pt x="377" y="14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9" name="Google Shape;1539;p82"/>
              <p:cNvSpPr/>
              <p:nvPr/>
            </p:nvSpPr>
            <p:spPr>
              <a:xfrm>
                <a:off x="1688300" y="6757338"/>
                <a:ext cx="113125" cy="78025"/>
              </a:xfrm>
              <a:custGeom>
                <a:rect b="b" l="l" r="r" t="t"/>
                <a:pathLst>
                  <a:path extrusionOk="0" h="3121" w="4525">
                    <a:moveTo>
                      <a:pt x="0" y="1"/>
                    </a:moveTo>
                    <a:lnTo>
                      <a:pt x="1203" y="1382"/>
                    </a:lnTo>
                    <a:lnTo>
                      <a:pt x="1691" y="1299"/>
                    </a:lnTo>
                    <a:lnTo>
                      <a:pt x="1607" y="870"/>
                    </a:lnTo>
                    <a:lnTo>
                      <a:pt x="0" y="1"/>
                    </a:lnTo>
                    <a:close/>
                    <a:moveTo>
                      <a:pt x="3358" y="1822"/>
                    </a:moveTo>
                    <a:lnTo>
                      <a:pt x="2858" y="1918"/>
                    </a:lnTo>
                    <a:lnTo>
                      <a:pt x="3012" y="2370"/>
                    </a:lnTo>
                    <a:lnTo>
                      <a:pt x="4524" y="3013"/>
                    </a:lnTo>
                    <a:lnTo>
                      <a:pt x="3358" y="1822"/>
                    </a:lnTo>
                    <a:close/>
                    <a:moveTo>
                      <a:pt x="1369" y="1715"/>
                    </a:moveTo>
                    <a:lnTo>
                      <a:pt x="167" y="3120"/>
                    </a:lnTo>
                    <a:lnTo>
                      <a:pt x="1965" y="2156"/>
                    </a:lnTo>
                    <a:lnTo>
                      <a:pt x="1893" y="1787"/>
                    </a:lnTo>
                    <a:lnTo>
                      <a:pt x="1369" y="1715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0" name="Google Shape;1540;p82"/>
              <p:cNvSpPr/>
              <p:nvPr/>
            </p:nvSpPr>
            <p:spPr>
              <a:xfrm>
                <a:off x="1668650" y="6739313"/>
                <a:ext cx="169375" cy="107950"/>
              </a:xfrm>
              <a:custGeom>
                <a:rect b="b" l="l" r="r" t="t"/>
                <a:pathLst>
                  <a:path extrusionOk="0" h="4318" w="6775">
                    <a:moveTo>
                      <a:pt x="3689" y="0"/>
                    </a:moveTo>
                    <a:cubicBezTo>
                      <a:pt x="2372" y="0"/>
                      <a:pt x="1374" y="547"/>
                      <a:pt x="1358" y="555"/>
                    </a:cubicBezTo>
                    <a:lnTo>
                      <a:pt x="1417" y="650"/>
                    </a:lnTo>
                    <a:cubicBezTo>
                      <a:pt x="1425" y="650"/>
                      <a:pt x="2398" y="117"/>
                      <a:pt x="3685" y="117"/>
                    </a:cubicBezTo>
                    <a:cubicBezTo>
                      <a:pt x="4213" y="117"/>
                      <a:pt x="4793" y="207"/>
                      <a:pt x="5382" y="460"/>
                    </a:cubicBezTo>
                    <a:lnTo>
                      <a:pt x="5429" y="353"/>
                    </a:lnTo>
                    <a:cubicBezTo>
                      <a:pt x="4826" y="92"/>
                      <a:pt x="4230" y="0"/>
                      <a:pt x="3689" y="0"/>
                    </a:cubicBezTo>
                    <a:close/>
                    <a:moveTo>
                      <a:pt x="5846" y="615"/>
                    </a:moveTo>
                    <a:lnTo>
                      <a:pt x="5799" y="722"/>
                    </a:lnTo>
                    <a:cubicBezTo>
                      <a:pt x="6251" y="936"/>
                      <a:pt x="6501" y="1210"/>
                      <a:pt x="6537" y="1543"/>
                    </a:cubicBezTo>
                    <a:cubicBezTo>
                      <a:pt x="6644" y="2377"/>
                      <a:pt x="5489" y="3341"/>
                      <a:pt x="5477" y="3353"/>
                    </a:cubicBezTo>
                    <a:lnTo>
                      <a:pt x="5549" y="3448"/>
                    </a:lnTo>
                    <a:cubicBezTo>
                      <a:pt x="5596" y="3401"/>
                      <a:pt x="6775" y="2424"/>
                      <a:pt x="6656" y="1531"/>
                    </a:cubicBezTo>
                    <a:cubicBezTo>
                      <a:pt x="6608" y="1150"/>
                      <a:pt x="6334" y="841"/>
                      <a:pt x="5846" y="615"/>
                    </a:cubicBezTo>
                    <a:close/>
                    <a:moveTo>
                      <a:pt x="655" y="1138"/>
                    </a:moveTo>
                    <a:cubicBezTo>
                      <a:pt x="631" y="1162"/>
                      <a:pt x="0" y="1817"/>
                      <a:pt x="48" y="2603"/>
                    </a:cubicBezTo>
                    <a:cubicBezTo>
                      <a:pt x="72" y="3020"/>
                      <a:pt x="274" y="3389"/>
                      <a:pt x="667" y="3710"/>
                    </a:cubicBezTo>
                    <a:lnTo>
                      <a:pt x="738" y="3615"/>
                    </a:lnTo>
                    <a:cubicBezTo>
                      <a:pt x="381" y="3317"/>
                      <a:pt x="179" y="2972"/>
                      <a:pt x="167" y="2591"/>
                    </a:cubicBezTo>
                    <a:cubicBezTo>
                      <a:pt x="119" y="1865"/>
                      <a:pt x="726" y="1222"/>
                      <a:pt x="738" y="1222"/>
                    </a:cubicBezTo>
                    <a:lnTo>
                      <a:pt x="655" y="1138"/>
                    </a:lnTo>
                    <a:close/>
                    <a:moveTo>
                      <a:pt x="4882" y="3782"/>
                    </a:moveTo>
                    <a:cubicBezTo>
                      <a:pt x="4344" y="4105"/>
                      <a:pt x="3718" y="4205"/>
                      <a:pt x="3148" y="4205"/>
                    </a:cubicBezTo>
                    <a:cubicBezTo>
                      <a:pt x="2228" y="4205"/>
                      <a:pt x="1456" y="3944"/>
                      <a:pt x="1441" y="3936"/>
                    </a:cubicBezTo>
                    <a:lnTo>
                      <a:pt x="1405" y="4044"/>
                    </a:lnTo>
                    <a:cubicBezTo>
                      <a:pt x="1417" y="4055"/>
                      <a:pt x="2203" y="4317"/>
                      <a:pt x="3143" y="4317"/>
                    </a:cubicBezTo>
                    <a:cubicBezTo>
                      <a:pt x="3727" y="4317"/>
                      <a:pt x="4382" y="4222"/>
                      <a:pt x="4941" y="3877"/>
                    </a:cubicBezTo>
                    <a:lnTo>
                      <a:pt x="4882" y="378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1" name="Google Shape;1541;p82"/>
              <p:cNvSpPr/>
              <p:nvPr/>
            </p:nvSpPr>
            <p:spPr>
              <a:xfrm>
                <a:off x="1624875" y="6771038"/>
                <a:ext cx="247400" cy="88725"/>
              </a:xfrm>
              <a:custGeom>
                <a:rect b="b" l="l" r="r" t="t"/>
                <a:pathLst>
                  <a:path extrusionOk="0" h="3549" w="9896">
                    <a:moveTo>
                      <a:pt x="9788" y="0"/>
                    </a:moveTo>
                    <a:cubicBezTo>
                      <a:pt x="8800" y="1751"/>
                      <a:pt x="7478" y="2846"/>
                      <a:pt x="5871" y="3251"/>
                    </a:cubicBezTo>
                    <a:cubicBezTo>
                      <a:pt x="5376" y="3377"/>
                      <a:pt x="4881" y="3430"/>
                      <a:pt x="4401" y="3430"/>
                    </a:cubicBezTo>
                    <a:cubicBezTo>
                      <a:pt x="2075" y="3430"/>
                      <a:pt x="90" y="2199"/>
                      <a:pt x="61" y="2179"/>
                    </a:cubicBezTo>
                    <a:lnTo>
                      <a:pt x="1" y="2286"/>
                    </a:lnTo>
                    <a:cubicBezTo>
                      <a:pt x="25" y="2298"/>
                      <a:pt x="2049" y="3548"/>
                      <a:pt x="4418" y="3548"/>
                    </a:cubicBezTo>
                    <a:cubicBezTo>
                      <a:pt x="4906" y="3548"/>
                      <a:pt x="5406" y="3489"/>
                      <a:pt x="5906" y="3370"/>
                    </a:cubicBezTo>
                    <a:cubicBezTo>
                      <a:pt x="7538" y="2953"/>
                      <a:pt x="8883" y="1846"/>
                      <a:pt x="9895" y="60"/>
                    </a:cubicBezTo>
                    <a:lnTo>
                      <a:pt x="9788" y="0"/>
                    </a:lnTo>
                    <a:close/>
                  </a:path>
                </a:pathLst>
              </a:custGeom>
              <a:solidFill>
                <a:srgbClr val="FFB31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2" name="Google Shape;1542;p82"/>
              <p:cNvSpPr/>
              <p:nvPr/>
            </p:nvSpPr>
            <p:spPr>
              <a:xfrm>
                <a:off x="1643925" y="6857813"/>
                <a:ext cx="30100" cy="19675"/>
              </a:xfrm>
              <a:custGeom>
                <a:rect b="b" l="l" r="r" t="t"/>
                <a:pathLst>
                  <a:path extrusionOk="0" h="787" w="1204">
                    <a:moveTo>
                      <a:pt x="460" y="0"/>
                    </a:moveTo>
                    <a:cubicBezTo>
                      <a:pt x="268" y="0"/>
                      <a:pt x="111" y="78"/>
                      <a:pt x="61" y="220"/>
                    </a:cubicBezTo>
                    <a:cubicBezTo>
                      <a:pt x="1" y="411"/>
                      <a:pt x="191" y="649"/>
                      <a:pt x="489" y="744"/>
                    </a:cubicBezTo>
                    <a:cubicBezTo>
                      <a:pt x="574" y="773"/>
                      <a:pt x="661" y="786"/>
                      <a:pt x="741" y="786"/>
                    </a:cubicBezTo>
                    <a:cubicBezTo>
                      <a:pt x="931" y="786"/>
                      <a:pt x="1090" y="711"/>
                      <a:pt x="1132" y="578"/>
                    </a:cubicBezTo>
                    <a:cubicBezTo>
                      <a:pt x="1204" y="387"/>
                      <a:pt x="1013" y="149"/>
                      <a:pt x="715" y="42"/>
                    </a:cubicBezTo>
                    <a:cubicBezTo>
                      <a:pt x="628" y="14"/>
                      <a:pt x="541" y="0"/>
                      <a:pt x="46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3" name="Google Shape;1543;p82"/>
              <p:cNvSpPr/>
              <p:nvPr/>
            </p:nvSpPr>
            <p:spPr>
              <a:xfrm>
                <a:off x="1696025" y="6871588"/>
                <a:ext cx="25325" cy="16200"/>
              </a:xfrm>
              <a:custGeom>
                <a:rect b="b" l="l" r="r" t="t"/>
                <a:pathLst>
                  <a:path extrusionOk="0" h="648" w="1013">
                    <a:moveTo>
                      <a:pt x="377" y="1"/>
                    </a:moveTo>
                    <a:cubicBezTo>
                      <a:pt x="216" y="1"/>
                      <a:pt x="89" y="62"/>
                      <a:pt x="48" y="169"/>
                    </a:cubicBezTo>
                    <a:cubicBezTo>
                      <a:pt x="1" y="324"/>
                      <a:pt x="155" y="527"/>
                      <a:pt x="417" y="610"/>
                    </a:cubicBezTo>
                    <a:cubicBezTo>
                      <a:pt x="494" y="636"/>
                      <a:pt x="571" y="648"/>
                      <a:pt x="642" y="648"/>
                    </a:cubicBezTo>
                    <a:cubicBezTo>
                      <a:pt x="802" y="648"/>
                      <a:pt x="932" y="586"/>
                      <a:pt x="965" y="479"/>
                    </a:cubicBezTo>
                    <a:cubicBezTo>
                      <a:pt x="1013" y="324"/>
                      <a:pt x="858" y="122"/>
                      <a:pt x="608" y="38"/>
                    </a:cubicBezTo>
                    <a:cubicBezTo>
                      <a:pt x="527" y="13"/>
                      <a:pt x="449" y="1"/>
                      <a:pt x="3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4" name="Google Shape;1544;p82"/>
              <p:cNvSpPr/>
              <p:nvPr/>
            </p:nvSpPr>
            <p:spPr>
              <a:xfrm>
                <a:off x="1752575" y="6870788"/>
                <a:ext cx="27125" cy="18000"/>
              </a:xfrm>
              <a:custGeom>
                <a:rect b="b" l="l" r="r" t="t"/>
                <a:pathLst>
                  <a:path extrusionOk="0" h="720" w="1085">
                    <a:moveTo>
                      <a:pt x="427" y="0"/>
                    </a:moveTo>
                    <a:cubicBezTo>
                      <a:pt x="250" y="0"/>
                      <a:pt x="103" y="73"/>
                      <a:pt x="60" y="201"/>
                    </a:cubicBezTo>
                    <a:cubicBezTo>
                      <a:pt x="1" y="380"/>
                      <a:pt x="167" y="594"/>
                      <a:pt x="429" y="678"/>
                    </a:cubicBezTo>
                    <a:cubicBezTo>
                      <a:pt x="512" y="706"/>
                      <a:pt x="594" y="720"/>
                      <a:pt x="669" y="720"/>
                    </a:cubicBezTo>
                    <a:cubicBezTo>
                      <a:pt x="843" y="720"/>
                      <a:pt x="983" y="648"/>
                      <a:pt x="1025" y="523"/>
                    </a:cubicBezTo>
                    <a:cubicBezTo>
                      <a:pt x="1084" y="344"/>
                      <a:pt x="918" y="130"/>
                      <a:pt x="644" y="35"/>
                    </a:cubicBezTo>
                    <a:cubicBezTo>
                      <a:pt x="570" y="11"/>
                      <a:pt x="496" y="0"/>
                      <a:pt x="42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5" name="Google Shape;1545;p82"/>
              <p:cNvSpPr/>
              <p:nvPr/>
            </p:nvSpPr>
            <p:spPr>
              <a:xfrm>
                <a:off x="1804675" y="6855538"/>
                <a:ext cx="18775" cy="12600"/>
              </a:xfrm>
              <a:custGeom>
                <a:rect b="b" l="l" r="r" t="t"/>
                <a:pathLst>
                  <a:path extrusionOk="0" h="504" w="751">
                    <a:moveTo>
                      <a:pt x="300" y="0"/>
                    </a:moveTo>
                    <a:cubicBezTo>
                      <a:pt x="178" y="0"/>
                      <a:pt x="73" y="51"/>
                      <a:pt x="48" y="145"/>
                    </a:cubicBezTo>
                    <a:cubicBezTo>
                      <a:pt x="0" y="264"/>
                      <a:pt x="119" y="419"/>
                      <a:pt x="298" y="478"/>
                    </a:cubicBezTo>
                    <a:cubicBezTo>
                      <a:pt x="353" y="495"/>
                      <a:pt x="406" y="503"/>
                      <a:pt x="456" y="503"/>
                    </a:cubicBezTo>
                    <a:cubicBezTo>
                      <a:pt x="580" y="503"/>
                      <a:pt x="681" y="452"/>
                      <a:pt x="715" y="359"/>
                    </a:cubicBezTo>
                    <a:cubicBezTo>
                      <a:pt x="750" y="240"/>
                      <a:pt x="643" y="85"/>
                      <a:pt x="453" y="26"/>
                    </a:cubicBezTo>
                    <a:cubicBezTo>
                      <a:pt x="402" y="9"/>
                      <a:pt x="349" y="0"/>
                      <a:pt x="3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6" name="Google Shape;1546;p82"/>
              <p:cNvSpPr/>
              <p:nvPr/>
            </p:nvSpPr>
            <p:spPr>
              <a:xfrm>
                <a:off x="1838300" y="6828688"/>
                <a:ext cx="22050" cy="16275"/>
              </a:xfrm>
              <a:custGeom>
                <a:rect b="b" l="l" r="r" t="t"/>
                <a:pathLst>
                  <a:path extrusionOk="0" h="651" w="882">
                    <a:moveTo>
                      <a:pt x="371" y="0"/>
                    </a:moveTo>
                    <a:cubicBezTo>
                      <a:pt x="221" y="0"/>
                      <a:pt x="92" y="72"/>
                      <a:pt x="48" y="195"/>
                    </a:cubicBezTo>
                    <a:cubicBezTo>
                      <a:pt x="1" y="361"/>
                      <a:pt x="120" y="552"/>
                      <a:pt x="334" y="623"/>
                    </a:cubicBezTo>
                    <a:cubicBezTo>
                      <a:pt x="390" y="642"/>
                      <a:pt x="446" y="651"/>
                      <a:pt x="499" y="651"/>
                    </a:cubicBezTo>
                    <a:cubicBezTo>
                      <a:pt x="650" y="651"/>
                      <a:pt x="778" y="580"/>
                      <a:pt x="822" y="457"/>
                    </a:cubicBezTo>
                    <a:cubicBezTo>
                      <a:pt x="882" y="290"/>
                      <a:pt x="751" y="99"/>
                      <a:pt x="537" y="28"/>
                    </a:cubicBezTo>
                    <a:cubicBezTo>
                      <a:pt x="481" y="9"/>
                      <a:pt x="424" y="0"/>
                      <a:pt x="37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7" name="Google Shape;1547;p82"/>
              <p:cNvSpPr/>
              <p:nvPr/>
            </p:nvSpPr>
            <p:spPr>
              <a:xfrm>
                <a:off x="1847825" y="6523088"/>
                <a:ext cx="175950" cy="216725"/>
              </a:xfrm>
              <a:custGeom>
                <a:rect b="b" l="l" r="r" t="t"/>
                <a:pathLst>
                  <a:path extrusionOk="0" h="8669" w="7038">
                    <a:moveTo>
                      <a:pt x="3037" y="1"/>
                    </a:moveTo>
                    <a:lnTo>
                      <a:pt x="2977" y="108"/>
                    </a:lnTo>
                    <a:cubicBezTo>
                      <a:pt x="5156" y="1286"/>
                      <a:pt x="6275" y="3525"/>
                      <a:pt x="5644" y="5430"/>
                    </a:cubicBezTo>
                    <a:cubicBezTo>
                      <a:pt x="5076" y="7115"/>
                      <a:pt x="3321" y="8158"/>
                      <a:pt x="1248" y="8158"/>
                    </a:cubicBezTo>
                    <a:cubicBezTo>
                      <a:pt x="846" y="8158"/>
                      <a:pt x="432" y="8118"/>
                      <a:pt x="13" y="8037"/>
                    </a:cubicBezTo>
                    <a:lnTo>
                      <a:pt x="1" y="8144"/>
                    </a:lnTo>
                    <a:cubicBezTo>
                      <a:pt x="429" y="8240"/>
                      <a:pt x="858" y="8275"/>
                      <a:pt x="1263" y="8275"/>
                    </a:cubicBezTo>
                    <a:cubicBezTo>
                      <a:pt x="1406" y="8275"/>
                      <a:pt x="1537" y="8275"/>
                      <a:pt x="1668" y="8263"/>
                    </a:cubicBezTo>
                    <a:lnTo>
                      <a:pt x="2311" y="8668"/>
                    </a:lnTo>
                    <a:lnTo>
                      <a:pt x="2370" y="8573"/>
                    </a:lnTo>
                    <a:lnTo>
                      <a:pt x="1858" y="8252"/>
                    </a:lnTo>
                    <a:cubicBezTo>
                      <a:pt x="2370" y="8192"/>
                      <a:pt x="2858" y="8085"/>
                      <a:pt x="3311" y="7906"/>
                    </a:cubicBezTo>
                    <a:lnTo>
                      <a:pt x="3846" y="8442"/>
                    </a:lnTo>
                    <a:lnTo>
                      <a:pt x="3930" y="8359"/>
                    </a:lnTo>
                    <a:lnTo>
                      <a:pt x="3430" y="7859"/>
                    </a:lnTo>
                    <a:cubicBezTo>
                      <a:pt x="3811" y="7704"/>
                      <a:pt x="4156" y="7501"/>
                      <a:pt x="4466" y="7251"/>
                    </a:cubicBezTo>
                    <a:lnTo>
                      <a:pt x="5228" y="7918"/>
                    </a:lnTo>
                    <a:lnTo>
                      <a:pt x="5311" y="7835"/>
                    </a:lnTo>
                    <a:lnTo>
                      <a:pt x="4561" y="7180"/>
                    </a:lnTo>
                    <a:cubicBezTo>
                      <a:pt x="4847" y="6942"/>
                      <a:pt x="5097" y="6668"/>
                      <a:pt x="5311" y="6370"/>
                    </a:cubicBezTo>
                    <a:lnTo>
                      <a:pt x="6311" y="6978"/>
                    </a:lnTo>
                    <a:lnTo>
                      <a:pt x="6371" y="6882"/>
                    </a:lnTo>
                    <a:lnTo>
                      <a:pt x="5370" y="6263"/>
                    </a:lnTo>
                    <a:cubicBezTo>
                      <a:pt x="5525" y="6013"/>
                      <a:pt x="5656" y="5751"/>
                      <a:pt x="5751" y="5465"/>
                    </a:cubicBezTo>
                    <a:cubicBezTo>
                      <a:pt x="5799" y="5323"/>
                      <a:pt x="5835" y="5180"/>
                      <a:pt x="5871" y="5037"/>
                    </a:cubicBezTo>
                    <a:lnTo>
                      <a:pt x="6978" y="5585"/>
                    </a:lnTo>
                    <a:lnTo>
                      <a:pt x="7037" y="5477"/>
                    </a:lnTo>
                    <a:lnTo>
                      <a:pt x="5882" y="4918"/>
                    </a:lnTo>
                    <a:cubicBezTo>
                      <a:pt x="5978" y="4370"/>
                      <a:pt x="5942" y="3822"/>
                      <a:pt x="5787" y="3275"/>
                    </a:cubicBezTo>
                    <a:lnTo>
                      <a:pt x="5787" y="3275"/>
                    </a:lnTo>
                    <a:lnTo>
                      <a:pt x="6835" y="3572"/>
                    </a:lnTo>
                    <a:lnTo>
                      <a:pt x="6859" y="3465"/>
                    </a:lnTo>
                    <a:lnTo>
                      <a:pt x="5751" y="3144"/>
                    </a:lnTo>
                    <a:cubicBezTo>
                      <a:pt x="5609" y="2668"/>
                      <a:pt x="5370" y="2203"/>
                      <a:pt x="5073" y="1775"/>
                    </a:cubicBezTo>
                    <a:lnTo>
                      <a:pt x="5073" y="1775"/>
                    </a:lnTo>
                    <a:lnTo>
                      <a:pt x="6002" y="2072"/>
                    </a:lnTo>
                    <a:lnTo>
                      <a:pt x="6037" y="1965"/>
                    </a:lnTo>
                    <a:lnTo>
                      <a:pt x="4954" y="1620"/>
                    </a:lnTo>
                    <a:cubicBezTo>
                      <a:pt x="4466" y="989"/>
                      <a:pt x="3823" y="429"/>
                      <a:pt x="303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548" name="Google Shape;1548;p82"/>
          <p:cNvGrpSpPr/>
          <p:nvPr/>
        </p:nvGrpSpPr>
        <p:grpSpPr>
          <a:xfrm>
            <a:off x="257751" y="597429"/>
            <a:ext cx="1059010" cy="599942"/>
            <a:chOff x="96100" y="539500"/>
            <a:chExt cx="880162" cy="498622"/>
          </a:xfrm>
        </p:grpSpPr>
        <p:sp>
          <p:nvSpPr>
            <p:cNvPr id="1549" name="Google Shape;1549;p82"/>
            <p:cNvSpPr/>
            <p:nvPr/>
          </p:nvSpPr>
          <p:spPr>
            <a:xfrm>
              <a:off x="552205" y="912034"/>
              <a:ext cx="165739" cy="126088"/>
            </a:xfrm>
            <a:custGeom>
              <a:rect b="b" l="l" r="r" t="t"/>
              <a:pathLst>
                <a:path extrusionOk="0" h="2156" w="2834">
                  <a:moveTo>
                    <a:pt x="2834" y="1"/>
                  </a:moveTo>
                  <a:lnTo>
                    <a:pt x="0" y="441"/>
                  </a:lnTo>
                  <a:lnTo>
                    <a:pt x="905" y="2156"/>
                  </a:lnTo>
                  <a:lnTo>
                    <a:pt x="2691" y="1775"/>
                  </a:lnTo>
                  <a:lnTo>
                    <a:pt x="283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0" name="Google Shape;1550;p82"/>
            <p:cNvSpPr/>
            <p:nvPr/>
          </p:nvSpPr>
          <p:spPr>
            <a:xfrm>
              <a:off x="587704" y="958001"/>
              <a:ext cx="114216" cy="45324"/>
            </a:xfrm>
            <a:custGeom>
              <a:rect b="b" l="l" r="r" t="t"/>
              <a:pathLst>
                <a:path extrusionOk="0" h="775" w="1953">
                  <a:moveTo>
                    <a:pt x="1917" y="0"/>
                  </a:moveTo>
                  <a:lnTo>
                    <a:pt x="1393" y="119"/>
                  </a:lnTo>
                  <a:lnTo>
                    <a:pt x="1489" y="477"/>
                  </a:lnTo>
                  <a:lnTo>
                    <a:pt x="1953" y="381"/>
                  </a:lnTo>
                  <a:lnTo>
                    <a:pt x="1917" y="0"/>
                  </a:lnTo>
                  <a:close/>
                  <a:moveTo>
                    <a:pt x="1227" y="155"/>
                  </a:moveTo>
                  <a:lnTo>
                    <a:pt x="703" y="262"/>
                  </a:lnTo>
                  <a:lnTo>
                    <a:pt x="798" y="631"/>
                  </a:lnTo>
                  <a:lnTo>
                    <a:pt x="1262" y="524"/>
                  </a:lnTo>
                  <a:lnTo>
                    <a:pt x="1227" y="155"/>
                  </a:lnTo>
                  <a:close/>
                  <a:moveTo>
                    <a:pt x="524" y="298"/>
                  </a:moveTo>
                  <a:lnTo>
                    <a:pt x="0" y="405"/>
                  </a:lnTo>
                  <a:lnTo>
                    <a:pt x="131" y="774"/>
                  </a:lnTo>
                  <a:lnTo>
                    <a:pt x="560" y="667"/>
                  </a:lnTo>
                  <a:lnTo>
                    <a:pt x="524" y="29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1" name="Google Shape;1551;p82"/>
            <p:cNvSpPr/>
            <p:nvPr/>
          </p:nvSpPr>
          <p:spPr>
            <a:xfrm>
              <a:off x="96100" y="539909"/>
              <a:ext cx="880162" cy="435578"/>
            </a:xfrm>
            <a:custGeom>
              <a:rect b="b" l="l" r="r" t="t"/>
              <a:pathLst>
                <a:path extrusionOk="0" h="7448" w="15050">
                  <a:moveTo>
                    <a:pt x="703" y="4685"/>
                  </a:moveTo>
                  <a:lnTo>
                    <a:pt x="1596" y="5506"/>
                  </a:lnTo>
                  <a:lnTo>
                    <a:pt x="512" y="5625"/>
                  </a:lnTo>
                  <a:lnTo>
                    <a:pt x="262" y="4792"/>
                  </a:lnTo>
                  <a:lnTo>
                    <a:pt x="703" y="4685"/>
                  </a:lnTo>
                  <a:close/>
                  <a:moveTo>
                    <a:pt x="1691" y="5780"/>
                  </a:moveTo>
                  <a:lnTo>
                    <a:pt x="1370" y="6947"/>
                  </a:lnTo>
                  <a:lnTo>
                    <a:pt x="715" y="6995"/>
                  </a:lnTo>
                  <a:lnTo>
                    <a:pt x="631" y="6042"/>
                  </a:lnTo>
                  <a:lnTo>
                    <a:pt x="1691" y="5780"/>
                  </a:lnTo>
                  <a:close/>
                  <a:moveTo>
                    <a:pt x="9744" y="0"/>
                  </a:moveTo>
                  <a:cubicBezTo>
                    <a:pt x="7476" y="0"/>
                    <a:pt x="4637" y="1108"/>
                    <a:pt x="1536" y="4875"/>
                  </a:cubicBezTo>
                  <a:lnTo>
                    <a:pt x="727" y="4304"/>
                  </a:lnTo>
                  <a:lnTo>
                    <a:pt x="0" y="4482"/>
                  </a:lnTo>
                  <a:lnTo>
                    <a:pt x="560" y="7447"/>
                  </a:lnTo>
                  <a:lnTo>
                    <a:pt x="1584" y="7268"/>
                  </a:lnTo>
                  <a:lnTo>
                    <a:pt x="1882" y="6387"/>
                  </a:lnTo>
                  <a:cubicBezTo>
                    <a:pt x="3691" y="6768"/>
                    <a:pt x="5257" y="6928"/>
                    <a:pt x="6610" y="6928"/>
                  </a:cubicBezTo>
                  <a:cubicBezTo>
                    <a:pt x="6948" y="6928"/>
                    <a:pt x="7273" y="6918"/>
                    <a:pt x="7585" y="6899"/>
                  </a:cubicBezTo>
                  <a:lnTo>
                    <a:pt x="7740" y="7304"/>
                  </a:lnTo>
                  <a:lnTo>
                    <a:pt x="10823" y="6518"/>
                  </a:lnTo>
                  <a:lnTo>
                    <a:pt x="10752" y="6292"/>
                  </a:lnTo>
                  <a:cubicBezTo>
                    <a:pt x="14359" y="5006"/>
                    <a:pt x="15050" y="2256"/>
                    <a:pt x="15050" y="2256"/>
                  </a:cubicBezTo>
                  <a:cubicBezTo>
                    <a:pt x="15050" y="2256"/>
                    <a:pt x="12979" y="0"/>
                    <a:pt x="97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2" name="Google Shape;1552;p82"/>
            <p:cNvSpPr/>
            <p:nvPr/>
          </p:nvSpPr>
          <p:spPr>
            <a:xfrm>
              <a:off x="197041" y="539500"/>
              <a:ext cx="767407" cy="410898"/>
            </a:xfrm>
            <a:custGeom>
              <a:rect b="b" l="l" r="r" t="t"/>
              <a:pathLst>
                <a:path extrusionOk="0" h="7026" w="13122">
                  <a:moveTo>
                    <a:pt x="8778" y="1214"/>
                  </a:moveTo>
                  <a:cubicBezTo>
                    <a:pt x="8825" y="1214"/>
                    <a:pt x="8872" y="1215"/>
                    <a:pt x="8919" y="1215"/>
                  </a:cubicBezTo>
                  <a:lnTo>
                    <a:pt x="9276" y="3204"/>
                  </a:lnTo>
                  <a:lnTo>
                    <a:pt x="3096" y="4751"/>
                  </a:lnTo>
                  <a:lnTo>
                    <a:pt x="2489" y="3168"/>
                  </a:lnTo>
                  <a:cubicBezTo>
                    <a:pt x="4953" y="1618"/>
                    <a:pt x="7169" y="1214"/>
                    <a:pt x="8778" y="1214"/>
                  </a:cubicBezTo>
                  <a:close/>
                  <a:moveTo>
                    <a:pt x="9288" y="3323"/>
                  </a:moveTo>
                  <a:lnTo>
                    <a:pt x="9609" y="5097"/>
                  </a:lnTo>
                  <a:cubicBezTo>
                    <a:pt x="8276" y="5680"/>
                    <a:pt x="6311" y="6216"/>
                    <a:pt x="3656" y="6240"/>
                  </a:cubicBezTo>
                  <a:lnTo>
                    <a:pt x="3132" y="4870"/>
                  </a:lnTo>
                  <a:lnTo>
                    <a:pt x="9288" y="3323"/>
                  </a:lnTo>
                  <a:close/>
                  <a:moveTo>
                    <a:pt x="8704" y="1"/>
                  </a:moveTo>
                  <a:lnTo>
                    <a:pt x="8895" y="1096"/>
                  </a:lnTo>
                  <a:cubicBezTo>
                    <a:pt x="8871" y="1096"/>
                    <a:pt x="8846" y="1096"/>
                    <a:pt x="8822" y="1096"/>
                  </a:cubicBezTo>
                  <a:cubicBezTo>
                    <a:pt x="7207" y="1096"/>
                    <a:pt x="4952" y="1489"/>
                    <a:pt x="2454" y="3061"/>
                  </a:cubicBezTo>
                  <a:lnTo>
                    <a:pt x="2180" y="2358"/>
                  </a:lnTo>
                  <a:lnTo>
                    <a:pt x="2025" y="2501"/>
                  </a:lnTo>
                  <a:lnTo>
                    <a:pt x="2275" y="3168"/>
                  </a:lnTo>
                  <a:cubicBezTo>
                    <a:pt x="1525" y="3644"/>
                    <a:pt x="763" y="4239"/>
                    <a:pt x="1" y="4942"/>
                  </a:cubicBezTo>
                  <a:lnTo>
                    <a:pt x="72" y="5037"/>
                  </a:lnTo>
                  <a:cubicBezTo>
                    <a:pt x="834" y="4335"/>
                    <a:pt x="1584" y="3763"/>
                    <a:pt x="2311" y="3287"/>
                  </a:cubicBezTo>
                  <a:lnTo>
                    <a:pt x="2870" y="4811"/>
                  </a:lnTo>
                  <a:lnTo>
                    <a:pt x="60" y="5513"/>
                  </a:lnTo>
                  <a:lnTo>
                    <a:pt x="84" y="5632"/>
                  </a:lnTo>
                  <a:lnTo>
                    <a:pt x="2906" y="4918"/>
                  </a:lnTo>
                  <a:lnTo>
                    <a:pt x="3382" y="6240"/>
                  </a:lnTo>
                  <a:cubicBezTo>
                    <a:pt x="2418" y="6228"/>
                    <a:pt x="1370" y="6156"/>
                    <a:pt x="227" y="5978"/>
                  </a:cubicBezTo>
                  <a:lnTo>
                    <a:pt x="203" y="6097"/>
                  </a:lnTo>
                  <a:cubicBezTo>
                    <a:pt x="1382" y="6275"/>
                    <a:pt x="2454" y="6347"/>
                    <a:pt x="3430" y="6359"/>
                  </a:cubicBezTo>
                  <a:lnTo>
                    <a:pt x="3668" y="7025"/>
                  </a:lnTo>
                  <a:lnTo>
                    <a:pt x="3930" y="6978"/>
                  </a:lnTo>
                  <a:lnTo>
                    <a:pt x="3692" y="6359"/>
                  </a:lnTo>
                  <a:cubicBezTo>
                    <a:pt x="6335" y="6335"/>
                    <a:pt x="8288" y="5799"/>
                    <a:pt x="9621" y="5216"/>
                  </a:cubicBezTo>
                  <a:lnTo>
                    <a:pt x="9776" y="6085"/>
                  </a:lnTo>
                  <a:lnTo>
                    <a:pt x="10097" y="5918"/>
                  </a:lnTo>
                  <a:lnTo>
                    <a:pt x="9931" y="5073"/>
                  </a:lnTo>
                  <a:cubicBezTo>
                    <a:pt x="9954" y="5061"/>
                    <a:pt x="9990" y="5049"/>
                    <a:pt x="10014" y="5037"/>
                  </a:cubicBezTo>
                  <a:cubicBezTo>
                    <a:pt x="11990" y="4085"/>
                    <a:pt x="12848" y="2953"/>
                    <a:pt x="12848" y="2942"/>
                  </a:cubicBezTo>
                  <a:lnTo>
                    <a:pt x="12752" y="2870"/>
                  </a:lnTo>
                  <a:cubicBezTo>
                    <a:pt x="12752" y="2870"/>
                    <a:pt x="11919" y="3989"/>
                    <a:pt x="9954" y="4930"/>
                  </a:cubicBezTo>
                  <a:cubicBezTo>
                    <a:pt x="9943" y="4942"/>
                    <a:pt x="9931" y="4954"/>
                    <a:pt x="9907" y="4954"/>
                  </a:cubicBezTo>
                  <a:lnTo>
                    <a:pt x="9562" y="3251"/>
                  </a:lnTo>
                  <a:lnTo>
                    <a:pt x="13122" y="2358"/>
                  </a:lnTo>
                  <a:lnTo>
                    <a:pt x="13098" y="2239"/>
                  </a:lnTo>
                  <a:lnTo>
                    <a:pt x="9538" y="3132"/>
                  </a:lnTo>
                  <a:lnTo>
                    <a:pt x="9145" y="1227"/>
                  </a:lnTo>
                  <a:lnTo>
                    <a:pt x="9145" y="1227"/>
                  </a:lnTo>
                  <a:cubicBezTo>
                    <a:pt x="11312" y="1299"/>
                    <a:pt x="12705" y="2037"/>
                    <a:pt x="12717" y="2049"/>
                  </a:cubicBezTo>
                  <a:lnTo>
                    <a:pt x="12776" y="1941"/>
                  </a:lnTo>
                  <a:cubicBezTo>
                    <a:pt x="12764" y="1941"/>
                    <a:pt x="11324" y="1168"/>
                    <a:pt x="9121" y="1108"/>
                  </a:cubicBezTo>
                  <a:lnTo>
                    <a:pt x="88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53" name="Google Shape;1553;p82"/>
          <p:cNvGrpSpPr/>
          <p:nvPr/>
        </p:nvGrpSpPr>
        <p:grpSpPr>
          <a:xfrm>
            <a:off x="7986280" y="357890"/>
            <a:ext cx="1003283" cy="1158056"/>
            <a:chOff x="6836250" y="6659075"/>
            <a:chExt cx="279225" cy="322300"/>
          </a:xfrm>
        </p:grpSpPr>
        <p:sp>
          <p:nvSpPr>
            <p:cNvPr id="1554" name="Google Shape;1554;p82"/>
            <p:cNvSpPr/>
            <p:nvPr/>
          </p:nvSpPr>
          <p:spPr>
            <a:xfrm>
              <a:off x="6911275" y="6937900"/>
              <a:ext cx="61025" cy="43475"/>
            </a:xfrm>
            <a:custGeom>
              <a:rect b="b" l="l" r="r" t="t"/>
              <a:pathLst>
                <a:path extrusionOk="0" h="1739" w="2441">
                  <a:moveTo>
                    <a:pt x="107" y="0"/>
                  </a:moveTo>
                  <a:lnTo>
                    <a:pt x="0" y="1441"/>
                  </a:lnTo>
                  <a:lnTo>
                    <a:pt x="2179" y="1739"/>
                  </a:lnTo>
                  <a:lnTo>
                    <a:pt x="2441" y="274"/>
                  </a:lnTo>
                  <a:lnTo>
                    <a:pt x="10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5" name="Google Shape;1555;p82"/>
            <p:cNvSpPr/>
            <p:nvPr/>
          </p:nvSpPr>
          <p:spPr>
            <a:xfrm>
              <a:off x="6836250" y="6659075"/>
              <a:ext cx="279225" cy="244325"/>
            </a:xfrm>
            <a:custGeom>
              <a:rect b="b" l="l" r="r" t="t"/>
              <a:pathLst>
                <a:path extrusionOk="0" h="9773" w="11169">
                  <a:moveTo>
                    <a:pt x="5126" y="1"/>
                  </a:moveTo>
                  <a:cubicBezTo>
                    <a:pt x="2777" y="1"/>
                    <a:pt x="616" y="834"/>
                    <a:pt x="346" y="3295"/>
                  </a:cubicBezTo>
                  <a:cubicBezTo>
                    <a:pt x="1" y="6438"/>
                    <a:pt x="2894" y="8772"/>
                    <a:pt x="2894" y="8772"/>
                  </a:cubicBezTo>
                  <a:lnTo>
                    <a:pt x="2894" y="9427"/>
                  </a:lnTo>
                  <a:lnTo>
                    <a:pt x="6025" y="9772"/>
                  </a:lnTo>
                  <a:lnTo>
                    <a:pt x="6180" y="9082"/>
                  </a:lnTo>
                  <a:cubicBezTo>
                    <a:pt x="6180" y="9082"/>
                    <a:pt x="9895" y="7284"/>
                    <a:pt x="10538" y="5403"/>
                  </a:cubicBezTo>
                  <a:cubicBezTo>
                    <a:pt x="11169" y="3521"/>
                    <a:pt x="10050" y="688"/>
                    <a:pt x="7085" y="176"/>
                  </a:cubicBezTo>
                  <a:cubicBezTo>
                    <a:pt x="6442" y="65"/>
                    <a:pt x="5777" y="1"/>
                    <a:pt x="51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6" name="Google Shape;1556;p82"/>
            <p:cNvSpPr/>
            <p:nvPr/>
          </p:nvSpPr>
          <p:spPr>
            <a:xfrm>
              <a:off x="6867800" y="6662575"/>
              <a:ext cx="204225" cy="240225"/>
            </a:xfrm>
            <a:custGeom>
              <a:rect b="b" l="l" r="r" t="t"/>
              <a:pathLst>
                <a:path extrusionOk="0" h="9609" w="8169">
                  <a:moveTo>
                    <a:pt x="3347" y="607"/>
                  </a:moveTo>
                  <a:cubicBezTo>
                    <a:pt x="3561" y="774"/>
                    <a:pt x="3823" y="964"/>
                    <a:pt x="4156" y="1107"/>
                  </a:cubicBezTo>
                  <a:cubicBezTo>
                    <a:pt x="739" y="3893"/>
                    <a:pt x="2549" y="8049"/>
                    <a:pt x="2858" y="8704"/>
                  </a:cubicBezTo>
                  <a:lnTo>
                    <a:pt x="2239" y="8644"/>
                  </a:lnTo>
                  <a:cubicBezTo>
                    <a:pt x="2061" y="8394"/>
                    <a:pt x="72" y="5525"/>
                    <a:pt x="751" y="3143"/>
                  </a:cubicBezTo>
                  <a:cubicBezTo>
                    <a:pt x="1084" y="2024"/>
                    <a:pt x="1954" y="1167"/>
                    <a:pt x="3347" y="607"/>
                  </a:cubicBezTo>
                  <a:close/>
                  <a:moveTo>
                    <a:pt x="4263" y="1155"/>
                  </a:moveTo>
                  <a:cubicBezTo>
                    <a:pt x="4561" y="1262"/>
                    <a:pt x="4894" y="1334"/>
                    <a:pt x="5275" y="1334"/>
                  </a:cubicBezTo>
                  <a:cubicBezTo>
                    <a:pt x="5418" y="1334"/>
                    <a:pt x="5573" y="1322"/>
                    <a:pt x="5740" y="1298"/>
                  </a:cubicBezTo>
                  <a:lnTo>
                    <a:pt x="5740" y="1298"/>
                  </a:lnTo>
                  <a:lnTo>
                    <a:pt x="5716" y="1310"/>
                  </a:lnTo>
                  <a:cubicBezTo>
                    <a:pt x="7204" y="4858"/>
                    <a:pt x="3918" y="8489"/>
                    <a:pt x="3656" y="8775"/>
                  </a:cubicBezTo>
                  <a:lnTo>
                    <a:pt x="2989" y="8715"/>
                  </a:lnTo>
                  <a:cubicBezTo>
                    <a:pt x="2799" y="8346"/>
                    <a:pt x="715" y="4001"/>
                    <a:pt x="4263" y="1155"/>
                  </a:cubicBezTo>
                  <a:close/>
                  <a:moveTo>
                    <a:pt x="6942" y="881"/>
                  </a:moveTo>
                  <a:cubicBezTo>
                    <a:pt x="7764" y="1988"/>
                    <a:pt x="8061" y="3131"/>
                    <a:pt x="7835" y="4298"/>
                  </a:cubicBezTo>
                  <a:cubicBezTo>
                    <a:pt x="7347" y="6846"/>
                    <a:pt x="4466" y="8692"/>
                    <a:pt x="4240" y="8834"/>
                  </a:cubicBezTo>
                  <a:lnTo>
                    <a:pt x="3787" y="8787"/>
                  </a:lnTo>
                  <a:cubicBezTo>
                    <a:pt x="4287" y="8227"/>
                    <a:pt x="7252" y="4727"/>
                    <a:pt x="5823" y="1286"/>
                  </a:cubicBezTo>
                  <a:cubicBezTo>
                    <a:pt x="6168" y="1215"/>
                    <a:pt x="6537" y="1095"/>
                    <a:pt x="6942" y="881"/>
                  </a:cubicBezTo>
                  <a:close/>
                  <a:moveTo>
                    <a:pt x="2918" y="0"/>
                  </a:moveTo>
                  <a:lnTo>
                    <a:pt x="2835" y="60"/>
                  </a:lnTo>
                  <a:cubicBezTo>
                    <a:pt x="2835" y="60"/>
                    <a:pt x="2977" y="274"/>
                    <a:pt x="3251" y="524"/>
                  </a:cubicBezTo>
                  <a:cubicBezTo>
                    <a:pt x="1858" y="1095"/>
                    <a:pt x="977" y="1977"/>
                    <a:pt x="656" y="3120"/>
                  </a:cubicBezTo>
                  <a:cubicBezTo>
                    <a:pt x="1" y="5394"/>
                    <a:pt x="1739" y="8096"/>
                    <a:pt x="2108" y="8620"/>
                  </a:cubicBezTo>
                  <a:lnTo>
                    <a:pt x="1501" y="8561"/>
                  </a:lnTo>
                  <a:lnTo>
                    <a:pt x="1489" y="8668"/>
                  </a:lnTo>
                  <a:lnTo>
                    <a:pt x="1918" y="8715"/>
                  </a:lnTo>
                  <a:lnTo>
                    <a:pt x="1894" y="9323"/>
                  </a:lnTo>
                  <a:lnTo>
                    <a:pt x="2001" y="9323"/>
                  </a:lnTo>
                  <a:lnTo>
                    <a:pt x="2025" y="8727"/>
                  </a:lnTo>
                  <a:lnTo>
                    <a:pt x="2549" y="8775"/>
                  </a:lnTo>
                  <a:lnTo>
                    <a:pt x="2489" y="9382"/>
                  </a:lnTo>
                  <a:lnTo>
                    <a:pt x="2596" y="9394"/>
                  </a:lnTo>
                  <a:lnTo>
                    <a:pt x="2656" y="8787"/>
                  </a:lnTo>
                  <a:lnTo>
                    <a:pt x="3287" y="8846"/>
                  </a:lnTo>
                  <a:lnTo>
                    <a:pt x="3228" y="9466"/>
                  </a:lnTo>
                  <a:lnTo>
                    <a:pt x="3335" y="9477"/>
                  </a:lnTo>
                  <a:lnTo>
                    <a:pt x="3394" y="8858"/>
                  </a:lnTo>
                  <a:lnTo>
                    <a:pt x="3942" y="8906"/>
                  </a:lnTo>
                  <a:lnTo>
                    <a:pt x="3870" y="9537"/>
                  </a:lnTo>
                  <a:lnTo>
                    <a:pt x="3978" y="9549"/>
                  </a:lnTo>
                  <a:lnTo>
                    <a:pt x="4049" y="8918"/>
                  </a:lnTo>
                  <a:lnTo>
                    <a:pt x="4513" y="8965"/>
                  </a:lnTo>
                  <a:lnTo>
                    <a:pt x="4382" y="9585"/>
                  </a:lnTo>
                  <a:lnTo>
                    <a:pt x="4478" y="9608"/>
                  </a:lnTo>
                  <a:lnTo>
                    <a:pt x="4621" y="8977"/>
                  </a:lnTo>
                  <a:lnTo>
                    <a:pt x="5061" y="9013"/>
                  </a:lnTo>
                  <a:lnTo>
                    <a:pt x="5073" y="8906"/>
                  </a:lnTo>
                  <a:lnTo>
                    <a:pt x="4406" y="8846"/>
                  </a:lnTo>
                  <a:cubicBezTo>
                    <a:pt x="5013" y="8453"/>
                    <a:pt x="7490" y="6691"/>
                    <a:pt x="7942" y="4322"/>
                  </a:cubicBezTo>
                  <a:cubicBezTo>
                    <a:pt x="8169" y="3131"/>
                    <a:pt x="7859" y="1953"/>
                    <a:pt x="7026" y="834"/>
                  </a:cubicBezTo>
                  <a:cubicBezTo>
                    <a:pt x="7109" y="786"/>
                    <a:pt x="7192" y="738"/>
                    <a:pt x="7276" y="679"/>
                  </a:cubicBezTo>
                  <a:lnTo>
                    <a:pt x="7216" y="595"/>
                  </a:lnTo>
                  <a:cubicBezTo>
                    <a:pt x="6467" y="1067"/>
                    <a:pt x="5808" y="1239"/>
                    <a:pt x="5245" y="1239"/>
                  </a:cubicBezTo>
                  <a:cubicBezTo>
                    <a:pt x="3776" y="1239"/>
                    <a:pt x="2961" y="69"/>
                    <a:pt x="291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7" name="Google Shape;1557;p82"/>
            <p:cNvSpPr/>
            <p:nvPr/>
          </p:nvSpPr>
          <p:spPr>
            <a:xfrm>
              <a:off x="6910675" y="6891450"/>
              <a:ext cx="74725" cy="60750"/>
            </a:xfrm>
            <a:custGeom>
              <a:rect b="b" l="l" r="r" t="t"/>
              <a:pathLst>
                <a:path extrusionOk="0" h="2430" w="2989">
                  <a:moveTo>
                    <a:pt x="48" y="1"/>
                  </a:moveTo>
                  <a:lnTo>
                    <a:pt x="0" y="13"/>
                  </a:lnTo>
                  <a:lnTo>
                    <a:pt x="453" y="1846"/>
                  </a:lnTo>
                  <a:lnTo>
                    <a:pt x="24" y="1787"/>
                  </a:lnTo>
                  <a:lnTo>
                    <a:pt x="24" y="2108"/>
                  </a:lnTo>
                  <a:lnTo>
                    <a:pt x="2465" y="2430"/>
                  </a:lnTo>
                  <a:lnTo>
                    <a:pt x="2536" y="2120"/>
                  </a:lnTo>
                  <a:lnTo>
                    <a:pt x="2144" y="2061"/>
                  </a:lnTo>
                  <a:lnTo>
                    <a:pt x="2989" y="322"/>
                  </a:lnTo>
                  <a:lnTo>
                    <a:pt x="2941" y="311"/>
                  </a:lnTo>
                  <a:lnTo>
                    <a:pt x="2096" y="2061"/>
                  </a:lnTo>
                  <a:lnTo>
                    <a:pt x="1953" y="2037"/>
                  </a:lnTo>
                  <a:lnTo>
                    <a:pt x="2465" y="239"/>
                  </a:lnTo>
                  <a:lnTo>
                    <a:pt x="2417" y="227"/>
                  </a:lnTo>
                  <a:lnTo>
                    <a:pt x="1905" y="2037"/>
                  </a:lnTo>
                  <a:lnTo>
                    <a:pt x="679" y="1870"/>
                  </a:lnTo>
                  <a:lnTo>
                    <a:pt x="631" y="13"/>
                  </a:lnTo>
                  <a:lnTo>
                    <a:pt x="572" y="13"/>
                  </a:lnTo>
                  <a:lnTo>
                    <a:pt x="620" y="1858"/>
                  </a:lnTo>
                  <a:lnTo>
                    <a:pt x="512" y="1846"/>
                  </a:lnTo>
                  <a:lnTo>
                    <a:pt x="48" y="1"/>
                  </a:lnTo>
                  <a:close/>
                </a:path>
              </a:pathLst>
            </a:custGeom>
            <a:solidFill>
              <a:srgbClr val="003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58" name="Google Shape;1558;p82"/>
          <p:cNvGrpSpPr/>
          <p:nvPr/>
        </p:nvGrpSpPr>
        <p:grpSpPr>
          <a:xfrm>
            <a:off x="249940" y="4242083"/>
            <a:ext cx="789682" cy="723827"/>
            <a:chOff x="249940" y="4242083"/>
            <a:chExt cx="789682" cy="723827"/>
          </a:xfrm>
        </p:grpSpPr>
        <p:sp>
          <p:nvSpPr>
            <p:cNvPr id="1559" name="Google Shape;1559;p82"/>
            <p:cNvSpPr/>
            <p:nvPr/>
          </p:nvSpPr>
          <p:spPr>
            <a:xfrm>
              <a:off x="389475" y="4862400"/>
              <a:ext cx="258300" cy="103500"/>
            </a:xfrm>
            <a:prstGeom prst="ellipse">
              <a:avLst/>
            </a:prstGeom>
            <a:solidFill>
              <a:srgbClr val="033342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0" name="Google Shape;1560;p82"/>
            <p:cNvSpPr/>
            <p:nvPr/>
          </p:nvSpPr>
          <p:spPr>
            <a:xfrm>
              <a:off x="720000" y="4627825"/>
              <a:ext cx="258300" cy="103500"/>
            </a:xfrm>
            <a:prstGeom prst="ellipse">
              <a:avLst/>
            </a:prstGeom>
            <a:solidFill>
              <a:srgbClr val="033342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61" name="Google Shape;1561;p82"/>
            <p:cNvGrpSpPr/>
            <p:nvPr/>
          </p:nvGrpSpPr>
          <p:grpSpPr>
            <a:xfrm flipH="1">
              <a:off x="249940" y="4242083"/>
              <a:ext cx="789682" cy="723827"/>
              <a:chOff x="4896425" y="6632275"/>
              <a:chExt cx="319425" cy="279125"/>
            </a:xfrm>
          </p:grpSpPr>
          <p:sp>
            <p:nvSpPr>
              <p:cNvPr id="1562" name="Google Shape;1562;p82"/>
              <p:cNvSpPr/>
              <p:nvPr/>
            </p:nvSpPr>
            <p:spPr>
              <a:xfrm>
                <a:off x="5083950" y="6632275"/>
                <a:ext cx="46175" cy="31500"/>
              </a:xfrm>
              <a:custGeom>
                <a:rect b="b" l="l" r="r" t="t"/>
                <a:pathLst>
                  <a:path extrusionOk="0" h="1260" w="1847">
                    <a:moveTo>
                      <a:pt x="461" y="0"/>
                    </a:moveTo>
                    <a:cubicBezTo>
                      <a:pt x="367" y="0"/>
                      <a:pt x="310" y="10"/>
                      <a:pt x="310" y="10"/>
                    </a:cubicBezTo>
                    <a:lnTo>
                      <a:pt x="1" y="617"/>
                    </a:lnTo>
                    <a:lnTo>
                      <a:pt x="1191" y="1260"/>
                    </a:lnTo>
                    <a:lnTo>
                      <a:pt x="1846" y="795"/>
                    </a:lnTo>
                    <a:cubicBezTo>
                      <a:pt x="1380" y="88"/>
                      <a:pt x="746" y="0"/>
                      <a:pt x="4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3" name="Google Shape;1563;p82"/>
              <p:cNvSpPr/>
              <p:nvPr/>
            </p:nvSpPr>
            <p:spPr>
              <a:xfrm>
                <a:off x="5172075" y="6684900"/>
                <a:ext cx="39600" cy="37825"/>
              </a:xfrm>
              <a:custGeom>
                <a:rect b="b" l="l" r="r" t="t"/>
                <a:pathLst>
                  <a:path extrusionOk="0" h="1513" w="1584">
                    <a:moveTo>
                      <a:pt x="548" y="0"/>
                    </a:moveTo>
                    <a:lnTo>
                      <a:pt x="0" y="405"/>
                    </a:lnTo>
                    <a:lnTo>
                      <a:pt x="786" y="1512"/>
                    </a:lnTo>
                    <a:lnTo>
                      <a:pt x="1584" y="1393"/>
                    </a:lnTo>
                    <a:cubicBezTo>
                      <a:pt x="1441" y="274"/>
                      <a:pt x="548" y="0"/>
                      <a:pt x="54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4" name="Google Shape;1564;p82"/>
              <p:cNvSpPr/>
              <p:nvPr/>
            </p:nvSpPr>
            <p:spPr>
              <a:xfrm>
                <a:off x="4896425" y="6635175"/>
                <a:ext cx="319425" cy="276225"/>
              </a:xfrm>
              <a:custGeom>
                <a:rect b="b" l="l" r="r" t="t"/>
                <a:pathLst>
                  <a:path extrusionOk="0" h="11049" w="12777">
                    <a:moveTo>
                      <a:pt x="6573" y="1"/>
                    </a:moveTo>
                    <a:lnTo>
                      <a:pt x="1" y="4442"/>
                    </a:lnTo>
                    <a:cubicBezTo>
                      <a:pt x="346" y="7088"/>
                      <a:pt x="2248" y="7133"/>
                      <a:pt x="2375" y="7133"/>
                    </a:cubicBezTo>
                    <a:cubicBezTo>
                      <a:pt x="2380" y="7133"/>
                      <a:pt x="2382" y="7133"/>
                      <a:pt x="2382" y="7133"/>
                    </a:cubicBezTo>
                    <a:lnTo>
                      <a:pt x="5490" y="4061"/>
                    </a:lnTo>
                    <a:cubicBezTo>
                      <a:pt x="6311" y="4073"/>
                      <a:pt x="7454" y="4406"/>
                      <a:pt x="8299" y="5930"/>
                    </a:cubicBezTo>
                    <a:lnTo>
                      <a:pt x="5537" y="8728"/>
                    </a:lnTo>
                    <a:cubicBezTo>
                      <a:pt x="6093" y="10805"/>
                      <a:pt x="7534" y="11049"/>
                      <a:pt x="8180" y="11049"/>
                    </a:cubicBezTo>
                    <a:cubicBezTo>
                      <a:pt x="8378" y="11049"/>
                      <a:pt x="8502" y="11026"/>
                      <a:pt x="8502" y="11026"/>
                    </a:cubicBezTo>
                    <a:lnTo>
                      <a:pt x="12776" y="4906"/>
                    </a:lnTo>
                    <a:cubicBezTo>
                      <a:pt x="11836" y="822"/>
                      <a:pt x="6573" y="1"/>
                      <a:pt x="657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5" name="Google Shape;1565;p82"/>
              <p:cNvSpPr/>
              <p:nvPr/>
            </p:nvSpPr>
            <p:spPr>
              <a:xfrm>
                <a:off x="4902100" y="6738800"/>
                <a:ext cx="69950" cy="68950"/>
              </a:xfrm>
              <a:custGeom>
                <a:rect b="b" l="l" r="r" t="t"/>
                <a:pathLst>
                  <a:path extrusionOk="0" h="2758" w="2798">
                    <a:moveTo>
                      <a:pt x="870" y="0"/>
                    </a:moveTo>
                    <a:cubicBezTo>
                      <a:pt x="704" y="0"/>
                      <a:pt x="552" y="46"/>
                      <a:pt x="429" y="142"/>
                    </a:cubicBezTo>
                    <a:cubicBezTo>
                      <a:pt x="0" y="475"/>
                      <a:pt x="83" y="1309"/>
                      <a:pt x="619" y="1987"/>
                    </a:cubicBezTo>
                    <a:cubicBezTo>
                      <a:pt x="1003" y="2473"/>
                      <a:pt x="1515" y="2758"/>
                      <a:pt x="1932" y="2758"/>
                    </a:cubicBezTo>
                    <a:cubicBezTo>
                      <a:pt x="2097" y="2758"/>
                      <a:pt x="2248" y="2713"/>
                      <a:pt x="2369" y="2618"/>
                    </a:cubicBezTo>
                    <a:cubicBezTo>
                      <a:pt x="2798" y="2273"/>
                      <a:pt x="2703" y="1452"/>
                      <a:pt x="2167" y="773"/>
                    </a:cubicBezTo>
                    <a:cubicBezTo>
                      <a:pt x="1785" y="281"/>
                      <a:pt x="1283" y="0"/>
                      <a:pt x="87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6" name="Google Shape;1566;p82"/>
              <p:cNvSpPr/>
              <p:nvPr/>
            </p:nvSpPr>
            <p:spPr>
              <a:xfrm>
                <a:off x="5038725" y="6840600"/>
                <a:ext cx="77700" cy="65750"/>
              </a:xfrm>
              <a:custGeom>
                <a:rect b="b" l="l" r="r" t="t"/>
                <a:pathLst>
                  <a:path extrusionOk="0" h="2630" w="3108">
                    <a:moveTo>
                      <a:pt x="967" y="0"/>
                    </a:moveTo>
                    <a:cubicBezTo>
                      <a:pt x="731" y="0"/>
                      <a:pt x="524" y="73"/>
                      <a:pt x="381" y="225"/>
                    </a:cubicBezTo>
                    <a:cubicBezTo>
                      <a:pt x="0" y="630"/>
                      <a:pt x="214" y="1452"/>
                      <a:pt x="869" y="2047"/>
                    </a:cubicBezTo>
                    <a:cubicBezTo>
                      <a:pt x="1271" y="2426"/>
                      <a:pt x="1747" y="2629"/>
                      <a:pt x="2141" y="2629"/>
                    </a:cubicBezTo>
                    <a:cubicBezTo>
                      <a:pt x="2377" y="2629"/>
                      <a:pt x="2584" y="2556"/>
                      <a:pt x="2727" y="2404"/>
                    </a:cubicBezTo>
                    <a:cubicBezTo>
                      <a:pt x="3108" y="1999"/>
                      <a:pt x="2881" y="1178"/>
                      <a:pt x="2238" y="582"/>
                    </a:cubicBezTo>
                    <a:cubicBezTo>
                      <a:pt x="1837" y="203"/>
                      <a:pt x="1361" y="0"/>
                      <a:pt x="96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7" name="Google Shape;1567;p82"/>
              <p:cNvSpPr/>
              <p:nvPr/>
            </p:nvSpPr>
            <p:spPr>
              <a:xfrm>
                <a:off x="4924700" y="6640250"/>
                <a:ext cx="284000" cy="247075"/>
              </a:xfrm>
              <a:custGeom>
                <a:rect b="b" l="l" r="r" t="t"/>
                <a:pathLst>
                  <a:path extrusionOk="0" h="9883" w="11360">
                    <a:moveTo>
                      <a:pt x="6287" y="3298"/>
                    </a:moveTo>
                    <a:cubicBezTo>
                      <a:pt x="6192" y="3298"/>
                      <a:pt x="6121" y="3453"/>
                      <a:pt x="6121" y="3655"/>
                    </a:cubicBezTo>
                    <a:cubicBezTo>
                      <a:pt x="6121" y="3846"/>
                      <a:pt x="6192" y="4013"/>
                      <a:pt x="6287" y="4013"/>
                    </a:cubicBezTo>
                    <a:cubicBezTo>
                      <a:pt x="6371" y="4013"/>
                      <a:pt x="6454" y="3846"/>
                      <a:pt x="6454" y="3655"/>
                    </a:cubicBezTo>
                    <a:cubicBezTo>
                      <a:pt x="6454" y="3453"/>
                      <a:pt x="6371" y="3298"/>
                      <a:pt x="6287" y="3298"/>
                    </a:cubicBezTo>
                    <a:close/>
                    <a:moveTo>
                      <a:pt x="6264" y="2893"/>
                    </a:moveTo>
                    <a:cubicBezTo>
                      <a:pt x="6454" y="2893"/>
                      <a:pt x="6621" y="3215"/>
                      <a:pt x="6621" y="3584"/>
                    </a:cubicBezTo>
                    <a:cubicBezTo>
                      <a:pt x="6621" y="3965"/>
                      <a:pt x="6454" y="4274"/>
                      <a:pt x="6264" y="4274"/>
                    </a:cubicBezTo>
                    <a:cubicBezTo>
                      <a:pt x="6061" y="4274"/>
                      <a:pt x="5906" y="3965"/>
                      <a:pt x="5906" y="3584"/>
                    </a:cubicBezTo>
                    <a:cubicBezTo>
                      <a:pt x="5906" y="3215"/>
                      <a:pt x="6061" y="2893"/>
                      <a:pt x="6264" y="2893"/>
                    </a:cubicBezTo>
                    <a:close/>
                    <a:moveTo>
                      <a:pt x="6264" y="2798"/>
                    </a:moveTo>
                    <a:cubicBezTo>
                      <a:pt x="6002" y="2798"/>
                      <a:pt x="5799" y="3143"/>
                      <a:pt x="5799" y="3584"/>
                    </a:cubicBezTo>
                    <a:cubicBezTo>
                      <a:pt x="5799" y="4024"/>
                      <a:pt x="6002" y="4382"/>
                      <a:pt x="6264" y="4382"/>
                    </a:cubicBezTo>
                    <a:cubicBezTo>
                      <a:pt x="6514" y="4382"/>
                      <a:pt x="6716" y="4036"/>
                      <a:pt x="6716" y="3584"/>
                    </a:cubicBezTo>
                    <a:cubicBezTo>
                      <a:pt x="6716" y="3143"/>
                      <a:pt x="6514" y="2798"/>
                      <a:pt x="6264" y="2798"/>
                    </a:cubicBezTo>
                    <a:close/>
                    <a:moveTo>
                      <a:pt x="5061" y="0"/>
                    </a:moveTo>
                    <a:lnTo>
                      <a:pt x="5049" y="107"/>
                    </a:lnTo>
                    <a:cubicBezTo>
                      <a:pt x="5109" y="107"/>
                      <a:pt x="10645" y="834"/>
                      <a:pt x="11264" y="5191"/>
                    </a:cubicBezTo>
                    <a:lnTo>
                      <a:pt x="11359" y="5167"/>
                    </a:lnTo>
                    <a:cubicBezTo>
                      <a:pt x="10728" y="750"/>
                      <a:pt x="5121" y="12"/>
                      <a:pt x="5061" y="0"/>
                    </a:cubicBezTo>
                    <a:close/>
                    <a:moveTo>
                      <a:pt x="3015" y="1619"/>
                    </a:moveTo>
                    <a:cubicBezTo>
                      <a:pt x="2984" y="1619"/>
                      <a:pt x="2967" y="1619"/>
                      <a:pt x="2966" y="1619"/>
                    </a:cubicBezTo>
                    <a:lnTo>
                      <a:pt x="2966" y="1715"/>
                    </a:lnTo>
                    <a:cubicBezTo>
                      <a:pt x="2968" y="1715"/>
                      <a:pt x="2981" y="1714"/>
                      <a:pt x="3003" y="1714"/>
                    </a:cubicBezTo>
                    <a:cubicBezTo>
                      <a:pt x="3480" y="1714"/>
                      <a:pt x="8310" y="1823"/>
                      <a:pt x="10038" y="6596"/>
                    </a:cubicBezTo>
                    <a:lnTo>
                      <a:pt x="10133" y="6572"/>
                    </a:lnTo>
                    <a:cubicBezTo>
                      <a:pt x="9181" y="3917"/>
                      <a:pt x="7276" y="2715"/>
                      <a:pt x="5859" y="2167"/>
                    </a:cubicBezTo>
                    <a:cubicBezTo>
                      <a:pt x="4480" y="1647"/>
                      <a:pt x="3271" y="1619"/>
                      <a:pt x="3015" y="1619"/>
                    </a:cubicBezTo>
                    <a:close/>
                    <a:moveTo>
                      <a:pt x="275" y="3395"/>
                    </a:moveTo>
                    <a:cubicBezTo>
                      <a:pt x="117" y="3395"/>
                      <a:pt x="13" y="3413"/>
                      <a:pt x="1" y="3417"/>
                    </a:cubicBezTo>
                    <a:lnTo>
                      <a:pt x="25" y="3512"/>
                    </a:lnTo>
                    <a:cubicBezTo>
                      <a:pt x="25" y="3512"/>
                      <a:pt x="116" y="3497"/>
                      <a:pt x="261" y="3497"/>
                    </a:cubicBezTo>
                    <a:cubicBezTo>
                      <a:pt x="544" y="3497"/>
                      <a:pt x="1032" y="3555"/>
                      <a:pt x="1442" y="3893"/>
                    </a:cubicBezTo>
                    <a:cubicBezTo>
                      <a:pt x="1918" y="4298"/>
                      <a:pt x="2168" y="4989"/>
                      <a:pt x="2168" y="5941"/>
                    </a:cubicBezTo>
                    <a:lnTo>
                      <a:pt x="1215" y="6894"/>
                    </a:lnTo>
                    <a:lnTo>
                      <a:pt x="1287" y="6965"/>
                    </a:lnTo>
                    <a:lnTo>
                      <a:pt x="4394" y="3893"/>
                    </a:lnTo>
                    <a:lnTo>
                      <a:pt x="4323" y="3822"/>
                    </a:lnTo>
                    <a:lnTo>
                      <a:pt x="2275" y="5846"/>
                    </a:lnTo>
                    <a:cubicBezTo>
                      <a:pt x="2251" y="4917"/>
                      <a:pt x="2001" y="4227"/>
                      <a:pt x="1501" y="3822"/>
                    </a:cubicBezTo>
                    <a:cubicBezTo>
                      <a:pt x="1078" y="3462"/>
                      <a:pt x="578" y="3395"/>
                      <a:pt x="275" y="3395"/>
                    </a:cubicBezTo>
                    <a:close/>
                    <a:moveTo>
                      <a:pt x="7728" y="5072"/>
                    </a:moveTo>
                    <a:lnTo>
                      <a:pt x="4371" y="8489"/>
                    </a:lnTo>
                    <a:lnTo>
                      <a:pt x="4442" y="8561"/>
                    </a:lnTo>
                    <a:lnTo>
                      <a:pt x="5442" y="7549"/>
                    </a:lnTo>
                    <a:cubicBezTo>
                      <a:pt x="5680" y="7549"/>
                      <a:pt x="7740" y="7668"/>
                      <a:pt x="7978" y="9882"/>
                    </a:cubicBezTo>
                    <a:lnTo>
                      <a:pt x="8073" y="9870"/>
                    </a:lnTo>
                    <a:cubicBezTo>
                      <a:pt x="7847" y="7787"/>
                      <a:pt x="6014" y="7489"/>
                      <a:pt x="5537" y="7453"/>
                    </a:cubicBezTo>
                    <a:lnTo>
                      <a:pt x="7800" y="5144"/>
                    </a:lnTo>
                    <a:lnTo>
                      <a:pt x="7728" y="507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8" name="Google Shape;1568;p82"/>
              <p:cNvSpPr/>
              <p:nvPr/>
            </p:nvSpPr>
            <p:spPr>
              <a:xfrm>
                <a:off x="5041700" y="6658100"/>
                <a:ext cx="152700" cy="108375"/>
              </a:xfrm>
              <a:custGeom>
                <a:rect b="b" l="l" r="r" t="t"/>
                <a:pathLst>
                  <a:path extrusionOk="0" h="4335" w="6108">
                    <a:moveTo>
                      <a:pt x="369" y="0"/>
                    </a:moveTo>
                    <a:cubicBezTo>
                      <a:pt x="167" y="0"/>
                      <a:pt x="0" y="84"/>
                      <a:pt x="0" y="179"/>
                    </a:cubicBezTo>
                    <a:cubicBezTo>
                      <a:pt x="0" y="274"/>
                      <a:pt x="167" y="346"/>
                      <a:pt x="369" y="346"/>
                    </a:cubicBezTo>
                    <a:cubicBezTo>
                      <a:pt x="572" y="346"/>
                      <a:pt x="738" y="274"/>
                      <a:pt x="738" y="179"/>
                    </a:cubicBezTo>
                    <a:cubicBezTo>
                      <a:pt x="738" y="84"/>
                      <a:pt x="572" y="0"/>
                      <a:pt x="369" y="0"/>
                    </a:cubicBezTo>
                    <a:close/>
                    <a:moveTo>
                      <a:pt x="2417" y="548"/>
                    </a:moveTo>
                    <a:cubicBezTo>
                      <a:pt x="2215" y="548"/>
                      <a:pt x="2048" y="643"/>
                      <a:pt x="2048" y="751"/>
                    </a:cubicBezTo>
                    <a:cubicBezTo>
                      <a:pt x="2048" y="858"/>
                      <a:pt x="2215" y="953"/>
                      <a:pt x="2417" y="953"/>
                    </a:cubicBezTo>
                    <a:cubicBezTo>
                      <a:pt x="2631" y="953"/>
                      <a:pt x="2798" y="858"/>
                      <a:pt x="2798" y="751"/>
                    </a:cubicBezTo>
                    <a:cubicBezTo>
                      <a:pt x="2798" y="643"/>
                      <a:pt x="2619" y="548"/>
                      <a:pt x="2417" y="548"/>
                    </a:cubicBezTo>
                    <a:close/>
                    <a:moveTo>
                      <a:pt x="4655" y="2132"/>
                    </a:moveTo>
                    <a:cubicBezTo>
                      <a:pt x="4465" y="2132"/>
                      <a:pt x="4310" y="2227"/>
                      <a:pt x="4310" y="2358"/>
                    </a:cubicBezTo>
                    <a:cubicBezTo>
                      <a:pt x="4310" y="2477"/>
                      <a:pt x="4465" y="2572"/>
                      <a:pt x="4655" y="2572"/>
                    </a:cubicBezTo>
                    <a:cubicBezTo>
                      <a:pt x="4666" y="2573"/>
                      <a:pt x="4676" y="2573"/>
                      <a:pt x="4686" y="2573"/>
                    </a:cubicBezTo>
                    <a:cubicBezTo>
                      <a:pt x="4873" y="2573"/>
                      <a:pt x="5013" y="2471"/>
                      <a:pt x="5013" y="2358"/>
                    </a:cubicBezTo>
                    <a:cubicBezTo>
                      <a:pt x="5013" y="2227"/>
                      <a:pt x="4858" y="2132"/>
                      <a:pt x="4655" y="2132"/>
                    </a:cubicBezTo>
                    <a:close/>
                    <a:moveTo>
                      <a:pt x="5763" y="3906"/>
                    </a:moveTo>
                    <a:cubicBezTo>
                      <a:pt x="5572" y="3906"/>
                      <a:pt x="5406" y="4001"/>
                      <a:pt x="5406" y="4120"/>
                    </a:cubicBezTo>
                    <a:cubicBezTo>
                      <a:pt x="5406" y="4227"/>
                      <a:pt x="5572" y="4334"/>
                      <a:pt x="5763" y="4334"/>
                    </a:cubicBezTo>
                    <a:cubicBezTo>
                      <a:pt x="5953" y="4334"/>
                      <a:pt x="6108" y="4227"/>
                      <a:pt x="6108" y="4120"/>
                    </a:cubicBezTo>
                    <a:cubicBezTo>
                      <a:pt x="6108" y="4001"/>
                      <a:pt x="5953" y="3906"/>
                      <a:pt x="5763" y="390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9" name="Google Shape;1569;p82"/>
              <p:cNvSpPr/>
              <p:nvPr/>
            </p:nvSpPr>
            <p:spPr>
              <a:xfrm>
                <a:off x="4935125" y="6752050"/>
                <a:ext cx="29800" cy="35375"/>
              </a:xfrm>
              <a:custGeom>
                <a:rect b="b" l="l" r="r" t="t"/>
                <a:pathLst>
                  <a:path extrusionOk="0" h="1415" w="1192">
                    <a:moveTo>
                      <a:pt x="189" y="0"/>
                    </a:moveTo>
                    <a:cubicBezTo>
                      <a:pt x="167" y="0"/>
                      <a:pt x="148" y="6"/>
                      <a:pt x="132" y="17"/>
                    </a:cubicBezTo>
                    <a:cubicBezTo>
                      <a:pt x="1" y="100"/>
                      <a:pt x="120" y="481"/>
                      <a:pt x="382" y="862"/>
                    </a:cubicBezTo>
                    <a:cubicBezTo>
                      <a:pt x="598" y="1192"/>
                      <a:pt x="859" y="1414"/>
                      <a:pt x="1010" y="1414"/>
                    </a:cubicBezTo>
                    <a:cubicBezTo>
                      <a:pt x="1034" y="1414"/>
                      <a:pt x="1055" y="1409"/>
                      <a:pt x="1072" y="1398"/>
                    </a:cubicBezTo>
                    <a:cubicBezTo>
                      <a:pt x="1191" y="1315"/>
                      <a:pt x="1084" y="934"/>
                      <a:pt x="822" y="553"/>
                    </a:cubicBezTo>
                    <a:cubicBezTo>
                      <a:pt x="596" y="223"/>
                      <a:pt x="333" y="0"/>
                      <a:pt x="1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0" name="Google Shape;1570;p82"/>
              <p:cNvSpPr/>
              <p:nvPr/>
            </p:nvSpPr>
            <p:spPr>
              <a:xfrm>
                <a:off x="5079800" y="6853250"/>
                <a:ext cx="29775" cy="35375"/>
              </a:xfrm>
              <a:custGeom>
                <a:rect b="b" l="l" r="r" t="t"/>
                <a:pathLst>
                  <a:path extrusionOk="0" h="1415" w="1191">
                    <a:moveTo>
                      <a:pt x="189" y="0"/>
                    </a:moveTo>
                    <a:cubicBezTo>
                      <a:pt x="167" y="0"/>
                      <a:pt x="147" y="6"/>
                      <a:pt x="131" y="17"/>
                    </a:cubicBezTo>
                    <a:cubicBezTo>
                      <a:pt x="0" y="100"/>
                      <a:pt x="119" y="481"/>
                      <a:pt x="381" y="862"/>
                    </a:cubicBezTo>
                    <a:cubicBezTo>
                      <a:pt x="597" y="1192"/>
                      <a:pt x="858" y="1415"/>
                      <a:pt x="1010" y="1415"/>
                    </a:cubicBezTo>
                    <a:cubicBezTo>
                      <a:pt x="1033" y="1415"/>
                      <a:pt x="1054" y="1409"/>
                      <a:pt x="1072" y="1398"/>
                    </a:cubicBezTo>
                    <a:cubicBezTo>
                      <a:pt x="1191" y="1315"/>
                      <a:pt x="1084" y="934"/>
                      <a:pt x="822" y="553"/>
                    </a:cubicBezTo>
                    <a:cubicBezTo>
                      <a:pt x="595" y="223"/>
                      <a:pt x="333" y="0"/>
                      <a:pt x="1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3.xml"/><Relationship Id="rId22" Type="http://schemas.openxmlformats.org/officeDocument/2006/relationships/slideLayout" Target="../slideLayouts/slideLayout35.xml"/><Relationship Id="rId21" Type="http://schemas.openxmlformats.org/officeDocument/2006/relationships/slideLayout" Target="../slideLayouts/slideLayout34.xml"/><Relationship Id="rId24" Type="http://schemas.openxmlformats.org/officeDocument/2006/relationships/slideLayout" Target="../slideLayouts/slideLayout37.xml"/><Relationship Id="rId23" Type="http://schemas.openxmlformats.org/officeDocument/2006/relationships/slideLayout" Target="../slideLayouts/slideLayout36.xml"/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26" Type="http://schemas.openxmlformats.org/officeDocument/2006/relationships/slideLayout" Target="../slideLayouts/slideLayout39.xml"/><Relationship Id="rId25" Type="http://schemas.openxmlformats.org/officeDocument/2006/relationships/slideLayout" Target="../slideLayouts/slideLayout38.xml"/><Relationship Id="rId28" Type="http://schemas.openxmlformats.org/officeDocument/2006/relationships/slideLayout" Target="../slideLayouts/slideLayout41.xml"/><Relationship Id="rId27" Type="http://schemas.openxmlformats.org/officeDocument/2006/relationships/slideLayout" Target="../slideLayouts/slideLayout40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29" Type="http://schemas.openxmlformats.org/officeDocument/2006/relationships/slideLayout" Target="../slideLayouts/slideLayout42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Relationship Id="rId31" Type="http://schemas.openxmlformats.org/officeDocument/2006/relationships/slideLayout" Target="../slideLayouts/slideLayout44.xml"/><Relationship Id="rId30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24.xml"/><Relationship Id="rId33" Type="http://schemas.openxmlformats.org/officeDocument/2006/relationships/slideLayout" Target="../slideLayouts/slideLayout46.xml"/><Relationship Id="rId10" Type="http://schemas.openxmlformats.org/officeDocument/2006/relationships/slideLayout" Target="../slideLayouts/slideLayout23.xml"/><Relationship Id="rId32" Type="http://schemas.openxmlformats.org/officeDocument/2006/relationships/slideLayout" Target="../slideLayouts/slideLayout45.xml"/><Relationship Id="rId13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25.xml"/><Relationship Id="rId34" Type="http://schemas.openxmlformats.org/officeDocument/2006/relationships/theme" Target="../theme/theme2.xml"/><Relationship Id="rId15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27.xml"/><Relationship Id="rId17" Type="http://schemas.openxmlformats.org/officeDocument/2006/relationships/slideLayout" Target="../slideLayouts/slideLayout30.xml"/><Relationship Id="rId16" Type="http://schemas.openxmlformats.org/officeDocument/2006/relationships/slideLayout" Target="../slideLayouts/slideLayout29.xml"/><Relationship Id="rId19" Type="http://schemas.openxmlformats.org/officeDocument/2006/relationships/slideLayout" Target="../slideLayouts/slideLayout32.xml"/><Relationship Id="rId18" Type="http://schemas.openxmlformats.org/officeDocument/2006/relationships/slideLayout" Target="../slideLayouts/slideLayout31.xml"/></Relationships>
</file>

<file path=ppt/slideMasters/_rels/slideMaster3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66.xml"/><Relationship Id="rId22" Type="http://schemas.openxmlformats.org/officeDocument/2006/relationships/slideLayout" Target="../slideLayouts/slideLayout68.xml"/><Relationship Id="rId21" Type="http://schemas.openxmlformats.org/officeDocument/2006/relationships/slideLayout" Target="../slideLayouts/slideLayout67.xml"/><Relationship Id="rId24" Type="http://schemas.openxmlformats.org/officeDocument/2006/relationships/slideLayout" Target="../slideLayouts/slideLayout70.xml"/><Relationship Id="rId23" Type="http://schemas.openxmlformats.org/officeDocument/2006/relationships/slideLayout" Target="../slideLayouts/slideLayout69.xml"/><Relationship Id="rId1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9.xml"/><Relationship Id="rId4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5.xml"/><Relationship Id="rId26" Type="http://schemas.openxmlformats.org/officeDocument/2006/relationships/slideLayout" Target="../slideLayouts/slideLayout72.xml"/><Relationship Id="rId25" Type="http://schemas.openxmlformats.org/officeDocument/2006/relationships/slideLayout" Target="../slideLayouts/slideLayout71.xml"/><Relationship Id="rId28" Type="http://schemas.openxmlformats.org/officeDocument/2006/relationships/slideLayout" Target="../slideLayouts/slideLayout74.xml"/><Relationship Id="rId27" Type="http://schemas.openxmlformats.org/officeDocument/2006/relationships/slideLayout" Target="../slideLayouts/slideLayout73.xml"/><Relationship Id="rId5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2.xml"/><Relationship Id="rId29" Type="http://schemas.openxmlformats.org/officeDocument/2006/relationships/slideLayout" Target="../slideLayouts/slideLayout75.xml"/><Relationship Id="rId7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4.xml"/><Relationship Id="rId31" Type="http://schemas.openxmlformats.org/officeDocument/2006/relationships/slideLayout" Target="../slideLayouts/slideLayout77.xml"/><Relationship Id="rId30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57.xml"/><Relationship Id="rId33" Type="http://schemas.openxmlformats.org/officeDocument/2006/relationships/slideLayout" Target="../slideLayouts/slideLayout79.xml"/><Relationship Id="rId10" Type="http://schemas.openxmlformats.org/officeDocument/2006/relationships/slideLayout" Target="../slideLayouts/slideLayout56.xml"/><Relationship Id="rId32" Type="http://schemas.openxmlformats.org/officeDocument/2006/relationships/slideLayout" Target="../slideLayouts/slideLayout78.xml"/><Relationship Id="rId13" Type="http://schemas.openxmlformats.org/officeDocument/2006/relationships/slideLayout" Target="../slideLayouts/slideLayout59.xml"/><Relationship Id="rId12" Type="http://schemas.openxmlformats.org/officeDocument/2006/relationships/slideLayout" Target="../slideLayouts/slideLayout58.xml"/><Relationship Id="rId34" Type="http://schemas.openxmlformats.org/officeDocument/2006/relationships/theme" Target="../theme/theme3.xml"/><Relationship Id="rId15" Type="http://schemas.openxmlformats.org/officeDocument/2006/relationships/slideLayout" Target="../slideLayouts/slideLayout61.xml"/><Relationship Id="rId14" Type="http://schemas.openxmlformats.org/officeDocument/2006/relationships/slideLayout" Target="../slideLayouts/slideLayout60.xml"/><Relationship Id="rId17" Type="http://schemas.openxmlformats.org/officeDocument/2006/relationships/slideLayout" Target="../slideLayouts/slideLayout63.xml"/><Relationship Id="rId16" Type="http://schemas.openxmlformats.org/officeDocument/2006/relationships/slideLayout" Target="../slideLayouts/slideLayout62.xml"/><Relationship Id="rId19" Type="http://schemas.openxmlformats.org/officeDocument/2006/relationships/slideLayout" Target="../slideLayouts/slideLayout65.xml"/><Relationship Id="rId18" Type="http://schemas.openxmlformats.org/officeDocument/2006/relationships/slideLayout" Target="../slideLayouts/slideLayout6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ansita"/>
              <a:buNone/>
              <a:defRPr b="1" sz="3500">
                <a:solidFill>
                  <a:schemeClr val="dk1"/>
                </a:solidFill>
                <a:latin typeface="Sansita"/>
                <a:ea typeface="Sansita"/>
                <a:cs typeface="Sansita"/>
                <a:sym typeface="Sansit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ansita"/>
              <a:buNone/>
              <a:defRPr b="1" sz="3500">
                <a:solidFill>
                  <a:schemeClr val="dk1"/>
                </a:solidFill>
                <a:latin typeface="Sansita"/>
                <a:ea typeface="Sansita"/>
                <a:cs typeface="Sansita"/>
                <a:sym typeface="Sansit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ansita"/>
              <a:buNone/>
              <a:defRPr b="1" sz="3500">
                <a:solidFill>
                  <a:schemeClr val="dk1"/>
                </a:solidFill>
                <a:latin typeface="Sansita"/>
                <a:ea typeface="Sansita"/>
                <a:cs typeface="Sansita"/>
                <a:sym typeface="Sansit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ansita"/>
              <a:buNone/>
              <a:defRPr b="1" sz="3500">
                <a:solidFill>
                  <a:schemeClr val="dk1"/>
                </a:solidFill>
                <a:latin typeface="Sansita"/>
                <a:ea typeface="Sansita"/>
                <a:cs typeface="Sansita"/>
                <a:sym typeface="Sansit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ansita"/>
              <a:buNone/>
              <a:defRPr b="1" sz="3500">
                <a:solidFill>
                  <a:schemeClr val="dk1"/>
                </a:solidFill>
                <a:latin typeface="Sansita"/>
                <a:ea typeface="Sansita"/>
                <a:cs typeface="Sansita"/>
                <a:sym typeface="Sansit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ansita"/>
              <a:buNone/>
              <a:defRPr b="1" sz="3500">
                <a:solidFill>
                  <a:schemeClr val="dk1"/>
                </a:solidFill>
                <a:latin typeface="Sansita"/>
                <a:ea typeface="Sansita"/>
                <a:cs typeface="Sansita"/>
                <a:sym typeface="Sansit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ansita"/>
              <a:buNone/>
              <a:defRPr b="1" sz="3500">
                <a:solidFill>
                  <a:schemeClr val="dk1"/>
                </a:solidFill>
                <a:latin typeface="Sansita"/>
                <a:ea typeface="Sansita"/>
                <a:cs typeface="Sansita"/>
                <a:sym typeface="Sansit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ansita"/>
              <a:buNone/>
              <a:defRPr b="1" sz="3500">
                <a:solidFill>
                  <a:schemeClr val="dk1"/>
                </a:solidFill>
                <a:latin typeface="Sansita"/>
                <a:ea typeface="Sansita"/>
                <a:cs typeface="Sansita"/>
                <a:sym typeface="Sansit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ansita"/>
              <a:buNone/>
              <a:defRPr b="1" sz="3500">
                <a:solidFill>
                  <a:schemeClr val="dk1"/>
                </a:solidFill>
                <a:latin typeface="Sansita"/>
                <a:ea typeface="Sansita"/>
                <a:cs typeface="Sansita"/>
                <a:sym typeface="Sansita"/>
              </a:defRPr>
            </a:lvl9pPr>
          </a:lstStyle>
          <a:p/>
        </p:txBody>
      </p:sp>
      <p:sp>
        <p:nvSpPr>
          <p:cNvPr id="101" name="Google Shape;101;p15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</p:sldLayoutIdLst>
  <mc:AlternateContent>
    <mc:Choice Requires="p14">
      <p:transition p14:dur="200">
        <p:push/>
      </p:transition>
    </mc:Choice>
    <mc:Fallback>
      <p:transition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49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ansita"/>
              <a:buNone/>
              <a:defRPr b="1" sz="3500">
                <a:solidFill>
                  <a:schemeClr val="dk1"/>
                </a:solidFill>
                <a:latin typeface="Sansita"/>
                <a:ea typeface="Sansita"/>
                <a:cs typeface="Sansita"/>
                <a:sym typeface="Sansit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ansita"/>
              <a:buNone/>
              <a:defRPr b="1" sz="3500">
                <a:solidFill>
                  <a:schemeClr val="dk1"/>
                </a:solidFill>
                <a:latin typeface="Sansita"/>
                <a:ea typeface="Sansita"/>
                <a:cs typeface="Sansita"/>
                <a:sym typeface="Sansit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ansita"/>
              <a:buNone/>
              <a:defRPr b="1" sz="3500">
                <a:solidFill>
                  <a:schemeClr val="dk1"/>
                </a:solidFill>
                <a:latin typeface="Sansita"/>
                <a:ea typeface="Sansita"/>
                <a:cs typeface="Sansita"/>
                <a:sym typeface="Sansit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ansita"/>
              <a:buNone/>
              <a:defRPr b="1" sz="3500">
                <a:solidFill>
                  <a:schemeClr val="dk1"/>
                </a:solidFill>
                <a:latin typeface="Sansita"/>
                <a:ea typeface="Sansita"/>
                <a:cs typeface="Sansita"/>
                <a:sym typeface="Sansit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ansita"/>
              <a:buNone/>
              <a:defRPr b="1" sz="3500">
                <a:solidFill>
                  <a:schemeClr val="dk1"/>
                </a:solidFill>
                <a:latin typeface="Sansita"/>
                <a:ea typeface="Sansita"/>
                <a:cs typeface="Sansita"/>
                <a:sym typeface="Sansit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ansita"/>
              <a:buNone/>
              <a:defRPr b="1" sz="3500">
                <a:solidFill>
                  <a:schemeClr val="dk1"/>
                </a:solidFill>
                <a:latin typeface="Sansita"/>
                <a:ea typeface="Sansita"/>
                <a:cs typeface="Sansita"/>
                <a:sym typeface="Sansit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ansita"/>
              <a:buNone/>
              <a:defRPr b="1" sz="3500">
                <a:solidFill>
                  <a:schemeClr val="dk1"/>
                </a:solidFill>
                <a:latin typeface="Sansita"/>
                <a:ea typeface="Sansita"/>
                <a:cs typeface="Sansita"/>
                <a:sym typeface="Sansit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ansita"/>
              <a:buNone/>
              <a:defRPr b="1" sz="3500">
                <a:solidFill>
                  <a:schemeClr val="dk1"/>
                </a:solidFill>
                <a:latin typeface="Sansita"/>
                <a:ea typeface="Sansita"/>
                <a:cs typeface="Sansita"/>
                <a:sym typeface="Sansit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ansita"/>
              <a:buNone/>
              <a:defRPr b="1" sz="3500">
                <a:solidFill>
                  <a:schemeClr val="dk1"/>
                </a:solidFill>
                <a:latin typeface="Sansita"/>
                <a:ea typeface="Sansita"/>
                <a:cs typeface="Sansita"/>
                <a:sym typeface="Sansita"/>
              </a:defRPr>
            </a:lvl9pPr>
          </a:lstStyle>
          <a:p/>
        </p:txBody>
      </p:sp>
      <p:sp>
        <p:nvSpPr>
          <p:cNvPr id="837" name="Google Shape;837;p49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  <p:sldLayoutId id="2147483708" r:id="rId15"/>
    <p:sldLayoutId id="2147483709" r:id="rId16"/>
    <p:sldLayoutId id="2147483710" r:id="rId17"/>
    <p:sldLayoutId id="2147483711" r:id="rId18"/>
    <p:sldLayoutId id="2147483712" r:id="rId19"/>
    <p:sldLayoutId id="2147483713" r:id="rId20"/>
    <p:sldLayoutId id="2147483714" r:id="rId21"/>
    <p:sldLayoutId id="2147483715" r:id="rId22"/>
    <p:sldLayoutId id="2147483716" r:id="rId23"/>
    <p:sldLayoutId id="2147483717" r:id="rId24"/>
    <p:sldLayoutId id="2147483718" r:id="rId25"/>
    <p:sldLayoutId id="2147483719" r:id="rId26"/>
    <p:sldLayoutId id="2147483720" r:id="rId27"/>
    <p:sldLayoutId id="2147483721" r:id="rId28"/>
    <p:sldLayoutId id="2147483722" r:id="rId29"/>
    <p:sldLayoutId id="2147483723" r:id="rId30"/>
    <p:sldLayoutId id="2147483724" r:id="rId31"/>
    <p:sldLayoutId id="2147483725" r:id="rId32"/>
    <p:sldLayoutId id="2147483726" r:id="rId33"/>
  </p:sldLayoutIdLst>
  <mc:AlternateContent>
    <mc:Choice Requires="p14">
      <p:transition p14:dur="200">
        <p:push/>
      </p:transition>
    </mc:Choice>
    <mc:Fallback>
      <p:transition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4" name="Shape 1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5" name="Google Shape;1575;p83"/>
          <p:cNvSpPr txBox="1"/>
          <p:nvPr>
            <p:ph type="title"/>
          </p:nvPr>
        </p:nvSpPr>
        <p:spPr>
          <a:xfrm>
            <a:off x="716550" y="1928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88620" lvl="0" marL="457200" rtl="0" algn="ctr">
              <a:spcBef>
                <a:spcPts val="0"/>
              </a:spcBef>
              <a:spcAft>
                <a:spcPts val="0"/>
              </a:spcAft>
              <a:buSzPct val="100000"/>
              <a:buAutoNum type="romanUcPeriod"/>
            </a:pPr>
            <a:r>
              <a:rPr lang="en-GB"/>
              <a:t>Learning the Go Code</a:t>
            </a:r>
            <a:endParaRPr/>
          </a:p>
        </p:txBody>
      </p:sp>
      <p:sp>
        <p:nvSpPr>
          <p:cNvPr id="1576" name="Google Shape;1576;p83"/>
          <p:cNvSpPr txBox="1"/>
          <p:nvPr/>
        </p:nvSpPr>
        <p:spPr>
          <a:xfrm>
            <a:off x="636125" y="2394750"/>
            <a:ext cx="5229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lt1"/>
                </a:solidFill>
                <a:latin typeface="Sansita"/>
                <a:ea typeface="Sansita"/>
                <a:cs typeface="Sansita"/>
                <a:sym typeface="Sansita"/>
              </a:rPr>
              <a:t>0</a:t>
            </a:r>
            <a:endParaRPr sz="2100">
              <a:solidFill>
                <a:schemeClr val="lt1"/>
              </a:solidFill>
            </a:endParaRPr>
          </a:p>
        </p:txBody>
      </p:sp>
      <p:grpSp>
        <p:nvGrpSpPr>
          <p:cNvPr id="1577" name="Google Shape;1577;p83"/>
          <p:cNvGrpSpPr/>
          <p:nvPr/>
        </p:nvGrpSpPr>
        <p:grpSpPr>
          <a:xfrm>
            <a:off x="7611658" y="3861218"/>
            <a:ext cx="1221347" cy="1040088"/>
            <a:chOff x="5065897" y="1460693"/>
            <a:chExt cx="2687232" cy="2682712"/>
          </a:xfrm>
        </p:grpSpPr>
        <p:sp>
          <p:nvSpPr>
            <p:cNvPr id="1578" name="Google Shape;1578;p83"/>
            <p:cNvSpPr/>
            <p:nvPr/>
          </p:nvSpPr>
          <p:spPr>
            <a:xfrm flipH="1">
              <a:off x="5065903" y="3460300"/>
              <a:ext cx="623700" cy="97200"/>
            </a:xfrm>
            <a:prstGeom prst="ellipse">
              <a:avLst/>
            </a:prstGeom>
            <a:solidFill>
              <a:srgbClr val="033342">
                <a:alpha val="29750"/>
              </a:srgbClr>
            </a:solidFill>
            <a:ln>
              <a:noFill/>
            </a:ln>
          </p:spPr>
          <p:txBody>
            <a:bodyPr anchorCtr="0" anchor="ctr" bIns="55275" lIns="55275" spcFirstLastPara="1" rIns="55275" wrap="square" tIns="55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9" name="Google Shape;1579;p83"/>
            <p:cNvSpPr/>
            <p:nvPr/>
          </p:nvSpPr>
          <p:spPr>
            <a:xfrm flipH="1">
              <a:off x="6745175" y="4003825"/>
              <a:ext cx="543000" cy="139500"/>
            </a:xfrm>
            <a:prstGeom prst="ellipse">
              <a:avLst/>
            </a:prstGeom>
            <a:solidFill>
              <a:srgbClr val="033342">
                <a:alpha val="29750"/>
              </a:srgbClr>
            </a:solidFill>
            <a:ln>
              <a:noFill/>
            </a:ln>
          </p:spPr>
          <p:txBody>
            <a:bodyPr anchorCtr="0" anchor="ctr" bIns="55275" lIns="55275" spcFirstLastPara="1" rIns="55275" wrap="square" tIns="55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80" name="Google Shape;1580;p83"/>
            <p:cNvGrpSpPr/>
            <p:nvPr/>
          </p:nvGrpSpPr>
          <p:grpSpPr>
            <a:xfrm>
              <a:off x="5065897" y="1460693"/>
              <a:ext cx="2687232" cy="2682712"/>
              <a:chOff x="9025495" y="5393707"/>
              <a:chExt cx="1288840" cy="1286673"/>
            </a:xfrm>
          </p:grpSpPr>
          <p:sp>
            <p:nvSpPr>
              <p:cNvPr id="1581" name="Google Shape;1581;p83"/>
              <p:cNvSpPr/>
              <p:nvPr/>
            </p:nvSpPr>
            <p:spPr>
              <a:xfrm>
                <a:off x="9025495" y="5591407"/>
                <a:ext cx="1288840" cy="1088973"/>
              </a:xfrm>
              <a:custGeom>
                <a:rect b="b" l="l" r="r" t="t"/>
                <a:pathLst>
                  <a:path extrusionOk="0" h="24115" w="28541">
                    <a:moveTo>
                      <a:pt x="6871" y="1"/>
                    </a:moveTo>
                    <a:cubicBezTo>
                      <a:pt x="6061" y="1"/>
                      <a:pt x="5311" y="445"/>
                      <a:pt x="5311" y="445"/>
                    </a:cubicBezTo>
                    <a:cubicBezTo>
                      <a:pt x="5168" y="7791"/>
                      <a:pt x="72" y="13696"/>
                      <a:pt x="72" y="13696"/>
                    </a:cubicBezTo>
                    <a:cubicBezTo>
                      <a:pt x="1" y="16173"/>
                      <a:pt x="1811" y="16804"/>
                      <a:pt x="1811" y="16804"/>
                    </a:cubicBezTo>
                    <a:cubicBezTo>
                      <a:pt x="10181" y="17911"/>
                      <a:pt x="23623" y="24114"/>
                      <a:pt x="23623" y="24114"/>
                    </a:cubicBezTo>
                    <a:cubicBezTo>
                      <a:pt x="23623" y="24114"/>
                      <a:pt x="23587" y="15804"/>
                      <a:pt x="28540" y="7505"/>
                    </a:cubicBezTo>
                    <a:cubicBezTo>
                      <a:pt x="28540" y="7505"/>
                      <a:pt x="27979" y="5247"/>
                      <a:pt x="26259" y="5247"/>
                    </a:cubicBezTo>
                    <a:cubicBezTo>
                      <a:pt x="25766" y="5247"/>
                      <a:pt x="25178" y="5432"/>
                      <a:pt x="24480" y="5910"/>
                    </a:cubicBezTo>
                    <a:cubicBezTo>
                      <a:pt x="24480" y="5910"/>
                      <a:pt x="24492" y="6076"/>
                      <a:pt x="24504" y="6374"/>
                    </a:cubicBezTo>
                    <a:cubicBezTo>
                      <a:pt x="24480" y="6374"/>
                      <a:pt x="24456" y="6374"/>
                      <a:pt x="24433" y="6374"/>
                    </a:cubicBezTo>
                    <a:cubicBezTo>
                      <a:pt x="15358" y="6374"/>
                      <a:pt x="10521" y="4108"/>
                      <a:pt x="8442" y="2778"/>
                    </a:cubicBezTo>
                    <a:cubicBezTo>
                      <a:pt x="8669" y="2481"/>
                      <a:pt x="8800" y="2326"/>
                      <a:pt x="8800" y="2326"/>
                    </a:cubicBezTo>
                    <a:cubicBezTo>
                      <a:pt x="8583" y="462"/>
                      <a:pt x="7696" y="1"/>
                      <a:pt x="6871" y="1"/>
                    </a:cubicBezTo>
                    <a:close/>
                  </a:path>
                </a:pathLst>
              </a:custGeom>
              <a:solidFill>
                <a:srgbClr val="FFD076"/>
              </a:solidFill>
              <a:ln>
                <a:noFill/>
              </a:ln>
            </p:spPr>
            <p:txBody>
              <a:bodyPr anchorCtr="0" anchor="ctr" bIns="55275" lIns="55275" spcFirstLastPara="1" rIns="55275" wrap="square" tIns="55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2" name="Google Shape;1582;p83"/>
              <p:cNvSpPr/>
              <p:nvPr/>
            </p:nvSpPr>
            <p:spPr>
              <a:xfrm>
                <a:off x="9204003" y="5838373"/>
                <a:ext cx="865127" cy="704367"/>
              </a:xfrm>
              <a:custGeom>
                <a:rect b="b" l="l" r="r" t="t"/>
                <a:pathLst>
                  <a:path extrusionOk="0" h="15598" w="19158">
                    <a:moveTo>
                      <a:pt x="8538" y="0"/>
                    </a:moveTo>
                    <a:lnTo>
                      <a:pt x="3632" y="2238"/>
                    </a:lnTo>
                    <a:lnTo>
                      <a:pt x="882" y="4751"/>
                    </a:lnTo>
                    <a:cubicBezTo>
                      <a:pt x="418" y="6417"/>
                      <a:pt x="72" y="8311"/>
                      <a:pt x="1" y="10418"/>
                    </a:cubicBezTo>
                    <a:cubicBezTo>
                      <a:pt x="560" y="10454"/>
                      <a:pt x="1656" y="10561"/>
                      <a:pt x="3156" y="10859"/>
                    </a:cubicBezTo>
                    <a:lnTo>
                      <a:pt x="4847" y="10513"/>
                    </a:lnTo>
                    <a:lnTo>
                      <a:pt x="9216" y="12621"/>
                    </a:lnTo>
                    <a:cubicBezTo>
                      <a:pt x="11157" y="13347"/>
                      <a:pt x="13300" y="14311"/>
                      <a:pt x="15586" y="15597"/>
                    </a:cubicBezTo>
                    <a:cubicBezTo>
                      <a:pt x="16015" y="15121"/>
                      <a:pt x="16408" y="14633"/>
                      <a:pt x="16765" y="14133"/>
                    </a:cubicBezTo>
                    <a:lnTo>
                      <a:pt x="19158" y="5632"/>
                    </a:lnTo>
                    <a:lnTo>
                      <a:pt x="18277" y="1595"/>
                    </a:lnTo>
                    <a:cubicBezTo>
                      <a:pt x="18038" y="1602"/>
                      <a:pt x="17801" y="1605"/>
                      <a:pt x="17566" y="1605"/>
                    </a:cubicBezTo>
                    <a:cubicBezTo>
                      <a:pt x="13988" y="1605"/>
                      <a:pt x="10906" y="860"/>
                      <a:pt x="8538" y="0"/>
                    </a:cubicBezTo>
                    <a:close/>
                  </a:path>
                </a:pathLst>
              </a:custGeom>
              <a:solidFill>
                <a:srgbClr val="6BC0CE"/>
              </a:solidFill>
              <a:ln>
                <a:noFill/>
              </a:ln>
            </p:spPr>
            <p:txBody>
              <a:bodyPr anchorCtr="0" anchor="ctr" bIns="55275" lIns="55275" spcFirstLastPara="1" rIns="55275" wrap="square" tIns="55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3" name="Google Shape;1583;p83"/>
              <p:cNvSpPr/>
              <p:nvPr/>
            </p:nvSpPr>
            <p:spPr>
              <a:xfrm>
                <a:off x="9243787" y="5742639"/>
                <a:ext cx="345771" cy="504906"/>
              </a:xfrm>
              <a:custGeom>
                <a:rect b="b" l="l" r="r" t="t"/>
                <a:pathLst>
                  <a:path extrusionOk="0" h="11181" w="7657">
                    <a:moveTo>
                      <a:pt x="3192" y="1"/>
                    </a:moveTo>
                    <a:cubicBezTo>
                      <a:pt x="2323" y="1251"/>
                      <a:pt x="918" y="3608"/>
                      <a:pt x="1" y="6871"/>
                    </a:cubicBezTo>
                    <a:cubicBezTo>
                      <a:pt x="406" y="7502"/>
                      <a:pt x="560" y="8228"/>
                      <a:pt x="703" y="9026"/>
                    </a:cubicBezTo>
                    <a:cubicBezTo>
                      <a:pt x="869" y="9875"/>
                      <a:pt x="1303" y="11181"/>
                      <a:pt x="2388" y="11181"/>
                    </a:cubicBezTo>
                    <a:cubicBezTo>
                      <a:pt x="2398" y="11181"/>
                      <a:pt x="2408" y="11181"/>
                      <a:pt x="2418" y="11181"/>
                    </a:cubicBezTo>
                    <a:cubicBezTo>
                      <a:pt x="3549" y="11121"/>
                      <a:pt x="3692" y="9550"/>
                      <a:pt x="3835" y="8716"/>
                    </a:cubicBezTo>
                    <a:cubicBezTo>
                      <a:pt x="3966" y="7918"/>
                      <a:pt x="4156" y="6037"/>
                      <a:pt x="5132" y="5751"/>
                    </a:cubicBezTo>
                    <a:cubicBezTo>
                      <a:pt x="5202" y="5731"/>
                      <a:pt x="5267" y="5721"/>
                      <a:pt x="5328" y="5721"/>
                    </a:cubicBezTo>
                    <a:cubicBezTo>
                      <a:pt x="5890" y="5721"/>
                      <a:pt x="6087" y="6550"/>
                      <a:pt x="6216" y="7002"/>
                    </a:cubicBezTo>
                    <a:cubicBezTo>
                      <a:pt x="6300" y="7329"/>
                      <a:pt x="6436" y="7928"/>
                      <a:pt x="6772" y="7928"/>
                    </a:cubicBezTo>
                    <a:cubicBezTo>
                      <a:pt x="6865" y="7928"/>
                      <a:pt x="6972" y="7883"/>
                      <a:pt x="7097" y="7775"/>
                    </a:cubicBezTo>
                    <a:cubicBezTo>
                      <a:pt x="7621" y="7311"/>
                      <a:pt x="7395" y="6085"/>
                      <a:pt x="7145" y="5537"/>
                    </a:cubicBezTo>
                    <a:cubicBezTo>
                      <a:pt x="6787" y="4847"/>
                      <a:pt x="5990" y="3977"/>
                      <a:pt x="6537" y="3156"/>
                    </a:cubicBezTo>
                    <a:cubicBezTo>
                      <a:pt x="6823" y="2727"/>
                      <a:pt x="7216" y="2382"/>
                      <a:pt x="7657" y="2120"/>
                    </a:cubicBezTo>
                    <a:cubicBezTo>
                      <a:pt x="5537" y="1358"/>
                      <a:pt x="3989" y="501"/>
                      <a:pt x="3192" y="1"/>
                    </a:cubicBezTo>
                    <a:close/>
                  </a:path>
                </a:pathLst>
              </a:custGeom>
              <a:solidFill>
                <a:srgbClr val="007725"/>
              </a:solidFill>
              <a:ln>
                <a:noFill/>
              </a:ln>
            </p:spPr>
            <p:txBody>
              <a:bodyPr anchorCtr="0" anchor="ctr" bIns="55275" lIns="55275" spcFirstLastPara="1" rIns="55275" wrap="square" tIns="55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4" name="Google Shape;1584;p83"/>
              <p:cNvSpPr/>
              <p:nvPr/>
            </p:nvSpPr>
            <p:spPr>
              <a:xfrm>
                <a:off x="9736816" y="5902858"/>
                <a:ext cx="397928" cy="573726"/>
              </a:xfrm>
              <a:custGeom>
                <a:rect b="b" l="l" r="r" t="t"/>
                <a:pathLst>
                  <a:path extrusionOk="0" h="12705" w="8812">
                    <a:moveTo>
                      <a:pt x="8764" y="1"/>
                    </a:moveTo>
                    <a:lnTo>
                      <a:pt x="8764" y="1"/>
                    </a:lnTo>
                    <a:cubicBezTo>
                      <a:pt x="7990" y="96"/>
                      <a:pt x="7216" y="144"/>
                      <a:pt x="6478" y="167"/>
                    </a:cubicBezTo>
                    <a:cubicBezTo>
                      <a:pt x="6228" y="965"/>
                      <a:pt x="5811" y="1489"/>
                      <a:pt x="4954" y="1656"/>
                    </a:cubicBezTo>
                    <a:cubicBezTo>
                      <a:pt x="4800" y="1686"/>
                      <a:pt x="4642" y="1698"/>
                      <a:pt x="4481" y="1698"/>
                    </a:cubicBezTo>
                    <a:cubicBezTo>
                      <a:pt x="3777" y="1698"/>
                      <a:pt x="3020" y="1462"/>
                      <a:pt x="2316" y="1462"/>
                    </a:cubicBezTo>
                    <a:cubicBezTo>
                      <a:pt x="1852" y="1462"/>
                      <a:pt x="1412" y="1565"/>
                      <a:pt x="1025" y="1906"/>
                    </a:cubicBezTo>
                    <a:cubicBezTo>
                      <a:pt x="1" y="2846"/>
                      <a:pt x="906" y="4835"/>
                      <a:pt x="1989" y="5335"/>
                    </a:cubicBezTo>
                    <a:cubicBezTo>
                      <a:pt x="2209" y="5428"/>
                      <a:pt x="2528" y="5502"/>
                      <a:pt x="2830" y="5502"/>
                    </a:cubicBezTo>
                    <a:cubicBezTo>
                      <a:pt x="3069" y="5502"/>
                      <a:pt x="3296" y="5456"/>
                      <a:pt x="3454" y="5335"/>
                    </a:cubicBezTo>
                    <a:cubicBezTo>
                      <a:pt x="3906" y="4918"/>
                      <a:pt x="3430" y="4585"/>
                      <a:pt x="3347" y="4168"/>
                    </a:cubicBezTo>
                    <a:cubicBezTo>
                      <a:pt x="3274" y="3757"/>
                      <a:pt x="3592" y="3616"/>
                      <a:pt x="4013" y="3616"/>
                    </a:cubicBezTo>
                    <a:cubicBezTo>
                      <a:pt x="4556" y="3616"/>
                      <a:pt x="5269" y="3849"/>
                      <a:pt x="5537" y="4037"/>
                    </a:cubicBezTo>
                    <a:cubicBezTo>
                      <a:pt x="6418" y="4704"/>
                      <a:pt x="5871" y="6002"/>
                      <a:pt x="5097" y="6442"/>
                    </a:cubicBezTo>
                    <a:cubicBezTo>
                      <a:pt x="4097" y="7002"/>
                      <a:pt x="3049" y="6692"/>
                      <a:pt x="2049" y="7025"/>
                    </a:cubicBezTo>
                    <a:cubicBezTo>
                      <a:pt x="584" y="7490"/>
                      <a:pt x="1323" y="9383"/>
                      <a:pt x="2156" y="10097"/>
                    </a:cubicBezTo>
                    <a:cubicBezTo>
                      <a:pt x="2418" y="10347"/>
                      <a:pt x="2784" y="10493"/>
                      <a:pt x="3137" y="10493"/>
                    </a:cubicBezTo>
                    <a:cubicBezTo>
                      <a:pt x="3489" y="10493"/>
                      <a:pt x="3829" y="10347"/>
                      <a:pt x="4037" y="10014"/>
                    </a:cubicBezTo>
                    <a:cubicBezTo>
                      <a:pt x="4305" y="9582"/>
                      <a:pt x="4172" y="8784"/>
                      <a:pt x="4708" y="8784"/>
                    </a:cubicBezTo>
                    <a:cubicBezTo>
                      <a:pt x="4792" y="8784"/>
                      <a:pt x="4893" y="8804"/>
                      <a:pt x="5013" y="8847"/>
                    </a:cubicBezTo>
                    <a:cubicBezTo>
                      <a:pt x="5978" y="9216"/>
                      <a:pt x="4930" y="10323"/>
                      <a:pt x="4728" y="10907"/>
                    </a:cubicBezTo>
                    <a:cubicBezTo>
                      <a:pt x="4478" y="11657"/>
                      <a:pt x="4609" y="12252"/>
                      <a:pt x="4966" y="12705"/>
                    </a:cubicBezTo>
                    <a:cubicBezTo>
                      <a:pt x="8514" y="7823"/>
                      <a:pt x="8812" y="2227"/>
                      <a:pt x="8764" y="1"/>
                    </a:cubicBezTo>
                    <a:close/>
                  </a:path>
                </a:pathLst>
              </a:custGeom>
              <a:solidFill>
                <a:srgbClr val="007725"/>
              </a:solidFill>
              <a:ln>
                <a:noFill/>
              </a:ln>
            </p:spPr>
            <p:txBody>
              <a:bodyPr anchorCtr="0" anchor="ctr" bIns="55275" lIns="55275" spcFirstLastPara="1" rIns="55275" wrap="square" tIns="55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5" name="Google Shape;1585;p83"/>
              <p:cNvSpPr/>
              <p:nvPr/>
            </p:nvSpPr>
            <p:spPr>
              <a:xfrm>
                <a:off x="9346475" y="6235533"/>
                <a:ext cx="379097" cy="172773"/>
              </a:xfrm>
              <a:custGeom>
                <a:rect b="b" l="l" r="r" t="t"/>
                <a:pathLst>
                  <a:path extrusionOk="0" h="3826" w="8395">
                    <a:moveTo>
                      <a:pt x="6358" y="1"/>
                    </a:moveTo>
                    <a:cubicBezTo>
                      <a:pt x="6293" y="1"/>
                      <a:pt x="6234" y="6"/>
                      <a:pt x="6180" y="16"/>
                    </a:cubicBezTo>
                    <a:cubicBezTo>
                      <a:pt x="5168" y="232"/>
                      <a:pt x="4699" y="1860"/>
                      <a:pt x="3549" y="1860"/>
                    </a:cubicBezTo>
                    <a:cubicBezTo>
                      <a:pt x="3495" y="1860"/>
                      <a:pt x="3439" y="1857"/>
                      <a:pt x="3382" y="1849"/>
                    </a:cubicBezTo>
                    <a:cubicBezTo>
                      <a:pt x="2530" y="1727"/>
                      <a:pt x="2767" y="567"/>
                      <a:pt x="2052" y="567"/>
                    </a:cubicBezTo>
                    <a:cubicBezTo>
                      <a:pt x="1928" y="567"/>
                      <a:pt x="1776" y="602"/>
                      <a:pt x="1585" y="682"/>
                    </a:cubicBezTo>
                    <a:cubicBezTo>
                      <a:pt x="1299" y="813"/>
                      <a:pt x="608" y="1552"/>
                      <a:pt x="1" y="2075"/>
                    </a:cubicBezTo>
                    <a:cubicBezTo>
                      <a:pt x="1608" y="2397"/>
                      <a:pt x="3668" y="2933"/>
                      <a:pt x="6061" y="3826"/>
                    </a:cubicBezTo>
                    <a:cubicBezTo>
                      <a:pt x="6895" y="3385"/>
                      <a:pt x="7728" y="2861"/>
                      <a:pt x="8085" y="2147"/>
                    </a:cubicBezTo>
                    <a:cubicBezTo>
                      <a:pt x="8335" y="1599"/>
                      <a:pt x="8395" y="873"/>
                      <a:pt x="7871" y="468"/>
                    </a:cubicBezTo>
                    <a:cubicBezTo>
                      <a:pt x="7547" y="248"/>
                      <a:pt x="6826" y="1"/>
                      <a:pt x="6358" y="1"/>
                    </a:cubicBezTo>
                    <a:close/>
                  </a:path>
                </a:pathLst>
              </a:custGeom>
              <a:solidFill>
                <a:srgbClr val="007725"/>
              </a:solidFill>
              <a:ln>
                <a:noFill/>
              </a:ln>
            </p:spPr>
            <p:txBody>
              <a:bodyPr anchorCtr="0" anchor="ctr" bIns="55275" lIns="55275" spcFirstLastPara="1" rIns="55275" wrap="square" tIns="55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6" name="Google Shape;1586;p83"/>
              <p:cNvSpPr/>
              <p:nvPr/>
            </p:nvSpPr>
            <p:spPr>
              <a:xfrm>
                <a:off x="9212086" y="5801795"/>
                <a:ext cx="919452" cy="687162"/>
              </a:xfrm>
              <a:custGeom>
                <a:rect b="b" l="l" r="r" t="t"/>
                <a:pathLst>
                  <a:path extrusionOk="0" h="15217" w="20361">
                    <a:moveTo>
                      <a:pt x="6287" y="2060"/>
                    </a:moveTo>
                    <a:cubicBezTo>
                      <a:pt x="6692" y="2239"/>
                      <a:pt x="7120" y="2429"/>
                      <a:pt x="7585" y="2608"/>
                    </a:cubicBezTo>
                    <a:cubicBezTo>
                      <a:pt x="8525" y="2977"/>
                      <a:pt x="9680" y="3346"/>
                      <a:pt x="11014" y="3644"/>
                    </a:cubicBezTo>
                    <a:lnTo>
                      <a:pt x="9942" y="6870"/>
                    </a:lnTo>
                    <a:lnTo>
                      <a:pt x="4572" y="5406"/>
                    </a:lnTo>
                    <a:cubicBezTo>
                      <a:pt x="4942" y="4275"/>
                      <a:pt x="5489" y="3120"/>
                      <a:pt x="6287" y="2060"/>
                    </a:cubicBezTo>
                    <a:close/>
                    <a:moveTo>
                      <a:pt x="11121" y="3668"/>
                    </a:moveTo>
                    <a:cubicBezTo>
                      <a:pt x="12681" y="4001"/>
                      <a:pt x="14490" y="4239"/>
                      <a:pt x="16514" y="4239"/>
                    </a:cubicBezTo>
                    <a:lnTo>
                      <a:pt x="16872" y="4239"/>
                    </a:lnTo>
                    <a:cubicBezTo>
                      <a:pt x="16776" y="5668"/>
                      <a:pt x="16443" y="7144"/>
                      <a:pt x="16014" y="8525"/>
                    </a:cubicBezTo>
                    <a:lnTo>
                      <a:pt x="10049" y="6894"/>
                    </a:lnTo>
                    <a:lnTo>
                      <a:pt x="11121" y="3668"/>
                    </a:lnTo>
                    <a:close/>
                    <a:moveTo>
                      <a:pt x="4537" y="5513"/>
                    </a:moveTo>
                    <a:lnTo>
                      <a:pt x="9906" y="6977"/>
                    </a:lnTo>
                    <a:lnTo>
                      <a:pt x="8656" y="10728"/>
                    </a:lnTo>
                    <a:cubicBezTo>
                      <a:pt x="6858" y="10156"/>
                      <a:pt x="5227" y="9764"/>
                      <a:pt x="3882" y="9490"/>
                    </a:cubicBezTo>
                    <a:cubicBezTo>
                      <a:pt x="3918" y="8370"/>
                      <a:pt x="4084" y="6966"/>
                      <a:pt x="4537" y="5513"/>
                    </a:cubicBezTo>
                    <a:close/>
                    <a:moveTo>
                      <a:pt x="10014" y="7001"/>
                    </a:moveTo>
                    <a:lnTo>
                      <a:pt x="15979" y="8632"/>
                    </a:lnTo>
                    <a:cubicBezTo>
                      <a:pt x="15455" y="10287"/>
                      <a:pt x="14788" y="11811"/>
                      <a:pt x="14228" y="12966"/>
                    </a:cubicBezTo>
                    <a:cubicBezTo>
                      <a:pt x="12323" y="12038"/>
                      <a:pt x="10466" y="11323"/>
                      <a:pt x="8763" y="10764"/>
                    </a:cubicBezTo>
                    <a:lnTo>
                      <a:pt x="10014" y="7001"/>
                    </a:lnTo>
                    <a:close/>
                    <a:moveTo>
                      <a:pt x="3060" y="0"/>
                    </a:moveTo>
                    <a:lnTo>
                      <a:pt x="2989" y="84"/>
                    </a:lnTo>
                    <a:cubicBezTo>
                      <a:pt x="3001" y="96"/>
                      <a:pt x="4132" y="1036"/>
                      <a:pt x="6192" y="2013"/>
                    </a:cubicBezTo>
                    <a:cubicBezTo>
                      <a:pt x="5382" y="3072"/>
                      <a:pt x="4834" y="4239"/>
                      <a:pt x="4465" y="5370"/>
                    </a:cubicBezTo>
                    <a:lnTo>
                      <a:pt x="1048" y="4441"/>
                    </a:lnTo>
                    <a:lnTo>
                      <a:pt x="1012" y="4549"/>
                    </a:lnTo>
                    <a:lnTo>
                      <a:pt x="4430" y="5477"/>
                    </a:lnTo>
                    <a:cubicBezTo>
                      <a:pt x="3977" y="6930"/>
                      <a:pt x="3810" y="8347"/>
                      <a:pt x="3775" y="9466"/>
                    </a:cubicBezTo>
                    <a:cubicBezTo>
                      <a:pt x="1489" y="9013"/>
                      <a:pt x="36" y="8930"/>
                      <a:pt x="0" y="8930"/>
                    </a:cubicBezTo>
                    <a:lnTo>
                      <a:pt x="0" y="9037"/>
                    </a:lnTo>
                    <a:cubicBezTo>
                      <a:pt x="36" y="9037"/>
                      <a:pt x="1489" y="9132"/>
                      <a:pt x="3775" y="9573"/>
                    </a:cubicBezTo>
                    <a:cubicBezTo>
                      <a:pt x="3727" y="10942"/>
                      <a:pt x="3870" y="11859"/>
                      <a:pt x="3882" y="11883"/>
                    </a:cubicBezTo>
                    <a:lnTo>
                      <a:pt x="3989" y="11871"/>
                    </a:lnTo>
                    <a:cubicBezTo>
                      <a:pt x="3977" y="11847"/>
                      <a:pt x="3846" y="10942"/>
                      <a:pt x="3882" y="9597"/>
                    </a:cubicBezTo>
                    <a:lnTo>
                      <a:pt x="3882" y="9597"/>
                    </a:lnTo>
                    <a:cubicBezTo>
                      <a:pt x="5227" y="9871"/>
                      <a:pt x="6835" y="10264"/>
                      <a:pt x="8621" y="10835"/>
                    </a:cubicBezTo>
                    <a:lnTo>
                      <a:pt x="7930" y="12907"/>
                    </a:lnTo>
                    <a:lnTo>
                      <a:pt x="8037" y="12942"/>
                    </a:lnTo>
                    <a:lnTo>
                      <a:pt x="8728" y="10871"/>
                    </a:lnTo>
                    <a:cubicBezTo>
                      <a:pt x="10430" y="11418"/>
                      <a:pt x="12276" y="12133"/>
                      <a:pt x="14169" y="13062"/>
                    </a:cubicBezTo>
                    <a:cubicBezTo>
                      <a:pt x="13550" y="14336"/>
                      <a:pt x="13062" y="15133"/>
                      <a:pt x="13050" y="15157"/>
                    </a:cubicBezTo>
                    <a:lnTo>
                      <a:pt x="13145" y="15217"/>
                    </a:lnTo>
                    <a:cubicBezTo>
                      <a:pt x="13157" y="15193"/>
                      <a:pt x="13645" y="14383"/>
                      <a:pt x="14276" y="13109"/>
                    </a:cubicBezTo>
                    <a:cubicBezTo>
                      <a:pt x="15133" y="13538"/>
                      <a:pt x="16014" y="14014"/>
                      <a:pt x="16883" y="14526"/>
                    </a:cubicBezTo>
                    <a:lnTo>
                      <a:pt x="16943" y="14431"/>
                    </a:lnTo>
                    <a:cubicBezTo>
                      <a:pt x="16062" y="13919"/>
                      <a:pt x="15193" y="13443"/>
                      <a:pt x="14324" y="13014"/>
                    </a:cubicBezTo>
                    <a:cubicBezTo>
                      <a:pt x="14895" y="11847"/>
                      <a:pt x="15562" y="10323"/>
                      <a:pt x="16086" y="8656"/>
                    </a:cubicBezTo>
                    <a:lnTo>
                      <a:pt x="19300" y="9525"/>
                    </a:lnTo>
                    <a:lnTo>
                      <a:pt x="19324" y="9418"/>
                    </a:lnTo>
                    <a:lnTo>
                      <a:pt x="16121" y="8549"/>
                    </a:lnTo>
                    <a:cubicBezTo>
                      <a:pt x="16550" y="7168"/>
                      <a:pt x="16895" y="5680"/>
                      <a:pt x="16991" y="4239"/>
                    </a:cubicBezTo>
                    <a:cubicBezTo>
                      <a:pt x="18050" y="4215"/>
                      <a:pt x="19181" y="4132"/>
                      <a:pt x="20360" y="3965"/>
                    </a:cubicBezTo>
                    <a:lnTo>
                      <a:pt x="20348" y="3858"/>
                    </a:lnTo>
                    <a:cubicBezTo>
                      <a:pt x="19169" y="4025"/>
                      <a:pt x="18050" y="4096"/>
                      <a:pt x="16991" y="4120"/>
                    </a:cubicBezTo>
                    <a:cubicBezTo>
                      <a:pt x="17026" y="3537"/>
                      <a:pt x="17026" y="2965"/>
                      <a:pt x="16967" y="2405"/>
                    </a:cubicBezTo>
                    <a:lnTo>
                      <a:pt x="16860" y="2417"/>
                    </a:lnTo>
                    <a:cubicBezTo>
                      <a:pt x="16907" y="2965"/>
                      <a:pt x="16919" y="3537"/>
                      <a:pt x="16883" y="4120"/>
                    </a:cubicBezTo>
                    <a:cubicBezTo>
                      <a:pt x="16739" y="4122"/>
                      <a:pt x="16597" y="4124"/>
                      <a:pt x="16455" y="4124"/>
                    </a:cubicBezTo>
                    <a:cubicBezTo>
                      <a:pt x="14463" y="4124"/>
                      <a:pt x="12690" y="3894"/>
                      <a:pt x="11157" y="3560"/>
                    </a:cubicBezTo>
                    <a:lnTo>
                      <a:pt x="11740" y="1798"/>
                    </a:lnTo>
                    <a:lnTo>
                      <a:pt x="11633" y="1763"/>
                    </a:lnTo>
                    <a:lnTo>
                      <a:pt x="11049" y="3537"/>
                    </a:lnTo>
                    <a:cubicBezTo>
                      <a:pt x="9716" y="3239"/>
                      <a:pt x="8573" y="2870"/>
                      <a:pt x="7632" y="2501"/>
                    </a:cubicBezTo>
                    <a:cubicBezTo>
                      <a:pt x="7180" y="2322"/>
                      <a:pt x="6751" y="2144"/>
                      <a:pt x="6358" y="1965"/>
                    </a:cubicBezTo>
                    <a:cubicBezTo>
                      <a:pt x="6739" y="1477"/>
                      <a:pt x="7180" y="1012"/>
                      <a:pt x="7680" y="572"/>
                    </a:cubicBezTo>
                    <a:lnTo>
                      <a:pt x="7609" y="489"/>
                    </a:lnTo>
                    <a:cubicBezTo>
                      <a:pt x="7097" y="941"/>
                      <a:pt x="6644" y="1417"/>
                      <a:pt x="6263" y="1917"/>
                    </a:cubicBezTo>
                    <a:cubicBezTo>
                      <a:pt x="4203" y="953"/>
                      <a:pt x="3072" y="12"/>
                      <a:pt x="3060" y="0"/>
                    </a:cubicBezTo>
                    <a:close/>
                  </a:path>
                </a:pathLst>
              </a:custGeom>
              <a:solidFill>
                <a:srgbClr val="033342"/>
              </a:solidFill>
              <a:ln>
                <a:noFill/>
              </a:ln>
            </p:spPr>
            <p:txBody>
              <a:bodyPr anchorCtr="0" anchor="ctr" bIns="55275" lIns="55275" spcFirstLastPara="1" rIns="55275" wrap="square" tIns="55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7" name="Google Shape;1587;p83"/>
              <p:cNvSpPr/>
              <p:nvPr/>
            </p:nvSpPr>
            <p:spPr>
              <a:xfrm>
                <a:off x="9201338" y="5694817"/>
                <a:ext cx="223710" cy="620464"/>
              </a:xfrm>
              <a:custGeom>
                <a:rect b="b" l="l" r="r" t="t"/>
                <a:pathLst>
                  <a:path extrusionOk="0" h="13740" w="4954">
                    <a:moveTo>
                      <a:pt x="4870" y="0"/>
                    </a:moveTo>
                    <a:cubicBezTo>
                      <a:pt x="4822" y="60"/>
                      <a:pt x="250" y="5286"/>
                      <a:pt x="0" y="13740"/>
                    </a:cubicBezTo>
                    <a:lnTo>
                      <a:pt x="107" y="13740"/>
                    </a:lnTo>
                    <a:cubicBezTo>
                      <a:pt x="357" y="5334"/>
                      <a:pt x="4906" y="131"/>
                      <a:pt x="4953" y="72"/>
                    </a:cubicBezTo>
                    <a:lnTo>
                      <a:pt x="4870" y="0"/>
                    </a:lnTo>
                    <a:close/>
                  </a:path>
                </a:pathLst>
              </a:custGeom>
              <a:solidFill>
                <a:srgbClr val="033342"/>
              </a:solidFill>
              <a:ln>
                <a:noFill/>
              </a:ln>
            </p:spPr>
            <p:txBody>
              <a:bodyPr anchorCtr="0" anchor="ctr" bIns="55275" lIns="55275" spcFirstLastPara="1" rIns="55275" wrap="square" tIns="55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8" name="Google Shape;1588;p83"/>
              <p:cNvSpPr/>
              <p:nvPr/>
            </p:nvSpPr>
            <p:spPr>
              <a:xfrm>
                <a:off x="9040578" y="6220812"/>
                <a:ext cx="164554" cy="113842"/>
              </a:xfrm>
              <a:custGeom>
                <a:rect b="b" l="l" r="r" t="t"/>
                <a:pathLst>
                  <a:path extrusionOk="0" h="2521" w="3644">
                    <a:moveTo>
                      <a:pt x="1018" y="0"/>
                    </a:moveTo>
                    <a:cubicBezTo>
                      <a:pt x="508" y="0"/>
                      <a:pt x="99" y="70"/>
                      <a:pt x="60" y="80"/>
                    </a:cubicBezTo>
                    <a:lnTo>
                      <a:pt x="0" y="92"/>
                    </a:lnTo>
                    <a:lnTo>
                      <a:pt x="12" y="139"/>
                    </a:lnTo>
                    <a:cubicBezTo>
                      <a:pt x="179" y="1270"/>
                      <a:pt x="608" y="2009"/>
                      <a:pt x="1274" y="2330"/>
                    </a:cubicBezTo>
                    <a:cubicBezTo>
                      <a:pt x="1560" y="2473"/>
                      <a:pt x="1870" y="2520"/>
                      <a:pt x="2155" y="2520"/>
                    </a:cubicBezTo>
                    <a:cubicBezTo>
                      <a:pt x="2929" y="2520"/>
                      <a:pt x="3596" y="2163"/>
                      <a:pt x="3644" y="2139"/>
                    </a:cubicBezTo>
                    <a:lnTo>
                      <a:pt x="3584" y="2044"/>
                    </a:lnTo>
                    <a:cubicBezTo>
                      <a:pt x="3575" y="2044"/>
                      <a:pt x="2903" y="2411"/>
                      <a:pt x="2150" y="2411"/>
                    </a:cubicBezTo>
                    <a:cubicBezTo>
                      <a:pt x="1880" y="2411"/>
                      <a:pt x="1598" y="2364"/>
                      <a:pt x="1334" y="2235"/>
                    </a:cubicBezTo>
                    <a:cubicBezTo>
                      <a:pt x="703" y="1925"/>
                      <a:pt x="298" y="1235"/>
                      <a:pt x="131" y="175"/>
                    </a:cubicBezTo>
                    <a:cubicBezTo>
                      <a:pt x="261" y="157"/>
                      <a:pt x="608" y="113"/>
                      <a:pt x="1023" y="113"/>
                    </a:cubicBezTo>
                    <a:cubicBezTo>
                      <a:pt x="1714" y="113"/>
                      <a:pt x="2591" y="237"/>
                      <a:pt x="2941" y="818"/>
                    </a:cubicBezTo>
                    <a:cubicBezTo>
                      <a:pt x="3144" y="1175"/>
                      <a:pt x="3132" y="1485"/>
                      <a:pt x="2894" y="1687"/>
                    </a:cubicBezTo>
                    <a:cubicBezTo>
                      <a:pt x="2744" y="1816"/>
                      <a:pt x="2516" y="1887"/>
                      <a:pt x="2259" y="1887"/>
                    </a:cubicBezTo>
                    <a:cubicBezTo>
                      <a:pt x="1923" y="1887"/>
                      <a:pt x="1538" y="1766"/>
                      <a:pt x="1215" y="1497"/>
                    </a:cubicBezTo>
                    <a:cubicBezTo>
                      <a:pt x="977" y="1294"/>
                      <a:pt x="869" y="1068"/>
                      <a:pt x="941" y="877"/>
                    </a:cubicBezTo>
                    <a:cubicBezTo>
                      <a:pt x="1012" y="711"/>
                      <a:pt x="1191" y="592"/>
                      <a:pt x="1417" y="592"/>
                    </a:cubicBezTo>
                    <a:cubicBezTo>
                      <a:pt x="1822" y="592"/>
                      <a:pt x="2179" y="925"/>
                      <a:pt x="2382" y="1485"/>
                    </a:cubicBezTo>
                    <a:lnTo>
                      <a:pt x="2489" y="1437"/>
                    </a:lnTo>
                    <a:cubicBezTo>
                      <a:pt x="2263" y="842"/>
                      <a:pt x="1858" y="473"/>
                      <a:pt x="1417" y="473"/>
                    </a:cubicBezTo>
                    <a:cubicBezTo>
                      <a:pt x="1143" y="473"/>
                      <a:pt x="917" y="627"/>
                      <a:pt x="834" y="842"/>
                    </a:cubicBezTo>
                    <a:cubicBezTo>
                      <a:pt x="750" y="1080"/>
                      <a:pt x="858" y="1342"/>
                      <a:pt x="1143" y="1580"/>
                    </a:cubicBezTo>
                    <a:cubicBezTo>
                      <a:pt x="1497" y="1874"/>
                      <a:pt x="1896" y="2000"/>
                      <a:pt x="2248" y="2000"/>
                    </a:cubicBezTo>
                    <a:cubicBezTo>
                      <a:pt x="2537" y="2000"/>
                      <a:pt x="2793" y="1915"/>
                      <a:pt x="2965" y="1770"/>
                    </a:cubicBezTo>
                    <a:cubicBezTo>
                      <a:pt x="3251" y="1532"/>
                      <a:pt x="3275" y="1163"/>
                      <a:pt x="3036" y="770"/>
                    </a:cubicBezTo>
                    <a:cubicBezTo>
                      <a:pt x="2654" y="137"/>
                      <a:pt x="1735" y="0"/>
                      <a:pt x="1018" y="0"/>
                    </a:cubicBezTo>
                    <a:close/>
                  </a:path>
                </a:pathLst>
              </a:custGeom>
              <a:solidFill>
                <a:srgbClr val="033342"/>
              </a:solidFill>
              <a:ln>
                <a:noFill/>
              </a:ln>
            </p:spPr>
            <p:txBody>
              <a:bodyPr anchorCtr="0" anchor="ctr" bIns="55275" lIns="55275" spcFirstLastPara="1" rIns="55275" wrap="square" tIns="55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9" name="Google Shape;1589;p83"/>
              <p:cNvSpPr/>
              <p:nvPr/>
            </p:nvSpPr>
            <p:spPr>
              <a:xfrm>
                <a:off x="9897577" y="5858242"/>
                <a:ext cx="268868" cy="805474"/>
              </a:xfrm>
              <a:custGeom>
                <a:rect b="b" l="l" r="r" t="t"/>
                <a:pathLst>
                  <a:path extrusionOk="0" h="17837" w="5954">
                    <a:moveTo>
                      <a:pt x="5216" y="1"/>
                    </a:moveTo>
                    <a:lnTo>
                      <a:pt x="5109" y="12"/>
                    </a:lnTo>
                    <a:cubicBezTo>
                      <a:pt x="5121" y="96"/>
                      <a:pt x="5954" y="8775"/>
                      <a:pt x="132" y="15181"/>
                    </a:cubicBezTo>
                    <a:lnTo>
                      <a:pt x="1" y="15324"/>
                    </a:lnTo>
                    <a:lnTo>
                      <a:pt x="191" y="15264"/>
                    </a:lnTo>
                    <a:cubicBezTo>
                      <a:pt x="198" y="15264"/>
                      <a:pt x="580" y="15154"/>
                      <a:pt x="1098" y="15154"/>
                    </a:cubicBezTo>
                    <a:cubicBezTo>
                      <a:pt x="1543" y="15154"/>
                      <a:pt x="2089" y="15236"/>
                      <a:pt x="2585" y="15538"/>
                    </a:cubicBezTo>
                    <a:cubicBezTo>
                      <a:pt x="3239" y="15955"/>
                      <a:pt x="3680" y="16669"/>
                      <a:pt x="3870" y="17681"/>
                    </a:cubicBezTo>
                    <a:cubicBezTo>
                      <a:pt x="3335" y="17503"/>
                      <a:pt x="525" y="16550"/>
                      <a:pt x="560" y="15562"/>
                    </a:cubicBezTo>
                    <a:cubicBezTo>
                      <a:pt x="618" y="15554"/>
                      <a:pt x="737" y="15541"/>
                      <a:pt x="894" y="15541"/>
                    </a:cubicBezTo>
                    <a:cubicBezTo>
                      <a:pt x="1453" y="15541"/>
                      <a:pt x="2503" y="15712"/>
                      <a:pt x="3061" y="16919"/>
                    </a:cubicBezTo>
                    <a:lnTo>
                      <a:pt x="1132" y="15991"/>
                    </a:lnTo>
                    <a:lnTo>
                      <a:pt x="1084" y="16098"/>
                    </a:lnTo>
                    <a:lnTo>
                      <a:pt x="3275" y="17157"/>
                    </a:lnTo>
                    <a:lnTo>
                      <a:pt x="3216" y="17015"/>
                    </a:lnTo>
                    <a:cubicBezTo>
                      <a:pt x="2654" y="15635"/>
                      <a:pt x="1513" y="15431"/>
                      <a:pt x="905" y="15431"/>
                    </a:cubicBezTo>
                    <a:cubicBezTo>
                      <a:pt x="662" y="15431"/>
                      <a:pt x="504" y="15463"/>
                      <a:pt x="501" y="15467"/>
                    </a:cubicBezTo>
                    <a:lnTo>
                      <a:pt x="453" y="15467"/>
                    </a:lnTo>
                    <a:lnTo>
                      <a:pt x="453" y="15514"/>
                    </a:lnTo>
                    <a:cubicBezTo>
                      <a:pt x="310" y="16705"/>
                      <a:pt x="3775" y="17765"/>
                      <a:pt x="3930" y="17812"/>
                    </a:cubicBezTo>
                    <a:lnTo>
                      <a:pt x="4013" y="17836"/>
                    </a:lnTo>
                    <a:lnTo>
                      <a:pt x="4001" y="17753"/>
                    </a:lnTo>
                    <a:cubicBezTo>
                      <a:pt x="3811" y="16657"/>
                      <a:pt x="3358" y="15883"/>
                      <a:pt x="2644" y="15443"/>
                    </a:cubicBezTo>
                    <a:cubicBezTo>
                      <a:pt x="2135" y="15129"/>
                      <a:pt x="1569" y="15044"/>
                      <a:pt x="1107" y="15044"/>
                    </a:cubicBezTo>
                    <a:cubicBezTo>
                      <a:pt x="779" y="15044"/>
                      <a:pt x="502" y="15087"/>
                      <a:pt x="334" y="15121"/>
                    </a:cubicBezTo>
                    <a:cubicBezTo>
                      <a:pt x="3311" y="11776"/>
                      <a:pt x="4478" y="7882"/>
                      <a:pt x="4942" y="5180"/>
                    </a:cubicBezTo>
                    <a:cubicBezTo>
                      <a:pt x="5442" y="2215"/>
                      <a:pt x="5216" y="24"/>
                      <a:pt x="5216" y="1"/>
                    </a:cubicBezTo>
                    <a:close/>
                  </a:path>
                </a:pathLst>
              </a:custGeom>
              <a:solidFill>
                <a:srgbClr val="033342"/>
              </a:solidFill>
              <a:ln>
                <a:noFill/>
              </a:ln>
            </p:spPr>
            <p:txBody>
              <a:bodyPr anchorCtr="0" anchor="ctr" bIns="55275" lIns="55275" spcFirstLastPara="1" rIns="55275" wrap="square" tIns="55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0" name="Google Shape;1590;p83"/>
              <p:cNvSpPr/>
              <p:nvPr/>
            </p:nvSpPr>
            <p:spPr>
              <a:xfrm>
                <a:off x="9413172" y="6178138"/>
                <a:ext cx="37119" cy="122648"/>
              </a:xfrm>
              <a:custGeom>
                <a:rect b="b" l="l" r="r" t="t"/>
                <a:pathLst>
                  <a:path extrusionOk="0" h="2716" w="822">
                    <a:moveTo>
                      <a:pt x="274" y="1"/>
                    </a:moveTo>
                    <a:lnTo>
                      <a:pt x="0" y="2715"/>
                    </a:lnTo>
                    <a:lnTo>
                      <a:pt x="822" y="120"/>
                    </a:lnTo>
                    <a:lnTo>
                      <a:pt x="274" y="1"/>
                    </a:lnTo>
                    <a:close/>
                  </a:path>
                </a:pathLst>
              </a:custGeom>
              <a:solidFill>
                <a:srgbClr val="033342"/>
              </a:solidFill>
              <a:ln>
                <a:noFill/>
              </a:ln>
            </p:spPr>
            <p:txBody>
              <a:bodyPr anchorCtr="0" anchor="ctr" bIns="55275" lIns="55275" spcFirstLastPara="1" rIns="55275" wrap="square" tIns="55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1" name="Google Shape;1591;p83"/>
              <p:cNvSpPr/>
              <p:nvPr/>
            </p:nvSpPr>
            <p:spPr>
              <a:xfrm>
                <a:off x="9704574" y="6169016"/>
                <a:ext cx="72071" cy="106797"/>
              </a:xfrm>
              <a:custGeom>
                <a:rect b="b" l="l" r="r" t="t"/>
                <a:pathLst>
                  <a:path extrusionOk="0" h="2365" w="1596">
                    <a:moveTo>
                      <a:pt x="1" y="0"/>
                    </a:moveTo>
                    <a:lnTo>
                      <a:pt x="774" y="2132"/>
                    </a:lnTo>
                    <a:cubicBezTo>
                      <a:pt x="774" y="2132"/>
                      <a:pt x="1105" y="2365"/>
                      <a:pt x="1391" y="2365"/>
                    </a:cubicBezTo>
                    <a:cubicBezTo>
                      <a:pt x="1464" y="2365"/>
                      <a:pt x="1535" y="2349"/>
                      <a:pt x="1596" y="2310"/>
                    </a:cubicBezTo>
                    <a:lnTo>
                      <a:pt x="560" y="0"/>
                    </a:lnTo>
                    <a:close/>
                  </a:path>
                </a:pathLst>
              </a:custGeom>
              <a:solidFill>
                <a:srgbClr val="033342"/>
              </a:solidFill>
              <a:ln>
                <a:noFill/>
              </a:ln>
            </p:spPr>
            <p:txBody>
              <a:bodyPr anchorCtr="0" anchor="ctr" bIns="55275" lIns="55275" spcFirstLastPara="1" rIns="55275" wrap="square" tIns="55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2" name="Google Shape;1592;p83"/>
              <p:cNvSpPr/>
              <p:nvPr/>
            </p:nvSpPr>
            <p:spPr>
              <a:xfrm>
                <a:off x="9403509" y="5646409"/>
                <a:ext cx="354351" cy="578558"/>
              </a:xfrm>
              <a:custGeom>
                <a:rect b="b" l="l" r="r" t="t"/>
                <a:pathLst>
                  <a:path extrusionOk="0" h="12812" w="7847">
                    <a:moveTo>
                      <a:pt x="2881" y="1"/>
                    </a:moveTo>
                    <a:cubicBezTo>
                      <a:pt x="2131" y="1"/>
                      <a:pt x="1524" y="548"/>
                      <a:pt x="1524" y="1227"/>
                    </a:cubicBezTo>
                    <a:cubicBezTo>
                      <a:pt x="1524" y="1632"/>
                      <a:pt x="1750" y="1989"/>
                      <a:pt x="2096" y="2215"/>
                    </a:cubicBezTo>
                    <a:lnTo>
                      <a:pt x="0" y="12502"/>
                    </a:lnTo>
                    <a:lnTo>
                      <a:pt x="1214" y="12812"/>
                    </a:lnTo>
                    <a:lnTo>
                      <a:pt x="2703" y="2429"/>
                    </a:lnTo>
                    <a:cubicBezTo>
                      <a:pt x="2762" y="2441"/>
                      <a:pt x="2822" y="2441"/>
                      <a:pt x="2881" y="2441"/>
                    </a:cubicBezTo>
                    <a:cubicBezTo>
                      <a:pt x="2965" y="2441"/>
                      <a:pt x="3036" y="2429"/>
                      <a:pt x="3108" y="2417"/>
                    </a:cubicBezTo>
                    <a:lnTo>
                      <a:pt x="6394" y="12538"/>
                    </a:lnTo>
                    <a:lnTo>
                      <a:pt x="7846" y="11859"/>
                    </a:lnTo>
                    <a:lnTo>
                      <a:pt x="3822" y="2108"/>
                    </a:lnTo>
                    <a:cubicBezTo>
                      <a:pt x="4084" y="1882"/>
                      <a:pt x="4251" y="1572"/>
                      <a:pt x="4251" y="1227"/>
                    </a:cubicBezTo>
                    <a:cubicBezTo>
                      <a:pt x="4251" y="548"/>
                      <a:pt x="3643" y="1"/>
                      <a:pt x="2881" y="1"/>
                    </a:cubicBezTo>
                    <a:close/>
                  </a:path>
                </a:pathLst>
              </a:custGeom>
              <a:solidFill>
                <a:srgbClr val="FFB31F"/>
              </a:solidFill>
              <a:ln>
                <a:noFill/>
              </a:ln>
            </p:spPr>
            <p:txBody>
              <a:bodyPr anchorCtr="0" anchor="ctr" bIns="55275" lIns="55275" spcFirstLastPara="1" rIns="55275" wrap="square" tIns="55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3" name="Google Shape;1593;p83"/>
              <p:cNvSpPr/>
              <p:nvPr/>
            </p:nvSpPr>
            <p:spPr>
              <a:xfrm>
                <a:off x="9445415" y="5526515"/>
                <a:ext cx="185010" cy="190384"/>
              </a:xfrm>
              <a:custGeom>
                <a:rect b="b" l="l" r="r" t="t"/>
                <a:pathLst>
                  <a:path extrusionOk="0" h="4216" w="4097">
                    <a:moveTo>
                      <a:pt x="3287" y="0"/>
                    </a:moveTo>
                    <a:lnTo>
                      <a:pt x="1" y="798"/>
                    </a:lnTo>
                    <a:lnTo>
                      <a:pt x="1" y="4215"/>
                    </a:lnTo>
                    <a:lnTo>
                      <a:pt x="4096" y="3525"/>
                    </a:lnTo>
                    <a:lnTo>
                      <a:pt x="3287" y="0"/>
                    </a:lnTo>
                    <a:close/>
                  </a:path>
                </a:pathLst>
              </a:custGeom>
              <a:solidFill>
                <a:srgbClr val="033342"/>
              </a:solidFill>
              <a:ln>
                <a:noFill/>
              </a:ln>
            </p:spPr>
            <p:txBody>
              <a:bodyPr anchorCtr="0" anchor="ctr" bIns="55275" lIns="55275" spcFirstLastPara="1" rIns="55275" wrap="square" tIns="55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4" name="Google Shape;1594;p83"/>
              <p:cNvSpPr/>
              <p:nvPr/>
            </p:nvSpPr>
            <p:spPr>
              <a:xfrm>
                <a:off x="9445415" y="5393707"/>
                <a:ext cx="100069" cy="144685"/>
              </a:xfrm>
              <a:custGeom>
                <a:rect b="b" l="l" r="r" t="t"/>
                <a:pathLst>
                  <a:path extrusionOk="0" h="3204" w="2216">
                    <a:moveTo>
                      <a:pt x="1870" y="1"/>
                    </a:moveTo>
                    <a:lnTo>
                      <a:pt x="1" y="453"/>
                    </a:lnTo>
                    <a:lnTo>
                      <a:pt x="667" y="3203"/>
                    </a:lnTo>
                    <a:lnTo>
                      <a:pt x="2215" y="2810"/>
                    </a:lnTo>
                    <a:lnTo>
                      <a:pt x="1870" y="1"/>
                    </a:lnTo>
                    <a:close/>
                  </a:path>
                </a:pathLst>
              </a:custGeom>
              <a:solidFill>
                <a:srgbClr val="033342"/>
              </a:solidFill>
              <a:ln>
                <a:noFill/>
              </a:ln>
            </p:spPr>
            <p:txBody>
              <a:bodyPr anchorCtr="0" anchor="ctr" bIns="55275" lIns="55275" spcFirstLastPara="1" rIns="55275" wrap="square" tIns="55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5" name="Google Shape;1595;p83"/>
              <p:cNvSpPr/>
              <p:nvPr/>
            </p:nvSpPr>
            <p:spPr>
              <a:xfrm>
                <a:off x="9460497" y="5407164"/>
                <a:ext cx="65614" cy="119938"/>
              </a:xfrm>
              <a:custGeom>
                <a:rect b="b" l="l" r="r" t="t"/>
                <a:pathLst>
                  <a:path extrusionOk="0" h="2656" w="1453">
                    <a:moveTo>
                      <a:pt x="1179" y="0"/>
                    </a:moveTo>
                    <a:lnTo>
                      <a:pt x="1072" y="12"/>
                    </a:lnTo>
                    <a:lnTo>
                      <a:pt x="1346" y="2358"/>
                    </a:lnTo>
                    <a:lnTo>
                      <a:pt x="1453" y="2346"/>
                    </a:lnTo>
                    <a:lnTo>
                      <a:pt x="1179" y="0"/>
                    </a:lnTo>
                    <a:close/>
                    <a:moveTo>
                      <a:pt x="584" y="155"/>
                    </a:moveTo>
                    <a:lnTo>
                      <a:pt x="476" y="179"/>
                    </a:lnTo>
                    <a:lnTo>
                      <a:pt x="929" y="2465"/>
                    </a:lnTo>
                    <a:lnTo>
                      <a:pt x="1036" y="2453"/>
                    </a:lnTo>
                    <a:lnTo>
                      <a:pt x="584" y="155"/>
                    </a:lnTo>
                    <a:close/>
                    <a:moveTo>
                      <a:pt x="107" y="155"/>
                    </a:moveTo>
                    <a:lnTo>
                      <a:pt x="0" y="179"/>
                    </a:lnTo>
                    <a:lnTo>
                      <a:pt x="607" y="2655"/>
                    </a:lnTo>
                    <a:lnTo>
                      <a:pt x="714" y="2632"/>
                    </a:lnTo>
                    <a:lnTo>
                      <a:pt x="107" y="155"/>
                    </a:lnTo>
                    <a:close/>
                  </a:path>
                </a:pathLst>
              </a:custGeom>
              <a:solidFill>
                <a:srgbClr val="6BC0CE"/>
              </a:solidFill>
              <a:ln>
                <a:noFill/>
              </a:ln>
            </p:spPr>
            <p:txBody>
              <a:bodyPr anchorCtr="0" anchor="ctr" bIns="55275" lIns="55275" spcFirstLastPara="1" rIns="55275" wrap="square" tIns="55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6" name="Google Shape;1596;p83"/>
              <p:cNvSpPr/>
              <p:nvPr/>
            </p:nvSpPr>
            <p:spPr>
              <a:xfrm>
                <a:off x="9517486" y="5710939"/>
                <a:ext cx="39829" cy="26372"/>
              </a:xfrm>
              <a:custGeom>
                <a:rect b="b" l="l" r="r" t="t"/>
                <a:pathLst>
                  <a:path extrusionOk="0" h="584" w="882">
                    <a:moveTo>
                      <a:pt x="441" y="0"/>
                    </a:moveTo>
                    <a:cubicBezTo>
                      <a:pt x="191" y="0"/>
                      <a:pt x="0" y="131"/>
                      <a:pt x="0" y="298"/>
                    </a:cubicBezTo>
                    <a:cubicBezTo>
                      <a:pt x="0" y="453"/>
                      <a:pt x="191" y="584"/>
                      <a:pt x="441" y="584"/>
                    </a:cubicBezTo>
                    <a:cubicBezTo>
                      <a:pt x="679" y="584"/>
                      <a:pt x="881" y="453"/>
                      <a:pt x="881" y="298"/>
                    </a:cubicBezTo>
                    <a:cubicBezTo>
                      <a:pt x="881" y="131"/>
                      <a:pt x="679" y="0"/>
                      <a:pt x="441" y="0"/>
                    </a:cubicBezTo>
                    <a:close/>
                  </a:path>
                </a:pathLst>
              </a:custGeom>
              <a:solidFill>
                <a:srgbClr val="033342"/>
              </a:solidFill>
              <a:ln>
                <a:noFill/>
              </a:ln>
            </p:spPr>
            <p:txBody>
              <a:bodyPr anchorCtr="0" anchor="ctr" bIns="55275" lIns="55275" spcFirstLastPara="1" rIns="55275" wrap="square" tIns="55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597" name="Google Shape;1597;p83"/>
          <p:cNvGrpSpPr/>
          <p:nvPr/>
        </p:nvGrpSpPr>
        <p:grpSpPr>
          <a:xfrm rot="10317739">
            <a:off x="8326951" y="3942267"/>
            <a:ext cx="446217" cy="258262"/>
            <a:chOff x="2249375" y="5468375"/>
            <a:chExt cx="366150" cy="237550"/>
          </a:xfrm>
        </p:grpSpPr>
        <p:sp>
          <p:nvSpPr>
            <p:cNvPr id="1598" name="Google Shape;1598;p83"/>
            <p:cNvSpPr/>
            <p:nvPr/>
          </p:nvSpPr>
          <p:spPr>
            <a:xfrm>
              <a:off x="2334500" y="5484450"/>
              <a:ext cx="225950" cy="186350"/>
            </a:xfrm>
            <a:custGeom>
              <a:rect b="b" l="l" r="r" t="t"/>
              <a:pathLst>
                <a:path extrusionOk="0" h="7454" w="9038">
                  <a:moveTo>
                    <a:pt x="7442" y="0"/>
                  </a:moveTo>
                  <a:lnTo>
                    <a:pt x="1" y="4215"/>
                  </a:lnTo>
                  <a:lnTo>
                    <a:pt x="1275" y="7454"/>
                  </a:lnTo>
                  <a:lnTo>
                    <a:pt x="9038" y="4215"/>
                  </a:lnTo>
                  <a:lnTo>
                    <a:pt x="7442" y="0"/>
                  </a:lnTo>
                  <a:close/>
                </a:path>
              </a:pathLst>
            </a:custGeom>
            <a:solidFill>
              <a:srgbClr val="FFB31F"/>
            </a:solidFill>
            <a:ln>
              <a:noFill/>
            </a:ln>
          </p:spPr>
          <p:txBody>
            <a:bodyPr anchorCtr="0" anchor="ctr" bIns="52900" lIns="52900" spcFirstLastPara="1" rIns="52900" wrap="square" tIns="52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9" name="Google Shape;1599;p83"/>
            <p:cNvSpPr/>
            <p:nvPr/>
          </p:nvSpPr>
          <p:spPr>
            <a:xfrm>
              <a:off x="2524700" y="5472250"/>
              <a:ext cx="90825" cy="119075"/>
            </a:xfrm>
            <a:custGeom>
              <a:rect b="b" l="l" r="r" t="t"/>
              <a:pathLst>
                <a:path extrusionOk="0" h="4763" w="3633">
                  <a:moveTo>
                    <a:pt x="1" y="0"/>
                  </a:moveTo>
                  <a:lnTo>
                    <a:pt x="1644" y="4763"/>
                  </a:lnTo>
                  <a:cubicBezTo>
                    <a:pt x="1644" y="4763"/>
                    <a:pt x="3632" y="643"/>
                    <a:pt x="1" y="0"/>
                  </a:cubicBezTo>
                  <a:close/>
                </a:path>
              </a:pathLst>
            </a:custGeom>
            <a:solidFill>
              <a:srgbClr val="6BC0CE"/>
            </a:solidFill>
            <a:ln>
              <a:noFill/>
            </a:ln>
          </p:spPr>
          <p:txBody>
            <a:bodyPr anchorCtr="0" anchor="ctr" bIns="52900" lIns="52900" spcFirstLastPara="1" rIns="52900" wrap="square" tIns="52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0" name="Google Shape;1600;p83"/>
            <p:cNvSpPr/>
            <p:nvPr/>
          </p:nvSpPr>
          <p:spPr>
            <a:xfrm>
              <a:off x="2260675" y="5611550"/>
              <a:ext cx="94700" cy="84250"/>
            </a:xfrm>
            <a:custGeom>
              <a:rect b="b" l="l" r="r" t="t"/>
              <a:pathLst>
                <a:path extrusionOk="0" h="3370" w="3788">
                  <a:moveTo>
                    <a:pt x="3359" y="0"/>
                  </a:moveTo>
                  <a:lnTo>
                    <a:pt x="1" y="2024"/>
                  </a:lnTo>
                  <a:lnTo>
                    <a:pt x="596" y="3370"/>
                  </a:lnTo>
                  <a:lnTo>
                    <a:pt x="3787" y="1215"/>
                  </a:lnTo>
                  <a:lnTo>
                    <a:pt x="3359" y="0"/>
                  </a:lnTo>
                  <a:close/>
                </a:path>
              </a:pathLst>
            </a:custGeom>
            <a:solidFill>
              <a:srgbClr val="FFB31F"/>
            </a:solidFill>
            <a:ln>
              <a:noFill/>
            </a:ln>
          </p:spPr>
          <p:txBody>
            <a:bodyPr anchorCtr="0" anchor="ctr" bIns="52900" lIns="52900" spcFirstLastPara="1" rIns="52900" wrap="square" tIns="52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1" name="Google Shape;1601;p83"/>
            <p:cNvSpPr/>
            <p:nvPr/>
          </p:nvSpPr>
          <p:spPr>
            <a:xfrm>
              <a:off x="2324100" y="5575225"/>
              <a:ext cx="53900" cy="104200"/>
            </a:xfrm>
            <a:custGeom>
              <a:rect b="b" l="l" r="r" t="t"/>
              <a:pathLst>
                <a:path extrusionOk="0" h="4168" w="2156">
                  <a:moveTo>
                    <a:pt x="941" y="1"/>
                  </a:moveTo>
                  <a:lnTo>
                    <a:pt x="0" y="525"/>
                  </a:lnTo>
                  <a:lnTo>
                    <a:pt x="1453" y="4168"/>
                  </a:lnTo>
                  <a:lnTo>
                    <a:pt x="2155" y="3823"/>
                  </a:lnTo>
                  <a:lnTo>
                    <a:pt x="941" y="1"/>
                  </a:lnTo>
                  <a:close/>
                </a:path>
              </a:pathLst>
            </a:custGeom>
            <a:solidFill>
              <a:srgbClr val="FFD076"/>
            </a:solidFill>
            <a:ln>
              <a:noFill/>
            </a:ln>
          </p:spPr>
          <p:txBody>
            <a:bodyPr anchorCtr="0" anchor="ctr" bIns="52900" lIns="52900" spcFirstLastPara="1" rIns="52900" wrap="square" tIns="52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2" name="Google Shape;1602;p83"/>
            <p:cNvSpPr/>
            <p:nvPr/>
          </p:nvSpPr>
          <p:spPr>
            <a:xfrm>
              <a:off x="2499700" y="5468375"/>
              <a:ext cx="71475" cy="137525"/>
            </a:xfrm>
            <a:custGeom>
              <a:rect b="b" l="l" r="r" t="t"/>
              <a:pathLst>
                <a:path extrusionOk="0" h="5501" w="2859">
                  <a:moveTo>
                    <a:pt x="1120" y="0"/>
                  </a:moveTo>
                  <a:lnTo>
                    <a:pt x="1" y="643"/>
                  </a:lnTo>
                  <a:lnTo>
                    <a:pt x="1763" y="5501"/>
                  </a:lnTo>
                  <a:lnTo>
                    <a:pt x="2858" y="4953"/>
                  </a:lnTo>
                  <a:lnTo>
                    <a:pt x="1120" y="0"/>
                  </a:lnTo>
                  <a:close/>
                </a:path>
              </a:pathLst>
            </a:custGeom>
            <a:solidFill>
              <a:srgbClr val="FFD076"/>
            </a:solidFill>
            <a:ln>
              <a:noFill/>
            </a:ln>
          </p:spPr>
          <p:txBody>
            <a:bodyPr anchorCtr="0" anchor="ctr" bIns="52900" lIns="52900" spcFirstLastPara="1" rIns="52900" wrap="square" tIns="52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3" name="Google Shape;1603;p83"/>
            <p:cNvSpPr/>
            <p:nvPr/>
          </p:nvSpPr>
          <p:spPr>
            <a:xfrm>
              <a:off x="2249375" y="5641000"/>
              <a:ext cx="50325" cy="64925"/>
            </a:xfrm>
            <a:custGeom>
              <a:rect b="b" l="l" r="r" t="t"/>
              <a:pathLst>
                <a:path extrusionOk="0" h="2597" w="2013">
                  <a:moveTo>
                    <a:pt x="1048" y="1"/>
                  </a:moveTo>
                  <a:lnTo>
                    <a:pt x="1" y="656"/>
                  </a:lnTo>
                  <a:lnTo>
                    <a:pt x="953" y="2596"/>
                  </a:lnTo>
                  <a:lnTo>
                    <a:pt x="2013" y="1977"/>
                  </a:lnTo>
                  <a:lnTo>
                    <a:pt x="1048" y="1"/>
                  </a:lnTo>
                  <a:close/>
                </a:path>
              </a:pathLst>
            </a:custGeom>
            <a:solidFill>
              <a:srgbClr val="FFD076"/>
            </a:solidFill>
            <a:ln>
              <a:noFill/>
            </a:ln>
          </p:spPr>
          <p:txBody>
            <a:bodyPr anchorCtr="0" anchor="ctr" bIns="52900" lIns="52900" spcFirstLastPara="1" rIns="52900" wrap="square" tIns="52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4" name="Google Shape;1604;p83"/>
            <p:cNvSpPr/>
            <p:nvPr/>
          </p:nvSpPr>
          <p:spPr>
            <a:xfrm>
              <a:off x="2535425" y="5480275"/>
              <a:ext cx="38725" cy="41700"/>
            </a:xfrm>
            <a:custGeom>
              <a:rect b="b" l="l" r="r" t="t"/>
              <a:pathLst>
                <a:path extrusionOk="0" h="1668" w="1549">
                  <a:moveTo>
                    <a:pt x="0" y="1"/>
                  </a:moveTo>
                  <a:lnTo>
                    <a:pt x="1548" y="1667"/>
                  </a:lnTo>
                  <a:cubicBezTo>
                    <a:pt x="1548" y="1667"/>
                    <a:pt x="1346" y="262"/>
                    <a:pt x="0" y="1"/>
                  </a:cubicBezTo>
                  <a:close/>
                </a:path>
              </a:pathLst>
            </a:custGeom>
            <a:solidFill>
              <a:srgbClr val="FFF4E1"/>
            </a:solidFill>
            <a:ln>
              <a:noFill/>
            </a:ln>
          </p:spPr>
          <p:txBody>
            <a:bodyPr anchorCtr="0" anchor="ctr" bIns="52900" lIns="52900" spcFirstLastPara="1" rIns="52900" wrap="square" tIns="52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5" name="Google Shape;1605;p83"/>
            <p:cNvSpPr/>
            <p:nvPr/>
          </p:nvSpPr>
          <p:spPr>
            <a:xfrm>
              <a:off x="2514300" y="5498125"/>
              <a:ext cx="43475" cy="86650"/>
            </a:xfrm>
            <a:custGeom>
              <a:rect b="b" l="l" r="r" t="t"/>
              <a:pathLst>
                <a:path extrusionOk="0" h="3466" w="1739">
                  <a:moveTo>
                    <a:pt x="333" y="1"/>
                  </a:moveTo>
                  <a:cubicBezTo>
                    <a:pt x="143" y="1"/>
                    <a:pt x="0" y="108"/>
                    <a:pt x="0" y="251"/>
                  </a:cubicBezTo>
                  <a:cubicBezTo>
                    <a:pt x="0" y="382"/>
                    <a:pt x="143" y="501"/>
                    <a:pt x="333" y="501"/>
                  </a:cubicBezTo>
                  <a:cubicBezTo>
                    <a:pt x="512" y="501"/>
                    <a:pt x="667" y="382"/>
                    <a:pt x="667" y="251"/>
                  </a:cubicBezTo>
                  <a:cubicBezTo>
                    <a:pt x="667" y="108"/>
                    <a:pt x="512" y="1"/>
                    <a:pt x="333" y="1"/>
                  </a:cubicBezTo>
                  <a:close/>
                  <a:moveTo>
                    <a:pt x="976" y="1692"/>
                  </a:moveTo>
                  <a:cubicBezTo>
                    <a:pt x="845" y="1692"/>
                    <a:pt x="738" y="1775"/>
                    <a:pt x="738" y="1858"/>
                  </a:cubicBezTo>
                  <a:cubicBezTo>
                    <a:pt x="738" y="1954"/>
                    <a:pt x="845" y="2025"/>
                    <a:pt x="976" y="2025"/>
                  </a:cubicBezTo>
                  <a:cubicBezTo>
                    <a:pt x="1119" y="2025"/>
                    <a:pt x="1226" y="1954"/>
                    <a:pt x="1226" y="1858"/>
                  </a:cubicBezTo>
                  <a:cubicBezTo>
                    <a:pt x="1226" y="1775"/>
                    <a:pt x="1119" y="1692"/>
                    <a:pt x="976" y="1692"/>
                  </a:cubicBezTo>
                  <a:close/>
                  <a:moveTo>
                    <a:pt x="1429" y="3085"/>
                  </a:moveTo>
                  <a:cubicBezTo>
                    <a:pt x="1262" y="3085"/>
                    <a:pt x="1119" y="3168"/>
                    <a:pt x="1119" y="3275"/>
                  </a:cubicBezTo>
                  <a:cubicBezTo>
                    <a:pt x="1119" y="3382"/>
                    <a:pt x="1262" y="3466"/>
                    <a:pt x="1429" y="3466"/>
                  </a:cubicBezTo>
                  <a:cubicBezTo>
                    <a:pt x="1607" y="3466"/>
                    <a:pt x="1738" y="3382"/>
                    <a:pt x="1738" y="3275"/>
                  </a:cubicBezTo>
                  <a:cubicBezTo>
                    <a:pt x="1738" y="3168"/>
                    <a:pt x="1607" y="3085"/>
                    <a:pt x="1429" y="3085"/>
                  </a:cubicBezTo>
                  <a:close/>
                </a:path>
              </a:pathLst>
            </a:custGeom>
            <a:solidFill>
              <a:srgbClr val="FFB31F"/>
            </a:solidFill>
            <a:ln>
              <a:noFill/>
            </a:ln>
          </p:spPr>
          <p:txBody>
            <a:bodyPr anchorCtr="0" anchor="ctr" bIns="52900" lIns="52900" spcFirstLastPara="1" rIns="52900" wrap="square" tIns="52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06" name="Google Shape;1606;p83"/>
          <p:cNvGrpSpPr/>
          <p:nvPr/>
        </p:nvGrpSpPr>
        <p:grpSpPr>
          <a:xfrm>
            <a:off x="371027" y="401920"/>
            <a:ext cx="788009" cy="446416"/>
            <a:chOff x="96100" y="539500"/>
            <a:chExt cx="880162" cy="498622"/>
          </a:xfrm>
        </p:grpSpPr>
        <p:sp>
          <p:nvSpPr>
            <p:cNvPr id="1607" name="Google Shape;1607;p83"/>
            <p:cNvSpPr/>
            <p:nvPr/>
          </p:nvSpPr>
          <p:spPr>
            <a:xfrm>
              <a:off x="552205" y="912034"/>
              <a:ext cx="165739" cy="126088"/>
            </a:xfrm>
            <a:custGeom>
              <a:rect b="b" l="l" r="r" t="t"/>
              <a:pathLst>
                <a:path extrusionOk="0" h="2156" w="2834">
                  <a:moveTo>
                    <a:pt x="2834" y="1"/>
                  </a:moveTo>
                  <a:lnTo>
                    <a:pt x="0" y="441"/>
                  </a:lnTo>
                  <a:lnTo>
                    <a:pt x="905" y="2156"/>
                  </a:lnTo>
                  <a:lnTo>
                    <a:pt x="2691" y="1775"/>
                  </a:lnTo>
                  <a:lnTo>
                    <a:pt x="2834" y="1"/>
                  </a:lnTo>
                  <a:close/>
                </a:path>
              </a:pathLst>
            </a:custGeom>
            <a:solidFill>
              <a:srgbClr val="FFD076"/>
            </a:solidFill>
            <a:ln>
              <a:noFill/>
            </a:ln>
          </p:spPr>
          <p:txBody>
            <a:bodyPr anchorCtr="0" anchor="ctr" bIns="68025" lIns="68025" spcFirstLastPara="1" rIns="68025" wrap="square" tIns="68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8" name="Google Shape;1608;p83"/>
            <p:cNvSpPr/>
            <p:nvPr/>
          </p:nvSpPr>
          <p:spPr>
            <a:xfrm>
              <a:off x="587704" y="958001"/>
              <a:ext cx="114216" cy="45324"/>
            </a:xfrm>
            <a:custGeom>
              <a:rect b="b" l="l" r="r" t="t"/>
              <a:pathLst>
                <a:path extrusionOk="0" h="775" w="1953">
                  <a:moveTo>
                    <a:pt x="1917" y="0"/>
                  </a:moveTo>
                  <a:lnTo>
                    <a:pt x="1393" y="119"/>
                  </a:lnTo>
                  <a:lnTo>
                    <a:pt x="1489" y="477"/>
                  </a:lnTo>
                  <a:lnTo>
                    <a:pt x="1953" y="381"/>
                  </a:lnTo>
                  <a:lnTo>
                    <a:pt x="1917" y="0"/>
                  </a:lnTo>
                  <a:close/>
                  <a:moveTo>
                    <a:pt x="1227" y="155"/>
                  </a:moveTo>
                  <a:lnTo>
                    <a:pt x="703" y="262"/>
                  </a:lnTo>
                  <a:lnTo>
                    <a:pt x="798" y="631"/>
                  </a:lnTo>
                  <a:lnTo>
                    <a:pt x="1262" y="524"/>
                  </a:lnTo>
                  <a:lnTo>
                    <a:pt x="1227" y="155"/>
                  </a:lnTo>
                  <a:close/>
                  <a:moveTo>
                    <a:pt x="524" y="298"/>
                  </a:moveTo>
                  <a:lnTo>
                    <a:pt x="0" y="405"/>
                  </a:lnTo>
                  <a:lnTo>
                    <a:pt x="131" y="774"/>
                  </a:lnTo>
                  <a:lnTo>
                    <a:pt x="560" y="667"/>
                  </a:lnTo>
                  <a:lnTo>
                    <a:pt x="524" y="298"/>
                  </a:lnTo>
                  <a:close/>
                </a:path>
              </a:pathLst>
            </a:custGeom>
            <a:solidFill>
              <a:srgbClr val="033342"/>
            </a:solidFill>
            <a:ln>
              <a:noFill/>
            </a:ln>
          </p:spPr>
          <p:txBody>
            <a:bodyPr anchorCtr="0" anchor="ctr" bIns="68025" lIns="68025" spcFirstLastPara="1" rIns="68025" wrap="square" tIns="68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9" name="Google Shape;1609;p83"/>
            <p:cNvSpPr/>
            <p:nvPr/>
          </p:nvSpPr>
          <p:spPr>
            <a:xfrm>
              <a:off x="96100" y="539909"/>
              <a:ext cx="880162" cy="435578"/>
            </a:xfrm>
            <a:custGeom>
              <a:rect b="b" l="l" r="r" t="t"/>
              <a:pathLst>
                <a:path extrusionOk="0" h="7448" w="15050">
                  <a:moveTo>
                    <a:pt x="703" y="4685"/>
                  </a:moveTo>
                  <a:lnTo>
                    <a:pt x="1596" y="5506"/>
                  </a:lnTo>
                  <a:lnTo>
                    <a:pt x="512" y="5625"/>
                  </a:lnTo>
                  <a:lnTo>
                    <a:pt x="262" y="4792"/>
                  </a:lnTo>
                  <a:lnTo>
                    <a:pt x="703" y="4685"/>
                  </a:lnTo>
                  <a:close/>
                  <a:moveTo>
                    <a:pt x="1691" y="5780"/>
                  </a:moveTo>
                  <a:lnTo>
                    <a:pt x="1370" y="6947"/>
                  </a:lnTo>
                  <a:lnTo>
                    <a:pt x="715" y="6995"/>
                  </a:lnTo>
                  <a:lnTo>
                    <a:pt x="631" y="6042"/>
                  </a:lnTo>
                  <a:lnTo>
                    <a:pt x="1691" y="5780"/>
                  </a:lnTo>
                  <a:close/>
                  <a:moveTo>
                    <a:pt x="9744" y="0"/>
                  </a:moveTo>
                  <a:cubicBezTo>
                    <a:pt x="7476" y="0"/>
                    <a:pt x="4637" y="1108"/>
                    <a:pt x="1536" y="4875"/>
                  </a:cubicBezTo>
                  <a:lnTo>
                    <a:pt x="727" y="4304"/>
                  </a:lnTo>
                  <a:lnTo>
                    <a:pt x="0" y="4482"/>
                  </a:lnTo>
                  <a:lnTo>
                    <a:pt x="560" y="7447"/>
                  </a:lnTo>
                  <a:lnTo>
                    <a:pt x="1584" y="7268"/>
                  </a:lnTo>
                  <a:lnTo>
                    <a:pt x="1882" y="6387"/>
                  </a:lnTo>
                  <a:cubicBezTo>
                    <a:pt x="3691" y="6768"/>
                    <a:pt x="5257" y="6928"/>
                    <a:pt x="6610" y="6928"/>
                  </a:cubicBezTo>
                  <a:cubicBezTo>
                    <a:pt x="6948" y="6928"/>
                    <a:pt x="7273" y="6918"/>
                    <a:pt x="7585" y="6899"/>
                  </a:cubicBezTo>
                  <a:lnTo>
                    <a:pt x="7740" y="7304"/>
                  </a:lnTo>
                  <a:lnTo>
                    <a:pt x="10823" y="6518"/>
                  </a:lnTo>
                  <a:lnTo>
                    <a:pt x="10752" y="6292"/>
                  </a:lnTo>
                  <a:cubicBezTo>
                    <a:pt x="14359" y="5006"/>
                    <a:pt x="15050" y="2256"/>
                    <a:pt x="15050" y="2256"/>
                  </a:cubicBezTo>
                  <a:cubicBezTo>
                    <a:pt x="15050" y="2256"/>
                    <a:pt x="12979" y="0"/>
                    <a:pt x="9744" y="0"/>
                  </a:cubicBezTo>
                  <a:close/>
                </a:path>
              </a:pathLst>
            </a:custGeom>
            <a:solidFill>
              <a:srgbClr val="033342"/>
            </a:solidFill>
            <a:ln>
              <a:noFill/>
            </a:ln>
          </p:spPr>
          <p:txBody>
            <a:bodyPr anchorCtr="0" anchor="ctr" bIns="68025" lIns="68025" spcFirstLastPara="1" rIns="68025" wrap="square" tIns="68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0" name="Google Shape;1610;p83"/>
            <p:cNvSpPr/>
            <p:nvPr/>
          </p:nvSpPr>
          <p:spPr>
            <a:xfrm>
              <a:off x="197041" y="539500"/>
              <a:ext cx="767407" cy="410898"/>
            </a:xfrm>
            <a:custGeom>
              <a:rect b="b" l="l" r="r" t="t"/>
              <a:pathLst>
                <a:path extrusionOk="0" h="7026" w="13122">
                  <a:moveTo>
                    <a:pt x="8778" y="1214"/>
                  </a:moveTo>
                  <a:cubicBezTo>
                    <a:pt x="8825" y="1214"/>
                    <a:pt x="8872" y="1215"/>
                    <a:pt x="8919" y="1215"/>
                  </a:cubicBezTo>
                  <a:lnTo>
                    <a:pt x="9276" y="3204"/>
                  </a:lnTo>
                  <a:lnTo>
                    <a:pt x="3096" y="4751"/>
                  </a:lnTo>
                  <a:lnTo>
                    <a:pt x="2489" y="3168"/>
                  </a:lnTo>
                  <a:cubicBezTo>
                    <a:pt x="4953" y="1618"/>
                    <a:pt x="7169" y="1214"/>
                    <a:pt x="8778" y="1214"/>
                  </a:cubicBezTo>
                  <a:close/>
                  <a:moveTo>
                    <a:pt x="9288" y="3323"/>
                  </a:moveTo>
                  <a:lnTo>
                    <a:pt x="9609" y="5097"/>
                  </a:lnTo>
                  <a:cubicBezTo>
                    <a:pt x="8276" y="5680"/>
                    <a:pt x="6311" y="6216"/>
                    <a:pt x="3656" y="6240"/>
                  </a:cubicBezTo>
                  <a:lnTo>
                    <a:pt x="3132" y="4870"/>
                  </a:lnTo>
                  <a:lnTo>
                    <a:pt x="9288" y="3323"/>
                  </a:lnTo>
                  <a:close/>
                  <a:moveTo>
                    <a:pt x="8704" y="1"/>
                  </a:moveTo>
                  <a:lnTo>
                    <a:pt x="8895" y="1096"/>
                  </a:lnTo>
                  <a:cubicBezTo>
                    <a:pt x="8871" y="1096"/>
                    <a:pt x="8846" y="1096"/>
                    <a:pt x="8822" y="1096"/>
                  </a:cubicBezTo>
                  <a:cubicBezTo>
                    <a:pt x="7207" y="1096"/>
                    <a:pt x="4952" y="1489"/>
                    <a:pt x="2454" y="3061"/>
                  </a:cubicBezTo>
                  <a:lnTo>
                    <a:pt x="2180" y="2358"/>
                  </a:lnTo>
                  <a:lnTo>
                    <a:pt x="2025" y="2501"/>
                  </a:lnTo>
                  <a:lnTo>
                    <a:pt x="2275" y="3168"/>
                  </a:lnTo>
                  <a:cubicBezTo>
                    <a:pt x="1525" y="3644"/>
                    <a:pt x="763" y="4239"/>
                    <a:pt x="1" y="4942"/>
                  </a:cubicBezTo>
                  <a:lnTo>
                    <a:pt x="72" y="5037"/>
                  </a:lnTo>
                  <a:cubicBezTo>
                    <a:pt x="834" y="4335"/>
                    <a:pt x="1584" y="3763"/>
                    <a:pt x="2311" y="3287"/>
                  </a:cubicBezTo>
                  <a:lnTo>
                    <a:pt x="2870" y="4811"/>
                  </a:lnTo>
                  <a:lnTo>
                    <a:pt x="60" y="5513"/>
                  </a:lnTo>
                  <a:lnTo>
                    <a:pt x="84" y="5632"/>
                  </a:lnTo>
                  <a:lnTo>
                    <a:pt x="2906" y="4918"/>
                  </a:lnTo>
                  <a:lnTo>
                    <a:pt x="3382" y="6240"/>
                  </a:lnTo>
                  <a:cubicBezTo>
                    <a:pt x="2418" y="6228"/>
                    <a:pt x="1370" y="6156"/>
                    <a:pt x="227" y="5978"/>
                  </a:cubicBezTo>
                  <a:lnTo>
                    <a:pt x="203" y="6097"/>
                  </a:lnTo>
                  <a:cubicBezTo>
                    <a:pt x="1382" y="6275"/>
                    <a:pt x="2454" y="6347"/>
                    <a:pt x="3430" y="6359"/>
                  </a:cubicBezTo>
                  <a:lnTo>
                    <a:pt x="3668" y="7025"/>
                  </a:lnTo>
                  <a:lnTo>
                    <a:pt x="3930" y="6978"/>
                  </a:lnTo>
                  <a:lnTo>
                    <a:pt x="3692" y="6359"/>
                  </a:lnTo>
                  <a:cubicBezTo>
                    <a:pt x="6335" y="6335"/>
                    <a:pt x="8288" y="5799"/>
                    <a:pt x="9621" y="5216"/>
                  </a:cubicBezTo>
                  <a:lnTo>
                    <a:pt x="9776" y="6085"/>
                  </a:lnTo>
                  <a:lnTo>
                    <a:pt x="10097" y="5918"/>
                  </a:lnTo>
                  <a:lnTo>
                    <a:pt x="9931" y="5073"/>
                  </a:lnTo>
                  <a:cubicBezTo>
                    <a:pt x="9954" y="5061"/>
                    <a:pt x="9990" y="5049"/>
                    <a:pt x="10014" y="5037"/>
                  </a:cubicBezTo>
                  <a:cubicBezTo>
                    <a:pt x="11990" y="4085"/>
                    <a:pt x="12848" y="2953"/>
                    <a:pt x="12848" y="2942"/>
                  </a:cubicBezTo>
                  <a:lnTo>
                    <a:pt x="12752" y="2870"/>
                  </a:lnTo>
                  <a:cubicBezTo>
                    <a:pt x="12752" y="2870"/>
                    <a:pt x="11919" y="3989"/>
                    <a:pt x="9954" y="4930"/>
                  </a:cubicBezTo>
                  <a:cubicBezTo>
                    <a:pt x="9943" y="4942"/>
                    <a:pt x="9931" y="4954"/>
                    <a:pt x="9907" y="4954"/>
                  </a:cubicBezTo>
                  <a:lnTo>
                    <a:pt x="9562" y="3251"/>
                  </a:lnTo>
                  <a:lnTo>
                    <a:pt x="13122" y="2358"/>
                  </a:lnTo>
                  <a:lnTo>
                    <a:pt x="13098" y="2239"/>
                  </a:lnTo>
                  <a:lnTo>
                    <a:pt x="9538" y="3132"/>
                  </a:lnTo>
                  <a:lnTo>
                    <a:pt x="9145" y="1227"/>
                  </a:lnTo>
                  <a:lnTo>
                    <a:pt x="9145" y="1227"/>
                  </a:lnTo>
                  <a:cubicBezTo>
                    <a:pt x="11312" y="1299"/>
                    <a:pt x="12705" y="2037"/>
                    <a:pt x="12717" y="2049"/>
                  </a:cubicBezTo>
                  <a:lnTo>
                    <a:pt x="12776" y="1941"/>
                  </a:lnTo>
                  <a:cubicBezTo>
                    <a:pt x="12764" y="1941"/>
                    <a:pt x="11324" y="1168"/>
                    <a:pt x="9121" y="1108"/>
                  </a:cubicBezTo>
                  <a:lnTo>
                    <a:pt x="8895" y="1"/>
                  </a:lnTo>
                  <a:close/>
                </a:path>
              </a:pathLst>
            </a:custGeom>
            <a:solidFill>
              <a:srgbClr val="FFD076"/>
            </a:solidFill>
            <a:ln>
              <a:noFill/>
            </a:ln>
          </p:spPr>
          <p:txBody>
            <a:bodyPr anchorCtr="0" anchor="ctr" bIns="68025" lIns="68025" spcFirstLastPara="1" rIns="68025" wrap="square" tIns="68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11" name="Google Shape;1611;p83"/>
          <p:cNvSpPr txBox="1"/>
          <p:nvPr/>
        </p:nvSpPr>
        <p:spPr>
          <a:xfrm>
            <a:off x="542625" y="1032175"/>
            <a:ext cx="314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Handler Function 1: </a:t>
            </a:r>
            <a:r>
              <a:rPr b="1"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getAlbums</a:t>
            </a:r>
            <a:endParaRPr b="1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612" name="Google Shape;1612;p83" title="Screenshot 2026-01-22 at 9.28.4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6125" y="1432375"/>
            <a:ext cx="3746099" cy="729375"/>
          </a:xfrm>
          <a:prstGeom prst="rect">
            <a:avLst/>
          </a:prstGeom>
          <a:noFill/>
          <a:ln>
            <a:noFill/>
          </a:ln>
        </p:spPr>
      </p:pic>
      <p:sp>
        <p:nvSpPr>
          <p:cNvPr id="1613" name="Google Shape;1613;p83"/>
          <p:cNvSpPr txBox="1"/>
          <p:nvPr/>
        </p:nvSpPr>
        <p:spPr>
          <a:xfrm>
            <a:off x="869650" y="2745800"/>
            <a:ext cx="30000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chemeClr val="dk1"/>
                </a:solidFill>
              </a:rPr>
              <a:t>What is </a:t>
            </a:r>
            <a:r>
              <a:rPr b="1" lang="en-GB" sz="1000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gin.Context</a:t>
            </a:r>
            <a:r>
              <a:rPr b="1" lang="en-GB" sz="1000">
                <a:solidFill>
                  <a:schemeClr val="dk1"/>
                </a:solidFill>
              </a:rPr>
              <a:t>?</a:t>
            </a:r>
            <a:r>
              <a:rPr lang="en-GB" sz="1000">
                <a:solidFill>
                  <a:schemeClr val="dk1"/>
                </a:solidFill>
              </a:rPr>
              <a:t> Think of it as a "toolbox" that Gin gives to every handler function. It contains: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GB" sz="1000">
                <a:solidFill>
                  <a:schemeClr val="dk1"/>
                </a:solidFill>
              </a:rPr>
              <a:t>Information about the incoming request (headers, parameters, body)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GB" sz="1000">
                <a:solidFill>
                  <a:schemeClr val="dk1"/>
                </a:solidFill>
              </a:rPr>
              <a:t>Methods to send responses back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GB" sz="1000">
                <a:solidFill>
                  <a:schemeClr val="dk1"/>
                </a:solidFill>
              </a:rPr>
              <a:t>Other utilities for handling the request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1614" name="Google Shape;1614;p83"/>
          <p:cNvSpPr txBox="1"/>
          <p:nvPr/>
        </p:nvSpPr>
        <p:spPr>
          <a:xfrm>
            <a:off x="4908400" y="1571250"/>
            <a:ext cx="3924600" cy="20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chemeClr val="dk1"/>
                </a:solidFill>
              </a:rPr>
              <a:t>The function body:</a:t>
            </a:r>
            <a:endParaRPr sz="1000">
              <a:solidFill>
                <a:schemeClr val="dk1"/>
              </a:solidFill>
            </a:endParaRPr>
          </a:p>
          <a:p>
            <a:pPr indent="0" lvl="0" marL="139700" marR="1397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ABB2BF"/>
                </a:solidFill>
              </a:rPr>
              <a:t>c.</a:t>
            </a:r>
            <a:r>
              <a:rPr lang="en-GB" sz="1000">
                <a:solidFill>
                  <a:srgbClr val="61AFEF"/>
                </a:solidFill>
              </a:rPr>
              <a:t>IndentedJSON</a:t>
            </a:r>
            <a:r>
              <a:rPr lang="en-GB" sz="1000">
                <a:solidFill>
                  <a:srgbClr val="ABB2BF"/>
                </a:solidFill>
              </a:rPr>
              <a:t>(http.StatusOK, albums)</a:t>
            </a:r>
            <a:endParaRPr sz="1000">
              <a:solidFill>
                <a:srgbClr val="ABB2B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</a:rPr>
              <a:t>This single line does a lot: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-GB" sz="1000">
                <a:solidFill>
                  <a:schemeClr val="dk1"/>
                </a:solidFill>
              </a:rPr>
              <a:t>Takes the </a:t>
            </a:r>
            <a:r>
              <a:rPr lang="en-GB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albums</a:t>
            </a:r>
            <a:r>
              <a:rPr lang="en-GB" sz="1000">
                <a:solidFill>
                  <a:schemeClr val="dk1"/>
                </a:solidFill>
              </a:rPr>
              <a:t> slice (our data)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-GB" sz="1000">
                <a:solidFill>
                  <a:schemeClr val="dk1"/>
                </a:solidFill>
              </a:rPr>
              <a:t>Converts it to JSON format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-GB" sz="1000">
                <a:solidFill>
                  <a:schemeClr val="dk1"/>
                </a:solidFill>
              </a:rPr>
              <a:t>Sends it back with a </a:t>
            </a:r>
            <a:r>
              <a:rPr lang="en-GB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200 OK</a:t>
            </a:r>
            <a:r>
              <a:rPr lang="en-GB" sz="1000">
                <a:solidFill>
                  <a:schemeClr val="dk1"/>
                </a:solidFill>
              </a:rPr>
              <a:t> status code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-GB" sz="1000">
                <a:solidFill>
                  <a:schemeClr val="dk1"/>
                </a:solidFill>
              </a:rPr>
              <a:t>The "Indented" part means it formats the JSON nicely with spacing (easier to read)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1615" name="Google Shape;1615;p83"/>
          <p:cNvSpPr/>
          <p:nvPr/>
        </p:nvSpPr>
        <p:spPr>
          <a:xfrm>
            <a:off x="4471900" y="1697613"/>
            <a:ext cx="477900" cy="198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6" name="Google Shape;1616;p83"/>
          <p:cNvSpPr/>
          <p:nvPr/>
        </p:nvSpPr>
        <p:spPr>
          <a:xfrm>
            <a:off x="2252875" y="2203175"/>
            <a:ext cx="240300" cy="4803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0" name="Shape 1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1" name="Google Shape;1621;p84"/>
          <p:cNvSpPr txBox="1"/>
          <p:nvPr>
            <p:ph type="title"/>
          </p:nvPr>
        </p:nvSpPr>
        <p:spPr>
          <a:xfrm>
            <a:off x="716550" y="1928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ctr">
              <a:spcBef>
                <a:spcPts val="0"/>
              </a:spcBef>
              <a:spcAft>
                <a:spcPts val="0"/>
              </a:spcAft>
              <a:buSzPts val="2500"/>
              <a:buAutoNum type="romanUcPeriod"/>
            </a:pPr>
            <a:r>
              <a:rPr lang="en-GB" sz="2500"/>
              <a:t>Learning the Go Code</a:t>
            </a:r>
            <a:endParaRPr sz="2500"/>
          </a:p>
        </p:txBody>
      </p:sp>
      <p:sp>
        <p:nvSpPr>
          <p:cNvPr id="1622" name="Google Shape;1622;p84"/>
          <p:cNvSpPr txBox="1"/>
          <p:nvPr/>
        </p:nvSpPr>
        <p:spPr>
          <a:xfrm>
            <a:off x="654350" y="7655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Handler Function 2: </a:t>
            </a:r>
            <a:r>
              <a:rPr b="1"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postAlbums</a:t>
            </a:r>
            <a:endParaRPr b="1" sz="1700"/>
          </a:p>
        </p:txBody>
      </p:sp>
      <p:pic>
        <p:nvPicPr>
          <p:cNvPr id="1623" name="Google Shape;1623;p84" title="Screenshot 2026-01-22 at 9.39.0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675" y="1289775"/>
            <a:ext cx="3740424" cy="1862649"/>
          </a:xfrm>
          <a:prstGeom prst="rect">
            <a:avLst/>
          </a:prstGeom>
          <a:noFill/>
          <a:ln>
            <a:noFill/>
          </a:ln>
        </p:spPr>
      </p:pic>
      <p:sp>
        <p:nvSpPr>
          <p:cNvPr id="1624" name="Google Shape;1624;p84"/>
          <p:cNvSpPr txBox="1"/>
          <p:nvPr/>
        </p:nvSpPr>
        <p:spPr>
          <a:xfrm>
            <a:off x="5044100" y="853825"/>
            <a:ext cx="3740400" cy="22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000"/>
              <a:t>1. What is </a:t>
            </a:r>
            <a:r>
              <a:rPr b="1" lang="en-GB" sz="1000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BindJSON</a:t>
            </a:r>
            <a:r>
              <a:rPr b="1" lang="en-GB" sz="1000"/>
              <a:t> doing?</a:t>
            </a:r>
            <a:endParaRPr b="1" sz="1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000"/>
              <a:t>It's taking the JSON from the request body and converting it into our Go </a:t>
            </a:r>
            <a:r>
              <a:rPr lang="en-GB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album</a:t>
            </a:r>
            <a:r>
              <a:rPr lang="en-GB" sz="1000"/>
              <a:t> struct. So if someone sends: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000"/>
              <a:t>json</a:t>
            </a:r>
            <a:endParaRPr sz="1000"/>
          </a:p>
          <a:p>
            <a:pPr indent="0" lvl="0" marL="139700" marR="1397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ABB2BF"/>
                </a:solidFill>
              </a:rPr>
              <a:t>{</a:t>
            </a:r>
            <a:r>
              <a:rPr lang="en-GB" sz="1000">
                <a:solidFill>
                  <a:srgbClr val="E06C75"/>
                </a:solidFill>
              </a:rPr>
              <a:t>"id"</a:t>
            </a:r>
            <a:r>
              <a:rPr lang="en-GB" sz="1000">
                <a:solidFill>
                  <a:srgbClr val="61AFEF"/>
                </a:solidFill>
              </a:rPr>
              <a:t>:</a:t>
            </a:r>
            <a:r>
              <a:rPr lang="en-GB" sz="1000">
                <a:solidFill>
                  <a:srgbClr val="ABB2BF"/>
                </a:solidFill>
              </a:rPr>
              <a:t> </a:t>
            </a:r>
            <a:r>
              <a:rPr lang="en-GB" sz="1000">
                <a:solidFill>
                  <a:srgbClr val="98C379"/>
                </a:solidFill>
              </a:rPr>
              <a:t>"4"</a:t>
            </a:r>
            <a:r>
              <a:rPr lang="en-GB" sz="1000">
                <a:solidFill>
                  <a:srgbClr val="ABB2BF"/>
                </a:solidFill>
              </a:rPr>
              <a:t>, </a:t>
            </a:r>
            <a:r>
              <a:rPr lang="en-GB" sz="1000">
                <a:solidFill>
                  <a:srgbClr val="E06C75"/>
                </a:solidFill>
              </a:rPr>
              <a:t>"title"</a:t>
            </a:r>
            <a:r>
              <a:rPr lang="en-GB" sz="1000">
                <a:solidFill>
                  <a:srgbClr val="61AFEF"/>
                </a:solidFill>
              </a:rPr>
              <a:t>:</a:t>
            </a:r>
            <a:r>
              <a:rPr lang="en-GB" sz="1000">
                <a:solidFill>
                  <a:srgbClr val="ABB2BF"/>
                </a:solidFill>
              </a:rPr>
              <a:t> </a:t>
            </a:r>
            <a:r>
              <a:rPr lang="en-GB" sz="1000">
                <a:solidFill>
                  <a:srgbClr val="98C379"/>
                </a:solidFill>
              </a:rPr>
              <a:t>"New Album"</a:t>
            </a:r>
            <a:r>
              <a:rPr lang="en-GB" sz="1000">
                <a:solidFill>
                  <a:srgbClr val="ABB2BF"/>
                </a:solidFill>
              </a:rPr>
              <a:t>, </a:t>
            </a:r>
            <a:r>
              <a:rPr lang="en-GB" sz="1000">
                <a:solidFill>
                  <a:srgbClr val="E06C75"/>
                </a:solidFill>
              </a:rPr>
              <a:t>"artist"</a:t>
            </a:r>
            <a:r>
              <a:rPr lang="en-GB" sz="1000">
                <a:solidFill>
                  <a:srgbClr val="61AFEF"/>
                </a:solidFill>
              </a:rPr>
              <a:t>:</a:t>
            </a:r>
            <a:r>
              <a:rPr lang="en-GB" sz="1000">
                <a:solidFill>
                  <a:srgbClr val="ABB2BF"/>
                </a:solidFill>
              </a:rPr>
              <a:t> </a:t>
            </a:r>
            <a:r>
              <a:rPr lang="en-GB" sz="1000">
                <a:solidFill>
                  <a:srgbClr val="98C379"/>
                </a:solidFill>
              </a:rPr>
              <a:t>"Someone"</a:t>
            </a:r>
            <a:r>
              <a:rPr lang="en-GB" sz="1000">
                <a:solidFill>
                  <a:srgbClr val="ABB2BF"/>
                </a:solidFill>
              </a:rPr>
              <a:t>, </a:t>
            </a:r>
            <a:r>
              <a:rPr lang="en-GB" sz="1000">
                <a:solidFill>
                  <a:srgbClr val="E06C75"/>
                </a:solidFill>
              </a:rPr>
              <a:t>"price"</a:t>
            </a:r>
            <a:r>
              <a:rPr lang="en-GB" sz="1000">
                <a:solidFill>
                  <a:srgbClr val="61AFEF"/>
                </a:solidFill>
              </a:rPr>
              <a:t>:</a:t>
            </a:r>
            <a:r>
              <a:rPr lang="en-GB" sz="1000">
                <a:solidFill>
                  <a:srgbClr val="ABB2BF"/>
                </a:solidFill>
              </a:rPr>
              <a:t> </a:t>
            </a:r>
            <a:r>
              <a:rPr lang="en-GB" sz="1000">
                <a:solidFill>
                  <a:srgbClr val="D19A66"/>
                </a:solidFill>
              </a:rPr>
              <a:t>29.99</a:t>
            </a:r>
            <a:r>
              <a:rPr lang="en-GB" sz="1000">
                <a:solidFill>
                  <a:srgbClr val="ABB2BF"/>
                </a:solidFill>
              </a:rPr>
              <a:t>}</a:t>
            </a:r>
            <a:endParaRPr sz="1000">
              <a:solidFill>
                <a:srgbClr val="ABB2B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BindJSON</a:t>
            </a:r>
            <a:r>
              <a:rPr lang="en-GB" sz="1000"/>
              <a:t> transforms that into a Go struct that our program can work with.</a:t>
            </a:r>
            <a:endParaRPr sz="1000"/>
          </a:p>
        </p:txBody>
      </p:sp>
      <p:sp>
        <p:nvSpPr>
          <p:cNvPr id="1625" name="Google Shape;1625;p84"/>
          <p:cNvSpPr txBox="1"/>
          <p:nvPr/>
        </p:nvSpPr>
        <p:spPr>
          <a:xfrm>
            <a:off x="1813925" y="3494500"/>
            <a:ext cx="4290300" cy="12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000"/>
              <a:t>The function body:</a:t>
            </a:r>
            <a:endParaRPr sz="1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ABB2BF"/>
                </a:solidFill>
              </a:rPr>
              <a:t>c.</a:t>
            </a:r>
            <a:r>
              <a:rPr lang="en-GB" sz="1000">
                <a:solidFill>
                  <a:srgbClr val="61AFEF"/>
                </a:solidFill>
              </a:rPr>
              <a:t>IndentedJSON</a:t>
            </a:r>
            <a:r>
              <a:rPr lang="en-GB" sz="1000">
                <a:solidFill>
                  <a:srgbClr val="ABB2BF"/>
                </a:solidFill>
              </a:rPr>
              <a:t>(http.StatusCreated, newAlbum)</a:t>
            </a:r>
            <a:endParaRPr sz="1000">
              <a:solidFill>
                <a:srgbClr val="ABB2B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Sends back the newly created album as JSON with a </a:t>
            </a:r>
            <a:r>
              <a:rPr lang="en-GB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201 Created</a:t>
            </a:r>
            <a:r>
              <a:rPr lang="en-GB" sz="1000"/>
              <a:t> status code (which is the proper HTTP status for "successfully created a new resource")</a:t>
            </a:r>
            <a:endParaRPr sz="1300"/>
          </a:p>
        </p:txBody>
      </p:sp>
      <p:sp>
        <p:nvSpPr>
          <p:cNvPr id="1626" name="Google Shape;1626;p84"/>
          <p:cNvSpPr/>
          <p:nvPr/>
        </p:nvSpPr>
        <p:spPr>
          <a:xfrm>
            <a:off x="4356650" y="2087225"/>
            <a:ext cx="588000" cy="207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27" name="Google Shape;1627;p84"/>
          <p:cNvSpPr/>
          <p:nvPr/>
        </p:nvSpPr>
        <p:spPr>
          <a:xfrm>
            <a:off x="3429000" y="3188800"/>
            <a:ext cx="225300" cy="4002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1" name="Shape 1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2" name="Google Shape;1632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70450" y="4077400"/>
            <a:ext cx="849900" cy="849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3" name="Google Shape;1633;p85"/>
          <p:cNvSpPr txBox="1"/>
          <p:nvPr>
            <p:ph type="title"/>
          </p:nvPr>
        </p:nvSpPr>
        <p:spPr>
          <a:xfrm>
            <a:off x="716550" y="1928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7350" lvl="0" marL="457200" rtl="0" algn="ctr">
              <a:spcBef>
                <a:spcPts val="0"/>
              </a:spcBef>
              <a:spcAft>
                <a:spcPts val="0"/>
              </a:spcAft>
              <a:buSzPts val="2500"/>
              <a:buAutoNum type="romanUcPeriod"/>
            </a:pPr>
            <a:r>
              <a:rPr lang="en-GB" sz="2500"/>
              <a:t>Learning the Go Code</a:t>
            </a:r>
            <a:endParaRPr sz="2500"/>
          </a:p>
        </p:txBody>
      </p:sp>
      <p:sp>
        <p:nvSpPr>
          <p:cNvPr id="1634" name="Google Shape;1634;p85"/>
          <p:cNvSpPr txBox="1"/>
          <p:nvPr/>
        </p:nvSpPr>
        <p:spPr>
          <a:xfrm>
            <a:off x="824225" y="877975"/>
            <a:ext cx="4004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1. </a:t>
            </a:r>
            <a:r>
              <a:rPr b="1" lang="en-GB"/>
              <a:t>The HTTP concepts 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— </a:t>
            </a:r>
            <a:r>
              <a:rPr b="1" lang="en-GB">
                <a:solidFill>
                  <a:srgbClr val="188038"/>
                </a:solidFill>
              </a:rPr>
              <a:t>requests, responses, status codes</a:t>
            </a:r>
            <a:endParaRPr b="1">
              <a:solidFill>
                <a:srgbClr val="188038"/>
              </a:solidFill>
            </a:endParaRPr>
          </a:p>
        </p:txBody>
      </p:sp>
      <p:sp>
        <p:nvSpPr>
          <p:cNvPr id="1635" name="Google Shape;1635;p85"/>
          <p:cNvSpPr txBox="1"/>
          <p:nvPr/>
        </p:nvSpPr>
        <p:spPr>
          <a:xfrm>
            <a:off x="894500" y="1606025"/>
            <a:ext cx="3000000" cy="12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GET vs POST: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GET</a:t>
            </a:r>
            <a:r>
              <a:rPr lang="en-GB" sz="1100">
                <a:solidFill>
                  <a:schemeClr val="dk1"/>
                </a:solidFill>
              </a:rPr>
              <a:t> = "retrieve/read data" - doesn't change anything, just fetches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POST</a:t>
            </a:r>
            <a:r>
              <a:rPr lang="en-GB" sz="1100">
                <a:solidFill>
                  <a:schemeClr val="dk1"/>
                </a:solidFill>
              </a:rPr>
              <a:t> = "create new data" - adds something new to the server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636" name="Google Shape;1636;p85"/>
          <p:cNvSpPr txBox="1"/>
          <p:nvPr/>
        </p:nvSpPr>
        <p:spPr>
          <a:xfrm>
            <a:off x="824225" y="2892725"/>
            <a:ext cx="3427500" cy="14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Status codes communicate what happened: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200 OK</a:t>
            </a:r>
            <a:r>
              <a:rPr lang="en-GB" sz="1100">
                <a:solidFill>
                  <a:schemeClr val="dk1"/>
                </a:solidFill>
              </a:rPr>
              <a:t> = "Success! Here's your data"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201 Created</a:t>
            </a:r>
            <a:r>
              <a:rPr lang="en-GB" sz="1100">
                <a:solidFill>
                  <a:schemeClr val="dk1"/>
                </a:solidFill>
              </a:rPr>
              <a:t> = "Success! I created the new thing you asked for"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404 Not Found</a:t>
            </a:r>
            <a:r>
              <a:rPr lang="en-GB" sz="1100">
                <a:solidFill>
                  <a:schemeClr val="dk1"/>
                </a:solidFill>
              </a:rPr>
              <a:t> = "I couldn't find what you requested"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637" name="Google Shape;1637;p85"/>
          <p:cNvSpPr/>
          <p:nvPr/>
        </p:nvSpPr>
        <p:spPr>
          <a:xfrm>
            <a:off x="4528700" y="987125"/>
            <a:ext cx="112575" cy="3489625"/>
          </a:xfrm>
          <a:prstGeom prst="flowChart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8" name="Google Shape;1638;p85"/>
          <p:cNvSpPr txBox="1"/>
          <p:nvPr/>
        </p:nvSpPr>
        <p:spPr>
          <a:xfrm>
            <a:off x="4828625" y="701400"/>
            <a:ext cx="3847800" cy="39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2. </a:t>
            </a:r>
            <a:r>
              <a:rPr b="1" lang="en-GB">
                <a:solidFill>
                  <a:schemeClr val="dk1"/>
                </a:solidFill>
              </a:rPr>
              <a:t>Data flow 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chemeClr val="dk1"/>
                </a:solidFill>
              </a:rPr>
              <a:t>for POST request:</a:t>
            </a:r>
            <a:endParaRPr b="1"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b="1" lang="en-GB" sz="1000">
                <a:solidFill>
                  <a:schemeClr val="dk1"/>
                </a:solidFill>
              </a:rPr>
              <a:t>JSON arrives</a:t>
            </a:r>
            <a:r>
              <a:rPr lang="en-GB" sz="1000">
                <a:solidFill>
                  <a:schemeClr val="dk1"/>
                </a:solidFill>
              </a:rPr>
              <a:t> (text over the network):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</a:rPr>
              <a:t>json</a:t>
            </a:r>
            <a:endParaRPr sz="1000">
              <a:solidFill>
                <a:schemeClr val="dk1"/>
              </a:solidFill>
            </a:endParaRPr>
          </a:p>
          <a:p>
            <a:pPr indent="0" lvl="0" marL="139700" marR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ABB2BF"/>
                </a:solidFill>
              </a:rPr>
              <a:t>  {</a:t>
            </a:r>
            <a:r>
              <a:rPr lang="en-GB" sz="1000">
                <a:solidFill>
                  <a:srgbClr val="E06C75"/>
                </a:solidFill>
              </a:rPr>
              <a:t>"id"</a:t>
            </a:r>
            <a:r>
              <a:rPr lang="en-GB" sz="1000">
                <a:solidFill>
                  <a:srgbClr val="61AFEF"/>
                </a:solidFill>
              </a:rPr>
              <a:t>:</a:t>
            </a:r>
            <a:r>
              <a:rPr lang="en-GB" sz="1000">
                <a:solidFill>
                  <a:srgbClr val="ABB2BF"/>
                </a:solidFill>
              </a:rPr>
              <a:t> </a:t>
            </a:r>
            <a:r>
              <a:rPr lang="en-GB" sz="1000">
                <a:solidFill>
                  <a:srgbClr val="98C379"/>
                </a:solidFill>
              </a:rPr>
              <a:t>"4"</a:t>
            </a:r>
            <a:r>
              <a:rPr lang="en-GB" sz="1000">
                <a:solidFill>
                  <a:srgbClr val="ABB2BF"/>
                </a:solidFill>
              </a:rPr>
              <a:t>, </a:t>
            </a:r>
            <a:r>
              <a:rPr lang="en-GB" sz="1000">
                <a:solidFill>
                  <a:srgbClr val="E06C75"/>
                </a:solidFill>
              </a:rPr>
              <a:t>"title"</a:t>
            </a:r>
            <a:r>
              <a:rPr lang="en-GB" sz="1000">
                <a:solidFill>
                  <a:srgbClr val="61AFEF"/>
                </a:solidFill>
              </a:rPr>
              <a:t>:</a:t>
            </a:r>
            <a:r>
              <a:rPr lang="en-GB" sz="1000">
                <a:solidFill>
                  <a:srgbClr val="ABB2BF"/>
                </a:solidFill>
              </a:rPr>
              <a:t> </a:t>
            </a:r>
            <a:r>
              <a:rPr lang="en-GB" sz="1000">
                <a:solidFill>
                  <a:srgbClr val="98C379"/>
                </a:solidFill>
              </a:rPr>
              <a:t>"Kind of Blue"</a:t>
            </a:r>
            <a:r>
              <a:rPr lang="en-GB" sz="1000">
                <a:solidFill>
                  <a:srgbClr val="ABB2BF"/>
                </a:solidFill>
              </a:rPr>
              <a:t>, </a:t>
            </a:r>
            <a:r>
              <a:rPr lang="en-GB" sz="1000">
                <a:solidFill>
                  <a:srgbClr val="E06C75"/>
                </a:solidFill>
              </a:rPr>
              <a:t>"artist"</a:t>
            </a:r>
            <a:r>
              <a:rPr lang="en-GB" sz="1000">
                <a:solidFill>
                  <a:srgbClr val="61AFEF"/>
                </a:solidFill>
              </a:rPr>
              <a:t>:</a:t>
            </a:r>
            <a:r>
              <a:rPr lang="en-GB" sz="1000">
                <a:solidFill>
                  <a:srgbClr val="ABB2BF"/>
                </a:solidFill>
              </a:rPr>
              <a:t> </a:t>
            </a:r>
            <a:r>
              <a:rPr lang="en-GB" sz="1000">
                <a:solidFill>
                  <a:srgbClr val="98C379"/>
                </a:solidFill>
              </a:rPr>
              <a:t>"Miles Davis"</a:t>
            </a:r>
            <a:r>
              <a:rPr lang="en-GB" sz="1000">
                <a:solidFill>
                  <a:srgbClr val="ABB2BF"/>
                </a:solidFill>
              </a:rPr>
              <a:t>, </a:t>
            </a:r>
            <a:r>
              <a:rPr lang="en-GB" sz="1000">
                <a:solidFill>
                  <a:srgbClr val="E06C75"/>
                </a:solidFill>
              </a:rPr>
              <a:t>"price"</a:t>
            </a:r>
            <a:r>
              <a:rPr lang="en-GB" sz="1000">
                <a:solidFill>
                  <a:srgbClr val="61AFEF"/>
                </a:solidFill>
              </a:rPr>
              <a:t>:</a:t>
            </a:r>
            <a:r>
              <a:rPr lang="en-GB" sz="1000">
                <a:solidFill>
                  <a:srgbClr val="ABB2BF"/>
                </a:solidFill>
              </a:rPr>
              <a:t> </a:t>
            </a:r>
            <a:r>
              <a:rPr lang="en-GB" sz="1000">
                <a:solidFill>
                  <a:srgbClr val="D19A66"/>
                </a:solidFill>
              </a:rPr>
              <a:t>24.99</a:t>
            </a:r>
            <a:r>
              <a:rPr lang="en-GB" sz="1000">
                <a:solidFill>
                  <a:srgbClr val="ABB2BF"/>
                </a:solidFill>
              </a:rPr>
              <a:t>}</a:t>
            </a:r>
            <a:endParaRPr sz="1000">
              <a:solidFill>
                <a:srgbClr val="ABB2BF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 startAt="2"/>
            </a:pPr>
            <a:r>
              <a:rPr b="1" lang="en-GB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BindJSON</a:t>
            </a:r>
            <a:r>
              <a:rPr b="1" lang="en-GB" sz="1000">
                <a:solidFill>
                  <a:schemeClr val="dk1"/>
                </a:solidFill>
              </a:rPr>
              <a:t> transforms it</a:t>
            </a:r>
            <a:r>
              <a:rPr lang="en-GB" sz="1000">
                <a:solidFill>
                  <a:schemeClr val="dk1"/>
                </a:solidFill>
              </a:rPr>
              <a:t> into a Go struct: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</a:rPr>
              <a:t>go</a:t>
            </a:r>
            <a:endParaRPr sz="1000">
              <a:solidFill>
                <a:schemeClr val="dk1"/>
              </a:solidFill>
            </a:endParaRPr>
          </a:p>
          <a:p>
            <a:pPr indent="0" lvl="0" marL="139700" marR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ABB2BF"/>
                </a:solidFill>
              </a:rPr>
              <a:t>  album{ID: </a:t>
            </a:r>
            <a:r>
              <a:rPr lang="en-GB" sz="1000">
                <a:solidFill>
                  <a:srgbClr val="98C379"/>
                </a:solidFill>
              </a:rPr>
              <a:t>"4"</a:t>
            </a:r>
            <a:r>
              <a:rPr lang="en-GB" sz="1000">
                <a:solidFill>
                  <a:srgbClr val="ABB2BF"/>
                </a:solidFill>
              </a:rPr>
              <a:t>, Title: </a:t>
            </a:r>
            <a:r>
              <a:rPr lang="en-GB" sz="1000">
                <a:solidFill>
                  <a:srgbClr val="98C379"/>
                </a:solidFill>
              </a:rPr>
              <a:t>"Kind of Blue"</a:t>
            </a:r>
            <a:r>
              <a:rPr lang="en-GB" sz="1000">
                <a:solidFill>
                  <a:srgbClr val="ABB2BF"/>
                </a:solidFill>
              </a:rPr>
              <a:t>, Artist: </a:t>
            </a:r>
            <a:r>
              <a:rPr lang="en-GB" sz="1000">
                <a:solidFill>
                  <a:srgbClr val="98C379"/>
                </a:solidFill>
              </a:rPr>
              <a:t>"Miles Davis"</a:t>
            </a:r>
            <a:r>
              <a:rPr lang="en-GB" sz="1000">
                <a:solidFill>
                  <a:srgbClr val="ABB2BF"/>
                </a:solidFill>
              </a:rPr>
              <a:t>, Price: </a:t>
            </a:r>
            <a:r>
              <a:rPr lang="en-GB" sz="1000">
                <a:solidFill>
                  <a:srgbClr val="D19A66"/>
                </a:solidFill>
              </a:rPr>
              <a:t>24.99</a:t>
            </a:r>
            <a:r>
              <a:rPr lang="en-GB" sz="1000">
                <a:solidFill>
                  <a:srgbClr val="ABB2BF"/>
                </a:solidFill>
              </a:rPr>
              <a:t>}</a:t>
            </a:r>
            <a:endParaRPr sz="1000">
              <a:solidFill>
                <a:srgbClr val="ABB2B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</a:rPr>
              <a:t>Now it's a Go object in memory that our program can work with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 startAt="3"/>
            </a:pPr>
            <a:r>
              <a:rPr b="1" lang="en-GB" sz="1000">
                <a:solidFill>
                  <a:schemeClr val="dk1"/>
                </a:solidFill>
              </a:rPr>
              <a:t>Stored in the slice</a:t>
            </a:r>
            <a:r>
              <a:rPr lang="en-GB" sz="1000">
                <a:solidFill>
                  <a:schemeClr val="dk1"/>
                </a:solidFill>
              </a:rPr>
              <a:t>: </a:t>
            </a:r>
            <a:r>
              <a:rPr lang="en-GB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albums = append(albums, newAlbum)</a:t>
            </a:r>
            <a:endParaRPr sz="10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 startAt="3"/>
            </a:pPr>
            <a:r>
              <a:rPr b="1" lang="en-GB" sz="1000">
                <a:solidFill>
                  <a:schemeClr val="dk1"/>
                </a:solidFill>
              </a:rPr>
              <a:t>Sent back as JSON</a:t>
            </a:r>
            <a:r>
              <a:rPr lang="en-GB" sz="1000">
                <a:solidFill>
                  <a:schemeClr val="dk1"/>
                </a:solidFill>
              </a:rPr>
              <a:t>: </a:t>
            </a:r>
            <a:r>
              <a:rPr lang="en-GB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c.IndentedJSON()</a:t>
            </a:r>
            <a:r>
              <a:rPr lang="en-GB" sz="1000">
                <a:solidFill>
                  <a:schemeClr val="dk1"/>
                </a:solidFill>
              </a:rPr>
              <a:t> converts the struct back to JSON text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</a:rPr>
              <a:t>json</a:t>
            </a:r>
            <a:endParaRPr sz="1000">
              <a:solidFill>
                <a:schemeClr val="dk1"/>
              </a:solidFill>
            </a:endParaRPr>
          </a:p>
          <a:p>
            <a:pPr indent="0" lvl="0" marL="139700" marR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ABB2BF"/>
                </a:solidFill>
              </a:rPr>
              <a:t>  {</a:t>
            </a:r>
            <a:r>
              <a:rPr lang="en-GB" sz="1000">
                <a:solidFill>
                  <a:srgbClr val="E06C75"/>
                </a:solidFill>
              </a:rPr>
              <a:t>"id"</a:t>
            </a:r>
            <a:r>
              <a:rPr lang="en-GB" sz="1000">
                <a:solidFill>
                  <a:srgbClr val="61AFEF"/>
                </a:solidFill>
              </a:rPr>
              <a:t>:</a:t>
            </a:r>
            <a:r>
              <a:rPr lang="en-GB" sz="1000">
                <a:solidFill>
                  <a:srgbClr val="ABB2BF"/>
                </a:solidFill>
              </a:rPr>
              <a:t> </a:t>
            </a:r>
            <a:r>
              <a:rPr lang="en-GB" sz="1000">
                <a:solidFill>
                  <a:srgbClr val="98C379"/>
                </a:solidFill>
              </a:rPr>
              <a:t>"4"</a:t>
            </a:r>
            <a:r>
              <a:rPr lang="en-GB" sz="1000">
                <a:solidFill>
                  <a:srgbClr val="ABB2BF"/>
                </a:solidFill>
              </a:rPr>
              <a:t>, </a:t>
            </a:r>
            <a:r>
              <a:rPr lang="en-GB" sz="1000">
                <a:solidFill>
                  <a:srgbClr val="E06C75"/>
                </a:solidFill>
              </a:rPr>
              <a:t>"title"</a:t>
            </a:r>
            <a:r>
              <a:rPr lang="en-GB" sz="1000">
                <a:solidFill>
                  <a:srgbClr val="61AFEF"/>
                </a:solidFill>
              </a:rPr>
              <a:t>:</a:t>
            </a:r>
            <a:r>
              <a:rPr lang="en-GB" sz="1000">
                <a:solidFill>
                  <a:srgbClr val="ABB2BF"/>
                </a:solidFill>
              </a:rPr>
              <a:t> </a:t>
            </a:r>
            <a:r>
              <a:rPr lang="en-GB" sz="1000">
                <a:solidFill>
                  <a:srgbClr val="98C379"/>
                </a:solidFill>
              </a:rPr>
              <a:t>"Kind of Blue"</a:t>
            </a:r>
            <a:r>
              <a:rPr lang="en-GB" sz="1000">
                <a:solidFill>
                  <a:srgbClr val="ABB2BF"/>
                </a:solidFill>
              </a:rPr>
              <a:t>, </a:t>
            </a:r>
            <a:r>
              <a:rPr lang="en-GB" sz="1000">
                <a:solidFill>
                  <a:srgbClr val="E06C75"/>
                </a:solidFill>
              </a:rPr>
              <a:t>"artist"</a:t>
            </a:r>
            <a:r>
              <a:rPr lang="en-GB" sz="1000">
                <a:solidFill>
                  <a:srgbClr val="61AFEF"/>
                </a:solidFill>
              </a:rPr>
              <a:t>:</a:t>
            </a:r>
            <a:r>
              <a:rPr lang="en-GB" sz="1000">
                <a:solidFill>
                  <a:srgbClr val="ABB2BF"/>
                </a:solidFill>
              </a:rPr>
              <a:t> </a:t>
            </a:r>
            <a:r>
              <a:rPr lang="en-GB" sz="1000">
                <a:solidFill>
                  <a:srgbClr val="98C379"/>
                </a:solidFill>
              </a:rPr>
              <a:t>"Miles Davis"</a:t>
            </a:r>
            <a:r>
              <a:rPr lang="en-GB" sz="1000">
                <a:solidFill>
                  <a:srgbClr val="ABB2BF"/>
                </a:solidFill>
              </a:rPr>
              <a:t>, </a:t>
            </a:r>
            <a:r>
              <a:rPr lang="en-GB" sz="1000">
                <a:solidFill>
                  <a:srgbClr val="E06C75"/>
                </a:solidFill>
              </a:rPr>
              <a:t>"price"</a:t>
            </a:r>
            <a:r>
              <a:rPr lang="en-GB" sz="1000">
                <a:solidFill>
                  <a:srgbClr val="61AFEF"/>
                </a:solidFill>
              </a:rPr>
              <a:t>:</a:t>
            </a:r>
            <a:r>
              <a:rPr lang="en-GB" sz="1000">
                <a:solidFill>
                  <a:srgbClr val="ABB2BF"/>
                </a:solidFill>
              </a:rPr>
              <a:t> </a:t>
            </a:r>
            <a:r>
              <a:rPr lang="en-GB" sz="1000">
                <a:solidFill>
                  <a:srgbClr val="D19A66"/>
                </a:solidFill>
              </a:rPr>
              <a:t>24.99</a:t>
            </a:r>
            <a:r>
              <a:rPr lang="en-GB" sz="1000">
                <a:solidFill>
                  <a:srgbClr val="ABB2BF"/>
                </a:solidFill>
              </a:rPr>
              <a:t>}</a:t>
            </a:r>
            <a:endParaRPr sz="1000">
              <a:solidFill>
                <a:srgbClr val="ABB2BF"/>
              </a:solidFill>
            </a:endParaRPr>
          </a:p>
          <a:p>
            <a:pPr indent="0" lvl="0" marL="139700" marR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ABB2B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chemeClr val="dk1"/>
                </a:solidFill>
              </a:rPr>
              <a:t>The pattern:</a:t>
            </a:r>
            <a:r>
              <a:rPr lang="en-GB" sz="1000">
                <a:solidFill>
                  <a:schemeClr val="dk1"/>
                </a:solidFill>
              </a:rPr>
              <a:t> </a:t>
            </a:r>
            <a:r>
              <a:rPr b="1" lang="en-GB" sz="1000">
                <a:solidFill>
                  <a:srgbClr val="980000"/>
                </a:solidFill>
              </a:rPr>
              <a:t>J</a:t>
            </a:r>
            <a:r>
              <a:rPr b="1" lang="en-GB" sz="1000">
                <a:solidFill>
                  <a:srgbClr val="980000"/>
                </a:solidFill>
              </a:rPr>
              <a:t>SON (text) → Go struct (program data) → JSON (text)</a:t>
            </a:r>
            <a:endParaRPr b="1" sz="1000">
              <a:solidFill>
                <a:srgbClr val="98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2" name="Shape 1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3" name="Google Shape;1643;p8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II. </a:t>
            </a:r>
            <a:r>
              <a:rPr lang="en-GB"/>
              <a:t>What is a Virtual Machine (VM)?</a:t>
            </a:r>
            <a:endParaRPr/>
          </a:p>
        </p:txBody>
      </p:sp>
      <p:sp>
        <p:nvSpPr>
          <p:cNvPr id="1644" name="Google Shape;1644;p86"/>
          <p:cNvSpPr txBox="1"/>
          <p:nvPr/>
        </p:nvSpPr>
        <p:spPr>
          <a:xfrm>
            <a:off x="797650" y="1017725"/>
            <a:ext cx="8086500" cy="35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A Virtual Machine (VM) is a software-based computer that runs inside a physical server.</a:t>
            </a:r>
            <a:br>
              <a:rPr lang="en-GB"/>
            </a:b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It has its own operating system, CPU, memory, and storage.</a:t>
            </a:r>
            <a:br>
              <a:rPr lang="en-GB"/>
            </a:b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On AWS, EC2 is a virtual machine provided in the cloud.</a:t>
            </a:r>
            <a:br>
              <a:rPr lang="en-GB"/>
            </a:b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Running a program on a VM is different from running it locally because: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GB"/>
            </a:b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allows scalability and remote access but adds setup complexity.</a:t>
            </a:r>
            <a:endParaRPr/>
          </a:p>
        </p:txBody>
      </p:sp>
      <p:sp>
        <p:nvSpPr>
          <p:cNvPr id="1645" name="Google Shape;1645;p86"/>
          <p:cNvSpPr txBox="1"/>
          <p:nvPr/>
        </p:nvSpPr>
        <p:spPr>
          <a:xfrm>
            <a:off x="1402775" y="2778050"/>
            <a:ext cx="6725100" cy="1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It runs on remote hardware.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You access it through the internet.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You must manage security, networking, and access.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9" name="Shape 1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0" name="Google Shape;1650;p8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/>
              <a:t>III. SSH, Security Groups, and IP Addresses</a:t>
            </a:r>
            <a:endParaRPr sz="2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1" name="Google Shape;1651;p87"/>
          <p:cNvSpPr txBox="1"/>
          <p:nvPr/>
        </p:nvSpPr>
        <p:spPr>
          <a:xfrm>
            <a:off x="1436400" y="1251500"/>
            <a:ext cx="62712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-GB" sz="1600"/>
              <a:t>SSH is used to securely connect to a remote machine.</a:t>
            </a:r>
            <a:br>
              <a:rPr lang="en-GB" sz="1600"/>
            </a:b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-GB" sz="1600"/>
              <a:t>AWS uses </a:t>
            </a:r>
            <a:r>
              <a:rPr b="1" lang="en-GB" sz="1600"/>
              <a:t>Security Groups</a:t>
            </a:r>
            <a:r>
              <a:rPr lang="en-GB" sz="1600"/>
              <a:t> as virtual firewalls.</a:t>
            </a:r>
            <a:br>
              <a:rPr lang="en-GB" sz="1600"/>
            </a:b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-GB" sz="1600"/>
              <a:t>I had to allow SSH (port 22) from my own IP address.</a:t>
            </a:r>
            <a:br>
              <a:rPr lang="en-GB" sz="1600"/>
            </a:b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-GB" sz="1600"/>
              <a:t>If my IP address changes (e.g., different Wi-Fi or VPN), I must update the security group to allow the new IP.</a:t>
            </a:r>
            <a:br>
              <a:rPr lang="en-GB" sz="1600"/>
            </a:b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-GB" sz="1600"/>
              <a:t>This protects the server from unauthorized access.</a:t>
            </a:r>
            <a:endParaRPr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graphy Subject for Middle School: Exploring Maps and Landforms by Slidesgo">
  <a:themeElements>
    <a:clrScheme name="Simple Light">
      <a:dk1>
        <a:srgbClr val="033342"/>
      </a:dk1>
      <a:lt1>
        <a:srgbClr val="FFF4E1"/>
      </a:lt1>
      <a:dk2>
        <a:srgbClr val="FFD076"/>
      </a:dk2>
      <a:lt2>
        <a:srgbClr val="FFB31F"/>
      </a:lt2>
      <a:accent1>
        <a:srgbClr val="ADDE51"/>
      </a:accent1>
      <a:accent2>
        <a:srgbClr val="007725"/>
      </a:accent2>
      <a:accent3>
        <a:srgbClr val="6BC0CE"/>
      </a:accent3>
      <a:accent4>
        <a:srgbClr val="FFFFFF"/>
      </a:accent4>
      <a:accent5>
        <a:srgbClr val="FFFFFF"/>
      </a:accent5>
      <a:accent6>
        <a:srgbClr val="FFFFFF"/>
      </a:accent6>
      <a:hlink>
        <a:srgbClr val="03334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Geography Subject for Middle School: Exploring Maps and Landforms by Slidesgo">
  <a:themeElements>
    <a:clrScheme name="Simple Light">
      <a:dk1>
        <a:srgbClr val="033342"/>
      </a:dk1>
      <a:lt1>
        <a:srgbClr val="FFF4E1"/>
      </a:lt1>
      <a:dk2>
        <a:srgbClr val="FFD076"/>
      </a:dk2>
      <a:lt2>
        <a:srgbClr val="FFB31F"/>
      </a:lt2>
      <a:accent1>
        <a:srgbClr val="ADDE51"/>
      </a:accent1>
      <a:accent2>
        <a:srgbClr val="007725"/>
      </a:accent2>
      <a:accent3>
        <a:srgbClr val="6BC0CE"/>
      </a:accent3>
      <a:accent4>
        <a:srgbClr val="FFFFFF"/>
      </a:accent4>
      <a:accent5>
        <a:srgbClr val="FFFFFF"/>
      </a:accent5>
      <a:accent6>
        <a:srgbClr val="FFFFFF"/>
      </a:accent6>
      <a:hlink>
        <a:srgbClr val="03334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